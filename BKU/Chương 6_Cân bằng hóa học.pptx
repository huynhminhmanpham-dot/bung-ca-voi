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4"/>
  </p:sldMasterIdLst>
  <p:notesMasterIdLst>
    <p:notesMasterId r:id="rId49"/>
  </p:notesMasterIdLst>
  <p:handoutMasterIdLst>
    <p:handoutMasterId r:id="rId50"/>
  </p:handoutMasterIdLst>
  <p:sldIdLst>
    <p:sldId id="256" r:id="rId5"/>
    <p:sldId id="435" r:id="rId6"/>
    <p:sldId id="578" r:id="rId7"/>
    <p:sldId id="575" r:id="rId8"/>
    <p:sldId id="534" r:id="rId9"/>
    <p:sldId id="576" r:id="rId10"/>
    <p:sldId id="579" r:id="rId11"/>
    <p:sldId id="541" r:id="rId12"/>
    <p:sldId id="577" r:id="rId13"/>
    <p:sldId id="539" r:id="rId14"/>
    <p:sldId id="582" r:id="rId15"/>
    <p:sldId id="581" r:id="rId16"/>
    <p:sldId id="540" r:id="rId17"/>
    <p:sldId id="542" r:id="rId18"/>
    <p:sldId id="580" r:id="rId19"/>
    <p:sldId id="585" r:id="rId20"/>
    <p:sldId id="587" r:id="rId21"/>
    <p:sldId id="605" r:id="rId22"/>
    <p:sldId id="586" r:id="rId23"/>
    <p:sldId id="583" r:id="rId24"/>
    <p:sldId id="588" r:id="rId25"/>
    <p:sldId id="589" r:id="rId26"/>
    <p:sldId id="590" r:id="rId27"/>
    <p:sldId id="591" r:id="rId28"/>
    <p:sldId id="544" r:id="rId29"/>
    <p:sldId id="606" r:id="rId30"/>
    <p:sldId id="554" r:id="rId31"/>
    <p:sldId id="593" r:id="rId32"/>
    <p:sldId id="545" r:id="rId33"/>
    <p:sldId id="597" r:id="rId34"/>
    <p:sldId id="598" r:id="rId35"/>
    <p:sldId id="568" r:id="rId36"/>
    <p:sldId id="566" r:id="rId37"/>
    <p:sldId id="595" r:id="rId38"/>
    <p:sldId id="546" r:id="rId39"/>
    <p:sldId id="558" r:id="rId40"/>
    <p:sldId id="599" r:id="rId41"/>
    <p:sldId id="600" r:id="rId42"/>
    <p:sldId id="601" r:id="rId43"/>
    <p:sldId id="602" r:id="rId44"/>
    <p:sldId id="603" r:id="rId45"/>
    <p:sldId id="604" r:id="rId46"/>
    <p:sldId id="562" r:id="rId47"/>
    <p:sldId id="607" r:id="rId48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  <a:srgbClr val="FF0000"/>
    <a:srgbClr val="00FFCC"/>
    <a:srgbClr val="30F070"/>
    <a:srgbClr val="0000FF"/>
    <a:srgbClr val="993366"/>
    <a:srgbClr val="A27B00"/>
    <a:srgbClr val="ECE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73" autoAdjust="0"/>
    <p:restoredTop sz="95231" autoAdjust="0"/>
  </p:normalViewPr>
  <p:slideViewPr>
    <p:cSldViewPr snapToGrid="0">
      <p:cViewPr varScale="1">
        <p:scale>
          <a:sx n="74" d="100"/>
          <a:sy n="74" d="100"/>
        </p:scale>
        <p:origin x="93" y="48"/>
      </p:cViewPr>
      <p:guideLst>
        <p:guide orient="horz" pos="2112"/>
        <p:guide pos="386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handoutMaster" Target="handoutMasters/handout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eu Do" userId="8091c26b-a61d-4e97-addd-a670c191ef7c" providerId="ADAL" clId="{0ECF39FF-CFDB-AE47-85CE-E1B366B68B64}"/>
    <pc:docChg chg="undo custSel modSld">
      <pc:chgData name="Hieu Do" userId="8091c26b-a61d-4e97-addd-a670c191ef7c" providerId="ADAL" clId="{0ECF39FF-CFDB-AE47-85CE-E1B366B68B64}" dt="2022-06-20T01:59:52.594" v="87" actId="20577"/>
      <pc:docMkLst>
        <pc:docMk/>
      </pc:docMkLst>
      <pc:sldChg chg="modSp mod">
        <pc:chgData name="Hieu Do" userId="8091c26b-a61d-4e97-addd-a670c191ef7c" providerId="ADAL" clId="{0ECF39FF-CFDB-AE47-85CE-E1B366B68B64}" dt="2022-06-20T01:59:52.594" v="87" actId="20577"/>
        <pc:sldMkLst>
          <pc:docMk/>
          <pc:sldMk cId="3555926662" sldId="547"/>
        </pc:sldMkLst>
        <pc:spChg chg="mod">
          <ac:chgData name="Hieu Do" userId="8091c26b-a61d-4e97-addd-a670c191ef7c" providerId="ADAL" clId="{0ECF39FF-CFDB-AE47-85CE-E1B366B68B64}" dt="2022-06-20T01:59:52.594" v="87" actId="20577"/>
          <ac:spMkLst>
            <pc:docMk/>
            <pc:sldMk cId="3555926662" sldId="547"/>
            <ac:spMk id="11" creationId="{00000000-0000-0000-0000-000000000000}"/>
          </ac:spMkLst>
        </pc:spChg>
        <pc:grpChg chg="mod">
          <ac:chgData name="Hieu Do" userId="8091c26b-a61d-4e97-addd-a670c191ef7c" providerId="ADAL" clId="{0ECF39FF-CFDB-AE47-85CE-E1B366B68B64}" dt="2022-06-20T01:59:13.617" v="67" actId="1076"/>
          <ac:grpSpMkLst>
            <pc:docMk/>
            <pc:sldMk cId="3555926662" sldId="547"/>
            <ac:grpSpMk id="3" creationId="{00000000-0000-0000-0000-000000000000}"/>
          </ac:grpSpMkLst>
        </pc:grpChg>
        <pc:graphicFrameChg chg="mod">
          <ac:chgData name="Hieu Do" userId="8091c26b-a61d-4e97-addd-a670c191ef7c" providerId="ADAL" clId="{0ECF39FF-CFDB-AE47-85CE-E1B366B68B64}" dt="2022-06-20T01:59:03.362" v="66" actId="1076"/>
          <ac:graphicFrameMkLst>
            <pc:docMk/>
            <pc:sldMk cId="3555926662" sldId="547"/>
            <ac:graphicFrameMk id="10" creationId="{00000000-0000-0000-0000-000000000000}"/>
          </ac:graphicFrameMkLst>
        </pc:graphicFrameChg>
      </pc:sldChg>
      <pc:sldChg chg="modSp mod">
        <pc:chgData name="Hieu Do" userId="8091c26b-a61d-4e97-addd-a670c191ef7c" providerId="ADAL" clId="{0ECF39FF-CFDB-AE47-85CE-E1B366B68B64}" dt="2022-06-20T01:57:31.010" v="36" actId="20577"/>
        <pc:sldMkLst>
          <pc:docMk/>
          <pc:sldMk cId="2972956599" sldId="548"/>
        </pc:sldMkLst>
        <pc:spChg chg="mod">
          <ac:chgData name="Hieu Do" userId="8091c26b-a61d-4e97-addd-a670c191ef7c" providerId="ADAL" clId="{0ECF39FF-CFDB-AE47-85CE-E1B366B68B64}" dt="2022-06-20T01:57:31.010" v="36" actId="20577"/>
          <ac:spMkLst>
            <pc:docMk/>
            <pc:sldMk cId="2972956599" sldId="548"/>
            <ac:spMk id="6" creationId="{00000000-0000-0000-0000-000000000000}"/>
          </ac:spMkLst>
        </pc:spChg>
      </pc:sldChg>
      <pc:sldChg chg="modSp mod">
        <pc:chgData name="Hieu Do" userId="8091c26b-a61d-4e97-addd-a670c191ef7c" providerId="ADAL" clId="{0ECF39FF-CFDB-AE47-85CE-E1B366B68B64}" dt="2022-06-20T01:58:17.425" v="37" actId="167"/>
        <pc:sldMkLst>
          <pc:docMk/>
          <pc:sldMk cId="3808147081" sldId="555"/>
        </pc:sldMkLst>
        <pc:grpChg chg="mod">
          <ac:chgData name="Hieu Do" userId="8091c26b-a61d-4e97-addd-a670c191ef7c" providerId="ADAL" clId="{0ECF39FF-CFDB-AE47-85CE-E1B366B68B64}" dt="2022-06-20T01:44:16.133" v="27" actId="166"/>
          <ac:grpSpMkLst>
            <pc:docMk/>
            <pc:sldMk cId="3808147081" sldId="555"/>
            <ac:grpSpMk id="10" creationId="{00000000-0000-0000-0000-000000000000}"/>
          </ac:grpSpMkLst>
        </pc:grpChg>
        <pc:picChg chg="mod">
          <ac:chgData name="Hieu Do" userId="8091c26b-a61d-4e97-addd-a670c191ef7c" providerId="ADAL" clId="{0ECF39FF-CFDB-AE47-85CE-E1B366B68B64}" dt="2022-06-20T01:58:17.425" v="37" actId="167"/>
          <ac:picMkLst>
            <pc:docMk/>
            <pc:sldMk cId="3808147081" sldId="555"/>
            <ac:picMk id="6" creationId="{00000000-0000-0000-0000-000000000000}"/>
          </ac:picMkLst>
        </pc:picChg>
      </pc:sldChg>
      <pc:sldChg chg="modSp">
        <pc:chgData name="Hieu Do" userId="8091c26b-a61d-4e97-addd-a670c191ef7c" providerId="ADAL" clId="{0ECF39FF-CFDB-AE47-85CE-E1B366B68B64}" dt="2022-06-20T01:42:51.695" v="15" actId="1038"/>
        <pc:sldMkLst>
          <pc:docMk/>
          <pc:sldMk cId="44966325" sldId="559"/>
        </pc:sldMkLst>
        <pc:spChg chg="mod">
          <ac:chgData name="Hieu Do" userId="8091c26b-a61d-4e97-addd-a670c191ef7c" providerId="ADAL" clId="{0ECF39FF-CFDB-AE47-85CE-E1B366B68B64}" dt="2022-06-20T01:42:51.695" v="15" actId="1038"/>
          <ac:spMkLst>
            <pc:docMk/>
            <pc:sldMk cId="44966325" sldId="559"/>
            <ac:spMk id="22" creationId="{00000000-0000-0000-0000-000000000000}"/>
          </ac:spMkLst>
        </pc:spChg>
        <pc:spChg chg="mod">
          <ac:chgData name="Hieu Do" userId="8091c26b-a61d-4e97-addd-a670c191ef7c" providerId="ADAL" clId="{0ECF39FF-CFDB-AE47-85CE-E1B366B68B64}" dt="2022-06-20T01:42:51.695" v="15" actId="1038"/>
          <ac:spMkLst>
            <pc:docMk/>
            <pc:sldMk cId="44966325" sldId="559"/>
            <ac:spMk id="23" creationId="{00000000-0000-0000-0000-000000000000}"/>
          </ac:spMkLst>
        </pc:spChg>
        <pc:spChg chg="mod">
          <ac:chgData name="Hieu Do" userId="8091c26b-a61d-4e97-addd-a670c191ef7c" providerId="ADAL" clId="{0ECF39FF-CFDB-AE47-85CE-E1B366B68B64}" dt="2022-06-20T01:42:51.695" v="15" actId="1038"/>
          <ac:spMkLst>
            <pc:docMk/>
            <pc:sldMk cId="44966325" sldId="559"/>
            <ac:spMk id="35" creationId="{00000000-0000-0000-0000-000000000000}"/>
          </ac:spMkLst>
        </pc:spChg>
        <pc:spChg chg="mod">
          <ac:chgData name="Hieu Do" userId="8091c26b-a61d-4e97-addd-a670c191ef7c" providerId="ADAL" clId="{0ECF39FF-CFDB-AE47-85CE-E1B366B68B64}" dt="2022-06-20T01:42:51.695" v="15" actId="1038"/>
          <ac:spMkLst>
            <pc:docMk/>
            <pc:sldMk cId="44966325" sldId="559"/>
            <ac:spMk id="36" creationId="{00000000-0000-0000-0000-000000000000}"/>
          </ac:spMkLst>
        </pc:spChg>
        <pc:grpChg chg="mod">
          <ac:chgData name="Hieu Do" userId="8091c26b-a61d-4e97-addd-a670c191ef7c" providerId="ADAL" clId="{0ECF39FF-CFDB-AE47-85CE-E1B366B68B64}" dt="2022-06-20T01:42:51.695" v="15" actId="1038"/>
          <ac:grpSpMkLst>
            <pc:docMk/>
            <pc:sldMk cId="44966325" sldId="559"/>
            <ac:grpSpMk id="8" creationId="{00000000-0000-0000-0000-000000000000}"/>
          </ac:grpSpMkLst>
        </pc:grpChg>
        <pc:grpChg chg="mod">
          <ac:chgData name="Hieu Do" userId="8091c26b-a61d-4e97-addd-a670c191ef7c" providerId="ADAL" clId="{0ECF39FF-CFDB-AE47-85CE-E1B366B68B64}" dt="2022-06-20T01:42:51.695" v="15" actId="1038"/>
          <ac:grpSpMkLst>
            <pc:docMk/>
            <pc:sldMk cId="44966325" sldId="559"/>
            <ac:grpSpMk id="33" creationId="{00000000-0000-0000-0000-000000000000}"/>
          </ac:grpSpMkLst>
        </pc:grpChg>
        <pc:grpChg chg="mod">
          <ac:chgData name="Hieu Do" userId="8091c26b-a61d-4e97-addd-a670c191ef7c" providerId="ADAL" clId="{0ECF39FF-CFDB-AE47-85CE-E1B366B68B64}" dt="2022-06-20T01:42:51.695" v="15" actId="1038"/>
          <ac:grpSpMkLst>
            <pc:docMk/>
            <pc:sldMk cId="44966325" sldId="559"/>
            <ac:grpSpMk id="46" creationId="{00000000-0000-0000-0000-000000000000}"/>
          </ac:grpSpMkLst>
        </pc:grpChg>
        <pc:picChg chg="mod">
          <ac:chgData name="Hieu Do" userId="8091c26b-a61d-4e97-addd-a670c191ef7c" providerId="ADAL" clId="{0ECF39FF-CFDB-AE47-85CE-E1B366B68B64}" dt="2022-06-20T01:42:51.695" v="15" actId="1038"/>
          <ac:picMkLst>
            <pc:docMk/>
            <pc:sldMk cId="44966325" sldId="559"/>
            <ac:picMk id="20" creationId="{00000000-0000-0000-0000-000000000000}"/>
          </ac:picMkLst>
        </pc:picChg>
        <pc:picChg chg="mod">
          <ac:chgData name="Hieu Do" userId="8091c26b-a61d-4e97-addd-a670c191ef7c" providerId="ADAL" clId="{0ECF39FF-CFDB-AE47-85CE-E1B366B68B64}" dt="2022-06-20T01:42:51.695" v="15" actId="1038"/>
          <ac:picMkLst>
            <pc:docMk/>
            <pc:sldMk cId="44966325" sldId="559"/>
            <ac:picMk id="34" creationId="{00000000-0000-0000-0000-000000000000}"/>
          </ac:picMkLst>
        </pc:picChg>
        <pc:picChg chg="mod">
          <ac:chgData name="Hieu Do" userId="8091c26b-a61d-4e97-addd-a670c191ef7c" providerId="ADAL" clId="{0ECF39FF-CFDB-AE47-85CE-E1B366B68B64}" dt="2022-06-20T01:42:51.695" v="15" actId="1038"/>
          <ac:picMkLst>
            <pc:docMk/>
            <pc:sldMk cId="44966325" sldId="559"/>
            <ac:picMk id="41" creationId="{00000000-0000-0000-0000-000000000000}"/>
          </ac:picMkLst>
        </pc:picChg>
        <pc:cxnChg chg="mod">
          <ac:chgData name="Hieu Do" userId="8091c26b-a61d-4e97-addd-a670c191ef7c" providerId="ADAL" clId="{0ECF39FF-CFDB-AE47-85CE-E1B366B68B64}" dt="2022-06-20T01:42:51.695" v="15" actId="1038"/>
          <ac:cxnSpMkLst>
            <pc:docMk/>
            <pc:sldMk cId="44966325" sldId="559"/>
            <ac:cxnSpMk id="21" creationId="{00000000-0000-0000-0000-000000000000}"/>
          </ac:cxnSpMkLst>
        </pc:cxnChg>
        <pc:cxnChg chg="mod">
          <ac:chgData name="Hieu Do" userId="8091c26b-a61d-4e97-addd-a670c191ef7c" providerId="ADAL" clId="{0ECF39FF-CFDB-AE47-85CE-E1B366B68B64}" dt="2022-06-20T01:42:51.695" v="15" actId="1038"/>
          <ac:cxnSpMkLst>
            <pc:docMk/>
            <pc:sldMk cId="44966325" sldId="559"/>
            <ac:cxnSpMk id="24" creationId="{00000000-0000-0000-0000-000000000000}"/>
          </ac:cxnSpMkLst>
        </pc:cxnChg>
        <pc:cxnChg chg="mod">
          <ac:chgData name="Hieu Do" userId="8091c26b-a61d-4e97-addd-a670c191ef7c" providerId="ADAL" clId="{0ECF39FF-CFDB-AE47-85CE-E1B366B68B64}" dt="2022-06-20T01:42:51.695" v="15" actId="1038"/>
          <ac:cxnSpMkLst>
            <pc:docMk/>
            <pc:sldMk cId="44966325" sldId="559"/>
            <ac:cxnSpMk id="37" creationId="{00000000-0000-0000-0000-000000000000}"/>
          </ac:cxnSpMkLst>
        </pc:cxnChg>
      </pc:sldChg>
    </pc:docChg>
  </pc:docChgLst>
  <pc:docChgLst>
    <pc:chgData name="Hieu Do" userId="8091c26b-a61d-4e97-addd-a670c191ef7c" providerId="ADAL" clId="{0A6EAB6E-5DFD-1046-B8A1-FBCD2D19E449}"/>
    <pc:docChg chg="undo custSel addSld delSld modSld">
      <pc:chgData name="Hieu Do" userId="8091c26b-a61d-4e97-addd-a670c191ef7c" providerId="ADAL" clId="{0A6EAB6E-5DFD-1046-B8A1-FBCD2D19E449}" dt="2022-10-25T12:02:13.824" v="752"/>
      <pc:docMkLst>
        <pc:docMk/>
      </pc:docMkLst>
      <pc:sldChg chg="modAnim">
        <pc:chgData name="Hieu Do" userId="8091c26b-a61d-4e97-addd-a670c191ef7c" providerId="ADAL" clId="{0A6EAB6E-5DFD-1046-B8A1-FBCD2D19E449}" dt="2022-10-25T10:26:57.920" v="22"/>
        <pc:sldMkLst>
          <pc:docMk/>
          <pc:sldMk cId="1632588312" sldId="534"/>
        </pc:sldMkLst>
      </pc:sldChg>
      <pc:sldChg chg="modAnim">
        <pc:chgData name="Hieu Do" userId="8091c26b-a61d-4e97-addd-a670c191ef7c" providerId="ADAL" clId="{0A6EAB6E-5DFD-1046-B8A1-FBCD2D19E449}" dt="2022-10-25T10:36:20.291" v="52"/>
        <pc:sldMkLst>
          <pc:docMk/>
          <pc:sldMk cId="1011914523" sldId="539"/>
        </pc:sldMkLst>
      </pc:sldChg>
      <pc:sldChg chg="modSp modAnim">
        <pc:chgData name="Hieu Do" userId="8091c26b-a61d-4e97-addd-a670c191ef7c" providerId="ADAL" clId="{0A6EAB6E-5DFD-1046-B8A1-FBCD2D19E449}" dt="2022-10-25T10:56:57.348" v="86" actId="207"/>
        <pc:sldMkLst>
          <pc:docMk/>
          <pc:sldMk cId="3949066472" sldId="540"/>
        </pc:sldMkLst>
        <pc:spChg chg="mod">
          <ac:chgData name="Hieu Do" userId="8091c26b-a61d-4e97-addd-a670c191ef7c" providerId="ADAL" clId="{0A6EAB6E-5DFD-1046-B8A1-FBCD2D19E449}" dt="2022-10-25T10:56:57.348" v="86" actId="207"/>
          <ac:spMkLst>
            <pc:docMk/>
            <pc:sldMk cId="3949066472" sldId="540"/>
            <ac:spMk id="18" creationId="{00000000-0000-0000-0000-000000000000}"/>
          </ac:spMkLst>
        </pc:spChg>
      </pc:sldChg>
      <pc:sldChg chg="modAnim">
        <pc:chgData name="Hieu Do" userId="8091c26b-a61d-4e97-addd-a670c191ef7c" providerId="ADAL" clId="{0A6EAB6E-5DFD-1046-B8A1-FBCD2D19E449}" dt="2022-10-25T11:12:00.498" v="188"/>
        <pc:sldMkLst>
          <pc:docMk/>
          <pc:sldMk cId="3118740475" sldId="541"/>
        </pc:sldMkLst>
      </pc:sldChg>
      <pc:sldChg chg="modSp modAnim">
        <pc:chgData name="Hieu Do" userId="8091c26b-a61d-4e97-addd-a670c191ef7c" providerId="ADAL" clId="{0A6EAB6E-5DFD-1046-B8A1-FBCD2D19E449}" dt="2022-10-25T10:57:29.588" v="89" actId="207"/>
        <pc:sldMkLst>
          <pc:docMk/>
          <pc:sldMk cId="3584782769" sldId="542"/>
        </pc:sldMkLst>
        <pc:spChg chg="mod">
          <ac:chgData name="Hieu Do" userId="8091c26b-a61d-4e97-addd-a670c191ef7c" providerId="ADAL" clId="{0A6EAB6E-5DFD-1046-B8A1-FBCD2D19E449}" dt="2022-10-25T10:57:29.588" v="89" actId="207"/>
          <ac:spMkLst>
            <pc:docMk/>
            <pc:sldMk cId="3584782769" sldId="542"/>
            <ac:spMk id="22" creationId="{00000000-0000-0000-0000-000000000000}"/>
          </ac:spMkLst>
        </pc:spChg>
      </pc:sldChg>
      <pc:sldChg chg="addSp delSp modSp mod delAnim modAnim">
        <pc:chgData name="Hieu Do" userId="8091c26b-a61d-4e97-addd-a670c191ef7c" providerId="ADAL" clId="{0A6EAB6E-5DFD-1046-B8A1-FBCD2D19E449}" dt="2022-10-25T11:53:23.191" v="728"/>
        <pc:sldMkLst>
          <pc:docMk/>
          <pc:sldMk cId="1556658416" sldId="544"/>
        </pc:sldMkLst>
        <pc:spChg chg="del">
          <ac:chgData name="Hieu Do" userId="8091c26b-a61d-4e97-addd-a670c191ef7c" providerId="ADAL" clId="{0A6EAB6E-5DFD-1046-B8A1-FBCD2D19E449}" dt="2022-10-25T11:45:30.320" v="344" actId="478"/>
          <ac:spMkLst>
            <pc:docMk/>
            <pc:sldMk cId="1556658416" sldId="544"/>
            <ac:spMk id="2" creationId="{00000000-0000-0000-0000-000000000000}"/>
          </ac:spMkLst>
        </pc:spChg>
        <pc:spChg chg="add mod">
          <ac:chgData name="Hieu Do" userId="8091c26b-a61d-4e97-addd-a670c191ef7c" providerId="ADAL" clId="{0A6EAB6E-5DFD-1046-B8A1-FBCD2D19E449}" dt="2022-10-25T11:50:16.628" v="670" actId="14100"/>
          <ac:spMkLst>
            <pc:docMk/>
            <pc:sldMk cId="1556658416" sldId="544"/>
            <ac:spMk id="3" creationId="{1828F4FA-FE36-7B34-FB08-C18B78C74841}"/>
          </ac:spMkLst>
        </pc:spChg>
        <pc:spChg chg="del">
          <ac:chgData name="Hieu Do" userId="8091c26b-a61d-4e97-addd-a670c191ef7c" providerId="ADAL" clId="{0A6EAB6E-5DFD-1046-B8A1-FBCD2D19E449}" dt="2022-10-25T11:45:32.765" v="345" actId="478"/>
          <ac:spMkLst>
            <pc:docMk/>
            <pc:sldMk cId="1556658416" sldId="544"/>
            <ac:spMk id="5" creationId="{00000000-0000-0000-0000-000000000000}"/>
          </ac:spMkLst>
        </pc:spChg>
        <pc:spChg chg="del">
          <ac:chgData name="Hieu Do" userId="8091c26b-a61d-4e97-addd-a670c191ef7c" providerId="ADAL" clId="{0A6EAB6E-5DFD-1046-B8A1-FBCD2D19E449}" dt="2022-10-25T11:45:37.950" v="346" actId="478"/>
          <ac:spMkLst>
            <pc:docMk/>
            <pc:sldMk cId="1556658416" sldId="544"/>
            <ac:spMk id="6" creationId="{00000000-0000-0000-0000-000000000000}"/>
          </ac:spMkLst>
        </pc:spChg>
        <pc:spChg chg="del">
          <ac:chgData name="Hieu Do" userId="8091c26b-a61d-4e97-addd-a670c191ef7c" providerId="ADAL" clId="{0A6EAB6E-5DFD-1046-B8A1-FBCD2D19E449}" dt="2022-10-25T11:45:37.950" v="346" actId="478"/>
          <ac:spMkLst>
            <pc:docMk/>
            <pc:sldMk cId="1556658416" sldId="544"/>
            <ac:spMk id="9" creationId="{00000000-0000-0000-0000-000000000000}"/>
          </ac:spMkLst>
        </pc:spChg>
        <pc:spChg chg="del">
          <ac:chgData name="Hieu Do" userId="8091c26b-a61d-4e97-addd-a670c191ef7c" providerId="ADAL" clId="{0A6EAB6E-5DFD-1046-B8A1-FBCD2D19E449}" dt="2022-10-25T11:45:28.922" v="343" actId="478"/>
          <ac:spMkLst>
            <pc:docMk/>
            <pc:sldMk cId="1556658416" sldId="544"/>
            <ac:spMk id="10" creationId="{27A684AD-0BE8-4721-ACE0-8B5F51C8B6A9}"/>
          </ac:spMkLst>
        </pc:spChg>
        <pc:spChg chg="mod topLvl">
          <ac:chgData name="Hieu Do" userId="8091c26b-a61d-4e97-addd-a670c191ef7c" providerId="ADAL" clId="{0A6EAB6E-5DFD-1046-B8A1-FBCD2D19E449}" dt="2022-10-25T11:50:53.107" v="676" actId="123"/>
          <ac:spMkLst>
            <pc:docMk/>
            <pc:sldMk cId="1556658416" sldId="544"/>
            <ac:spMk id="12" creationId="{C3FE3DA5-53D0-171B-D61E-E89D12450609}"/>
          </ac:spMkLst>
        </pc:spChg>
        <pc:spChg chg="del">
          <ac:chgData name="Hieu Do" userId="8091c26b-a61d-4e97-addd-a670c191ef7c" providerId="ADAL" clId="{0A6EAB6E-5DFD-1046-B8A1-FBCD2D19E449}" dt="2022-10-25T11:45:37.950" v="346" actId="478"/>
          <ac:spMkLst>
            <pc:docMk/>
            <pc:sldMk cId="1556658416" sldId="544"/>
            <ac:spMk id="13" creationId="{00000000-0000-0000-0000-000000000000}"/>
          </ac:spMkLst>
        </pc:spChg>
        <pc:spChg chg="del">
          <ac:chgData name="Hieu Do" userId="8091c26b-a61d-4e97-addd-a670c191ef7c" providerId="ADAL" clId="{0A6EAB6E-5DFD-1046-B8A1-FBCD2D19E449}" dt="2022-10-25T11:45:37.950" v="346" actId="478"/>
          <ac:spMkLst>
            <pc:docMk/>
            <pc:sldMk cId="1556658416" sldId="544"/>
            <ac:spMk id="15" creationId="{00000000-0000-0000-0000-000000000000}"/>
          </ac:spMkLst>
        </pc:spChg>
        <pc:spChg chg="add mod">
          <ac:chgData name="Hieu Do" userId="8091c26b-a61d-4e97-addd-a670c191ef7c" providerId="ADAL" clId="{0A6EAB6E-5DFD-1046-B8A1-FBCD2D19E449}" dt="2022-10-25T11:51:43.284" v="687" actId="1076"/>
          <ac:spMkLst>
            <pc:docMk/>
            <pc:sldMk cId="1556658416" sldId="544"/>
            <ac:spMk id="17" creationId="{81E3ED37-6493-3E5A-AF3D-14A96B175BA9}"/>
          </ac:spMkLst>
        </pc:spChg>
        <pc:spChg chg="mod">
          <ac:chgData name="Hieu Do" userId="8091c26b-a61d-4e97-addd-a670c191ef7c" providerId="ADAL" clId="{0A6EAB6E-5DFD-1046-B8A1-FBCD2D19E449}" dt="2022-10-25T11:46:14.002" v="441" actId="20577"/>
          <ac:spMkLst>
            <pc:docMk/>
            <pc:sldMk cId="1556658416" sldId="544"/>
            <ac:spMk id="24" creationId="{00000000-0000-0000-0000-000000000000}"/>
          </ac:spMkLst>
        </pc:spChg>
        <pc:spChg chg="add mod">
          <ac:chgData name="Hieu Do" userId="8091c26b-a61d-4e97-addd-a670c191ef7c" providerId="ADAL" clId="{0A6EAB6E-5DFD-1046-B8A1-FBCD2D19E449}" dt="2022-10-25T11:52:18.043" v="722" actId="207"/>
          <ac:spMkLst>
            <pc:docMk/>
            <pc:sldMk cId="1556658416" sldId="544"/>
            <ac:spMk id="32" creationId="{49A33293-F0E5-3AE3-9943-821978C1B14E}"/>
          </ac:spMkLst>
        </pc:spChg>
        <pc:grpChg chg="add del mod">
          <ac:chgData name="Hieu Do" userId="8091c26b-a61d-4e97-addd-a670c191ef7c" providerId="ADAL" clId="{0A6EAB6E-5DFD-1046-B8A1-FBCD2D19E449}" dt="2022-10-25T11:48:00.232" v="584" actId="478"/>
          <ac:grpSpMkLst>
            <pc:docMk/>
            <pc:sldMk cId="1556658416" sldId="544"/>
            <ac:grpSpMk id="7" creationId="{4D8300A0-395B-8DCE-0E3E-5D0834D201C2}"/>
          </ac:grpSpMkLst>
        </pc:grpChg>
        <pc:picChg chg="del">
          <ac:chgData name="Hieu Do" userId="8091c26b-a61d-4e97-addd-a670c191ef7c" providerId="ADAL" clId="{0A6EAB6E-5DFD-1046-B8A1-FBCD2D19E449}" dt="2022-10-25T11:45:37.950" v="346" actId="478"/>
          <ac:picMkLst>
            <pc:docMk/>
            <pc:sldMk cId="1556658416" sldId="544"/>
            <ac:picMk id="8" creationId="{00000000-0000-0000-0000-000000000000}"/>
          </ac:picMkLst>
        </pc:picChg>
        <pc:cxnChg chg="del mod topLvl">
          <ac:chgData name="Hieu Do" userId="8091c26b-a61d-4e97-addd-a670c191ef7c" providerId="ADAL" clId="{0A6EAB6E-5DFD-1046-B8A1-FBCD2D19E449}" dt="2022-10-25T11:48:00.232" v="584" actId="478"/>
          <ac:cxnSpMkLst>
            <pc:docMk/>
            <pc:sldMk cId="1556658416" sldId="544"/>
            <ac:cxnSpMk id="11" creationId="{30C6B668-21E7-3751-3EB9-EACB36F2937B}"/>
          </ac:cxnSpMkLst>
        </pc:cxnChg>
        <pc:cxnChg chg="add del mod">
          <ac:chgData name="Hieu Do" userId="8091c26b-a61d-4e97-addd-a670c191ef7c" providerId="ADAL" clId="{0A6EAB6E-5DFD-1046-B8A1-FBCD2D19E449}" dt="2022-10-25T11:48:02.858" v="585" actId="478"/>
          <ac:cxnSpMkLst>
            <pc:docMk/>
            <pc:sldMk cId="1556658416" sldId="544"/>
            <ac:cxnSpMk id="16" creationId="{2200A9E9-6D63-E81C-FD52-9BFFB3106EAC}"/>
          </ac:cxnSpMkLst>
        </pc:cxnChg>
        <pc:cxnChg chg="add mod">
          <ac:chgData name="Hieu Do" userId="8091c26b-a61d-4e97-addd-a670c191ef7c" providerId="ADAL" clId="{0A6EAB6E-5DFD-1046-B8A1-FBCD2D19E449}" dt="2022-10-25T11:50:16.628" v="670" actId="14100"/>
          <ac:cxnSpMkLst>
            <pc:docMk/>
            <pc:sldMk cId="1556658416" sldId="544"/>
            <ac:cxnSpMk id="20" creationId="{16EB18C5-DC14-5B4D-D5BB-CC4F2EEE9152}"/>
          </ac:cxnSpMkLst>
        </pc:cxnChg>
        <pc:cxnChg chg="add mod">
          <ac:chgData name="Hieu Do" userId="8091c26b-a61d-4e97-addd-a670c191ef7c" providerId="ADAL" clId="{0A6EAB6E-5DFD-1046-B8A1-FBCD2D19E449}" dt="2022-10-25T11:50:26.528" v="672" actId="14100"/>
          <ac:cxnSpMkLst>
            <pc:docMk/>
            <pc:sldMk cId="1556658416" sldId="544"/>
            <ac:cxnSpMk id="22" creationId="{8499AD1C-A563-C40B-DC8E-7A156527213D}"/>
          </ac:cxnSpMkLst>
        </pc:cxnChg>
        <pc:cxnChg chg="add mod">
          <ac:chgData name="Hieu Do" userId="8091c26b-a61d-4e97-addd-a670c191ef7c" providerId="ADAL" clId="{0A6EAB6E-5DFD-1046-B8A1-FBCD2D19E449}" dt="2022-10-25T11:51:23.321" v="681" actId="692"/>
          <ac:cxnSpMkLst>
            <pc:docMk/>
            <pc:sldMk cId="1556658416" sldId="544"/>
            <ac:cxnSpMk id="29" creationId="{F31A0824-BFD9-30A1-29F5-4ED36152BE11}"/>
          </ac:cxnSpMkLst>
        </pc:cxnChg>
      </pc:sldChg>
      <pc:sldChg chg="modAnim">
        <pc:chgData name="Hieu Do" userId="8091c26b-a61d-4e97-addd-a670c191ef7c" providerId="ADAL" clId="{0A6EAB6E-5DFD-1046-B8A1-FBCD2D19E449}" dt="2022-10-25T11:27:36.433" v="281"/>
        <pc:sldMkLst>
          <pc:docMk/>
          <pc:sldMk cId="2517958651" sldId="545"/>
        </pc:sldMkLst>
      </pc:sldChg>
      <pc:sldChg chg="modAnim">
        <pc:chgData name="Hieu Do" userId="8091c26b-a61d-4e97-addd-a670c191ef7c" providerId="ADAL" clId="{0A6EAB6E-5DFD-1046-B8A1-FBCD2D19E449}" dt="2022-10-25T11:44:41.296" v="341"/>
        <pc:sldMkLst>
          <pc:docMk/>
          <pc:sldMk cId="4005211935" sldId="546"/>
        </pc:sldMkLst>
      </pc:sldChg>
      <pc:sldChg chg="modAnim">
        <pc:chgData name="Hieu Do" userId="8091c26b-a61d-4e97-addd-a670c191ef7c" providerId="ADAL" clId="{0A6EAB6E-5DFD-1046-B8A1-FBCD2D19E449}" dt="2022-10-25T11:25:04.628" v="278"/>
        <pc:sldMkLst>
          <pc:docMk/>
          <pc:sldMk cId="3033811435" sldId="554"/>
        </pc:sldMkLst>
      </pc:sldChg>
      <pc:sldChg chg="modAnim">
        <pc:chgData name="Hieu Do" userId="8091c26b-a61d-4e97-addd-a670c191ef7c" providerId="ADAL" clId="{0A6EAB6E-5DFD-1046-B8A1-FBCD2D19E449}" dt="2022-10-25T11:55:44.647" v="735"/>
        <pc:sldMkLst>
          <pc:docMk/>
          <pc:sldMk cId="992781849" sldId="558"/>
        </pc:sldMkLst>
      </pc:sldChg>
      <pc:sldChg chg="modAnim">
        <pc:chgData name="Hieu Do" userId="8091c26b-a61d-4e97-addd-a670c191ef7c" providerId="ADAL" clId="{0A6EAB6E-5DFD-1046-B8A1-FBCD2D19E449}" dt="2022-10-25T11:35:50.844" v="310"/>
        <pc:sldMkLst>
          <pc:docMk/>
          <pc:sldMk cId="2538937905" sldId="566"/>
        </pc:sldMkLst>
      </pc:sldChg>
      <pc:sldChg chg="modAnim">
        <pc:chgData name="Hieu Do" userId="8091c26b-a61d-4e97-addd-a670c191ef7c" providerId="ADAL" clId="{0A6EAB6E-5DFD-1046-B8A1-FBCD2D19E449}" dt="2022-10-25T11:32:34.001" v="303"/>
        <pc:sldMkLst>
          <pc:docMk/>
          <pc:sldMk cId="3245381383" sldId="568"/>
        </pc:sldMkLst>
      </pc:sldChg>
      <pc:sldChg chg="addSp modSp modAnim">
        <pc:chgData name="Hieu Do" userId="8091c26b-a61d-4e97-addd-a670c191ef7c" providerId="ADAL" clId="{0A6EAB6E-5DFD-1046-B8A1-FBCD2D19E449}" dt="2022-10-25T10:24:49.235" v="18"/>
        <pc:sldMkLst>
          <pc:docMk/>
          <pc:sldMk cId="3459389688" sldId="575"/>
        </pc:sldMkLst>
        <pc:spChg chg="mod">
          <ac:chgData name="Hieu Do" userId="8091c26b-a61d-4e97-addd-a670c191ef7c" providerId="ADAL" clId="{0A6EAB6E-5DFD-1046-B8A1-FBCD2D19E449}" dt="2022-10-25T10:24:11.792" v="13" actId="164"/>
          <ac:spMkLst>
            <pc:docMk/>
            <pc:sldMk cId="3459389688" sldId="575"/>
            <ac:spMk id="30" creationId="{00000000-0000-0000-0000-000000000000}"/>
          </ac:spMkLst>
        </pc:spChg>
        <pc:grpChg chg="add mod">
          <ac:chgData name="Hieu Do" userId="8091c26b-a61d-4e97-addd-a670c191ef7c" providerId="ADAL" clId="{0A6EAB6E-5DFD-1046-B8A1-FBCD2D19E449}" dt="2022-10-25T10:24:11.792" v="13" actId="164"/>
          <ac:grpSpMkLst>
            <pc:docMk/>
            <pc:sldMk cId="3459389688" sldId="575"/>
            <ac:grpSpMk id="2" creationId="{1CB4BB8A-C3DD-AD91-1FAE-2F40A8895F05}"/>
          </ac:grpSpMkLst>
        </pc:grpChg>
        <pc:grpChg chg="mod">
          <ac:chgData name="Hieu Do" userId="8091c26b-a61d-4e97-addd-a670c191ef7c" providerId="ADAL" clId="{0A6EAB6E-5DFD-1046-B8A1-FBCD2D19E449}" dt="2022-10-25T10:24:11.792" v="13" actId="164"/>
          <ac:grpSpMkLst>
            <pc:docMk/>
            <pc:sldMk cId="3459389688" sldId="575"/>
            <ac:grpSpMk id="10" creationId="{00000000-0000-0000-0000-000000000000}"/>
          </ac:grpSpMkLst>
        </pc:grpChg>
      </pc:sldChg>
      <pc:sldChg chg="add del modAnim">
        <pc:chgData name="Hieu Do" userId="8091c26b-a61d-4e97-addd-a670c191ef7c" providerId="ADAL" clId="{0A6EAB6E-5DFD-1046-B8A1-FBCD2D19E449}" dt="2022-10-25T10:31:03.817" v="26"/>
        <pc:sldMkLst>
          <pc:docMk/>
          <pc:sldMk cId="2739152298" sldId="576"/>
        </pc:sldMkLst>
      </pc:sldChg>
      <pc:sldChg chg="modSp modAnim">
        <pc:chgData name="Hieu Do" userId="8091c26b-a61d-4e97-addd-a670c191ef7c" providerId="ADAL" clId="{0A6EAB6E-5DFD-1046-B8A1-FBCD2D19E449}" dt="2022-10-25T10:35:12.160" v="48"/>
        <pc:sldMkLst>
          <pc:docMk/>
          <pc:sldMk cId="3611497772" sldId="577"/>
        </pc:sldMkLst>
        <pc:spChg chg="mod">
          <ac:chgData name="Hieu Do" userId="8091c26b-a61d-4e97-addd-a670c191ef7c" providerId="ADAL" clId="{0A6EAB6E-5DFD-1046-B8A1-FBCD2D19E449}" dt="2022-10-25T10:34:43.195" v="46" actId="20577"/>
          <ac:spMkLst>
            <pc:docMk/>
            <pc:sldMk cId="3611497772" sldId="577"/>
            <ac:spMk id="5" creationId="{00000000-0000-0000-0000-000000000000}"/>
          </ac:spMkLst>
        </pc:spChg>
      </pc:sldChg>
      <pc:sldChg chg="modAnim">
        <pc:chgData name="Hieu Do" userId="8091c26b-a61d-4e97-addd-a670c191ef7c" providerId="ADAL" clId="{0A6EAB6E-5DFD-1046-B8A1-FBCD2D19E449}" dt="2022-10-25T10:23:34.392" v="12"/>
        <pc:sldMkLst>
          <pc:docMk/>
          <pc:sldMk cId="4181412299" sldId="578"/>
        </pc:sldMkLst>
      </pc:sldChg>
      <pc:sldChg chg="modAnim">
        <pc:chgData name="Hieu Do" userId="8091c26b-a61d-4e97-addd-a670c191ef7c" providerId="ADAL" clId="{0A6EAB6E-5DFD-1046-B8A1-FBCD2D19E449}" dt="2022-10-25T10:33:38.190" v="30"/>
        <pc:sldMkLst>
          <pc:docMk/>
          <pc:sldMk cId="3621361686" sldId="579"/>
        </pc:sldMkLst>
      </pc:sldChg>
      <pc:sldChg chg="modSp mod modAnim">
        <pc:chgData name="Hieu Do" userId="8091c26b-a61d-4e97-addd-a670c191ef7c" providerId="ADAL" clId="{0A6EAB6E-5DFD-1046-B8A1-FBCD2D19E449}" dt="2022-10-25T11:00:05.349" v="102"/>
        <pc:sldMkLst>
          <pc:docMk/>
          <pc:sldMk cId="3349514898" sldId="580"/>
        </pc:sldMkLst>
        <pc:spChg chg="mod">
          <ac:chgData name="Hieu Do" userId="8091c26b-a61d-4e97-addd-a670c191ef7c" providerId="ADAL" clId="{0A6EAB6E-5DFD-1046-B8A1-FBCD2D19E449}" dt="2022-10-25T10:56:49.807" v="85" actId="207"/>
          <ac:spMkLst>
            <pc:docMk/>
            <pc:sldMk cId="3349514898" sldId="580"/>
            <ac:spMk id="6" creationId="{00000000-0000-0000-0000-000000000000}"/>
          </ac:spMkLst>
        </pc:spChg>
        <pc:picChg chg="mod">
          <ac:chgData name="Hieu Do" userId="8091c26b-a61d-4e97-addd-a670c191ef7c" providerId="ADAL" clId="{0A6EAB6E-5DFD-1046-B8A1-FBCD2D19E449}" dt="2022-10-25T10:59:37.720" v="100" actId="1037"/>
          <ac:picMkLst>
            <pc:docMk/>
            <pc:sldMk cId="3349514898" sldId="580"/>
            <ac:picMk id="21" creationId="{B7AF1E10-6E1B-E7A7-7A6A-C4DC026F51C5}"/>
          </ac:picMkLst>
        </pc:picChg>
      </pc:sldChg>
      <pc:sldChg chg="modSp modAnim">
        <pc:chgData name="Hieu Do" userId="8091c26b-a61d-4e97-addd-a670c191ef7c" providerId="ADAL" clId="{0A6EAB6E-5DFD-1046-B8A1-FBCD2D19E449}" dt="2022-10-25T10:57:21.932" v="88" actId="207"/>
        <pc:sldMkLst>
          <pc:docMk/>
          <pc:sldMk cId="1191087315" sldId="581"/>
        </pc:sldMkLst>
        <pc:spChg chg="mod">
          <ac:chgData name="Hieu Do" userId="8091c26b-a61d-4e97-addd-a670c191ef7c" providerId="ADAL" clId="{0A6EAB6E-5DFD-1046-B8A1-FBCD2D19E449}" dt="2022-10-25T10:57:21.932" v="88" actId="207"/>
          <ac:spMkLst>
            <pc:docMk/>
            <pc:sldMk cId="1191087315" sldId="581"/>
            <ac:spMk id="23" creationId="{00000000-0000-0000-0000-000000000000}"/>
          </ac:spMkLst>
        </pc:spChg>
      </pc:sldChg>
      <pc:sldChg chg="modSp modAnim">
        <pc:chgData name="Hieu Do" userId="8091c26b-a61d-4e97-addd-a670c191ef7c" providerId="ADAL" clId="{0A6EAB6E-5DFD-1046-B8A1-FBCD2D19E449}" dt="2022-10-25T10:57:17.473" v="87" actId="207"/>
        <pc:sldMkLst>
          <pc:docMk/>
          <pc:sldMk cId="2210318054" sldId="582"/>
        </pc:sldMkLst>
        <pc:spChg chg="mod">
          <ac:chgData name="Hieu Do" userId="8091c26b-a61d-4e97-addd-a670c191ef7c" providerId="ADAL" clId="{0A6EAB6E-5DFD-1046-B8A1-FBCD2D19E449}" dt="2022-10-25T10:57:17.473" v="87" actId="207"/>
          <ac:spMkLst>
            <pc:docMk/>
            <pc:sldMk cId="2210318054" sldId="582"/>
            <ac:spMk id="17" creationId="{00000000-0000-0000-0000-000000000000}"/>
          </ac:spMkLst>
        </pc:spChg>
      </pc:sldChg>
      <pc:sldChg chg="del">
        <pc:chgData name="Hieu Do" userId="8091c26b-a61d-4e97-addd-a670c191ef7c" providerId="ADAL" clId="{0A6EAB6E-5DFD-1046-B8A1-FBCD2D19E449}" dt="2022-10-25T10:56:22.289" v="84" actId="2696"/>
        <pc:sldMkLst>
          <pc:docMk/>
          <pc:sldMk cId="2197434682" sldId="584"/>
        </pc:sldMkLst>
      </pc:sldChg>
      <pc:sldChg chg="modSp mod modAnim">
        <pc:chgData name="Hieu Do" userId="8091c26b-a61d-4e97-addd-a670c191ef7c" providerId="ADAL" clId="{0A6EAB6E-5DFD-1046-B8A1-FBCD2D19E449}" dt="2022-10-25T11:07:38.088" v="173" actId="20577"/>
        <pc:sldMkLst>
          <pc:docMk/>
          <pc:sldMk cId="4020424913" sldId="585"/>
        </pc:sldMkLst>
        <pc:spChg chg="mod">
          <ac:chgData name="Hieu Do" userId="8091c26b-a61d-4e97-addd-a670c191ef7c" providerId="ADAL" clId="{0A6EAB6E-5DFD-1046-B8A1-FBCD2D19E449}" dt="2022-10-25T11:07:38.088" v="173" actId="20577"/>
          <ac:spMkLst>
            <pc:docMk/>
            <pc:sldMk cId="4020424913" sldId="585"/>
            <ac:spMk id="6" creationId="{00000000-0000-0000-0000-000000000000}"/>
          </ac:spMkLst>
        </pc:spChg>
      </pc:sldChg>
      <pc:sldChg chg="modAnim">
        <pc:chgData name="Hieu Do" userId="8091c26b-a61d-4e97-addd-a670c191ef7c" providerId="ADAL" clId="{0A6EAB6E-5DFD-1046-B8A1-FBCD2D19E449}" dt="2022-10-25T11:10:01.177" v="182"/>
        <pc:sldMkLst>
          <pc:docMk/>
          <pc:sldMk cId="1669675688" sldId="586"/>
        </pc:sldMkLst>
      </pc:sldChg>
      <pc:sldChg chg="modSp modAnim">
        <pc:chgData name="Hieu Do" userId="8091c26b-a61d-4e97-addd-a670c191ef7c" providerId="ADAL" clId="{0A6EAB6E-5DFD-1046-B8A1-FBCD2D19E449}" dt="2022-10-25T11:07:32.210" v="165" actId="20577"/>
        <pc:sldMkLst>
          <pc:docMk/>
          <pc:sldMk cId="3830096304" sldId="587"/>
        </pc:sldMkLst>
        <pc:spChg chg="mod">
          <ac:chgData name="Hieu Do" userId="8091c26b-a61d-4e97-addd-a670c191ef7c" providerId="ADAL" clId="{0A6EAB6E-5DFD-1046-B8A1-FBCD2D19E449}" dt="2022-10-25T11:07:32.210" v="165" actId="20577"/>
          <ac:spMkLst>
            <pc:docMk/>
            <pc:sldMk cId="3830096304" sldId="587"/>
            <ac:spMk id="6" creationId="{00000000-0000-0000-0000-000000000000}"/>
          </ac:spMkLst>
        </pc:spChg>
      </pc:sldChg>
      <pc:sldChg chg="addSp modSp mod">
        <pc:chgData name="Hieu Do" userId="8091c26b-a61d-4e97-addd-a670c191ef7c" providerId="ADAL" clId="{0A6EAB6E-5DFD-1046-B8A1-FBCD2D19E449}" dt="2022-10-25T11:16:09.207" v="231" actId="14100"/>
        <pc:sldMkLst>
          <pc:docMk/>
          <pc:sldMk cId="839134204" sldId="588"/>
        </pc:sldMkLst>
        <pc:spChg chg="mod">
          <ac:chgData name="Hieu Do" userId="8091c26b-a61d-4e97-addd-a670c191ef7c" providerId="ADAL" clId="{0A6EAB6E-5DFD-1046-B8A1-FBCD2D19E449}" dt="2022-10-25T11:14:10.790" v="190" actId="20577"/>
          <ac:spMkLst>
            <pc:docMk/>
            <pc:sldMk cId="839134204" sldId="588"/>
            <ac:spMk id="40" creationId="{00000000-0000-0000-0000-000000000000}"/>
          </ac:spMkLst>
        </pc:spChg>
        <pc:picChg chg="mod">
          <ac:chgData name="Hieu Do" userId="8091c26b-a61d-4e97-addd-a670c191ef7c" providerId="ADAL" clId="{0A6EAB6E-5DFD-1046-B8A1-FBCD2D19E449}" dt="2022-10-25T11:16:09.207" v="231" actId="14100"/>
          <ac:picMkLst>
            <pc:docMk/>
            <pc:sldMk cId="839134204" sldId="588"/>
            <ac:picMk id="2" creationId="{00000000-0000-0000-0000-000000000000}"/>
          </ac:picMkLst>
        </pc:picChg>
        <pc:cxnChg chg="add mod">
          <ac:chgData name="Hieu Do" userId="8091c26b-a61d-4e97-addd-a670c191ef7c" providerId="ADAL" clId="{0A6EAB6E-5DFD-1046-B8A1-FBCD2D19E449}" dt="2022-10-25T11:15:37.487" v="229" actId="1037"/>
          <ac:cxnSpMkLst>
            <pc:docMk/>
            <pc:sldMk cId="839134204" sldId="588"/>
            <ac:cxnSpMk id="5" creationId="{ECB4A4A9-EFDB-7320-537F-FABDA428BAF1}"/>
          </ac:cxnSpMkLst>
        </pc:cxnChg>
      </pc:sldChg>
      <pc:sldChg chg="modSp mod modAnim">
        <pc:chgData name="Hieu Do" userId="8091c26b-a61d-4e97-addd-a670c191ef7c" providerId="ADAL" clId="{0A6EAB6E-5DFD-1046-B8A1-FBCD2D19E449}" dt="2022-10-25T11:18:13.318" v="245"/>
        <pc:sldMkLst>
          <pc:docMk/>
          <pc:sldMk cId="1751970901" sldId="589"/>
        </pc:sldMkLst>
        <pc:spChg chg="mod">
          <ac:chgData name="Hieu Do" userId="8091c26b-a61d-4e97-addd-a670c191ef7c" providerId="ADAL" clId="{0A6EAB6E-5DFD-1046-B8A1-FBCD2D19E449}" dt="2022-10-25T11:16:49.470" v="235" actId="20577"/>
          <ac:spMkLst>
            <pc:docMk/>
            <pc:sldMk cId="1751970901" sldId="589"/>
            <ac:spMk id="20" creationId="{00000000-0000-0000-0000-000000000000}"/>
          </ac:spMkLst>
        </pc:spChg>
        <pc:spChg chg="mod">
          <ac:chgData name="Hieu Do" userId="8091c26b-a61d-4e97-addd-a670c191ef7c" providerId="ADAL" clId="{0A6EAB6E-5DFD-1046-B8A1-FBCD2D19E449}" dt="2022-10-25T11:16:44.009" v="233" actId="20577"/>
          <ac:spMkLst>
            <pc:docMk/>
            <pc:sldMk cId="1751970901" sldId="589"/>
            <ac:spMk id="40" creationId="{00000000-0000-0000-0000-000000000000}"/>
          </ac:spMkLst>
        </pc:spChg>
      </pc:sldChg>
      <pc:sldChg chg="modAnim">
        <pc:chgData name="Hieu Do" userId="8091c26b-a61d-4e97-addd-a670c191ef7c" providerId="ADAL" clId="{0A6EAB6E-5DFD-1046-B8A1-FBCD2D19E449}" dt="2022-10-25T11:19:55.639" v="251"/>
        <pc:sldMkLst>
          <pc:docMk/>
          <pc:sldMk cId="2998181890" sldId="590"/>
        </pc:sldMkLst>
      </pc:sldChg>
      <pc:sldChg chg="modAnim">
        <pc:chgData name="Hieu Do" userId="8091c26b-a61d-4e97-addd-a670c191ef7c" providerId="ADAL" clId="{0A6EAB6E-5DFD-1046-B8A1-FBCD2D19E449}" dt="2022-10-25T11:21:58.610" v="258"/>
        <pc:sldMkLst>
          <pc:docMk/>
          <pc:sldMk cId="2041650176" sldId="591"/>
        </pc:sldMkLst>
      </pc:sldChg>
      <pc:sldChg chg="del">
        <pc:chgData name="Hieu Do" userId="8091c26b-a61d-4e97-addd-a670c191ef7c" providerId="ADAL" clId="{0A6EAB6E-5DFD-1046-B8A1-FBCD2D19E449}" dt="2022-10-25T11:23:25.443" v="261" actId="2696"/>
        <pc:sldMkLst>
          <pc:docMk/>
          <pc:sldMk cId="3810967739" sldId="592"/>
        </pc:sldMkLst>
      </pc:sldChg>
      <pc:sldChg chg="modSp mod modAnim">
        <pc:chgData name="Hieu Do" userId="8091c26b-a61d-4e97-addd-a670c191ef7c" providerId="ADAL" clId="{0A6EAB6E-5DFD-1046-B8A1-FBCD2D19E449}" dt="2022-10-25T11:43:34.090" v="334"/>
        <pc:sldMkLst>
          <pc:docMk/>
          <pc:sldMk cId="510367426" sldId="595"/>
        </pc:sldMkLst>
        <pc:spChg chg="mod">
          <ac:chgData name="Hieu Do" userId="8091c26b-a61d-4e97-addd-a670c191ef7c" providerId="ADAL" clId="{0A6EAB6E-5DFD-1046-B8A1-FBCD2D19E449}" dt="2022-10-25T11:42:56.475" v="327" actId="1076"/>
          <ac:spMkLst>
            <pc:docMk/>
            <pc:sldMk cId="510367426" sldId="595"/>
            <ac:spMk id="8" creationId="{00000000-0000-0000-0000-000000000000}"/>
          </ac:spMkLst>
        </pc:spChg>
        <pc:spChg chg="mod">
          <ac:chgData name="Hieu Do" userId="8091c26b-a61d-4e97-addd-a670c191ef7c" providerId="ADAL" clId="{0A6EAB6E-5DFD-1046-B8A1-FBCD2D19E449}" dt="2022-10-25T11:42:56.475" v="327" actId="1076"/>
          <ac:spMkLst>
            <pc:docMk/>
            <pc:sldMk cId="510367426" sldId="595"/>
            <ac:spMk id="18" creationId="{C6BCEFB1-730C-4166-05D4-C35E77FEB790}"/>
          </ac:spMkLst>
        </pc:spChg>
        <pc:spChg chg="mod">
          <ac:chgData name="Hieu Do" userId="8091c26b-a61d-4e97-addd-a670c191ef7c" providerId="ADAL" clId="{0A6EAB6E-5DFD-1046-B8A1-FBCD2D19E449}" dt="2022-10-25T11:42:56.475" v="327" actId="1076"/>
          <ac:spMkLst>
            <pc:docMk/>
            <pc:sldMk cId="510367426" sldId="595"/>
            <ac:spMk id="20" creationId="{11E66AAA-A4C4-49F4-9AC0-BDDA12A85198}"/>
          </ac:spMkLst>
        </pc:spChg>
        <pc:spChg chg="mod">
          <ac:chgData name="Hieu Do" userId="8091c26b-a61d-4e97-addd-a670c191ef7c" providerId="ADAL" clId="{0A6EAB6E-5DFD-1046-B8A1-FBCD2D19E449}" dt="2022-10-25T11:42:29.059" v="324" actId="20577"/>
          <ac:spMkLst>
            <pc:docMk/>
            <pc:sldMk cId="510367426" sldId="595"/>
            <ac:spMk id="34" creationId="{15AFD6DA-E90A-4347-94D4-50AAA91B80B5}"/>
          </ac:spMkLst>
        </pc:spChg>
        <pc:spChg chg="mod">
          <ac:chgData name="Hieu Do" userId="8091c26b-a61d-4e97-addd-a670c191ef7c" providerId="ADAL" clId="{0A6EAB6E-5DFD-1046-B8A1-FBCD2D19E449}" dt="2022-10-25T11:42:25.472" v="322" actId="20577"/>
          <ac:spMkLst>
            <pc:docMk/>
            <pc:sldMk cId="510367426" sldId="595"/>
            <ac:spMk id="36" creationId="{6A74B902-C6DE-4512-938E-A183CAF91BED}"/>
          </ac:spMkLst>
        </pc:spChg>
      </pc:sldChg>
      <pc:sldChg chg="modAnim">
        <pc:chgData name="Hieu Do" userId="8091c26b-a61d-4e97-addd-a670c191ef7c" providerId="ADAL" clId="{0A6EAB6E-5DFD-1046-B8A1-FBCD2D19E449}" dt="2022-10-25T11:28:33.312" v="285"/>
        <pc:sldMkLst>
          <pc:docMk/>
          <pc:sldMk cId="66493521" sldId="597"/>
        </pc:sldMkLst>
      </pc:sldChg>
      <pc:sldChg chg="modAnim">
        <pc:chgData name="Hieu Do" userId="8091c26b-a61d-4e97-addd-a670c191ef7c" providerId="ADAL" clId="{0A6EAB6E-5DFD-1046-B8A1-FBCD2D19E449}" dt="2022-10-25T11:30:30.525" v="293"/>
        <pc:sldMkLst>
          <pc:docMk/>
          <pc:sldMk cId="3524249583" sldId="598"/>
        </pc:sldMkLst>
      </pc:sldChg>
      <pc:sldChg chg="modAnim">
        <pc:chgData name="Hieu Do" userId="8091c26b-a61d-4e97-addd-a670c191ef7c" providerId="ADAL" clId="{0A6EAB6E-5DFD-1046-B8A1-FBCD2D19E449}" dt="2022-10-25T11:59:03.554" v="743"/>
        <pc:sldMkLst>
          <pc:docMk/>
          <pc:sldMk cId="1121659353" sldId="600"/>
        </pc:sldMkLst>
      </pc:sldChg>
      <pc:sldChg chg="modAnim">
        <pc:chgData name="Hieu Do" userId="8091c26b-a61d-4e97-addd-a670c191ef7c" providerId="ADAL" clId="{0A6EAB6E-5DFD-1046-B8A1-FBCD2D19E449}" dt="2022-10-25T12:02:13.824" v="752"/>
        <pc:sldMkLst>
          <pc:docMk/>
          <pc:sldMk cId="2883282581" sldId="602"/>
        </pc:sldMkLst>
      </pc:sldChg>
      <pc:sldChg chg="modAnim">
        <pc:chgData name="Hieu Do" userId="8091c26b-a61d-4e97-addd-a670c191ef7c" providerId="ADAL" clId="{0A6EAB6E-5DFD-1046-B8A1-FBCD2D19E449}" dt="2022-10-25T11:08:46.733" v="178"/>
        <pc:sldMkLst>
          <pc:docMk/>
          <pc:sldMk cId="471152417" sldId="605"/>
        </pc:sldMkLst>
      </pc:sldChg>
      <pc:sldChg chg="add">
        <pc:chgData name="Hieu Do" userId="8091c26b-a61d-4e97-addd-a670c191ef7c" providerId="ADAL" clId="{0A6EAB6E-5DFD-1046-B8A1-FBCD2D19E449}" dt="2022-10-25T11:45:24.412" v="342" actId="2890"/>
        <pc:sldMkLst>
          <pc:docMk/>
          <pc:sldMk cId="3126041611" sldId="606"/>
        </pc:sldMkLst>
      </pc:sldChg>
    </pc:docChg>
  </pc:docChgLst>
  <pc:docChgLst>
    <pc:chgData name="Hieu Do" userId="8091c26b-a61d-4e97-addd-a670c191ef7c" providerId="ADAL" clId="{2A60DCAD-3FCC-F649-9808-E8660A8092A0}"/>
    <pc:docChg chg="undo custSel addSld delSld modSld">
      <pc:chgData name="Hieu Do" userId="8091c26b-a61d-4e97-addd-a670c191ef7c" providerId="ADAL" clId="{2A60DCAD-3FCC-F649-9808-E8660A8092A0}" dt="2022-08-08T05:48:17.078" v="312" actId="20577"/>
      <pc:docMkLst>
        <pc:docMk/>
      </pc:docMkLst>
      <pc:sldChg chg="addSp delSp modSp mod">
        <pc:chgData name="Hieu Do" userId="8091c26b-a61d-4e97-addd-a670c191ef7c" providerId="ADAL" clId="{2A60DCAD-3FCC-F649-9808-E8660A8092A0}" dt="2022-08-04T02:59:32.093" v="159" actId="1035"/>
        <pc:sldMkLst>
          <pc:docMk/>
          <pc:sldMk cId="3584782769" sldId="542"/>
        </pc:sldMkLst>
        <pc:spChg chg="add mod">
          <ac:chgData name="Hieu Do" userId="8091c26b-a61d-4e97-addd-a670c191ef7c" providerId="ADAL" clId="{2A60DCAD-3FCC-F649-9808-E8660A8092A0}" dt="2022-08-04T02:59:32.093" v="159" actId="1035"/>
          <ac:spMkLst>
            <pc:docMk/>
            <pc:sldMk cId="3584782769" sldId="542"/>
            <ac:spMk id="21" creationId="{4FBCCFE2-8DAB-5060-F96A-ED8F7EEED575}"/>
          </ac:spMkLst>
        </pc:spChg>
        <pc:grpChg chg="mod">
          <ac:chgData name="Hieu Do" userId="8091c26b-a61d-4e97-addd-a670c191ef7c" providerId="ADAL" clId="{2A60DCAD-3FCC-F649-9808-E8660A8092A0}" dt="2022-08-04T02:57:27.597" v="50" actId="164"/>
          <ac:grpSpMkLst>
            <pc:docMk/>
            <pc:sldMk cId="3584782769" sldId="542"/>
            <ac:grpSpMk id="2" creationId="{803C232A-2AF7-BEAE-3D75-8B07547F7D43}"/>
          </ac:grpSpMkLst>
        </pc:grpChg>
        <pc:grpChg chg="mod">
          <ac:chgData name="Hieu Do" userId="8091c26b-a61d-4e97-addd-a670c191ef7c" providerId="ADAL" clId="{2A60DCAD-3FCC-F649-9808-E8660A8092A0}" dt="2022-08-04T02:57:27.597" v="50" actId="164"/>
          <ac:grpSpMkLst>
            <pc:docMk/>
            <pc:sldMk cId="3584782769" sldId="542"/>
            <ac:grpSpMk id="3" creationId="{2141B001-BC5C-1B15-DDC6-4E4570C9215B}"/>
          </ac:grpSpMkLst>
        </pc:grpChg>
        <pc:grpChg chg="add mod">
          <ac:chgData name="Hieu Do" userId="8091c26b-a61d-4e97-addd-a670c191ef7c" providerId="ADAL" clId="{2A60DCAD-3FCC-F649-9808-E8660A8092A0}" dt="2022-08-04T02:57:38.369" v="51" actId="1076"/>
          <ac:grpSpMkLst>
            <pc:docMk/>
            <pc:sldMk cId="3584782769" sldId="542"/>
            <ac:grpSpMk id="5" creationId="{43FC1420-C93F-8FE8-D47F-41D10378FCDB}"/>
          </ac:grpSpMkLst>
        </pc:grpChg>
        <pc:grpChg chg="mod">
          <ac:chgData name="Hieu Do" userId="8091c26b-a61d-4e97-addd-a670c191ef7c" providerId="ADAL" clId="{2A60DCAD-3FCC-F649-9808-E8660A8092A0}" dt="2022-08-04T02:59:26.007" v="149" actId="1035"/>
          <ac:grpSpMkLst>
            <pc:docMk/>
            <pc:sldMk cId="3584782769" sldId="542"/>
            <ac:grpSpMk id="15" creationId="{D9259546-5066-D660-8A46-870FF32D049D}"/>
          </ac:grpSpMkLst>
        </pc:grpChg>
        <pc:picChg chg="mod">
          <ac:chgData name="Hieu Do" userId="8091c26b-a61d-4e97-addd-a670c191ef7c" providerId="ADAL" clId="{2A60DCAD-3FCC-F649-9808-E8660A8092A0}" dt="2022-08-04T02:59:28.507" v="154" actId="1035"/>
          <ac:picMkLst>
            <pc:docMk/>
            <pc:sldMk cId="3584782769" sldId="542"/>
            <ac:picMk id="6" creationId="{EB0BCF29-BEC2-06C5-BEBD-F29CB1EAA5FD}"/>
          </ac:picMkLst>
        </pc:picChg>
        <pc:picChg chg="mod">
          <ac:chgData name="Hieu Do" userId="8091c26b-a61d-4e97-addd-a670c191ef7c" providerId="ADAL" clId="{2A60DCAD-3FCC-F649-9808-E8660A8092A0}" dt="2022-08-04T02:58:01.509" v="60" actId="14100"/>
          <ac:picMkLst>
            <pc:docMk/>
            <pc:sldMk cId="3584782769" sldId="542"/>
            <ac:picMk id="7" creationId="{53E0FD71-4804-2FD6-AA57-D8826B5816A6}"/>
          </ac:picMkLst>
        </pc:picChg>
        <pc:picChg chg="mod">
          <ac:chgData name="Hieu Do" userId="8091c26b-a61d-4e97-addd-a670c191ef7c" providerId="ADAL" clId="{2A60DCAD-3FCC-F649-9808-E8660A8092A0}" dt="2022-08-04T02:57:27.597" v="50" actId="164"/>
          <ac:picMkLst>
            <pc:docMk/>
            <pc:sldMk cId="3584782769" sldId="542"/>
            <ac:picMk id="9" creationId="{33AA6534-EF76-2FE6-BEF2-EDD204433F16}"/>
          </ac:picMkLst>
        </pc:picChg>
        <pc:picChg chg="mod">
          <ac:chgData name="Hieu Do" userId="8091c26b-a61d-4e97-addd-a670c191ef7c" providerId="ADAL" clId="{2A60DCAD-3FCC-F649-9808-E8660A8092A0}" dt="2022-08-04T02:57:27.597" v="50" actId="164"/>
          <ac:picMkLst>
            <pc:docMk/>
            <pc:sldMk cId="3584782769" sldId="542"/>
            <ac:picMk id="10" creationId="{D3236A7E-95F6-C354-7D84-4A68D07A45FF}"/>
          </ac:picMkLst>
        </pc:picChg>
        <pc:picChg chg="add del mod">
          <ac:chgData name="Hieu Do" userId="8091c26b-a61d-4e97-addd-a670c191ef7c" providerId="ADAL" clId="{2A60DCAD-3FCC-F649-9808-E8660A8092A0}" dt="2022-08-04T02:58:22.758" v="63" actId="478"/>
          <ac:picMkLst>
            <pc:docMk/>
            <pc:sldMk cId="3584782769" sldId="542"/>
            <ac:picMk id="18" creationId="{50B388EF-E40A-B55C-45FA-A684B8648683}"/>
          </ac:picMkLst>
        </pc:picChg>
      </pc:sldChg>
      <pc:sldChg chg="modSp">
        <pc:chgData name="Hieu Do" userId="8091c26b-a61d-4e97-addd-a670c191ef7c" providerId="ADAL" clId="{2A60DCAD-3FCC-F649-9808-E8660A8092A0}" dt="2022-08-04T06:38:59.768" v="162" actId="20577"/>
        <pc:sldMkLst>
          <pc:docMk/>
          <pc:sldMk cId="1437784647" sldId="557"/>
        </pc:sldMkLst>
        <pc:spChg chg="mod">
          <ac:chgData name="Hieu Do" userId="8091c26b-a61d-4e97-addd-a670c191ef7c" providerId="ADAL" clId="{2A60DCAD-3FCC-F649-9808-E8660A8092A0}" dt="2022-08-04T06:38:59.768" v="162" actId="20577"/>
          <ac:spMkLst>
            <pc:docMk/>
            <pc:sldMk cId="1437784647" sldId="557"/>
            <ac:spMk id="20" creationId="{00000000-0000-0000-0000-000000000000}"/>
          </ac:spMkLst>
        </pc:spChg>
      </pc:sldChg>
      <pc:sldChg chg="modAnim">
        <pc:chgData name="Hieu Do" userId="8091c26b-a61d-4e97-addd-a670c191ef7c" providerId="ADAL" clId="{2A60DCAD-3FCC-F649-9808-E8660A8092A0}" dt="2022-08-08T05:38:00.127" v="297"/>
        <pc:sldMkLst>
          <pc:docMk/>
          <pc:sldMk cId="3080067119" sldId="560"/>
        </pc:sldMkLst>
      </pc:sldChg>
      <pc:sldChg chg="addSp modSp mod">
        <pc:chgData name="Hieu Do" userId="8091c26b-a61d-4e97-addd-a670c191ef7c" providerId="ADAL" clId="{2A60DCAD-3FCC-F649-9808-E8660A8092A0}" dt="2022-08-02T03:30:40.683" v="49" actId="1076"/>
        <pc:sldMkLst>
          <pc:docMk/>
          <pc:sldMk cId="2538937905" sldId="566"/>
        </pc:sldMkLst>
        <pc:spChg chg="add mod">
          <ac:chgData name="Hieu Do" userId="8091c26b-a61d-4e97-addd-a670c191ef7c" providerId="ADAL" clId="{2A60DCAD-3FCC-F649-9808-E8660A8092A0}" dt="2022-08-02T03:30:40.683" v="49" actId="1076"/>
          <ac:spMkLst>
            <pc:docMk/>
            <pc:sldMk cId="2538937905" sldId="566"/>
            <ac:spMk id="2" creationId="{B9D3964A-9BE9-60AD-30C7-F399C9DBCC63}"/>
          </ac:spMkLst>
        </pc:spChg>
        <pc:spChg chg="mod">
          <ac:chgData name="Hieu Do" userId="8091c26b-a61d-4e97-addd-a670c191ef7c" providerId="ADAL" clId="{2A60DCAD-3FCC-F649-9808-E8660A8092A0}" dt="2022-08-02T03:29:46.138" v="10" actId="1037"/>
          <ac:spMkLst>
            <pc:docMk/>
            <pc:sldMk cId="2538937905" sldId="566"/>
            <ac:spMk id="9" creationId="{3C89C3E0-F6E2-4161-A713-60EE1CF111E2}"/>
          </ac:spMkLst>
        </pc:spChg>
        <pc:spChg chg="mod">
          <ac:chgData name="Hieu Do" userId="8091c26b-a61d-4e97-addd-a670c191ef7c" providerId="ADAL" clId="{2A60DCAD-3FCC-F649-9808-E8660A8092A0}" dt="2022-08-02T03:29:46.138" v="10" actId="1037"/>
          <ac:spMkLst>
            <pc:docMk/>
            <pc:sldMk cId="2538937905" sldId="566"/>
            <ac:spMk id="10" creationId="{395A1728-370B-4305-B751-7D9B0832403F}"/>
          </ac:spMkLst>
        </pc:spChg>
        <pc:spChg chg="mod">
          <ac:chgData name="Hieu Do" userId="8091c26b-a61d-4e97-addd-a670c191ef7c" providerId="ADAL" clId="{2A60DCAD-3FCC-F649-9808-E8660A8092A0}" dt="2022-08-02T03:29:46.138" v="10" actId="1037"/>
          <ac:spMkLst>
            <pc:docMk/>
            <pc:sldMk cId="2538937905" sldId="566"/>
            <ac:spMk id="11" creationId="{43042C61-CF36-4C3D-839F-1751287F92F0}"/>
          </ac:spMkLst>
        </pc:spChg>
        <pc:spChg chg="mod">
          <ac:chgData name="Hieu Do" userId="8091c26b-a61d-4e97-addd-a670c191ef7c" providerId="ADAL" clId="{2A60DCAD-3FCC-F649-9808-E8660A8092A0}" dt="2022-08-02T03:29:46.138" v="10" actId="1037"/>
          <ac:spMkLst>
            <pc:docMk/>
            <pc:sldMk cId="2538937905" sldId="566"/>
            <ac:spMk id="12" creationId="{0A41ED5C-9741-4E5E-88A6-8360B6A0BB9E}"/>
          </ac:spMkLst>
        </pc:spChg>
        <pc:spChg chg="mod">
          <ac:chgData name="Hieu Do" userId="8091c26b-a61d-4e97-addd-a670c191ef7c" providerId="ADAL" clId="{2A60DCAD-3FCC-F649-9808-E8660A8092A0}" dt="2022-08-02T03:29:46.138" v="10" actId="1037"/>
          <ac:spMkLst>
            <pc:docMk/>
            <pc:sldMk cId="2538937905" sldId="566"/>
            <ac:spMk id="13" creationId="{A9BFB5A9-3E38-46B6-AD50-61075ECECD68}"/>
          </ac:spMkLst>
        </pc:spChg>
        <pc:spChg chg="mod">
          <ac:chgData name="Hieu Do" userId="8091c26b-a61d-4e97-addd-a670c191ef7c" providerId="ADAL" clId="{2A60DCAD-3FCC-F649-9808-E8660A8092A0}" dt="2022-08-02T03:29:46.138" v="10" actId="1037"/>
          <ac:spMkLst>
            <pc:docMk/>
            <pc:sldMk cId="2538937905" sldId="566"/>
            <ac:spMk id="15" creationId="{BB61B295-417D-4536-A94D-7A65C555D332}"/>
          </ac:spMkLst>
        </pc:spChg>
        <pc:spChg chg="mod">
          <ac:chgData name="Hieu Do" userId="8091c26b-a61d-4e97-addd-a670c191ef7c" providerId="ADAL" clId="{2A60DCAD-3FCC-F649-9808-E8660A8092A0}" dt="2022-08-02T03:29:46.138" v="10" actId="1037"/>
          <ac:spMkLst>
            <pc:docMk/>
            <pc:sldMk cId="2538937905" sldId="566"/>
            <ac:spMk id="16" creationId="{F69D945C-F1BB-449A-922C-BFE0DC2C3725}"/>
          </ac:spMkLst>
        </pc:spChg>
        <pc:spChg chg="mod">
          <ac:chgData name="Hieu Do" userId="8091c26b-a61d-4e97-addd-a670c191ef7c" providerId="ADAL" clId="{2A60DCAD-3FCC-F649-9808-E8660A8092A0}" dt="2022-08-02T03:29:46.138" v="10" actId="1037"/>
          <ac:spMkLst>
            <pc:docMk/>
            <pc:sldMk cId="2538937905" sldId="566"/>
            <ac:spMk id="17" creationId="{BB2C544E-06A8-44BB-A84D-BD1FBF5B2E06}"/>
          </ac:spMkLst>
        </pc:spChg>
        <pc:spChg chg="mod">
          <ac:chgData name="Hieu Do" userId="8091c26b-a61d-4e97-addd-a670c191ef7c" providerId="ADAL" clId="{2A60DCAD-3FCC-F649-9808-E8660A8092A0}" dt="2022-08-02T03:29:46.138" v="10" actId="1037"/>
          <ac:spMkLst>
            <pc:docMk/>
            <pc:sldMk cId="2538937905" sldId="566"/>
            <ac:spMk id="18" creationId="{62A03BD8-F11E-440D-B35D-A093C124D0C2}"/>
          </ac:spMkLst>
        </pc:spChg>
        <pc:spChg chg="mod">
          <ac:chgData name="Hieu Do" userId="8091c26b-a61d-4e97-addd-a670c191ef7c" providerId="ADAL" clId="{2A60DCAD-3FCC-F649-9808-E8660A8092A0}" dt="2022-08-02T03:29:46.138" v="10" actId="1037"/>
          <ac:spMkLst>
            <pc:docMk/>
            <pc:sldMk cId="2538937905" sldId="566"/>
            <ac:spMk id="20" creationId="{90424212-15D9-46E5-9CAF-1E25735BA23F}"/>
          </ac:spMkLst>
        </pc:spChg>
        <pc:spChg chg="mod">
          <ac:chgData name="Hieu Do" userId="8091c26b-a61d-4e97-addd-a670c191ef7c" providerId="ADAL" clId="{2A60DCAD-3FCC-F649-9808-E8660A8092A0}" dt="2022-08-02T03:29:46.138" v="10" actId="1037"/>
          <ac:spMkLst>
            <pc:docMk/>
            <pc:sldMk cId="2538937905" sldId="566"/>
            <ac:spMk id="21" creationId="{63074CC5-57A3-41DF-8466-8EED2CD244C2}"/>
          </ac:spMkLst>
        </pc:spChg>
        <pc:spChg chg="mod">
          <ac:chgData name="Hieu Do" userId="8091c26b-a61d-4e97-addd-a670c191ef7c" providerId="ADAL" clId="{2A60DCAD-3FCC-F649-9808-E8660A8092A0}" dt="2022-08-02T03:29:46.138" v="10" actId="1037"/>
          <ac:spMkLst>
            <pc:docMk/>
            <pc:sldMk cId="2538937905" sldId="566"/>
            <ac:spMk id="22" creationId="{5FCA4AF9-7245-4BBA-9483-F61E4B54A58F}"/>
          </ac:spMkLst>
        </pc:spChg>
        <pc:spChg chg="mod">
          <ac:chgData name="Hieu Do" userId="8091c26b-a61d-4e97-addd-a670c191ef7c" providerId="ADAL" clId="{2A60DCAD-3FCC-F649-9808-E8660A8092A0}" dt="2022-08-02T03:29:46.138" v="10" actId="1037"/>
          <ac:spMkLst>
            <pc:docMk/>
            <pc:sldMk cId="2538937905" sldId="566"/>
            <ac:spMk id="23" creationId="{A96D9F72-DE12-4DC8-91CC-FAE3A0532326}"/>
          </ac:spMkLst>
        </pc:spChg>
        <pc:spChg chg="mod">
          <ac:chgData name="Hieu Do" userId="8091c26b-a61d-4e97-addd-a670c191ef7c" providerId="ADAL" clId="{2A60DCAD-3FCC-F649-9808-E8660A8092A0}" dt="2022-08-02T03:29:46.138" v="10" actId="1037"/>
          <ac:spMkLst>
            <pc:docMk/>
            <pc:sldMk cId="2538937905" sldId="566"/>
            <ac:spMk id="25" creationId="{60D2D49C-DC96-40EC-8CFA-5FBFD1736035}"/>
          </ac:spMkLst>
        </pc:spChg>
        <pc:spChg chg="mod">
          <ac:chgData name="Hieu Do" userId="8091c26b-a61d-4e97-addd-a670c191ef7c" providerId="ADAL" clId="{2A60DCAD-3FCC-F649-9808-E8660A8092A0}" dt="2022-08-02T03:29:46.138" v="10" actId="1037"/>
          <ac:spMkLst>
            <pc:docMk/>
            <pc:sldMk cId="2538937905" sldId="566"/>
            <ac:spMk id="26" creationId="{88C66C9E-BFB7-49FD-9840-6A9BB52FE2A4}"/>
          </ac:spMkLst>
        </pc:spChg>
        <pc:spChg chg="mod">
          <ac:chgData name="Hieu Do" userId="8091c26b-a61d-4e97-addd-a670c191ef7c" providerId="ADAL" clId="{2A60DCAD-3FCC-F649-9808-E8660A8092A0}" dt="2022-08-02T03:29:46.138" v="10" actId="1037"/>
          <ac:spMkLst>
            <pc:docMk/>
            <pc:sldMk cId="2538937905" sldId="566"/>
            <ac:spMk id="27" creationId="{B1FA00AF-F82F-45E9-ABE9-A5DB7009E265}"/>
          </ac:spMkLst>
        </pc:spChg>
        <pc:spChg chg="mod">
          <ac:chgData name="Hieu Do" userId="8091c26b-a61d-4e97-addd-a670c191ef7c" providerId="ADAL" clId="{2A60DCAD-3FCC-F649-9808-E8660A8092A0}" dt="2022-08-02T03:29:46.138" v="10" actId="1037"/>
          <ac:spMkLst>
            <pc:docMk/>
            <pc:sldMk cId="2538937905" sldId="566"/>
            <ac:spMk id="28" creationId="{13F0E626-90CD-406A-AFF5-14905A78A2FC}"/>
          </ac:spMkLst>
        </pc:spChg>
        <pc:spChg chg="mod">
          <ac:chgData name="Hieu Do" userId="8091c26b-a61d-4e97-addd-a670c191ef7c" providerId="ADAL" clId="{2A60DCAD-3FCC-F649-9808-E8660A8092A0}" dt="2022-08-02T03:29:46.138" v="10" actId="1037"/>
          <ac:spMkLst>
            <pc:docMk/>
            <pc:sldMk cId="2538937905" sldId="566"/>
            <ac:spMk id="30" creationId="{4FBC1276-0CB1-4EB8-8B95-A18D62CC86CE}"/>
          </ac:spMkLst>
        </pc:spChg>
        <pc:spChg chg="mod">
          <ac:chgData name="Hieu Do" userId="8091c26b-a61d-4e97-addd-a670c191ef7c" providerId="ADAL" clId="{2A60DCAD-3FCC-F649-9808-E8660A8092A0}" dt="2022-08-02T03:29:46.138" v="10" actId="1037"/>
          <ac:spMkLst>
            <pc:docMk/>
            <pc:sldMk cId="2538937905" sldId="566"/>
            <ac:spMk id="31" creationId="{7465D166-CE31-44D2-96ED-1FE2779011CE}"/>
          </ac:spMkLst>
        </pc:spChg>
        <pc:spChg chg="mod">
          <ac:chgData name="Hieu Do" userId="8091c26b-a61d-4e97-addd-a670c191ef7c" providerId="ADAL" clId="{2A60DCAD-3FCC-F649-9808-E8660A8092A0}" dt="2022-08-02T03:29:46.138" v="10" actId="1037"/>
          <ac:spMkLst>
            <pc:docMk/>
            <pc:sldMk cId="2538937905" sldId="566"/>
            <ac:spMk id="32" creationId="{A0F9C90B-2187-4809-ABD9-6DF79620BBB5}"/>
          </ac:spMkLst>
        </pc:spChg>
        <pc:spChg chg="mod">
          <ac:chgData name="Hieu Do" userId="8091c26b-a61d-4e97-addd-a670c191ef7c" providerId="ADAL" clId="{2A60DCAD-3FCC-F649-9808-E8660A8092A0}" dt="2022-08-02T03:29:46.138" v="10" actId="1037"/>
          <ac:spMkLst>
            <pc:docMk/>
            <pc:sldMk cId="2538937905" sldId="566"/>
            <ac:spMk id="33" creationId="{6E3005AA-DD0F-4D0D-81DA-488647E2F527}"/>
          </ac:spMkLst>
        </pc:spChg>
        <pc:spChg chg="mod">
          <ac:chgData name="Hieu Do" userId="8091c26b-a61d-4e97-addd-a670c191ef7c" providerId="ADAL" clId="{2A60DCAD-3FCC-F649-9808-E8660A8092A0}" dt="2022-08-02T03:29:46.138" v="10" actId="1037"/>
          <ac:spMkLst>
            <pc:docMk/>
            <pc:sldMk cId="2538937905" sldId="566"/>
            <ac:spMk id="34" creationId="{7E1DE530-8DC0-4437-ACD4-A3FC47EEA17B}"/>
          </ac:spMkLst>
        </pc:spChg>
        <pc:spChg chg="mod">
          <ac:chgData name="Hieu Do" userId="8091c26b-a61d-4e97-addd-a670c191ef7c" providerId="ADAL" clId="{2A60DCAD-3FCC-F649-9808-E8660A8092A0}" dt="2022-08-02T03:29:46.138" v="10" actId="1037"/>
          <ac:spMkLst>
            <pc:docMk/>
            <pc:sldMk cId="2538937905" sldId="566"/>
            <ac:spMk id="35" creationId="{E7DA59E1-8501-489B-82BB-5E99DC781430}"/>
          </ac:spMkLst>
        </pc:spChg>
        <pc:spChg chg="mod">
          <ac:chgData name="Hieu Do" userId="8091c26b-a61d-4e97-addd-a670c191ef7c" providerId="ADAL" clId="{2A60DCAD-3FCC-F649-9808-E8660A8092A0}" dt="2022-08-02T03:29:46.138" v="10" actId="1037"/>
          <ac:spMkLst>
            <pc:docMk/>
            <pc:sldMk cId="2538937905" sldId="566"/>
            <ac:spMk id="36" creationId="{79FF6D92-5A90-4AB1-8300-45FD2EF7996A}"/>
          </ac:spMkLst>
        </pc:spChg>
        <pc:spChg chg="mod">
          <ac:chgData name="Hieu Do" userId="8091c26b-a61d-4e97-addd-a670c191ef7c" providerId="ADAL" clId="{2A60DCAD-3FCC-F649-9808-E8660A8092A0}" dt="2022-08-02T03:29:46.138" v="10" actId="1037"/>
          <ac:spMkLst>
            <pc:docMk/>
            <pc:sldMk cId="2538937905" sldId="566"/>
            <ac:spMk id="37" creationId="{2612E783-C9C4-45BA-A00F-BF7732263251}"/>
          </ac:spMkLst>
        </pc:spChg>
        <pc:spChg chg="mod">
          <ac:chgData name="Hieu Do" userId="8091c26b-a61d-4e97-addd-a670c191ef7c" providerId="ADAL" clId="{2A60DCAD-3FCC-F649-9808-E8660A8092A0}" dt="2022-08-02T03:29:46.138" v="10" actId="1037"/>
          <ac:spMkLst>
            <pc:docMk/>
            <pc:sldMk cId="2538937905" sldId="566"/>
            <ac:spMk id="38" creationId="{A53F3FE8-8413-4011-94FF-0F112BED925A}"/>
          </ac:spMkLst>
        </pc:spChg>
        <pc:spChg chg="mod">
          <ac:chgData name="Hieu Do" userId="8091c26b-a61d-4e97-addd-a670c191ef7c" providerId="ADAL" clId="{2A60DCAD-3FCC-F649-9808-E8660A8092A0}" dt="2022-08-02T03:29:46.138" v="10" actId="1037"/>
          <ac:spMkLst>
            <pc:docMk/>
            <pc:sldMk cId="2538937905" sldId="566"/>
            <ac:spMk id="39" creationId="{A73CBF55-DEE3-4E2F-9417-CD4C8349B03A}"/>
          </ac:spMkLst>
        </pc:spChg>
        <pc:spChg chg="mod">
          <ac:chgData name="Hieu Do" userId="8091c26b-a61d-4e97-addd-a670c191ef7c" providerId="ADAL" clId="{2A60DCAD-3FCC-F649-9808-E8660A8092A0}" dt="2022-08-02T03:29:46.138" v="10" actId="1037"/>
          <ac:spMkLst>
            <pc:docMk/>
            <pc:sldMk cId="2538937905" sldId="566"/>
            <ac:spMk id="40" creationId="{9FFFD6DD-AE79-492D-8E0B-1D8FDFEFB9B8}"/>
          </ac:spMkLst>
        </pc:spChg>
        <pc:spChg chg="mod">
          <ac:chgData name="Hieu Do" userId="8091c26b-a61d-4e97-addd-a670c191ef7c" providerId="ADAL" clId="{2A60DCAD-3FCC-F649-9808-E8660A8092A0}" dt="2022-08-02T03:29:46.138" v="10" actId="1037"/>
          <ac:spMkLst>
            <pc:docMk/>
            <pc:sldMk cId="2538937905" sldId="566"/>
            <ac:spMk id="41" creationId="{37A8DA6E-AE7B-4C2B-8127-46F27612BA4B}"/>
          </ac:spMkLst>
        </pc:spChg>
        <pc:spChg chg="mod">
          <ac:chgData name="Hieu Do" userId="8091c26b-a61d-4e97-addd-a670c191ef7c" providerId="ADAL" clId="{2A60DCAD-3FCC-F649-9808-E8660A8092A0}" dt="2022-08-02T03:29:46.138" v="10" actId="1037"/>
          <ac:spMkLst>
            <pc:docMk/>
            <pc:sldMk cId="2538937905" sldId="566"/>
            <ac:spMk id="42" creationId="{C05727A1-C62F-4794-B050-CB4C323F67D6}"/>
          </ac:spMkLst>
        </pc:spChg>
        <pc:spChg chg="mod">
          <ac:chgData name="Hieu Do" userId="8091c26b-a61d-4e97-addd-a670c191ef7c" providerId="ADAL" clId="{2A60DCAD-3FCC-F649-9808-E8660A8092A0}" dt="2022-08-02T03:29:46.138" v="10" actId="1037"/>
          <ac:spMkLst>
            <pc:docMk/>
            <pc:sldMk cId="2538937905" sldId="566"/>
            <ac:spMk id="43" creationId="{08B4CA85-082C-4BF9-BDF3-0F7D9C1F449A}"/>
          </ac:spMkLst>
        </pc:spChg>
        <pc:spChg chg="mod">
          <ac:chgData name="Hieu Do" userId="8091c26b-a61d-4e97-addd-a670c191ef7c" providerId="ADAL" clId="{2A60DCAD-3FCC-F649-9808-E8660A8092A0}" dt="2022-08-02T03:29:46.138" v="10" actId="1037"/>
          <ac:spMkLst>
            <pc:docMk/>
            <pc:sldMk cId="2538937905" sldId="566"/>
            <ac:spMk id="44" creationId="{9E78E284-22DB-4EAB-A202-45676A4D9A83}"/>
          </ac:spMkLst>
        </pc:spChg>
        <pc:spChg chg="mod">
          <ac:chgData name="Hieu Do" userId="8091c26b-a61d-4e97-addd-a670c191ef7c" providerId="ADAL" clId="{2A60DCAD-3FCC-F649-9808-E8660A8092A0}" dt="2022-08-02T03:29:46.138" v="10" actId="1037"/>
          <ac:spMkLst>
            <pc:docMk/>
            <pc:sldMk cId="2538937905" sldId="566"/>
            <ac:spMk id="45" creationId="{9B444070-E9A6-4C3A-A754-A1323CF5AD67}"/>
          </ac:spMkLst>
        </pc:spChg>
        <pc:spChg chg="mod">
          <ac:chgData name="Hieu Do" userId="8091c26b-a61d-4e97-addd-a670c191ef7c" providerId="ADAL" clId="{2A60DCAD-3FCC-F649-9808-E8660A8092A0}" dt="2022-08-02T03:29:46.138" v="10" actId="1037"/>
          <ac:spMkLst>
            <pc:docMk/>
            <pc:sldMk cId="2538937905" sldId="566"/>
            <ac:spMk id="46" creationId="{F8037D48-DD11-4F32-9CC5-8E914D9D504D}"/>
          </ac:spMkLst>
        </pc:spChg>
        <pc:spChg chg="mod">
          <ac:chgData name="Hieu Do" userId="8091c26b-a61d-4e97-addd-a670c191ef7c" providerId="ADAL" clId="{2A60DCAD-3FCC-F649-9808-E8660A8092A0}" dt="2022-08-02T03:29:46.138" v="10" actId="1037"/>
          <ac:spMkLst>
            <pc:docMk/>
            <pc:sldMk cId="2538937905" sldId="566"/>
            <ac:spMk id="47" creationId="{33960EAB-4540-4CB9-BA62-6CE8B8A16EF3}"/>
          </ac:spMkLst>
        </pc:spChg>
        <pc:grpChg chg="mod">
          <ac:chgData name="Hieu Do" userId="8091c26b-a61d-4e97-addd-a670c191ef7c" providerId="ADAL" clId="{2A60DCAD-3FCC-F649-9808-E8660A8092A0}" dt="2022-08-02T03:29:46.138" v="10" actId="1037"/>
          <ac:grpSpMkLst>
            <pc:docMk/>
            <pc:sldMk cId="2538937905" sldId="566"/>
            <ac:grpSpMk id="8" creationId="{6FE094D2-B957-4CB1-A429-14507C481A84}"/>
          </ac:grpSpMkLst>
        </pc:grpChg>
        <pc:grpChg chg="mod">
          <ac:chgData name="Hieu Do" userId="8091c26b-a61d-4e97-addd-a670c191ef7c" providerId="ADAL" clId="{2A60DCAD-3FCC-F649-9808-E8660A8092A0}" dt="2022-08-02T03:29:46.138" v="10" actId="1037"/>
          <ac:grpSpMkLst>
            <pc:docMk/>
            <pc:sldMk cId="2538937905" sldId="566"/>
            <ac:grpSpMk id="29" creationId="{4D06614E-A678-424C-AB07-419B0E552304}"/>
          </ac:grpSpMkLst>
        </pc:grpChg>
        <pc:graphicFrameChg chg="mod">
          <ac:chgData name="Hieu Do" userId="8091c26b-a61d-4e97-addd-a670c191ef7c" providerId="ADAL" clId="{2A60DCAD-3FCC-F649-9808-E8660A8092A0}" dt="2022-08-02T03:29:46.138" v="10" actId="1037"/>
          <ac:graphicFrameMkLst>
            <pc:docMk/>
            <pc:sldMk cId="2538937905" sldId="566"/>
            <ac:graphicFrameMk id="7" creationId="{89D715E6-337E-47B7-9272-6DEA4D81D0D0}"/>
          </ac:graphicFrameMkLst>
        </pc:graphicFrameChg>
        <pc:picChg chg="mod">
          <ac:chgData name="Hieu Do" userId="8091c26b-a61d-4e97-addd-a670c191ef7c" providerId="ADAL" clId="{2A60DCAD-3FCC-F649-9808-E8660A8092A0}" dt="2022-08-02T03:29:46.138" v="10" actId="1037"/>
          <ac:picMkLst>
            <pc:docMk/>
            <pc:sldMk cId="2538937905" sldId="566"/>
            <ac:picMk id="48" creationId="{00000000-0000-0000-0000-000000000000}"/>
          </ac:picMkLst>
        </pc:picChg>
      </pc:sldChg>
      <pc:sldChg chg="addSp modSp new mod">
        <pc:chgData name="Hieu Do" userId="8091c26b-a61d-4e97-addd-a670c191ef7c" providerId="ADAL" clId="{2A60DCAD-3FCC-F649-9808-E8660A8092A0}" dt="2022-08-08T05:31:44.966" v="293" actId="1076"/>
        <pc:sldMkLst>
          <pc:docMk/>
          <pc:sldMk cId="636791388" sldId="572"/>
        </pc:sldMkLst>
        <pc:spChg chg="add mod">
          <ac:chgData name="Hieu Do" userId="8091c26b-a61d-4e97-addd-a670c191ef7c" providerId="ADAL" clId="{2A60DCAD-3FCC-F649-9808-E8660A8092A0}" dt="2022-08-08T05:12:39.752" v="203" actId="20577"/>
          <ac:spMkLst>
            <pc:docMk/>
            <pc:sldMk cId="636791388" sldId="572"/>
            <ac:spMk id="3" creationId="{C12A0140-417D-7E98-90B7-4A2C1B635ED5}"/>
          </ac:spMkLst>
        </pc:spChg>
        <pc:spChg chg="add mod">
          <ac:chgData name="Hieu Do" userId="8091c26b-a61d-4e97-addd-a670c191ef7c" providerId="ADAL" clId="{2A60DCAD-3FCC-F649-9808-E8660A8092A0}" dt="2022-08-08T05:31:44.966" v="293" actId="1076"/>
          <ac:spMkLst>
            <pc:docMk/>
            <pc:sldMk cId="636791388" sldId="572"/>
            <ac:spMk id="4" creationId="{7FE44291-7BA7-2746-E664-E72B68CA22D6}"/>
          </ac:spMkLst>
        </pc:spChg>
      </pc:sldChg>
      <pc:sldChg chg="add del">
        <pc:chgData name="Hieu Do" userId="8091c26b-a61d-4e97-addd-a670c191ef7c" providerId="ADAL" clId="{2A60DCAD-3FCC-F649-9808-E8660A8092A0}" dt="2022-08-08T05:12:03.851" v="164" actId="2890"/>
        <pc:sldMkLst>
          <pc:docMk/>
          <pc:sldMk cId="2516166441" sldId="572"/>
        </pc:sldMkLst>
      </pc:sldChg>
      <pc:sldChg chg="addSp delSp modSp add mod delAnim">
        <pc:chgData name="Hieu Do" userId="8091c26b-a61d-4e97-addd-a670c191ef7c" providerId="ADAL" clId="{2A60DCAD-3FCC-F649-9808-E8660A8092A0}" dt="2022-08-08T05:48:17.078" v="312" actId="20577"/>
        <pc:sldMkLst>
          <pc:docMk/>
          <pc:sldMk cId="305936415" sldId="573"/>
        </pc:sldMkLst>
        <pc:spChg chg="add mod">
          <ac:chgData name="Hieu Do" userId="8091c26b-a61d-4e97-addd-a670c191ef7c" providerId="ADAL" clId="{2A60DCAD-3FCC-F649-9808-E8660A8092A0}" dt="2022-08-08T05:48:17.078" v="312" actId="20577"/>
          <ac:spMkLst>
            <pc:docMk/>
            <pc:sldMk cId="305936415" sldId="573"/>
            <ac:spMk id="3" creationId="{4A0CF8F4-F9B9-B4D8-3588-BC83F4432673}"/>
          </ac:spMkLst>
        </pc:spChg>
        <pc:spChg chg="del">
          <ac:chgData name="Hieu Do" userId="8091c26b-a61d-4e97-addd-a670c191ef7c" providerId="ADAL" clId="{2A60DCAD-3FCC-F649-9808-E8660A8092A0}" dt="2022-08-08T05:44:13.504" v="300" actId="478"/>
          <ac:spMkLst>
            <pc:docMk/>
            <pc:sldMk cId="305936415" sldId="573"/>
            <ac:spMk id="18" creationId="{C6BCEFB1-730C-4166-05D4-C35E77FEB790}"/>
          </ac:spMkLst>
        </pc:spChg>
        <pc:picChg chg="del">
          <ac:chgData name="Hieu Do" userId="8091c26b-a61d-4e97-addd-a670c191ef7c" providerId="ADAL" clId="{2A60DCAD-3FCC-F649-9808-E8660A8092A0}" dt="2022-08-08T05:44:16.124" v="301" actId="478"/>
          <ac:picMkLst>
            <pc:docMk/>
            <pc:sldMk cId="305936415" sldId="573"/>
            <ac:picMk id="15" creationId="{00000000-0000-0000-0000-000000000000}"/>
          </ac:picMkLst>
        </pc:picChg>
        <pc:picChg chg="del">
          <ac:chgData name="Hieu Do" userId="8091c26b-a61d-4e97-addd-a670c191ef7c" providerId="ADAL" clId="{2A60DCAD-3FCC-F649-9808-E8660A8092A0}" dt="2022-08-08T05:44:11.488" v="299" actId="478"/>
          <ac:picMkLst>
            <pc:docMk/>
            <pc:sldMk cId="305936415" sldId="573"/>
            <ac:picMk id="17" creationId="{00000000-0000-0000-0000-000000000000}"/>
          </ac:picMkLst>
        </pc:picChg>
      </pc:sldChg>
    </pc:docChg>
  </pc:docChgLst>
  <pc:docChgLst>
    <pc:chgData name="Hieu Do" userId="8091c26b-a61d-4e97-addd-a670c191ef7c" providerId="ADAL" clId="{C9902785-F06B-A548-9813-D3AE98CA83E9}"/>
    <pc:docChg chg="undo redo custSel addSld delSld modSld">
      <pc:chgData name="Hieu Do" userId="8091c26b-a61d-4e97-addd-a670c191ef7c" providerId="ADAL" clId="{C9902785-F06B-A548-9813-D3AE98CA83E9}" dt="2022-06-20T08:37:23.604" v="5301" actId="403"/>
      <pc:docMkLst>
        <pc:docMk/>
      </pc:docMkLst>
      <pc:sldChg chg="modSp mod">
        <pc:chgData name="Hieu Do" userId="8091c26b-a61d-4e97-addd-a670c191ef7c" providerId="ADAL" clId="{C9902785-F06B-A548-9813-D3AE98CA83E9}" dt="2022-06-20T02:09:29.850" v="123" actId="207"/>
        <pc:sldMkLst>
          <pc:docMk/>
          <pc:sldMk cId="2175107412" sldId="256"/>
        </pc:sldMkLst>
        <pc:spChg chg="mod">
          <ac:chgData name="Hieu Do" userId="8091c26b-a61d-4e97-addd-a670c191ef7c" providerId="ADAL" clId="{C9902785-F06B-A548-9813-D3AE98CA83E9}" dt="2022-06-20T02:09:29.850" v="123" actId="207"/>
          <ac:spMkLst>
            <pc:docMk/>
            <pc:sldMk cId="2175107412" sldId="256"/>
            <ac:spMk id="42" creationId="{00000000-0000-0000-0000-000000000000}"/>
          </ac:spMkLst>
        </pc:spChg>
      </pc:sldChg>
      <pc:sldChg chg="addSp delSp modSp mod">
        <pc:chgData name="Hieu Do" userId="8091c26b-a61d-4e97-addd-a670c191ef7c" providerId="ADAL" clId="{C9902785-F06B-A548-9813-D3AE98CA83E9}" dt="2022-06-20T02:34:30.585" v="345" actId="1035"/>
        <pc:sldMkLst>
          <pc:docMk/>
          <pc:sldMk cId="1632588312" sldId="534"/>
        </pc:sldMkLst>
        <pc:spChg chg="add mod">
          <ac:chgData name="Hieu Do" userId="8091c26b-a61d-4e97-addd-a670c191ef7c" providerId="ADAL" clId="{C9902785-F06B-A548-9813-D3AE98CA83E9}" dt="2022-06-20T02:34:30.585" v="345" actId="1035"/>
          <ac:spMkLst>
            <pc:docMk/>
            <pc:sldMk cId="1632588312" sldId="534"/>
            <ac:spMk id="2" creationId="{A52B815E-735D-39D1-4D8B-6ED971B35263}"/>
          </ac:spMkLst>
        </pc:spChg>
        <pc:spChg chg="del mod">
          <ac:chgData name="Hieu Do" userId="8091c26b-a61d-4e97-addd-a670c191ef7c" providerId="ADAL" clId="{C9902785-F06B-A548-9813-D3AE98CA83E9}" dt="2022-06-20T02:18:16.061" v="173" actId="478"/>
          <ac:spMkLst>
            <pc:docMk/>
            <pc:sldMk cId="1632588312" sldId="534"/>
            <ac:spMk id="5" creationId="{BF7B7F28-9CF2-3222-D872-C618B1A7EAF4}"/>
          </ac:spMkLst>
        </pc:spChg>
        <pc:spChg chg="del">
          <ac:chgData name="Hieu Do" userId="8091c26b-a61d-4e97-addd-a670c191ef7c" providerId="ADAL" clId="{C9902785-F06B-A548-9813-D3AE98CA83E9}" dt="2022-06-20T02:05:36.992" v="36" actId="478"/>
          <ac:spMkLst>
            <pc:docMk/>
            <pc:sldMk cId="1632588312" sldId="534"/>
            <ac:spMk id="6" creationId="{7162734D-D60F-B12B-D991-BA2C10F35C49}"/>
          </ac:spMkLst>
        </pc:spChg>
        <pc:spChg chg="add mod">
          <ac:chgData name="Hieu Do" userId="8091c26b-a61d-4e97-addd-a670c191ef7c" providerId="ADAL" clId="{C9902785-F06B-A548-9813-D3AE98CA83E9}" dt="2022-06-20T02:34:17.301" v="333" actId="1076"/>
          <ac:spMkLst>
            <pc:docMk/>
            <pc:sldMk cId="1632588312" sldId="534"/>
            <ac:spMk id="7" creationId="{3969CD7A-D51A-E798-58D8-658848B422C8}"/>
          </ac:spMkLst>
        </pc:spChg>
        <pc:spChg chg="add mod">
          <ac:chgData name="Hieu Do" userId="8091c26b-a61d-4e97-addd-a670c191ef7c" providerId="ADAL" clId="{C9902785-F06B-A548-9813-D3AE98CA83E9}" dt="2022-06-20T02:34:24.118" v="342" actId="1037"/>
          <ac:spMkLst>
            <pc:docMk/>
            <pc:sldMk cId="1632588312" sldId="534"/>
            <ac:spMk id="8" creationId="{69C20EB9-BCE6-D413-AC0B-FF29ECCA1EFE}"/>
          </ac:spMkLst>
        </pc:spChg>
        <pc:spChg chg="add mod">
          <ac:chgData name="Hieu Do" userId="8091c26b-a61d-4e97-addd-a670c191ef7c" providerId="ADAL" clId="{C9902785-F06B-A548-9813-D3AE98CA83E9}" dt="2022-06-20T02:33:32.262" v="325" actId="20577"/>
          <ac:spMkLst>
            <pc:docMk/>
            <pc:sldMk cId="1632588312" sldId="534"/>
            <ac:spMk id="11" creationId="{5F844C01-9E2F-92F1-B1F4-0BC16D9B5004}"/>
          </ac:spMkLst>
        </pc:spChg>
        <pc:spChg chg="add del mod">
          <ac:chgData name="Hieu Do" userId="8091c26b-a61d-4e97-addd-a670c191ef7c" providerId="ADAL" clId="{C9902785-F06B-A548-9813-D3AE98CA83E9}" dt="2022-06-20T02:22:04.181" v="178" actId="478"/>
          <ac:spMkLst>
            <pc:docMk/>
            <pc:sldMk cId="1632588312" sldId="534"/>
            <ac:spMk id="12" creationId="{C553B88C-F5AD-5816-2BA0-ED310EAEBB11}"/>
          </ac:spMkLst>
        </pc:spChg>
        <pc:spChg chg="add mod">
          <ac:chgData name="Hieu Do" userId="8091c26b-a61d-4e97-addd-a670c191ef7c" providerId="ADAL" clId="{C9902785-F06B-A548-9813-D3AE98CA83E9}" dt="2022-06-20T02:32:37.951" v="310" actId="948"/>
          <ac:spMkLst>
            <pc:docMk/>
            <pc:sldMk cId="1632588312" sldId="534"/>
            <ac:spMk id="13" creationId="{440B50A7-AA06-EEB2-DD99-77982EBA392A}"/>
          </ac:spMkLst>
        </pc:spChg>
        <pc:spChg chg="mod">
          <ac:chgData name="Hieu Do" userId="8091c26b-a61d-4e97-addd-a670c191ef7c" providerId="ADAL" clId="{C9902785-F06B-A548-9813-D3AE98CA83E9}" dt="2022-06-20T02:10:18.875" v="131" actId="207"/>
          <ac:spMkLst>
            <pc:docMk/>
            <pc:sldMk cId="1632588312" sldId="534"/>
            <ac:spMk id="14" creationId="{00000000-0000-0000-0000-000000000000}"/>
          </ac:spMkLst>
        </pc:spChg>
        <pc:spChg chg="del">
          <ac:chgData name="Hieu Do" userId="8091c26b-a61d-4e97-addd-a670c191ef7c" providerId="ADAL" clId="{C9902785-F06B-A548-9813-D3AE98CA83E9}" dt="2022-06-20T02:05:39.060" v="37" actId="478"/>
          <ac:spMkLst>
            <pc:docMk/>
            <pc:sldMk cId="1632588312" sldId="534"/>
            <ac:spMk id="21" creationId="{1F87450A-C351-64ED-7AED-FD3C3EFA0CFC}"/>
          </ac:spMkLst>
        </pc:spChg>
        <pc:spChg chg="mod">
          <ac:chgData name="Hieu Do" userId="8091c26b-a61d-4e97-addd-a670c191ef7c" providerId="ADAL" clId="{C9902785-F06B-A548-9813-D3AE98CA83E9}" dt="2022-06-20T02:13:07.421" v="164" actId="6549"/>
          <ac:spMkLst>
            <pc:docMk/>
            <pc:sldMk cId="1632588312" sldId="534"/>
            <ac:spMk id="24" creationId="{00000000-0000-0000-0000-000000000000}"/>
          </ac:spMkLst>
        </pc:spChg>
        <pc:spChg chg="del">
          <ac:chgData name="Hieu Do" userId="8091c26b-a61d-4e97-addd-a670c191ef7c" providerId="ADAL" clId="{C9902785-F06B-A548-9813-D3AE98CA83E9}" dt="2022-06-20T02:05:40.688" v="38" actId="478"/>
          <ac:spMkLst>
            <pc:docMk/>
            <pc:sldMk cId="1632588312" sldId="534"/>
            <ac:spMk id="25" creationId="{72542FA7-2743-F3CE-D8EE-94C5419241FE}"/>
          </ac:spMkLst>
        </pc:spChg>
        <pc:spChg chg="del">
          <ac:chgData name="Hieu Do" userId="8091c26b-a61d-4e97-addd-a670c191ef7c" providerId="ADAL" clId="{C9902785-F06B-A548-9813-D3AE98CA83E9}" dt="2022-06-20T02:05:42.963" v="39" actId="478"/>
          <ac:spMkLst>
            <pc:docMk/>
            <pc:sldMk cId="1632588312" sldId="534"/>
            <ac:spMk id="26" creationId="{C1EE2E60-C2D6-C538-3FF2-D5E03BDD0056}"/>
          </ac:spMkLst>
        </pc:spChg>
        <pc:grpChg chg="add mod">
          <ac:chgData name="Hieu Do" userId="8091c26b-a61d-4e97-addd-a670c191ef7c" providerId="ADAL" clId="{C9902785-F06B-A548-9813-D3AE98CA83E9}" dt="2022-06-20T02:32:45.196" v="315" actId="1036"/>
          <ac:grpSpMkLst>
            <pc:docMk/>
            <pc:sldMk cId="1632588312" sldId="534"/>
            <ac:grpSpMk id="3" creationId="{D94A9C77-4513-AFA0-EB9C-D10F1C0682BD}"/>
          </ac:grpSpMkLst>
        </pc:grpChg>
        <pc:picChg chg="add mod">
          <ac:chgData name="Hieu Do" userId="8091c26b-a61d-4e97-addd-a670c191ef7c" providerId="ADAL" clId="{C9902785-F06B-A548-9813-D3AE98CA83E9}" dt="2022-06-20T02:31:52.540" v="303" actId="1035"/>
          <ac:picMkLst>
            <pc:docMk/>
            <pc:sldMk cId="1632588312" sldId="534"/>
            <ac:picMk id="15" creationId="{D9637473-F57D-DF8A-3277-E5D05E28287F}"/>
          </ac:picMkLst>
        </pc:picChg>
        <pc:picChg chg="add mod">
          <ac:chgData name="Hieu Do" userId="8091c26b-a61d-4e97-addd-a670c191ef7c" providerId="ADAL" clId="{C9902785-F06B-A548-9813-D3AE98CA83E9}" dt="2022-06-20T02:31:43.079" v="276" actId="164"/>
          <ac:picMkLst>
            <pc:docMk/>
            <pc:sldMk cId="1632588312" sldId="534"/>
            <ac:picMk id="16" creationId="{BF46560D-04ED-6F20-AB48-190209AC3C66}"/>
          </ac:picMkLst>
        </pc:picChg>
        <pc:picChg chg="add mod">
          <ac:chgData name="Hieu Do" userId="8091c26b-a61d-4e97-addd-a670c191ef7c" providerId="ADAL" clId="{C9902785-F06B-A548-9813-D3AE98CA83E9}" dt="2022-06-20T02:31:43.079" v="276" actId="164"/>
          <ac:picMkLst>
            <pc:docMk/>
            <pc:sldMk cId="1632588312" sldId="534"/>
            <ac:picMk id="17" creationId="{E16CC99B-9BEC-10CE-658F-D90CCEFDD444}"/>
          </ac:picMkLst>
        </pc:picChg>
      </pc:sldChg>
      <pc:sldChg chg="addSp delSp modSp add mod">
        <pc:chgData name="Hieu Do" userId="8091c26b-a61d-4e97-addd-a670c191ef7c" providerId="ADAL" clId="{C9902785-F06B-A548-9813-D3AE98CA83E9}" dt="2022-06-20T07:08:08.244" v="2978" actId="20577"/>
        <pc:sldMkLst>
          <pc:docMk/>
          <pc:sldMk cId="3797559898" sldId="535"/>
        </pc:sldMkLst>
        <pc:spChg chg="del">
          <ac:chgData name="Hieu Do" userId="8091c26b-a61d-4e97-addd-a670c191ef7c" providerId="ADAL" clId="{C9902785-F06B-A548-9813-D3AE98CA83E9}" dt="2022-06-20T02:34:58.952" v="348" actId="478"/>
          <ac:spMkLst>
            <pc:docMk/>
            <pc:sldMk cId="3797559898" sldId="535"/>
            <ac:spMk id="2" creationId="{A52B815E-735D-39D1-4D8B-6ED971B35263}"/>
          </ac:spMkLst>
        </pc:spChg>
        <pc:spChg chg="add mod">
          <ac:chgData name="Hieu Do" userId="8091c26b-a61d-4e97-addd-a670c191ef7c" providerId="ADAL" clId="{C9902785-F06B-A548-9813-D3AE98CA83E9}" dt="2022-06-20T03:30:38.552" v="1500" actId="1038"/>
          <ac:spMkLst>
            <pc:docMk/>
            <pc:sldMk cId="3797559898" sldId="535"/>
            <ac:spMk id="5" creationId="{7973F630-03A2-FA95-93B6-0BB8312D901D}"/>
          </ac:spMkLst>
        </pc:spChg>
        <pc:spChg chg="del">
          <ac:chgData name="Hieu Do" userId="8091c26b-a61d-4e97-addd-a670c191ef7c" providerId="ADAL" clId="{C9902785-F06B-A548-9813-D3AE98CA83E9}" dt="2022-06-20T02:35:00.150" v="349" actId="478"/>
          <ac:spMkLst>
            <pc:docMk/>
            <pc:sldMk cId="3797559898" sldId="535"/>
            <ac:spMk id="7" creationId="{3969CD7A-D51A-E798-58D8-658848B422C8}"/>
          </ac:spMkLst>
        </pc:spChg>
        <pc:spChg chg="del">
          <ac:chgData name="Hieu Do" userId="8091c26b-a61d-4e97-addd-a670c191ef7c" providerId="ADAL" clId="{C9902785-F06B-A548-9813-D3AE98CA83E9}" dt="2022-06-20T02:34:55.803" v="347" actId="478"/>
          <ac:spMkLst>
            <pc:docMk/>
            <pc:sldMk cId="3797559898" sldId="535"/>
            <ac:spMk id="8" creationId="{69C20EB9-BCE6-D413-AC0B-FF29ECCA1EFE}"/>
          </ac:spMkLst>
        </pc:spChg>
        <pc:spChg chg="del">
          <ac:chgData name="Hieu Do" userId="8091c26b-a61d-4e97-addd-a670c191ef7c" providerId="ADAL" clId="{C9902785-F06B-A548-9813-D3AE98CA83E9}" dt="2022-06-20T02:35:05.032" v="352" actId="478"/>
          <ac:spMkLst>
            <pc:docMk/>
            <pc:sldMk cId="3797559898" sldId="535"/>
            <ac:spMk id="11" creationId="{5F844C01-9E2F-92F1-B1F4-0BC16D9B5004}"/>
          </ac:spMkLst>
        </pc:spChg>
        <pc:spChg chg="del">
          <ac:chgData name="Hieu Do" userId="8091c26b-a61d-4e97-addd-a670c191ef7c" providerId="ADAL" clId="{C9902785-F06B-A548-9813-D3AE98CA83E9}" dt="2022-06-20T02:35:02.847" v="351" actId="478"/>
          <ac:spMkLst>
            <pc:docMk/>
            <pc:sldMk cId="3797559898" sldId="535"/>
            <ac:spMk id="13" creationId="{440B50A7-AA06-EEB2-DD99-77982EBA392A}"/>
          </ac:spMkLst>
        </pc:spChg>
        <pc:spChg chg="mod">
          <ac:chgData name="Hieu Do" userId="8091c26b-a61d-4e97-addd-a670c191ef7c" providerId="ADAL" clId="{C9902785-F06B-A548-9813-D3AE98CA83E9}" dt="2022-06-20T07:07:49.884" v="2914" actId="1076"/>
          <ac:spMkLst>
            <pc:docMk/>
            <pc:sldMk cId="3797559898" sldId="535"/>
            <ac:spMk id="14" creationId="{00000000-0000-0000-0000-000000000000}"/>
          </ac:spMkLst>
        </pc:spChg>
        <pc:spChg chg="add mod">
          <ac:chgData name="Hieu Do" userId="8091c26b-a61d-4e97-addd-a670c191ef7c" providerId="ADAL" clId="{C9902785-F06B-A548-9813-D3AE98CA83E9}" dt="2022-06-20T03:28:03.174" v="1485" actId="1037"/>
          <ac:spMkLst>
            <pc:docMk/>
            <pc:sldMk cId="3797559898" sldId="535"/>
            <ac:spMk id="20" creationId="{008F2B62-0F87-F790-2538-D038DC1C440C}"/>
          </ac:spMkLst>
        </pc:spChg>
        <pc:spChg chg="add mod">
          <ac:chgData name="Hieu Do" userId="8091c26b-a61d-4e97-addd-a670c191ef7c" providerId="ADAL" clId="{C9902785-F06B-A548-9813-D3AE98CA83E9}" dt="2022-06-20T03:06:24.327" v="1173" actId="115"/>
          <ac:spMkLst>
            <pc:docMk/>
            <pc:sldMk cId="3797559898" sldId="535"/>
            <ac:spMk id="21" creationId="{581BEF06-5D6A-7304-B8D2-1F5B9BFC830D}"/>
          </ac:spMkLst>
        </pc:spChg>
        <pc:spChg chg="add mod">
          <ac:chgData name="Hieu Do" userId="8091c26b-a61d-4e97-addd-a670c191ef7c" providerId="ADAL" clId="{C9902785-F06B-A548-9813-D3AE98CA83E9}" dt="2022-06-20T03:09:52.658" v="1284" actId="1076"/>
          <ac:spMkLst>
            <pc:docMk/>
            <pc:sldMk cId="3797559898" sldId="535"/>
            <ac:spMk id="22" creationId="{D171496F-28CC-57C9-D764-2AF2B3FB6188}"/>
          </ac:spMkLst>
        </pc:spChg>
        <pc:spChg chg="add mod">
          <ac:chgData name="Hieu Do" userId="8091c26b-a61d-4e97-addd-a670c191ef7c" providerId="ADAL" clId="{C9902785-F06B-A548-9813-D3AE98CA83E9}" dt="2022-06-20T03:09:44.192" v="1282" actId="1038"/>
          <ac:spMkLst>
            <pc:docMk/>
            <pc:sldMk cId="3797559898" sldId="535"/>
            <ac:spMk id="23" creationId="{114BA031-C827-CA8E-50AA-5C3839AB776A}"/>
          </ac:spMkLst>
        </pc:spChg>
        <pc:spChg chg="mod">
          <ac:chgData name="Hieu Do" userId="8091c26b-a61d-4e97-addd-a670c191ef7c" providerId="ADAL" clId="{C9902785-F06B-A548-9813-D3AE98CA83E9}" dt="2022-06-20T07:08:08.244" v="2978" actId="20577"/>
          <ac:spMkLst>
            <pc:docMk/>
            <pc:sldMk cId="3797559898" sldId="535"/>
            <ac:spMk id="24" creationId="{00000000-0000-0000-0000-000000000000}"/>
          </ac:spMkLst>
        </pc:spChg>
        <pc:spChg chg="add mod">
          <ac:chgData name="Hieu Do" userId="8091c26b-a61d-4e97-addd-a670c191ef7c" providerId="ADAL" clId="{C9902785-F06B-A548-9813-D3AE98CA83E9}" dt="2022-06-20T03:09:39.002" v="1277" actId="1035"/>
          <ac:spMkLst>
            <pc:docMk/>
            <pc:sldMk cId="3797559898" sldId="535"/>
            <ac:spMk id="25" creationId="{B71561E6-430A-D0A0-11FF-82FE37EDADDC}"/>
          </ac:spMkLst>
        </pc:spChg>
        <pc:spChg chg="add mod">
          <ac:chgData name="Hieu Do" userId="8091c26b-a61d-4e97-addd-a670c191ef7c" providerId="ADAL" clId="{C9902785-F06B-A548-9813-D3AE98CA83E9}" dt="2022-06-20T03:07:47.925" v="1224" actId="1076"/>
          <ac:spMkLst>
            <pc:docMk/>
            <pc:sldMk cId="3797559898" sldId="535"/>
            <ac:spMk id="26" creationId="{9C17EBFF-4639-3A57-4FBB-D0E02497E419}"/>
          </ac:spMkLst>
        </pc:spChg>
        <pc:spChg chg="add mod">
          <ac:chgData name="Hieu Do" userId="8091c26b-a61d-4e97-addd-a670c191ef7c" providerId="ADAL" clId="{C9902785-F06B-A548-9813-D3AE98CA83E9}" dt="2022-06-20T03:09:00.840" v="1270" actId="1076"/>
          <ac:spMkLst>
            <pc:docMk/>
            <pc:sldMk cId="3797559898" sldId="535"/>
            <ac:spMk id="27" creationId="{C658D9F5-2EFF-F5ED-4DF8-26A412AFBB0F}"/>
          </ac:spMkLst>
        </pc:spChg>
        <pc:grpChg chg="del">
          <ac:chgData name="Hieu Do" userId="8091c26b-a61d-4e97-addd-a670c191ef7c" providerId="ADAL" clId="{C9902785-F06B-A548-9813-D3AE98CA83E9}" dt="2022-06-20T02:35:00.920" v="350" actId="478"/>
          <ac:grpSpMkLst>
            <pc:docMk/>
            <pc:sldMk cId="3797559898" sldId="535"/>
            <ac:grpSpMk id="3" creationId="{D94A9C77-4513-AFA0-EB9C-D10F1C0682BD}"/>
          </ac:grpSpMkLst>
        </pc:grpChg>
        <pc:picChg chg="add mod">
          <ac:chgData name="Hieu Do" userId="8091c26b-a61d-4e97-addd-a670c191ef7c" providerId="ADAL" clId="{C9902785-F06B-A548-9813-D3AE98CA83E9}" dt="2022-06-20T02:59:43.633" v="952" actId="14100"/>
          <ac:picMkLst>
            <pc:docMk/>
            <pc:sldMk cId="3797559898" sldId="535"/>
            <ac:picMk id="18" creationId="{C1AFF280-B24B-08C6-6806-A36E2BA1EE1A}"/>
          </ac:picMkLst>
        </pc:picChg>
        <pc:picChg chg="add mod">
          <ac:chgData name="Hieu Do" userId="8091c26b-a61d-4e97-addd-a670c191ef7c" providerId="ADAL" clId="{C9902785-F06B-A548-9813-D3AE98CA83E9}" dt="2022-06-20T02:59:12.853" v="948" actId="1076"/>
          <ac:picMkLst>
            <pc:docMk/>
            <pc:sldMk cId="3797559898" sldId="535"/>
            <ac:picMk id="28" creationId="{5A3C2C04-927E-5237-8E64-B23D26195910}"/>
          </ac:picMkLst>
        </pc:picChg>
        <pc:picChg chg="add mod">
          <ac:chgData name="Hieu Do" userId="8091c26b-a61d-4e97-addd-a670c191ef7c" providerId="ADAL" clId="{C9902785-F06B-A548-9813-D3AE98CA83E9}" dt="2022-06-20T03:07:49.801" v="1225" actId="1076"/>
          <ac:picMkLst>
            <pc:docMk/>
            <pc:sldMk cId="3797559898" sldId="535"/>
            <ac:picMk id="29" creationId="{3D910568-5FFF-29F6-FA16-79DCF04DA7E6}"/>
          </ac:picMkLst>
        </pc:picChg>
        <pc:picChg chg="add mod">
          <ac:chgData name="Hieu Do" userId="8091c26b-a61d-4e97-addd-a670c191ef7c" providerId="ADAL" clId="{C9902785-F06B-A548-9813-D3AE98CA83E9}" dt="2022-06-20T02:55:45.240" v="823"/>
          <ac:picMkLst>
            <pc:docMk/>
            <pc:sldMk cId="3797559898" sldId="535"/>
            <ac:picMk id="30" creationId="{DB1D00D5-BFF7-E80C-D86E-51FCE637CFA4}"/>
          </ac:picMkLst>
        </pc:picChg>
      </pc:sldChg>
      <pc:sldChg chg="del">
        <pc:chgData name="Hieu Do" userId="8091c26b-a61d-4e97-addd-a670c191ef7c" providerId="ADAL" clId="{C9902785-F06B-A548-9813-D3AE98CA83E9}" dt="2022-06-20T02:04:32.527" v="0" actId="2696"/>
        <pc:sldMkLst>
          <pc:docMk/>
          <pc:sldMk cId="479427900" sldId="536"/>
        </pc:sldMkLst>
      </pc:sldChg>
      <pc:sldChg chg="addSp delSp modSp add mod">
        <pc:chgData name="Hieu Do" userId="8091c26b-a61d-4e97-addd-a670c191ef7c" providerId="ADAL" clId="{C9902785-F06B-A548-9813-D3AE98CA83E9}" dt="2022-06-20T07:08:24.820" v="2980"/>
        <pc:sldMkLst>
          <pc:docMk/>
          <pc:sldMk cId="2707577957" sldId="536"/>
        </pc:sldMkLst>
        <pc:spChg chg="add mod">
          <ac:chgData name="Hieu Do" userId="8091c26b-a61d-4e97-addd-a670c191ef7c" providerId="ADAL" clId="{C9902785-F06B-A548-9813-D3AE98CA83E9}" dt="2022-06-20T03:34:16.688" v="1613" actId="1076"/>
          <ac:spMkLst>
            <pc:docMk/>
            <pc:sldMk cId="2707577957" sldId="536"/>
            <ac:spMk id="2" creationId="{5F1154BE-93C3-782A-70ED-BA11D127A91B}"/>
          </ac:spMkLst>
        </pc:spChg>
        <pc:spChg chg="add del mod">
          <ac:chgData name="Hieu Do" userId="8091c26b-a61d-4e97-addd-a670c191ef7c" providerId="ADAL" clId="{C9902785-F06B-A548-9813-D3AE98CA83E9}" dt="2022-06-20T07:08:24.199" v="2979" actId="478"/>
          <ac:spMkLst>
            <pc:docMk/>
            <pc:sldMk cId="2707577957" sldId="536"/>
            <ac:spMk id="6" creationId="{BBDA92D8-A95A-3795-8CE8-797001118350}"/>
          </ac:spMkLst>
        </pc:spChg>
        <pc:spChg chg="add mod">
          <ac:chgData name="Hieu Do" userId="8091c26b-a61d-4e97-addd-a670c191ef7c" providerId="ADAL" clId="{C9902785-F06B-A548-9813-D3AE98CA83E9}" dt="2022-06-20T03:24:45.198" v="1452" actId="403"/>
          <ac:spMkLst>
            <pc:docMk/>
            <pc:sldMk cId="2707577957" sldId="536"/>
            <ac:spMk id="7" creationId="{1BDB8C74-8AE7-BFE3-9775-A49373DA9323}"/>
          </ac:spMkLst>
        </pc:spChg>
        <pc:spChg chg="add mod">
          <ac:chgData name="Hieu Do" userId="8091c26b-a61d-4e97-addd-a670c191ef7c" providerId="ADAL" clId="{C9902785-F06B-A548-9813-D3AE98CA83E9}" dt="2022-06-20T03:24:54.841" v="1453" actId="2711"/>
          <ac:spMkLst>
            <pc:docMk/>
            <pc:sldMk cId="2707577957" sldId="536"/>
            <ac:spMk id="8" creationId="{950001B9-1EA0-0E86-66CD-31CF00CE0F24}"/>
          </ac:spMkLst>
        </pc:spChg>
        <pc:spChg chg="add mod">
          <ac:chgData name="Hieu Do" userId="8091c26b-a61d-4e97-addd-a670c191ef7c" providerId="ADAL" clId="{C9902785-F06B-A548-9813-D3AE98CA83E9}" dt="2022-06-20T03:26:09.691" v="1468" actId="20577"/>
          <ac:spMkLst>
            <pc:docMk/>
            <pc:sldMk cId="2707577957" sldId="536"/>
            <ac:spMk id="11" creationId="{B3C9C48C-9422-A462-AF24-F77F3887B026}"/>
          </ac:spMkLst>
        </pc:spChg>
        <pc:spChg chg="add mod">
          <ac:chgData name="Hieu Do" userId="8091c26b-a61d-4e97-addd-a670c191ef7c" providerId="ADAL" clId="{C9902785-F06B-A548-9813-D3AE98CA83E9}" dt="2022-06-20T07:08:24.820" v="2980"/>
          <ac:spMkLst>
            <pc:docMk/>
            <pc:sldMk cId="2707577957" sldId="536"/>
            <ac:spMk id="13" creationId="{64FE1033-314B-FE62-EC6C-5838723BA07D}"/>
          </ac:spMkLst>
        </pc:spChg>
        <pc:spChg chg="del">
          <ac:chgData name="Hieu Do" userId="8091c26b-a61d-4e97-addd-a670c191ef7c" providerId="ADAL" clId="{C9902785-F06B-A548-9813-D3AE98CA83E9}" dt="2022-06-20T03:10:55.839" v="1285" actId="478"/>
          <ac:spMkLst>
            <pc:docMk/>
            <pc:sldMk cId="2707577957" sldId="536"/>
            <ac:spMk id="24" creationId="{00000000-0000-0000-0000-000000000000}"/>
          </ac:spMkLst>
        </pc:spChg>
        <pc:picChg chg="add mod">
          <ac:chgData name="Hieu Do" userId="8091c26b-a61d-4e97-addd-a670c191ef7c" providerId="ADAL" clId="{C9902785-F06B-A548-9813-D3AE98CA83E9}" dt="2022-06-20T03:24:14.488" v="1448" actId="1076"/>
          <ac:picMkLst>
            <pc:docMk/>
            <pc:sldMk cId="2707577957" sldId="536"/>
            <ac:picMk id="9" creationId="{172B5FD8-2A1D-3070-9695-C8B3D16EA6B4}"/>
          </ac:picMkLst>
        </pc:picChg>
        <pc:picChg chg="add mod">
          <ac:chgData name="Hieu Do" userId="8091c26b-a61d-4e97-addd-a670c191ef7c" providerId="ADAL" clId="{C9902785-F06B-A548-9813-D3AE98CA83E9}" dt="2022-06-20T03:25:58.089" v="1462" actId="1076"/>
          <ac:picMkLst>
            <pc:docMk/>
            <pc:sldMk cId="2707577957" sldId="536"/>
            <ac:picMk id="10" creationId="{47AE4D98-7BBD-BD95-2976-32F611603CDD}"/>
          </ac:picMkLst>
        </pc:picChg>
      </pc:sldChg>
      <pc:sldChg chg="del">
        <pc:chgData name="Hieu Do" userId="8091c26b-a61d-4e97-addd-a670c191ef7c" providerId="ADAL" clId="{C9902785-F06B-A548-9813-D3AE98CA83E9}" dt="2022-06-20T02:04:35.866" v="3" actId="2696"/>
        <pc:sldMkLst>
          <pc:docMk/>
          <pc:sldMk cId="453114556" sldId="537"/>
        </pc:sldMkLst>
      </pc:sldChg>
      <pc:sldChg chg="addSp delSp modSp add mod delAnim modAnim">
        <pc:chgData name="Hieu Do" userId="8091c26b-a61d-4e97-addd-a670c191ef7c" providerId="ADAL" clId="{C9902785-F06B-A548-9813-D3AE98CA83E9}" dt="2022-06-20T07:09:06.609" v="3058" actId="1035"/>
        <pc:sldMkLst>
          <pc:docMk/>
          <pc:sldMk cId="1787656675" sldId="537"/>
        </pc:sldMkLst>
        <pc:spChg chg="add mod">
          <ac:chgData name="Hieu Do" userId="8091c26b-a61d-4e97-addd-a670c191ef7c" providerId="ADAL" clId="{C9902785-F06B-A548-9813-D3AE98CA83E9}" dt="2022-06-20T03:44:16.424" v="1838" actId="1076"/>
          <ac:spMkLst>
            <pc:docMk/>
            <pc:sldMk cId="1787656675" sldId="537"/>
            <ac:spMk id="2" creationId="{F082005C-8CFD-AF72-7E78-ADEE969610BB}"/>
          </ac:spMkLst>
        </pc:spChg>
        <pc:spChg chg="add mod">
          <ac:chgData name="Hieu Do" userId="8091c26b-a61d-4e97-addd-a670c191ef7c" providerId="ADAL" clId="{C9902785-F06B-A548-9813-D3AE98CA83E9}" dt="2022-06-20T03:44:11.703" v="1837" actId="1076"/>
          <ac:spMkLst>
            <pc:docMk/>
            <pc:sldMk cId="1787656675" sldId="537"/>
            <ac:spMk id="3" creationId="{E8F8B92C-8A40-3BCF-FEEF-215C1907B334}"/>
          </ac:spMkLst>
        </pc:spChg>
        <pc:spChg chg="add mod">
          <ac:chgData name="Hieu Do" userId="8091c26b-a61d-4e97-addd-a670c191ef7c" providerId="ADAL" clId="{C9902785-F06B-A548-9813-D3AE98CA83E9}" dt="2022-06-20T03:45:11.967" v="1844" actId="113"/>
          <ac:spMkLst>
            <pc:docMk/>
            <pc:sldMk cId="1787656675" sldId="537"/>
            <ac:spMk id="5" creationId="{AA68F669-3182-2A72-CC75-49BC23956373}"/>
          </ac:spMkLst>
        </pc:spChg>
        <pc:spChg chg="add mod">
          <ac:chgData name="Hieu Do" userId="8091c26b-a61d-4e97-addd-a670c191ef7c" providerId="ADAL" clId="{C9902785-F06B-A548-9813-D3AE98CA83E9}" dt="2022-06-20T07:08:56.651" v="3052" actId="20577"/>
          <ac:spMkLst>
            <pc:docMk/>
            <pc:sldMk cId="1787656675" sldId="537"/>
            <ac:spMk id="6" creationId="{EC68ECC6-602F-06EB-5C2E-5FACCF2AF9D3}"/>
          </ac:spMkLst>
        </pc:spChg>
        <pc:spChg chg="add mod">
          <ac:chgData name="Hieu Do" userId="8091c26b-a61d-4e97-addd-a670c191ef7c" providerId="ADAL" clId="{C9902785-F06B-A548-9813-D3AE98CA83E9}" dt="2022-06-20T03:41:47.890" v="1786" actId="1076"/>
          <ac:spMkLst>
            <pc:docMk/>
            <pc:sldMk cId="1787656675" sldId="537"/>
            <ac:spMk id="7" creationId="{BE6A09D6-5C0A-9F02-AD94-2FB400427D84}"/>
          </ac:spMkLst>
        </pc:spChg>
        <pc:spChg chg="add mod">
          <ac:chgData name="Hieu Do" userId="8091c26b-a61d-4e97-addd-a670c191ef7c" providerId="ADAL" clId="{C9902785-F06B-A548-9813-D3AE98CA83E9}" dt="2022-06-20T04:10:39.526" v="2207" actId="207"/>
          <ac:spMkLst>
            <pc:docMk/>
            <pc:sldMk cId="1787656675" sldId="537"/>
            <ac:spMk id="13" creationId="{D17D50EE-CA1F-2521-50B0-168D76F0ED34}"/>
          </ac:spMkLst>
        </pc:spChg>
        <pc:spChg chg="mod">
          <ac:chgData name="Hieu Do" userId="8091c26b-a61d-4e97-addd-a670c191ef7c" providerId="ADAL" clId="{C9902785-F06B-A548-9813-D3AE98CA83E9}" dt="2022-06-20T07:09:06.609" v="3058" actId="1035"/>
          <ac:spMkLst>
            <pc:docMk/>
            <pc:sldMk cId="1787656675" sldId="537"/>
            <ac:spMk id="14" creationId="{00000000-0000-0000-0000-000000000000}"/>
          </ac:spMkLst>
        </pc:spChg>
        <pc:spChg chg="add mod">
          <ac:chgData name="Hieu Do" userId="8091c26b-a61d-4e97-addd-a670c191ef7c" providerId="ADAL" clId="{C9902785-F06B-A548-9813-D3AE98CA83E9}" dt="2022-06-20T04:10:42.965" v="2208" actId="207"/>
          <ac:spMkLst>
            <pc:docMk/>
            <pc:sldMk cId="1787656675" sldId="537"/>
            <ac:spMk id="15" creationId="{3995C064-7E65-D028-61D5-E7E2A7F647A8}"/>
          </ac:spMkLst>
        </pc:spChg>
        <pc:spChg chg="add mod">
          <ac:chgData name="Hieu Do" userId="8091c26b-a61d-4e97-addd-a670c191ef7c" providerId="ADAL" clId="{C9902785-F06B-A548-9813-D3AE98CA83E9}" dt="2022-06-20T03:47:55.985" v="1883" actId="20577"/>
          <ac:spMkLst>
            <pc:docMk/>
            <pc:sldMk cId="1787656675" sldId="537"/>
            <ac:spMk id="16" creationId="{7D4D7418-7237-B9F6-6BDC-104F73E96DA3}"/>
          </ac:spMkLst>
        </pc:spChg>
        <pc:spChg chg="add mod">
          <ac:chgData name="Hieu Do" userId="8091c26b-a61d-4e97-addd-a670c191ef7c" providerId="ADAL" clId="{C9902785-F06B-A548-9813-D3AE98CA83E9}" dt="2022-06-20T03:46:55.180" v="1855" actId="1076"/>
          <ac:spMkLst>
            <pc:docMk/>
            <pc:sldMk cId="1787656675" sldId="537"/>
            <ac:spMk id="17" creationId="{345AB2D6-4ED1-4BF7-5C9E-80ACC3940CD9}"/>
          </ac:spMkLst>
        </pc:spChg>
        <pc:spChg chg="add del mod">
          <ac:chgData name="Hieu Do" userId="8091c26b-a61d-4e97-addd-a670c191ef7c" providerId="ADAL" clId="{C9902785-F06B-A548-9813-D3AE98CA83E9}" dt="2022-06-20T03:46:01.618" v="1847" actId="478"/>
          <ac:spMkLst>
            <pc:docMk/>
            <pc:sldMk cId="1787656675" sldId="537"/>
            <ac:spMk id="18" creationId="{B98C61BB-B1EA-0315-0E01-89DA9FD3DAE6}"/>
          </ac:spMkLst>
        </pc:spChg>
        <pc:spChg chg="add mod">
          <ac:chgData name="Hieu Do" userId="8091c26b-a61d-4e97-addd-a670c191ef7c" providerId="ADAL" clId="{C9902785-F06B-A548-9813-D3AE98CA83E9}" dt="2022-06-20T03:47:59.449" v="1885" actId="20577"/>
          <ac:spMkLst>
            <pc:docMk/>
            <pc:sldMk cId="1787656675" sldId="537"/>
            <ac:spMk id="20" creationId="{226E8FCD-29D3-F970-F32A-8E269275E2AC}"/>
          </ac:spMkLst>
        </pc:spChg>
        <pc:spChg chg="add mod">
          <ac:chgData name="Hieu Do" userId="8091c26b-a61d-4e97-addd-a670c191ef7c" providerId="ADAL" clId="{C9902785-F06B-A548-9813-D3AE98CA83E9}" dt="2022-06-20T03:48:16.533" v="1890" actId="20577"/>
          <ac:spMkLst>
            <pc:docMk/>
            <pc:sldMk cId="1787656675" sldId="537"/>
            <ac:spMk id="21" creationId="{D8F6D553-7292-2A3F-974F-B4C135AE21B8}"/>
          </ac:spMkLst>
        </pc:spChg>
        <pc:spChg chg="del">
          <ac:chgData name="Hieu Do" userId="8091c26b-a61d-4e97-addd-a670c191ef7c" providerId="ADAL" clId="{C9902785-F06B-A548-9813-D3AE98CA83E9}" dt="2022-06-20T03:30:08.928" v="1486" actId="478"/>
          <ac:spMkLst>
            <pc:docMk/>
            <pc:sldMk cId="1787656675" sldId="537"/>
            <ac:spMk id="24" creationId="{00000000-0000-0000-0000-000000000000}"/>
          </ac:spMkLst>
        </pc:spChg>
        <pc:picChg chg="add mod">
          <ac:chgData name="Hieu Do" userId="8091c26b-a61d-4e97-addd-a670c191ef7c" providerId="ADAL" clId="{C9902785-F06B-A548-9813-D3AE98CA83E9}" dt="2022-06-20T03:42:00.596" v="1789" actId="1076"/>
          <ac:picMkLst>
            <pc:docMk/>
            <pc:sldMk cId="1787656675" sldId="537"/>
            <ac:picMk id="11" creationId="{AAC12C47-9103-22CE-81C4-6D0A64DA3492}"/>
          </ac:picMkLst>
        </pc:picChg>
        <pc:picChg chg="add mod">
          <ac:chgData name="Hieu Do" userId="8091c26b-a61d-4e97-addd-a670c191ef7c" providerId="ADAL" clId="{C9902785-F06B-A548-9813-D3AE98CA83E9}" dt="2022-06-20T04:10:48.212" v="2212" actId="1038"/>
          <ac:picMkLst>
            <pc:docMk/>
            <pc:sldMk cId="1787656675" sldId="537"/>
            <ac:picMk id="12" creationId="{372DC767-49BD-8E32-4D30-616D119A72E7}"/>
          </ac:picMkLst>
        </pc:picChg>
      </pc:sldChg>
      <pc:sldChg chg="addSp delSp modSp add mod">
        <pc:chgData name="Hieu Do" userId="8091c26b-a61d-4e97-addd-a670c191ef7c" providerId="ADAL" clId="{C9902785-F06B-A548-9813-D3AE98CA83E9}" dt="2022-06-20T07:09:35.771" v="3061" actId="20577"/>
        <pc:sldMkLst>
          <pc:docMk/>
          <pc:sldMk cId="916353257" sldId="538"/>
        </pc:sldMkLst>
        <pc:spChg chg="add mod">
          <ac:chgData name="Hieu Do" userId="8091c26b-a61d-4e97-addd-a670c191ef7c" providerId="ADAL" clId="{C9902785-F06B-A548-9813-D3AE98CA83E9}" dt="2022-06-20T07:09:35.771" v="3061" actId="20577"/>
          <ac:spMkLst>
            <pc:docMk/>
            <pc:sldMk cId="916353257" sldId="538"/>
            <ac:spMk id="6" creationId="{6CED21B1-78B8-0FF7-658B-DCDB63599B08}"/>
          </ac:spMkLst>
        </pc:spChg>
        <pc:spChg chg="add mod">
          <ac:chgData name="Hieu Do" userId="8091c26b-a61d-4e97-addd-a670c191ef7c" providerId="ADAL" clId="{C9902785-F06B-A548-9813-D3AE98CA83E9}" dt="2022-06-20T06:35:03.383" v="2299" actId="20577"/>
          <ac:spMkLst>
            <pc:docMk/>
            <pc:sldMk cId="916353257" sldId="538"/>
            <ac:spMk id="7" creationId="{8AEAED07-4086-26DD-782E-5FC43AF7000B}"/>
          </ac:spMkLst>
        </pc:spChg>
        <pc:spChg chg="add mod">
          <ac:chgData name="Hieu Do" userId="8091c26b-a61d-4e97-addd-a670c191ef7c" providerId="ADAL" clId="{C9902785-F06B-A548-9813-D3AE98CA83E9}" dt="2022-06-20T07:07:32.349" v="2912" actId="1076"/>
          <ac:spMkLst>
            <pc:docMk/>
            <pc:sldMk cId="916353257" sldId="538"/>
            <ac:spMk id="8" creationId="{25901A83-3868-3916-87DF-7C86962AAFD4}"/>
          </ac:spMkLst>
        </pc:spChg>
        <pc:spChg chg="add mod">
          <ac:chgData name="Hieu Do" userId="8091c26b-a61d-4e97-addd-a670c191ef7c" providerId="ADAL" clId="{C9902785-F06B-A548-9813-D3AE98CA83E9}" dt="2022-06-20T04:09:47.171" v="2206" actId="1076"/>
          <ac:spMkLst>
            <pc:docMk/>
            <pc:sldMk cId="916353257" sldId="538"/>
            <ac:spMk id="9" creationId="{28D1C83F-C229-0A3F-7550-038EFC4D43A5}"/>
          </ac:spMkLst>
        </pc:spChg>
        <pc:spChg chg="del">
          <ac:chgData name="Hieu Do" userId="8091c26b-a61d-4e97-addd-a670c191ef7c" providerId="ADAL" clId="{C9902785-F06B-A548-9813-D3AE98CA83E9}" dt="2022-06-20T03:53:08.404" v="1902" actId="478"/>
          <ac:spMkLst>
            <pc:docMk/>
            <pc:sldMk cId="916353257" sldId="538"/>
            <ac:spMk id="24" creationId="{00000000-0000-0000-0000-000000000000}"/>
          </ac:spMkLst>
        </pc:spChg>
      </pc:sldChg>
      <pc:sldChg chg="del">
        <pc:chgData name="Hieu Do" userId="8091c26b-a61d-4e97-addd-a670c191ef7c" providerId="ADAL" clId="{C9902785-F06B-A548-9813-D3AE98CA83E9}" dt="2022-06-20T02:04:33.377" v="1" actId="2696"/>
        <pc:sldMkLst>
          <pc:docMk/>
          <pc:sldMk cId="2601966689" sldId="538"/>
        </pc:sldMkLst>
      </pc:sldChg>
      <pc:sldChg chg="addSp modSp add mod">
        <pc:chgData name="Hieu Do" userId="8091c26b-a61d-4e97-addd-a670c191ef7c" providerId="ADAL" clId="{C9902785-F06B-A548-9813-D3AE98CA83E9}" dt="2022-06-20T08:00:34.196" v="4189" actId="115"/>
        <pc:sldMkLst>
          <pc:docMk/>
          <pc:sldMk cId="182321172" sldId="539"/>
        </pc:sldMkLst>
        <pc:spChg chg="add mod">
          <ac:chgData name="Hieu Do" userId="8091c26b-a61d-4e97-addd-a670c191ef7c" providerId="ADAL" clId="{C9902785-F06B-A548-9813-D3AE98CA83E9}" dt="2022-06-20T07:59:25.640" v="4179" actId="1076"/>
          <ac:spMkLst>
            <pc:docMk/>
            <pc:sldMk cId="182321172" sldId="539"/>
            <ac:spMk id="6" creationId="{59E7EA7E-4C37-CFA7-8C92-DF852D3B872C}"/>
          </ac:spMkLst>
        </pc:spChg>
        <pc:spChg chg="add mod">
          <ac:chgData name="Hieu Do" userId="8091c26b-a61d-4e97-addd-a670c191ef7c" providerId="ADAL" clId="{C9902785-F06B-A548-9813-D3AE98CA83E9}" dt="2022-06-20T07:59:29.468" v="4180" actId="1076"/>
          <ac:spMkLst>
            <pc:docMk/>
            <pc:sldMk cId="182321172" sldId="539"/>
            <ac:spMk id="7" creationId="{65EA8776-FB6F-6D9A-14EE-6E72BD4A375A}"/>
          </ac:spMkLst>
        </pc:spChg>
        <pc:spChg chg="add mod">
          <ac:chgData name="Hieu Do" userId="8091c26b-a61d-4e97-addd-a670c191ef7c" providerId="ADAL" clId="{C9902785-F06B-A548-9813-D3AE98CA83E9}" dt="2022-06-20T08:00:07.351" v="4185" actId="115"/>
          <ac:spMkLst>
            <pc:docMk/>
            <pc:sldMk cId="182321172" sldId="539"/>
            <ac:spMk id="8" creationId="{E95EB06B-AEEA-4203-1C3C-8BE459C197B9}"/>
          </ac:spMkLst>
        </pc:spChg>
        <pc:spChg chg="add mod">
          <ac:chgData name="Hieu Do" userId="8091c26b-a61d-4e97-addd-a670c191ef7c" providerId="ADAL" clId="{C9902785-F06B-A548-9813-D3AE98CA83E9}" dt="2022-06-20T07:59:38.667" v="4182" actId="1076"/>
          <ac:spMkLst>
            <pc:docMk/>
            <pc:sldMk cId="182321172" sldId="539"/>
            <ac:spMk id="9" creationId="{4EC3A887-587E-DF09-EB01-A93EDA252B3B}"/>
          </ac:spMkLst>
        </pc:spChg>
        <pc:spChg chg="add mod">
          <ac:chgData name="Hieu Do" userId="8091c26b-a61d-4e97-addd-a670c191ef7c" providerId="ADAL" clId="{C9902785-F06B-A548-9813-D3AE98CA83E9}" dt="2022-06-20T08:00:34.196" v="4189" actId="115"/>
          <ac:spMkLst>
            <pc:docMk/>
            <pc:sldMk cId="182321172" sldId="539"/>
            <ac:spMk id="10" creationId="{4624013E-41BC-7835-7948-64287D8B5CD2}"/>
          </ac:spMkLst>
        </pc:spChg>
        <pc:spChg chg="mod">
          <ac:chgData name="Hieu Do" userId="8091c26b-a61d-4e97-addd-a670c191ef7c" providerId="ADAL" clId="{C9902785-F06B-A548-9813-D3AE98CA83E9}" dt="2022-06-20T07:11:30.895" v="3222" actId="20577"/>
          <ac:spMkLst>
            <pc:docMk/>
            <pc:sldMk cId="182321172" sldId="539"/>
            <ac:spMk id="24" creationId="{00000000-0000-0000-0000-000000000000}"/>
          </ac:spMkLst>
        </pc:spChg>
      </pc:sldChg>
      <pc:sldChg chg="del">
        <pc:chgData name="Hieu Do" userId="8091c26b-a61d-4e97-addd-a670c191ef7c" providerId="ADAL" clId="{C9902785-F06B-A548-9813-D3AE98CA83E9}" dt="2022-06-20T02:04:35.630" v="2" actId="2696"/>
        <pc:sldMkLst>
          <pc:docMk/>
          <pc:sldMk cId="1730692921" sldId="539"/>
        </pc:sldMkLst>
      </pc:sldChg>
      <pc:sldChg chg="del">
        <pc:chgData name="Hieu Do" userId="8091c26b-a61d-4e97-addd-a670c191ef7c" providerId="ADAL" clId="{C9902785-F06B-A548-9813-D3AE98CA83E9}" dt="2022-06-20T02:04:36.569" v="6" actId="2696"/>
        <pc:sldMkLst>
          <pc:docMk/>
          <pc:sldMk cId="2628323466" sldId="540"/>
        </pc:sldMkLst>
      </pc:sldChg>
      <pc:sldChg chg="addSp delSp modSp add mod">
        <pc:chgData name="Hieu Do" userId="8091c26b-a61d-4e97-addd-a670c191ef7c" providerId="ADAL" clId="{C9902785-F06B-A548-9813-D3AE98CA83E9}" dt="2022-06-20T07:10:39.789" v="3130" actId="20577"/>
        <pc:sldMkLst>
          <pc:docMk/>
          <pc:sldMk cId="2957382706" sldId="540"/>
        </pc:sldMkLst>
        <pc:spChg chg="add mod">
          <ac:chgData name="Hieu Do" userId="8091c26b-a61d-4e97-addd-a670c191ef7c" providerId="ADAL" clId="{C9902785-F06B-A548-9813-D3AE98CA83E9}" dt="2022-06-20T06:42:45.016" v="2561" actId="207"/>
          <ac:spMkLst>
            <pc:docMk/>
            <pc:sldMk cId="2957382706" sldId="540"/>
            <ac:spMk id="7" creationId="{55AE45D5-4EF9-FAC1-55F7-FEFF252D7586}"/>
          </ac:spMkLst>
        </pc:spChg>
        <pc:spChg chg="add mod">
          <ac:chgData name="Hieu Do" userId="8091c26b-a61d-4e97-addd-a670c191ef7c" providerId="ADAL" clId="{C9902785-F06B-A548-9813-D3AE98CA83E9}" dt="2022-06-20T07:10:39.789" v="3130" actId="20577"/>
          <ac:spMkLst>
            <pc:docMk/>
            <pc:sldMk cId="2957382706" sldId="540"/>
            <ac:spMk id="8" creationId="{497B24E2-E5F8-5FA6-1471-354CB4C40663}"/>
          </ac:spMkLst>
        </pc:spChg>
        <pc:spChg chg="add mod">
          <ac:chgData name="Hieu Do" userId="8091c26b-a61d-4e97-addd-a670c191ef7c" providerId="ADAL" clId="{C9902785-F06B-A548-9813-D3AE98CA83E9}" dt="2022-06-20T06:45:15.971" v="2606" actId="255"/>
          <ac:spMkLst>
            <pc:docMk/>
            <pc:sldMk cId="2957382706" sldId="540"/>
            <ac:spMk id="9" creationId="{240EE13B-A554-DBDD-CB94-1FF038AD6067}"/>
          </ac:spMkLst>
        </pc:spChg>
        <pc:spChg chg="add mod">
          <ac:chgData name="Hieu Do" userId="8091c26b-a61d-4e97-addd-a670c191ef7c" providerId="ADAL" clId="{C9902785-F06B-A548-9813-D3AE98CA83E9}" dt="2022-06-20T06:54:08.932" v="2638" actId="114"/>
          <ac:spMkLst>
            <pc:docMk/>
            <pc:sldMk cId="2957382706" sldId="540"/>
            <ac:spMk id="10" creationId="{364D791F-FE63-F3F5-BC49-B7198F33CE86}"/>
          </ac:spMkLst>
        </pc:spChg>
        <pc:spChg chg="add mod">
          <ac:chgData name="Hieu Do" userId="8091c26b-a61d-4e97-addd-a670c191ef7c" providerId="ADAL" clId="{C9902785-F06B-A548-9813-D3AE98CA83E9}" dt="2022-06-20T06:59:44.224" v="2778" actId="114"/>
          <ac:spMkLst>
            <pc:docMk/>
            <pc:sldMk cId="2957382706" sldId="540"/>
            <ac:spMk id="11" creationId="{AE17DDDF-1007-B744-666B-E9B1220FFC3C}"/>
          </ac:spMkLst>
        </pc:spChg>
        <pc:spChg chg="add mod">
          <ac:chgData name="Hieu Do" userId="8091c26b-a61d-4e97-addd-a670c191ef7c" providerId="ADAL" clId="{C9902785-F06B-A548-9813-D3AE98CA83E9}" dt="2022-06-20T06:58:02.029" v="2708" actId="114"/>
          <ac:spMkLst>
            <pc:docMk/>
            <pc:sldMk cId="2957382706" sldId="540"/>
            <ac:spMk id="12" creationId="{6E774AAC-2051-336E-C91A-6F4B1432FED3}"/>
          </ac:spMkLst>
        </pc:spChg>
        <pc:spChg chg="add mod">
          <ac:chgData name="Hieu Do" userId="8091c26b-a61d-4e97-addd-a670c191ef7c" providerId="ADAL" clId="{C9902785-F06B-A548-9813-D3AE98CA83E9}" dt="2022-06-20T06:59:37.132" v="2776" actId="114"/>
          <ac:spMkLst>
            <pc:docMk/>
            <pc:sldMk cId="2957382706" sldId="540"/>
            <ac:spMk id="13" creationId="{7E8FF762-CEE2-0707-CF26-F8735C54399B}"/>
          </ac:spMkLst>
        </pc:spChg>
        <pc:spChg chg="add mod">
          <ac:chgData name="Hieu Do" userId="8091c26b-a61d-4e97-addd-a670c191ef7c" providerId="ADAL" clId="{C9902785-F06B-A548-9813-D3AE98CA83E9}" dt="2022-06-20T06:59:40.293" v="2777" actId="114"/>
          <ac:spMkLst>
            <pc:docMk/>
            <pc:sldMk cId="2957382706" sldId="540"/>
            <ac:spMk id="15" creationId="{34CDF40C-10EC-0DCC-5265-67724845BF5C}"/>
          </ac:spMkLst>
        </pc:spChg>
        <pc:spChg chg="add mod">
          <ac:chgData name="Hieu Do" userId="8091c26b-a61d-4e97-addd-a670c191ef7c" providerId="ADAL" clId="{C9902785-F06B-A548-9813-D3AE98CA83E9}" dt="2022-06-20T06:42:51.012" v="2562" actId="1076"/>
          <ac:spMkLst>
            <pc:docMk/>
            <pc:sldMk cId="2957382706" sldId="540"/>
            <ac:spMk id="16" creationId="{DD646A4C-6F5A-35DD-AC89-CC4CF8A126A9}"/>
          </ac:spMkLst>
        </pc:spChg>
        <pc:spChg chg="del">
          <ac:chgData name="Hieu Do" userId="8091c26b-a61d-4e97-addd-a670c191ef7c" providerId="ADAL" clId="{C9902785-F06B-A548-9813-D3AE98CA83E9}" dt="2022-06-20T04:14:41.031" v="2265" actId="478"/>
          <ac:spMkLst>
            <pc:docMk/>
            <pc:sldMk cId="2957382706" sldId="540"/>
            <ac:spMk id="24" creationId="{00000000-0000-0000-0000-000000000000}"/>
          </ac:spMkLst>
        </pc:spChg>
        <pc:picChg chg="add mod">
          <ac:chgData name="Hieu Do" userId="8091c26b-a61d-4e97-addd-a670c191ef7c" providerId="ADAL" clId="{C9902785-F06B-A548-9813-D3AE98CA83E9}" dt="2022-06-20T06:46:00.788" v="2607" actId="14100"/>
          <ac:picMkLst>
            <pc:docMk/>
            <pc:sldMk cId="2957382706" sldId="540"/>
            <ac:picMk id="6" creationId="{831966E5-670A-4A05-E59E-F0F734D5111F}"/>
          </ac:picMkLst>
        </pc:picChg>
      </pc:sldChg>
      <pc:sldChg chg="addSp modSp add mod">
        <pc:chgData name="Hieu Do" userId="8091c26b-a61d-4e97-addd-a670c191ef7c" providerId="ADAL" clId="{C9902785-F06B-A548-9813-D3AE98CA83E9}" dt="2022-06-20T08:25:55.444" v="5298" actId="1076"/>
        <pc:sldMkLst>
          <pc:docMk/>
          <pc:sldMk cId="1785046417" sldId="541"/>
        </pc:sldMkLst>
        <pc:spChg chg="add mod">
          <ac:chgData name="Hieu Do" userId="8091c26b-a61d-4e97-addd-a670c191ef7c" providerId="ADAL" clId="{C9902785-F06B-A548-9813-D3AE98CA83E9}" dt="2022-06-20T08:19:23.084" v="4825" actId="14100"/>
          <ac:spMkLst>
            <pc:docMk/>
            <pc:sldMk cId="1785046417" sldId="541"/>
            <ac:spMk id="6" creationId="{0FAB4308-EAD6-425D-4713-2FBEFCC1999F}"/>
          </ac:spMkLst>
        </pc:spChg>
        <pc:spChg chg="add mod">
          <ac:chgData name="Hieu Do" userId="8091c26b-a61d-4e97-addd-a670c191ef7c" providerId="ADAL" clId="{C9902785-F06B-A548-9813-D3AE98CA83E9}" dt="2022-06-20T08:21:11.855" v="4986" actId="20577"/>
          <ac:spMkLst>
            <pc:docMk/>
            <pc:sldMk cId="1785046417" sldId="541"/>
            <ac:spMk id="7" creationId="{5D131ABF-F3E5-BB0D-C00C-43DF8F9D6A3C}"/>
          </ac:spMkLst>
        </pc:spChg>
        <pc:spChg chg="add mod">
          <ac:chgData name="Hieu Do" userId="8091c26b-a61d-4e97-addd-a670c191ef7c" providerId="ADAL" clId="{C9902785-F06B-A548-9813-D3AE98CA83E9}" dt="2022-06-20T08:21:33.651" v="5024" actId="1036"/>
          <ac:spMkLst>
            <pc:docMk/>
            <pc:sldMk cId="1785046417" sldId="541"/>
            <ac:spMk id="8" creationId="{EC8FDD7D-04FB-5278-150C-B3B140A1180B}"/>
          </ac:spMkLst>
        </pc:spChg>
        <pc:spChg chg="add mod">
          <ac:chgData name="Hieu Do" userId="8091c26b-a61d-4e97-addd-a670c191ef7c" providerId="ADAL" clId="{C9902785-F06B-A548-9813-D3AE98CA83E9}" dt="2022-06-20T08:22:01.920" v="5049" actId="1076"/>
          <ac:spMkLst>
            <pc:docMk/>
            <pc:sldMk cId="1785046417" sldId="541"/>
            <ac:spMk id="9" creationId="{FC66E90E-0521-E9DD-9D0C-88CA80F1504F}"/>
          </ac:spMkLst>
        </pc:spChg>
        <pc:spChg chg="add mod">
          <ac:chgData name="Hieu Do" userId="8091c26b-a61d-4e97-addd-a670c191ef7c" providerId="ADAL" clId="{C9902785-F06B-A548-9813-D3AE98CA83E9}" dt="2022-06-20T08:22:31.678" v="5093" actId="1076"/>
          <ac:spMkLst>
            <pc:docMk/>
            <pc:sldMk cId="1785046417" sldId="541"/>
            <ac:spMk id="10" creationId="{31B4D0E1-1B11-C7BB-87EA-68FCBA12150B}"/>
          </ac:spMkLst>
        </pc:spChg>
        <pc:spChg chg="add mod">
          <ac:chgData name="Hieu Do" userId="8091c26b-a61d-4e97-addd-a670c191ef7c" providerId="ADAL" clId="{C9902785-F06B-A548-9813-D3AE98CA83E9}" dt="2022-06-20T08:24:26.459" v="5218" actId="1035"/>
          <ac:spMkLst>
            <pc:docMk/>
            <pc:sldMk cId="1785046417" sldId="541"/>
            <ac:spMk id="11" creationId="{BC28E3B1-AF33-1415-2573-12D8399FC259}"/>
          </ac:spMkLst>
        </pc:spChg>
        <pc:spChg chg="add mod">
          <ac:chgData name="Hieu Do" userId="8091c26b-a61d-4e97-addd-a670c191ef7c" providerId="ADAL" clId="{C9902785-F06B-A548-9813-D3AE98CA83E9}" dt="2022-06-20T08:25:44.759" v="5296" actId="1076"/>
          <ac:spMkLst>
            <pc:docMk/>
            <pc:sldMk cId="1785046417" sldId="541"/>
            <ac:spMk id="12" creationId="{65972387-1F6A-C380-EF4F-086013FCF5F1}"/>
          </ac:spMkLst>
        </pc:spChg>
        <pc:spChg chg="add mod">
          <ac:chgData name="Hieu Do" userId="8091c26b-a61d-4e97-addd-a670c191ef7c" providerId="ADAL" clId="{C9902785-F06B-A548-9813-D3AE98CA83E9}" dt="2022-06-20T08:25:41.657" v="5295" actId="1076"/>
          <ac:spMkLst>
            <pc:docMk/>
            <pc:sldMk cId="1785046417" sldId="541"/>
            <ac:spMk id="13" creationId="{B8444DE1-2327-D5A9-3006-35E8812A61F0}"/>
          </ac:spMkLst>
        </pc:spChg>
        <pc:spChg chg="mod">
          <ac:chgData name="Hieu Do" userId="8091c26b-a61d-4e97-addd-a670c191ef7c" providerId="ADAL" clId="{C9902785-F06B-A548-9813-D3AE98CA83E9}" dt="2022-06-20T08:18:04.996" v="4703" actId="1076"/>
          <ac:spMkLst>
            <pc:docMk/>
            <pc:sldMk cId="1785046417" sldId="541"/>
            <ac:spMk id="14" creationId="{00000000-0000-0000-0000-000000000000}"/>
          </ac:spMkLst>
        </pc:spChg>
        <pc:spChg chg="add mod">
          <ac:chgData name="Hieu Do" userId="8091c26b-a61d-4e97-addd-a670c191ef7c" providerId="ADAL" clId="{C9902785-F06B-A548-9813-D3AE98CA83E9}" dt="2022-06-20T08:25:51.045" v="5297" actId="1076"/>
          <ac:spMkLst>
            <pc:docMk/>
            <pc:sldMk cId="1785046417" sldId="541"/>
            <ac:spMk id="15" creationId="{351D5C5B-1EE3-6D21-1D2A-2297561B7BF7}"/>
          </ac:spMkLst>
        </pc:spChg>
        <pc:spChg chg="add mod">
          <ac:chgData name="Hieu Do" userId="8091c26b-a61d-4e97-addd-a670c191ef7c" providerId="ADAL" clId="{C9902785-F06B-A548-9813-D3AE98CA83E9}" dt="2022-06-20T08:25:55.444" v="5298" actId="1076"/>
          <ac:spMkLst>
            <pc:docMk/>
            <pc:sldMk cId="1785046417" sldId="541"/>
            <ac:spMk id="16" creationId="{FD7C1DA0-4805-E672-FE80-07D19A708B8C}"/>
          </ac:spMkLst>
        </pc:spChg>
        <pc:spChg chg="mod">
          <ac:chgData name="Hieu Do" userId="8091c26b-a61d-4e97-addd-a670c191ef7c" providerId="ADAL" clId="{C9902785-F06B-A548-9813-D3AE98CA83E9}" dt="2022-06-20T08:18:33.192" v="4805" actId="20577"/>
          <ac:spMkLst>
            <pc:docMk/>
            <pc:sldMk cId="1785046417" sldId="541"/>
            <ac:spMk id="24" creationId="{00000000-0000-0000-0000-000000000000}"/>
          </ac:spMkLst>
        </pc:spChg>
      </pc:sldChg>
      <pc:sldChg chg="del">
        <pc:chgData name="Hieu Do" userId="8091c26b-a61d-4e97-addd-a670c191ef7c" providerId="ADAL" clId="{C9902785-F06B-A548-9813-D3AE98CA83E9}" dt="2022-06-20T02:04:36.065" v="4" actId="2696"/>
        <pc:sldMkLst>
          <pc:docMk/>
          <pc:sldMk cId="3317354375" sldId="541"/>
        </pc:sldMkLst>
      </pc:sldChg>
      <pc:sldChg chg="addSp delSp modSp add mod">
        <pc:chgData name="Hieu Do" userId="8091c26b-a61d-4e97-addd-a670c191ef7c" providerId="ADAL" clId="{C9902785-F06B-A548-9813-D3AE98CA83E9}" dt="2022-06-20T08:37:23.604" v="5301" actId="403"/>
        <pc:sldMkLst>
          <pc:docMk/>
          <pc:sldMk cId="1822782119" sldId="542"/>
        </pc:sldMkLst>
        <pc:spChg chg="add mod">
          <ac:chgData name="Hieu Do" userId="8091c26b-a61d-4e97-addd-a670c191ef7c" providerId="ADAL" clId="{C9902785-F06B-A548-9813-D3AE98CA83E9}" dt="2022-06-20T08:17:41.747" v="4699" actId="114"/>
          <ac:spMkLst>
            <pc:docMk/>
            <pc:sldMk cId="1822782119" sldId="542"/>
            <ac:spMk id="8" creationId="{E0EF47E7-77D0-C00A-3094-9E4CCFAE32CB}"/>
          </ac:spMkLst>
        </pc:spChg>
        <pc:spChg chg="add mod">
          <ac:chgData name="Hieu Do" userId="8091c26b-a61d-4e97-addd-a670c191ef7c" providerId="ADAL" clId="{C9902785-F06B-A548-9813-D3AE98CA83E9}" dt="2022-06-20T08:17:34.436" v="4697" actId="115"/>
          <ac:spMkLst>
            <pc:docMk/>
            <pc:sldMk cId="1822782119" sldId="542"/>
            <ac:spMk id="9" creationId="{89E8D1AC-68A9-F167-6C5C-E36837003193}"/>
          </ac:spMkLst>
        </pc:spChg>
        <pc:spChg chg="add del mod">
          <ac:chgData name="Hieu Do" userId="8091c26b-a61d-4e97-addd-a670c191ef7c" providerId="ADAL" clId="{C9902785-F06B-A548-9813-D3AE98CA83E9}" dt="2022-06-20T08:12:10.782" v="4560" actId="478"/>
          <ac:spMkLst>
            <pc:docMk/>
            <pc:sldMk cId="1822782119" sldId="542"/>
            <ac:spMk id="10" creationId="{E77AC3E3-36B6-91FB-4693-EAF418A44ABB}"/>
          </ac:spMkLst>
        </pc:spChg>
        <pc:spChg chg="add mod">
          <ac:chgData name="Hieu Do" userId="8091c26b-a61d-4e97-addd-a670c191ef7c" providerId="ADAL" clId="{C9902785-F06B-A548-9813-D3AE98CA83E9}" dt="2022-06-20T08:16:48.414" v="4690" actId="20577"/>
          <ac:spMkLst>
            <pc:docMk/>
            <pc:sldMk cId="1822782119" sldId="542"/>
            <ac:spMk id="11" creationId="{6B2BD673-6D91-421A-307D-A7BBC25CA600}"/>
          </ac:spMkLst>
        </pc:spChg>
        <pc:spChg chg="add mod">
          <ac:chgData name="Hieu Do" userId="8091c26b-a61d-4e97-addd-a670c191ef7c" providerId="ADAL" clId="{C9902785-F06B-A548-9813-D3AE98CA83E9}" dt="2022-06-20T08:16:32.280" v="4676" actId="255"/>
          <ac:spMkLst>
            <pc:docMk/>
            <pc:sldMk cId="1822782119" sldId="542"/>
            <ac:spMk id="12" creationId="{8662E7A9-C62A-7E1B-F905-9B0FC0118667}"/>
          </ac:spMkLst>
        </pc:spChg>
        <pc:spChg chg="add mod">
          <ac:chgData name="Hieu Do" userId="8091c26b-a61d-4e97-addd-a670c191ef7c" providerId="ADAL" clId="{C9902785-F06B-A548-9813-D3AE98CA83E9}" dt="2022-06-20T08:37:23.604" v="5301" actId="403"/>
          <ac:spMkLst>
            <pc:docMk/>
            <pc:sldMk cId="1822782119" sldId="542"/>
            <ac:spMk id="13" creationId="{A7D4F6E3-0D1E-4913-3BCB-6E76D0E8AF96}"/>
          </ac:spMkLst>
        </pc:spChg>
        <pc:spChg chg="add mod">
          <ac:chgData name="Hieu Do" userId="8091c26b-a61d-4e97-addd-a670c191ef7c" providerId="ADAL" clId="{C9902785-F06B-A548-9813-D3AE98CA83E9}" dt="2022-06-20T08:16:57.482" v="4691" actId="1076"/>
          <ac:spMkLst>
            <pc:docMk/>
            <pc:sldMk cId="1822782119" sldId="542"/>
            <ac:spMk id="15" creationId="{CC157256-01E1-1BDD-DE48-7EB36BDFCC5A}"/>
          </ac:spMkLst>
        </pc:spChg>
        <pc:spChg chg="add mod">
          <ac:chgData name="Hieu Do" userId="8091c26b-a61d-4e97-addd-a670c191ef7c" providerId="ADAL" clId="{C9902785-F06B-A548-9813-D3AE98CA83E9}" dt="2022-06-20T08:16:59.548" v="4692" actId="1076"/>
          <ac:spMkLst>
            <pc:docMk/>
            <pc:sldMk cId="1822782119" sldId="542"/>
            <ac:spMk id="16" creationId="{546E0D91-3911-01F7-0492-F2D97C9DABD0}"/>
          </ac:spMkLst>
        </pc:spChg>
        <pc:spChg chg="add mod">
          <ac:chgData name="Hieu Do" userId="8091c26b-a61d-4e97-addd-a670c191ef7c" providerId="ADAL" clId="{C9902785-F06B-A548-9813-D3AE98CA83E9}" dt="2022-06-20T08:17:02.349" v="4693" actId="1076"/>
          <ac:spMkLst>
            <pc:docMk/>
            <pc:sldMk cId="1822782119" sldId="542"/>
            <ac:spMk id="17" creationId="{FB9B0B9C-6BF5-A574-ED37-D89428346227}"/>
          </ac:spMkLst>
        </pc:spChg>
        <pc:spChg chg="mod">
          <ac:chgData name="Hieu Do" userId="8091c26b-a61d-4e97-addd-a670c191ef7c" providerId="ADAL" clId="{C9902785-F06B-A548-9813-D3AE98CA83E9}" dt="2022-06-20T08:02:35.186" v="4246" actId="20577"/>
          <ac:spMkLst>
            <pc:docMk/>
            <pc:sldMk cId="1822782119" sldId="542"/>
            <ac:spMk id="24" creationId="{00000000-0000-0000-0000-000000000000}"/>
          </ac:spMkLst>
        </pc:spChg>
        <pc:picChg chg="add mod">
          <ac:chgData name="Hieu Do" userId="8091c26b-a61d-4e97-addd-a670c191ef7c" providerId="ADAL" clId="{C9902785-F06B-A548-9813-D3AE98CA83E9}" dt="2022-06-20T08:17:47.766" v="4700" actId="1076"/>
          <ac:picMkLst>
            <pc:docMk/>
            <pc:sldMk cId="1822782119" sldId="542"/>
            <ac:picMk id="6" creationId="{CC3543AA-42AA-44F1-46A2-9A50AB8D2298}"/>
          </ac:picMkLst>
        </pc:picChg>
        <pc:picChg chg="add mod">
          <ac:chgData name="Hieu Do" userId="8091c26b-a61d-4e97-addd-a670c191ef7c" providerId="ADAL" clId="{C9902785-F06B-A548-9813-D3AE98CA83E9}" dt="2022-06-20T08:12:30.163" v="4566" actId="1076"/>
          <ac:picMkLst>
            <pc:docMk/>
            <pc:sldMk cId="1822782119" sldId="542"/>
            <ac:picMk id="7" creationId="{859B9607-078D-BE4B-3E80-D2B718483E4A}"/>
          </ac:picMkLst>
        </pc:picChg>
      </pc:sldChg>
      <pc:sldChg chg="del">
        <pc:chgData name="Hieu Do" userId="8091c26b-a61d-4e97-addd-a670c191ef7c" providerId="ADAL" clId="{C9902785-F06B-A548-9813-D3AE98CA83E9}" dt="2022-06-20T02:04:36.239" v="5" actId="2696"/>
        <pc:sldMkLst>
          <pc:docMk/>
          <pc:sldMk cId="2533182628" sldId="542"/>
        </pc:sldMkLst>
      </pc:sldChg>
      <pc:sldChg chg="del">
        <pc:chgData name="Hieu Do" userId="8091c26b-a61d-4e97-addd-a670c191ef7c" providerId="ADAL" clId="{C9902785-F06B-A548-9813-D3AE98CA83E9}" dt="2022-06-20T02:04:36.781" v="7" actId="2696"/>
        <pc:sldMkLst>
          <pc:docMk/>
          <pc:sldMk cId="160845018" sldId="543"/>
        </pc:sldMkLst>
      </pc:sldChg>
      <pc:sldChg chg="add">
        <pc:chgData name="Hieu Do" userId="8091c26b-a61d-4e97-addd-a670c191ef7c" providerId="ADAL" clId="{C9902785-F06B-A548-9813-D3AE98CA83E9}" dt="2022-06-20T08:17:57.452" v="4701" actId="2890"/>
        <pc:sldMkLst>
          <pc:docMk/>
          <pc:sldMk cId="477466948" sldId="543"/>
        </pc:sldMkLst>
      </pc:sldChg>
      <pc:sldChg chg="del">
        <pc:chgData name="Hieu Do" userId="8091c26b-a61d-4e97-addd-a670c191ef7c" providerId="ADAL" clId="{C9902785-F06B-A548-9813-D3AE98CA83E9}" dt="2022-06-20T02:04:38.083" v="12" actId="2696"/>
        <pc:sldMkLst>
          <pc:docMk/>
          <pc:sldMk cId="95881556" sldId="544"/>
        </pc:sldMkLst>
      </pc:sldChg>
      <pc:sldChg chg="del">
        <pc:chgData name="Hieu Do" userId="8091c26b-a61d-4e97-addd-a670c191ef7c" providerId="ADAL" clId="{C9902785-F06B-A548-9813-D3AE98CA83E9}" dt="2022-06-20T02:04:37.872" v="11" actId="2696"/>
        <pc:sldMkLst>
          <pc:docMk/>
          <pc:sldMk cId="3195466115" sldId="545"/>
        </pc:sldMkLst>
      </pc:sldChg>
      <pc:sldChg chg="del">
        <pc:chgData name="Hieu Do" userId="8091c26b-a61d-4e97-addd-a670c191ef7c" providerId="ADAL" clId="{C9902785-F06B-A548-9813-D3AE98CA83E9}" dt="2022-06-20T02:04:37.645" v="10" actId="2696"/>
        <pc:sldMkLst>
          <pc:docMk/>
          <pc:sldMk cId="1360407124" sldId="546"/>
        </pc:sldMkLst>
      </pc:sldChg>
      <pc:sldChg chg="del">
        <pc:chgData name="Hieu Do" userId="8091c26b-a61d-4e97-addd-a670c191ef7c" providerId="ADAL" clId="{C9902785-F06B-A548-9813-D3AE98CA83E9}" dt="2022-06-20T02:04:36.957" v="8" actId="2696"/>
        <pc:sldMkLst>
          <pc:docMk/>
          <pc:sldMk cId="3555926662" sldId="547"/>
        </pc:sldMkLst>
      </pc:sldChg>
      <pc:sldChg chg="del">
        <pc:chgData name="Hieu Do" userId="8091c26b-a61d-4e97-addd-a670c191ef7c" providerId="ADAL" clId="{C9902785-F06B-A548-9813-D3AE98CA83E9}" dt="2022-06-20T02:04:37.132" v="9" actId="2696"/>
        <pc:sldMkLst>
          <pc:docMk/>
          <pc:sldMk cId="2972956599" sldId="548"/>
        </pc:sldMkLst>
      </pc:sldChg>
      <pc:sldChg chg="del">
        <pc:chgData name="Hieu Do" userId="8091c26b-a61d-4e97-addd-a670c191ef7c" providerId="ADAL" clId="{C9902785-F06B-A548-9813-D3AE98CA83E9}" dt="2022-06-20T02:04:38.262" v="13" actId="2696"/>
        <pc:sldMkLst>
          <pc:docMk/>
          <pc:sldMk cId="1012886757" sldId="549"/>
        </pc:sldMkLst>
      </pc:sldChg>
      <pc:sldChg chg="del">
        <pc:chgData name="Hieu Do" userId="8091c26b-a61d-4e97-addd-a670c191ef7c" providerId="ADAL" clId="{C9902785-F06B-A548-9813-D3AE98CA83E9}" dt="2022-06-20T02:04:40.272" v="21" actId="2696"/>
        <pc:sldMkLst>
          <pc:docMk/>
          <pc:sldMk cId="2382158402" sldId="550"/>
        </pc:sldMkLst>
      </pc:sldChg>
      <pc:sldChg chg="del">
        <pc:chgData name="Hieu Do" userId="8091c26b-a61d-4e97-addd-a670c191ef7c" providerId="ADAL" clId="{C9902785-F06B-A548-9813-D3AE98CA83E9}" dt="2022-06-20T02:04:38.686" v="15" actId="2696"/>
        <pc:sldMkLst>
          <pc:docMk/>
          <pc:sldMk cId="2760436217" sldId="551"/>
        </pc:sldMkLst>
      </pc:sldChg>
      <pc:sldChg chg="del">
        <pc:chgData name="Hieu Do" userId="8091c26b-a61d-4e97-addd-a670c191ef7c" providerId="ADAL" clId="{C9902785-F06B-A548-9813-D3AE98CA83E9}" dt="2022-06-20T02:04:39.084" v="17" actId="2696"/>
        <pc:sldMkLst>
          <pc:docMk/>
          <pc:sldMk cId="1087519252" sldId="552"/>
        </pc:sldMkLst>
      </pc:sldChg>
      <pc:sldChg chg="del">
        <pc:chgData name="Hieu Do" userId="8091c26b-a61d-4e97-addd-a670c191ef7c" providerId="ADAL" clId="{C9902785-F06B-A548-9813-D3AE98CA83E9}" dt="2022-06-20T02:04:38.446" v="14" actId="2696"/>
        <pc:sldMkLst>
          <pc:docMk/>
          <pc:sldMk cId="3866283393" sldId="553"/>
        </pc:sldMkLst>
      </pc:sldChg>
      <pc:sldChg chg="del">
        <pc:chgData name="Hieu Do" userId="8091c26b-a61d-4e97-addd-a670c191ef7c" providerId="ADAL" clId="{C9902785-F06B-A548-9813-D3AE98CA83E9}" dt="2022-06-20T02:04:38.903" v="16" actId="2696"/>
        <pc:sldMkLst>
          <pc:docMk/>
          <pc:sldMk cId="3607643248" sldId="554"/>
        </pc:sldMkLst>
      </pc:sldChg>
      <pc:sldChg chg="del">
        <pc:chgData name="Hieu Do" userId="8091c26b-a61d-4e97-addd-a670c191ef7c" providerId="ADAL" clId="{C9902785-F06B-A548-9813-D3AE98CA83E9}" dt="2022-06-20T02:04:39.490" v="18" actId="2696"/>
        <pc:sldMkLst>
          <pc:docMk/>
          <pc:sldMk cId="3808147081" sldId="555"/>
        </pc:sldMkLst>
      </pc:sldChg>
      <pc:sldChg chg="del">
        <pc:chgData name="Hieu Do" userId="8091c26b-a61d-4e97-addd-a670c191ef7c" providerId="ADAL" clId="{C9902785-F06B-A548-9813-D3AE98CA83E9}" dt="2022-06-20T02:04:40.891" v="24" actId="2696"/>
        <pc:sldMkLst>
          <pc:docMk/>
          <pc:sldMk cId="3166484182" sldId="556"/>
        </pc:sldMkLst>
      </pc:sldChg>
      <pc:sldChg chg="del">
        <pc:chgData name="Hieu Do" userId="8091c26b-a61d-4e97-addd-a670c191ef7c" providerId="ADAL" clId="{C9902785-F06B-A548-9813-D3AE98CA83E9}" dt="2022-06-20T02:04:39.722" v="19" actId="2696"/>
        <pc:sldMkLst>
          <pc:docMk/>
          <pc:sldMk cId="3724969017" sldId="557"/>
        </pc:sldMkLst>
      </pc:sldChg>
      <pc:sldChg chg="del">
        <pc:chgData name="Hieu Do" userId="8091c26b-a61d-4e97-addd-a670c191ef7c" providerId="ADAL" clId="{C9902785-F06B-A548-9813-D3AE98CA83E9}" dt="2022-06-20T02:04:39.912" v="20" actId="2696"/>
        <pc:sldMkLst>
          <pc:docMk/>
          <pc:sldMk cId="2389209577" sldId="558"/>
        </pc:sldMkLst>
      </pc:sldChg>
      <pc:sldChg chg="del">
        <pc:chgData name="Hieu Do" userId="8091c26b-a61d-4e97-addd-a670c191ef7c" providerId="ADAL" clId="{C9902785-F06B-A548-9813-D3AE98CA83E9}" dt="2022-06-20T02:04:40.486" v="22" actId="2696"/>
        <pc:sldMkLst>
          <pc:docMk/>
          <pc:sldMk cId="44966325" sldId="559"/>
        </pc:sldMkLst>
      </pc:sldChg>
      <pc:sldChg chg="del">
        <pc:chgData name="Hieu Do" userId="8091c26b-a61d-4e97-addd-a670c191ef7c" providerId="ADAL" clId="{C9902785-F06B-A548-9813-D3AE98CA83E9}" dt="2022-06-20T02:04:41.085" v="25" actId="2696"/>
        <pc:sldMkLst>
          <pc:docMk/>
          <pc:sldMk cId="3360809749" sldId="560"/>
        </pc:sldMkLst>
      </pc:sldChg>
      <pc:sldChg chg="del">
        <pc:chgData name="Hieu Do" userId="8091c26b-a61d-4e97-addd-a670c191ef7c" providerId="ADAL" clId="{C9902785-F06B-A548-9813-D3AE98CA83E9}" dt="2022-06-20T02:04:41.275" v="26" actId="2696"/>
        <pc:sldMkLst>
          <pc:docMk/>
          <pc:sldMk cId="2956700533" sldId="561"/>
        </pc:sldMkLst>
      </pc:sldChg>
      <pc:sldChg chg="del">
        <pc:chgData name="Hieu Do" userId="8091c26b-a61d-4e97-addd-a670c191ef7c" providerId="ADAL" clId="{C9902785-F06B-A548-9813-D3AE98CA83E9}" dt="2022-06-20T02:04:41.451" v="27" actId="2696"/>
        <pc:sldMkLst>
          <pc:docMk/>
          <pc:sldMk cId="1811797956" sldId="562"/>
        </pc:sldMkLst>
      </pc:sldChg>
      <pc:sldChg chg="del">
        <pc:chgData name="Hieu Do" userId="8091c26b-a61d-4e97-addd-a670c191ef7c" providerId="ADAL" clId="{C9902785-F06B-A548-9813-D3AE98CA83E9}" dt="2022-06-20T02:04:40.716" v="23" actId="2696"/>
        <pc:sldMkLst>
          <pc:docMk/>
          <pc:sldMk cId="898695266" sldId="563"/>
        </pc:sldMkLst>
      </pc:sldChg>
      <pc:sldChg chg="del">
        <pc:chgData name="Hieu Do" userId="8091c26b-a61d-4e97-addd-a670c191ef7c" providerId="ADAL" clId="{C9902785-F06B-A548-9813-D3AE98CA83E9}" dt="2022-06-20T02:04:41.683" v="28" actId="2696"/>
        <pc:sldMkLst>
          <pc:docMk/>
          <pc:sldMk cId="2014479424" sldId="565"/>
        </pc:sldMkLst>
      </pc:sldChg>
      <pc:sldChg chg="del">
        <pc:chgData name="Hieu Do" userId="8091c26b-a61d-4e97-addd-a670c191ef7c" providerId="ADAL" clId="{C9902785-F06B-A548-9813-D3AE98CA83E9}" dt="2022-06-20T02:04:42.191" v="30" actId="2696"/>
        <pc:sldMkLst>
          <pc:docMk/>
          <pc:sldMk cId="260629253" sldId="566"/>
        </pc:sldMkLst>
      </pc:sldChg>
      <pc:sldChg chg="del">
        <pc:chgData name="Hieu Do" userId="8091c26b-a61d-4e97-addd-a670c191ef7c" providerId="ADAL" clId="{C9902785-F06B-A548-9813-D3AE98CA83E9}" dt="2022-06-20T02:04:42.809" v="32" actId="2696"/>
        <pc:sldMkLst>
          <pc:docMk/>
          <pc:sldMk cId="2722667016" sldId="567"/>
        </pc:sldMkLst>
      </pc:sldChg>
      <pc:sldChg chg="del">
        <pc:chgData name="Hieu Do" userId="8091c26b-a61d-4e97-addd-a670c191ef7c" providerId="ADAL" clId="{C9902785-F06B-A548-9813-D3AE98CA83E9}" dt="2022-06-20T02:04:41.934" v="29" actId="2696"/>
        <pc:sldMkLst>
          <pc:docMk/>
          <pc:sldMk cId="322890662" sldId="568"/>
        </pc:sldMkLst>
      </pc:sldChg>
      <pc:sldChg chg="del">
        <pc:chgData name="Hieu Do" userId="8091c26b-a61d-4e97-addd-a670c191ef7c" providerId="ADAL" clId="{C9902785-F06B-A548-9813-D3AE98CA83E9}" dt="2022-06-20T02:04:43.855" v="35" actId="2696"/>
        <pc:sldMkLst>
          <pc:docMk/>
          <pc:sldMk cId="2288138841" sldId="569"/>
        </pc:sldMkLst>
      </pc:sldChg>
      <pc:sldChg chg="del">
        <pc:chgData name="Hieu Do" userId="8091c26b-a61d-4e97-addd-a670c191ef7c" providerId="ADAL" clId="{C9902785-F06B-A548-9813-D3AE98CA83E9}" dt="2022-06-20T02:04:42.505" v="31" actId="2696"/>
        <pc:sldMkLst>
          <pc:docMk/>
          <pc:sldMk cId="1120131306" sldId="570"/>
        </pc:sldMkLst>
      </pc:sldChg>
      <pc:sldChg chg="del">
        <pc:chgData name="Hieu Do" userId="8091c26b-a61d-4e97-addd-a670c191ef7c" providerId="ADAL" clId="{C9902785-F06B-A548-9813-D3AE98CA83E9}" dt="2022-06-20T02:04:43.595" v="34" actId="2696"/>
        <pc:sldMkLst>
          <pc:docMk/>
          <pc:sldMk cId="1502466028" sldId="571"/>
        </pc:sldMkLst>
      </pc:sldChg>
      <pc:sldChg chg="del">
        <pc:chgData name="Hieu Do" userId="8091c26b-a61d-4e97-addd-a670c191ef7c" providerId="ADAL" clId="{C9902785-F06B-A548-9813-D3AE98CA83E9}" dt="2022-06-20T02:04:43.348" v="33" actId="2696"/>
        <pc:sldMkLst>
          <pc:docMk/>
          <pc:sldMk cId="3796234869" sldId="572"/>
        </pc:sldMkLst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138C8E-03B8-4368-86A2-3F9C4FBD9FE4}" type="datetimeFigureOut">
              <a:rPr lang="en-US" smtClean="0"/>
              <a:t>11/24/2023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5C663B-431B-423B-9A93-E685BED1D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8744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295A99-AFDC-4489-AD5A-232A2B8B5E9F}" type="datetimeFigureOut">
              <a:rPr lang="en-US" smtClean="0"/>
              <a:t>11/24/2023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F77909-1D86-4682-89B5-4CE904DA8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30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92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3346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0997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581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3518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1596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2802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4477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2417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8326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8093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664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0216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7165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809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2498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9004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7365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3837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0942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95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723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0690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412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7657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4086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5951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104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8594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4265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8179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8730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925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61274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5627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73872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67223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94929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5121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60806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10999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39337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77909-1D86-4682-89B5-4CE904DA854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70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17A66-7196-4C84-BBB2-CA73672618B6}" type="datetime1">
              <a:rPr lang="en-US" smtClean="0"/>
              <a:t>11/24/2023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7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73513-0F9E-43EB-89A4-D9AE8DDAC043}" type="datetime1">
              <a:rPr lang="en-US" smtClean="0"/>
              <a:t>11/24/2023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9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CA7EA-CC7C-4398-AFC7-D25B506E424B}" type="datetime1">
              <a:rPr lang="en-US" smtClean="0"/>
              <a:t>11/24/2023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44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3408A-A315-4CDF-8E0E-95F46864F100}" type="datetime1">
              <a:rPr lang="en-US" smtClean="0"/>
              <a:t>11/24/2023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31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17088-E694-4A1C-A3F1-541B68AEB691}" type="datetime1">
              <a:rPr lang="en-US" smtClean="0"/>
              <a:t>11/24/2023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6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B1F3D-CE55-4CE9-A057-45171E04E0AD}" type="datetime1">
              <a:rPr lang="en-US" smtClean="0"/>
              <a:t>11/24/2023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6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B77DF-599A-4B91-B412-44B30AFAC672}" type="datetime1">
              <a:rPr lang="en-US" smtClean="0"/>
              <a:t>11/24/2023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023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4CCED-B603-48AC-9C36-5B8DDA8ED4F0}" type="datetime1">
              <a:rPr lang="en-US" smtClean="0"/>
              <a:t>11/24/2023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56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2C8C3-C964-4CC9-B864-27C034D90A92}" type="datetime1">
              <a:rPr lang="en-US" smtClean="0"/>
              <a:t>11/24/2023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903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38042-F3E1-4971-9A68-5CC7D80BFD79}" type="datetime1">
              <a:rPr lang="en-US" smtClean="0"/>
              <a:t>11/24/2023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532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B22B7-44FB-432C-A03F-62DA8464667C}" type="datetime1">
              <a:rPr lang="en-US" smtClean="0"/>
              <a:t>11/24/2023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57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611D6C-011E-4005-9578-EB92E29D72B9}" type="datetime1">
              <a:rPr lang="en-US" smtClean="0"/>
              <a:t>11/24/2023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C2322B-A538-4A49-A15D-9CB5DB056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79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2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3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6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43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notesSlide" Target="../notesSlides/notesSlide31.xml"/><Relationship Id="rId7" Type="http://schemas.openxmlformats.org/officeDocument/2006/relationships/image" Target="../media/image4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41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6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7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jpeg"/><Relationship Id="rId4" Type="http://schemas.openxmlformats.org/officeDocument/2006/relationships/image" Target="../media/image51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F4A910-118B-E89E-555C-15918BF29739}"/>
              </a:ext>
            </a:extLst>
          </p:cNvPr>
          <p:cNvSpPr/>
          <p:nvPr/>
        </p:nvSpPr>
        <p:spPr>
          <a:xfrm>
            <a:off x="0" y="6184234"/>
            <a:ext cx="12192000" cy="6497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2" name="Rectangle 41"/>
          <p:cNvSpPr/>
          <p:nvPr/>
        </p:nvSpPr>
        <p:spPr>
          <a:xfrm>
            <a:off x="0" y="3024102"/>
            <a:ext cx="12192000" cy="1354217"/>
          </a:xfrm>
          <a:prstGeom prst="rect">
            <a:avLst/>
          </a:prstGeom>
          <a:solidFill>
            <a:srgbClr val="993366"/>
          </a:solidFill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3135630" algn="ctr"/>
              </a:tabLst>
            </a:pP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Chương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6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  <a:tabLst>
                <a:tab pos="3135630" algn="ctr"/>
              </a:tabLst>
            </a:pP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Cân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bằng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Hóa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Học</a:t>
            </a:r>
            <a:endParaRPr lang="vi-VN" sz="3600" b="1" dirty="0">
              <a:solidFill>
                <a:schemeClr val="bg1"/>
              </a:solidFill>
              <a:effectLst/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1" y="-2"/>
            <a:ext cx="1201458" cy="11887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628CB4-93A6-4FEC-BBF9-C6C3C407C0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942" y="3020858"/>
            <a:ext cx="2852057" cy="1354726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1480215" y="122231"/>
            <a:ext cx="9366583" cy="10878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Khoa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Kỹ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môn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Vô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endParaRPr lang="en-US" sz="24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1480213" y="1776333"/>
            <a:ext cx="9366583" cy="681474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Đại</a:t>
            </a: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Cương</a:t>
            </a:r>
            <a:endParaRPr lang="en-US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85729" y="5530987"/>
            <a:ext cx="4955553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2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GV: TS. </a:t>
            </a:r>
            <a:r>
              <a:rPr lang="en-US" sz="26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Đặng</a:t>
            </a:r>
            <a:r>
              <a:rPr lang="en-US" sz="2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Văn</a:t>
            </a:r>
            <a:r>
              <a:rPr lang="en-US" sz="2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Hân</a:t>
            </a:r>
            <a:endParaRPr lang="en-US" sz="26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Office: 112B2 or 804H3 Building</a:t>
            </a:r>
          </a:p>
          <a:p>
            <a:pPr algn="ctr"/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</a:t>
            </a:r>
            <a:r>
              <a:rPr lang="en-US" sz="2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dvhan@hcmut.edu.vn</a:t>
            </a:r>
            <a:endParaRPr lang="en-US" sz="2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107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81610" y="122260"/>
            <a:ext cx="2894159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err="1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52494" y="836712"/>
            <a:ext cx="1188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2" name="Rectangle 1"/>
          <p:cNvSpPr/>
          <p:nvPr/>
        </p:nvSpPr>
        <p:spPr>
          <a:xfrm>
            <a:off x="335608" y="1286312"/>
            <a:ext cx="492795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3600" b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6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36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6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endParaRPr 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54640" y="4328839"/>
            <a:ext cx="50962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600" b="1" dirty="0" err="1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600" b="1" dirty="0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3600" b="1" dirty="0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 </a:t>
            </a:r>
            <a:r>
              <a:rPr lang="en-US" sz="3600" b="1" dirty="0" err="1" smtClean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Chatelier</a:t>
            </a:r>
            <a:endParaRPr lang="en-US" sz="3600" b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877739" y="5363855"/>
            <a:ext cx="79287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36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 ở </a:t>
            </a:r>
            <a:r>
              <a:rPr lang="en-US" sz="36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endParaRPr lang="en-US" sz="3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02405" y="2321328"/>
            <a:ext cx="672491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6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Hằng</a:t>
            </a:r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(K)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5D2A0F8-4B3B-D9CF-0AB9-FE52F468EADE}"/>
                  </a:ext>
                </a:extLst>
              </p:cNvPr>
              <p:cNvSpPr/>
              <p:nvPr/>
            </p:nvSpPr>
            <p:spPr>
              <a:xfrm>
                <a:off x="1873873" y="3351334"/>
                <a:ext cx="809542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sz="3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</a:t>
                </a:r>
                <a:r>
                  <a:rPr lang="en-US" sz="3600" b="1" dirty="0" err="1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Mối</a:t>
                </a:r>
                <a:r>
                  <a:rPr lang="en-US" sz="36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600" b="1" dirty="0" err="1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liên</a:t>
                </a:r>
                <a:r>
                  <a:rPr lang="en-US" sz="36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600" b="1" dirty="0" err="1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36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6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3600" b="1" baseline="-250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36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&amp; </a:t>
                </a:r>
                <a:r>
                  <a:rPr lang="en-US" sz="36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3600" b="1" baseline="-250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3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3600" b="1" dirty="0" err="1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36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36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 &amp; ∆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6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6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36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𝒓𝒙𝒏</m:t>
                        </m:r>
                      </m:sub>
                      <m:sup>
                        <m:r>
                          <a:rPr lang="en-US" sz="36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𝒐</m:t>
                        </m:r>
                      </m:sup>
                    </m:sSubSup>
                  </m:oMath>
                </a14:m>
                <a:r>
                  <a:rPr lang="en-US" sz="3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E5D2A0F8-4B3B-D9CF-0AB9-FE52F468EA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3873" y="3351334"/>
                <a:ext cx="8095421" cy="646331"/>
              </a:xfrm>
              <a:prstGeom prst="rect">
                <a:avLst/>
              </a:prstGeom>
              <a:blipFill rotWithShape="0">
                <a:blip r:embed="rId3"/>
                <a:stretch>
                  <a:fillRect l="-2259" t="-16038" r="-1506" b="-339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5225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51678" y="830448"/>
            <a:ext cx="1165483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65138" algn="just">
              <a:lnSpc>
                <a:spcPct val="15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altLang="en-US" sz="32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altLang="en-US" sz="32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32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altLang="en-US" sz="32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sz="32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altLang="en-US" sz="32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altLang="en-US" sz="32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“ </a:t>
            </a:r>
            <a:r>
              <a:rPr lang="en-US" alt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 </a:t>
            </a:r>
            <a:r>
              <a:rPr lang="en-US" alt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415314" y="5697785"/>
            <a:ext cx="9127557" cy="762000"/>
            <a:chOff x="1534692" y="5697785"/>
            <a:chExt cx="9127557" cy="762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Box 8">
                  <a:extLst>
                    <a:ext uri="{FF2B5EF4-FFF2-40B4-BE49-F238E27FC236}">
                      <a16:creationId xmlns:a16="http://schemas.microsoft.com/office/drawing/2014/main" id="{26A9510C-A11D-401E-90D4-312A83F6D9D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84466" y="5697785"/>
                  <a:ext cx="7577783" cy="762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buNone/>
                  </a:pPr>
                  <a:r>
                    <a:rPr lang="en-US" altLang="en-US" sz="28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KClO</a:t>
                  </a:r>
                  <a:r>
                    <a:rPr lang="en-US" altLang="en-US" sz="2800" b="1" baseline="-25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3</a:t>
                  </a:r>
                  <a:r>
                    <a:rPr lang="en-US" altLang="en-US" sz="28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 (r) = </a:t>
                  </a:r>
                  <a:r>
                    <a:rPr lang="en-US" altLang="en-US" sz="2800" b="1" dirty="0" err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KCl</a:t>
                  </a:r>
                  <a:r>
                    <a:rPr lang="en-US" altLang="en-US" sz="28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(r) +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fPr>
                        <m:num>
                          <m:r>
                            <a:rPr lang="en-US" alt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𝟑</m:t>
                          </m:r>
                        </m:num>
                        <m:den>
                          <m:r>
                            <a:rPr lang="en-US" alt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𝟐</m:t>
                          </m:r>
                        </m:den>
                      </m:f>
                    </m:oMath>
                  </a14:m>
                  <a:r>
                    <a:rPr lang="en-US" altLang="en-US" sz="28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O</a:t>
                  </a:r>
                  <a:r>
                    <a:rPr lang="en-US" altLang="en-US" sz="2800" b="1" baseline="-25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2</a:t>
                  </a:r>
                  <a:r>
                    <a:rPr lang="en-US" altLang="en-US" sz="28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(k) ;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𝟐𝟗𝟖</m:t>
                          </m:r>
                        </m:sub>
                        <m:sup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  <m:r>
                        <a:rPr lang="en-US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28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- 113 kJ</a:t>
                  </a:r>
                </a:p>
                <a:p>
                  <a:pPr eaLnBrk="1" hangingPunct="1">
                    <a:lnSpc>
                      <a:spcPct val="150000"/>
                    </a:lnSpc>
                    <a:buFontTx/>
                    <a:buNone/>
                  </a:pPr>
                  <a:endParaRPr lang="en-US" altLang="en-US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</mc:Choice>
          <mc:Fallback xmlns="">
            <p:sp>
              <p:nvSpPr>
                <p:cNvPr id="9" name="Text Box 8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26A9510C-A11D-401E-90D4-312A83F6D9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84466" y="5697785"/>
                  <a:ext cx="7577783" cy="762000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1609" b="-24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Rectangle 2"/>
            <p:cNvSpPr/>
            <p:nvPr/>
          </p:nvSpPr>
          <p:spPr>
            <a:xfrm>
              <a:off x="1534692" y="5814635"/>
              <a:ext cx="131318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Ví</a:t>
              </a:r>
              <a:r>
                <a:rPr lang="en-US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dụ</a:t>
              </a:r>
              <a:r>
                <a:rPr lang="vi-V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: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Rectangle 7"/>
          <p:cNvSpPr/>
          <p:nvPr/>
        </p:nvSpPr>
        <p:spPr>
          <a:xfrm>
            <a:off x="3876498" y="2501310"/>
            <a:ext cx="42051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en-US" sz="36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alt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en-US" sz="36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en-US" alt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 </a:t>
            </a:r>
            <a:r>
              <a:rPr lang="en-US" altLang="en-US" sz="36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cC</a:t>
            </a:r>
            <a:r>
              <a:rPr lang="en-US" alt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+ </a:t>
            </a:r>
            <a:r>
              <a:rPr lang="en-US" altLang="en-US" sz="36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dD</a:t>
            </a:r>
            <a:r>
              <a:rPr lang="en-US" alt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885" y="3191383"/>
            <a:ext cx="9800417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9575" algn="just">
              <a:spcBef>
                <a:spcPts val="600"/>
              </a:spcBef>
              <a:spcAft>
                <a:spcPts val="600"/>
              </a:spcAft>
              <a:buSzPct val="80000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38238" indent="-246063" algn="just">
              <a:spcBef>
                <a:spcPts val="600"/>
              </a:spcBef>
              <a:spcAft>
                <a:spcPts val="600"/>
              </a:spcAft>
              <a:buSzPct val="80000"/>
              <a:buFont typeface="Wingdings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b, c, 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tỉ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38238" indent="-246063" algn="just">
              <a:spcBef>
                <a:spcPts val="600"/>
              </a:spcBef>
              <a:spcAft>
                <a:spcPts val="600"/>
              </a:spcAft>
              <a:buSzPct val="80000"/>
              <a:buFont typeface="Wingdings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B 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</a:p>
          <a:p>
            <a:pPr marL="1138238" indent="-246063" algn="just">
              <a:spcBef>
                <a:spcPts val="600"/>
              </a:spcBef>
              <a:spcAft>
                <a:spcPts val="600"/>
              </a:spcAft>
              <a:buSzPct val="80000"/>
              <a:buFont typeface="Wingdings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 D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81412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1694390" y="3095967"/>
            <a:ext cx="10112123" cy="762000"/>
            <a:chOff x="900843" y="1156572"/>
            <a:chExt cx="10112123" cy="762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 Box 8">
                  <a:extLst>
                    <a:ext uri="{FF2B5EF4-FFF2-40B4-BE49-F238E27FC236}">
                      <a16:creationId xmlns:a16="http://schemas.microsoft.com/office/drawing/2014/main" id="{26A9510C-A11D-401E-90D4-312A83F6D9D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14023" y="1156572"/>
                  <a:ext cx="8798943" cy="762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buNone/>
                  </a:pPr>
                  <a:r>
                    <a:rPr lang="en-US" altLang="en-US" sz="28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H</a:t>
                  </a:r>
                  <a:r>
                    <a:rPr lang="en-US" altLang="en-US" sz="2800" b="1" baseline="-25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2</a:t>
                  </a:r>
                  <a:r>
                    <a:rPr lang="en-US" altLang="en-US" sz="28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 (k) + I</a:t>
                  </a:r>
                  <a:r>
                    <a:rPr lang="en-US" altLang="en-US" sz="2800" b="1" baseline="-25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2</a:t>
                  </a:r>
                  <a:r>
                    <a:rPr lang="en-US" altLang="en-US" sz="28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Symbol" panose="05050102010706020507" pitchFamily="18" charset="2"/>
                    </a:rPr>
                    <a:t> (k)          2HI (k) ;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𝟐𝟗𝟖</m:t>
                          </m:r>
                        </m:sub>
                        <m:sup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bSup>
                      <m:r>
                        <a:rPr lang="en-US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28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- 15,92 kJ</a:t>
                  </a:r>
                </a:p>
              </p:txBody>
            </p:sp>
          </mc:Choice>
          <mc:Fallback xmlns="">
            <p:sp>
              <p:nvSpPr>
                <p:cNvPr id="21" name="Text Box 8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26A9510C-A11D-401E-90D4-312A83F6D9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14023" y="1156572"/>
                  <a:ext cx="8798943" cy="762000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1385" t="-32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Rectangle 21"/>
            <p:cNvSpPr/>
            <p:nvPr/>
          </p:nvSpPr>
          <p:spPr>
            <a:xfrm>
              <a:off x="900843" y="1179582"/>
              <a:ext cx="131318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Ví</a:t>
              </a:r>
              <a:r>
                <a:rPr lang="en-US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dụ</a:t>
              </a:r>
              <a:r>
                <a:rPr lang="vi-V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: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3" name="Picture 3">
              <a:extLst>
                <a:ext uri="{FF2B5EF4-FFF2-40B4-BE49-F238E27FC236}">
                  <a16:creationId xmlns:a16="http://schemas.microsoft.com/office/drawing/2014/main" id="{174D511E-8B72-9643-F0AF-7814C41A01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633852" y="1356083"/>
              <a:ext cx="373478" cy="252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8" name="Group 7"/>
          <p:cNvGrpSpPr/>
          <p:nvPr/>
        </p:nvGrpSpPr>
        <p:grpSpPr>
          <a:xfrm>
            <a:off x="1905662" y="3915789"/>
            <a:ext cx="7790429" cy="2942211"/>
            <a:chOff x="304799" y="3581400"/>
            <a:chExt cx="8382001" cy="3168017"/>
          </a:xfrm>
        </p:grpSpPr>
        <p:pic>
          <p:nvPicPr>
            <p:cNvPr id="25" name="Picture 4" descr="equilibrium composition independent of reaction direction">
              <a:extLst>
                <a:ext uri="{FF2B5EF4-FFF2-40B4-BE49-F238E27FC236}">
                  <a16:creationId xmlns:a16="http://schemas.microsoft.com/office/drawing/2014/main" id="{CBB72569-A4D4-4513-83F7-351146D473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04800" y="3581400"/>
              <a:ext cx="8382000" cy="3168017"/>
            </a:xfrm>
            <a:prstGeom prst="rect">
              <a:avLst/>
            </a:prstGeom>
            <a:solidFill>
              <a:srgbClr val="FFFFFF"/>
            </a:solidFill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3A05347-9594-4C15-B80B-6895EAD24132}"/>
                </a:ext>
              </a:extLst>
            </p:cNvPr>
            <p:cNvSpPr txBox="1"/>
            <p:nvPr/>
          </p:nvSpPr>
          <p:spPr>
            <a:xfrm>
              <a:off x="304799" y="4125716"/>
              <a:ext cx="1293488" cy="91775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NỒNG ĐỘ [mol.L</a:t>
              </a:r>
              <a:r>
                <a:rPr lang="en-US" sz="20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86935F1-B05B-4EFE-A5F6-3CA571CC0D78}"/>
                </a:ext>
              </a:extLst>
            </p:cNvPr>
            <p:cNvSpPr txBox="1"/>
            <p:nvPr/>
          </p:nvSpPr>
          <p:spPr>
            <a:xfrm>
              <a:off x="2285999" y="6365145"/>
              <a:ext cx="2174942" cy="3616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THỜI GIAN →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A080103-9017-4E67-8A27-07C2B08E92F3}"/>
                </a:ext>
              </a:extLst>
            </p:cNvPr>
            <p:cNvSpPr txBox="1"/>
            <p:nvPr/>
          </p:nvSpPr>
          <p:spPr>
            <a:xfrm>
              <a:off x="6079048" y="6380085"/>
              <a:ext cx="2089641" cy="3616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THỜI GIAN →</a:t>
              </a:r>
            </a:p>
          </p:txBody>
        </p:sp>
      </p:grpSp>
      <p:sp>
        <p:nvSpPr>
          <p:cNvPr id="29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53762DC-96C3-993F-7A33-E4D6DDF62D85}"/>
              </a:ext>
            </a:extLst>
          </p:cNvPr>
          <p:cNvGrpSpPr/>
          <p:nvPr/>
        </p:nvGrpSpPr>
        <p:grpSpPr>
          <a:xfrm>
            <a:off x="4410571" y="2320157"/>
            <a:ext cx="4006225" cy="646331"/>
            <a:chOff x="7050690" y="3489960"/>
            <a:chExt cx="4006225" cy="646331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5DDD91F-7733-F3D5-58D6-2C0747B2BCA8}"/>
                </a:ext>
              </a:extLst>
            </p:cNvPr>
            <p:cNvSpPr/>
            <p:nvPr/>
          </p:nvSpPr>
          <p:spPr>
            <a:xfrm>
              <a:off x="7050690" y="3489960"/>
              <a:ext cx="4006225" cy="646331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>
              <a:spAutoFit/>
            </a:bodyPr>
            <a:lstStyle/>
            <a:p>
              <a:r>
                <a:rPr lang="en-US" sz="3600" b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aA+bB</a:t>
              </a:r>
              <a:r>
                <a:rPr lang="en-US" sz="36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r>
                <a:rPr lang="en-US" sz="3600" b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cC</a:t>
              </a:r>
              <a:r>
                <a:rPr lang="en-US" sz="3600" b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 </a:t>
              </a:r>
              <a:r>
                <a:rPr lang="en-US" sz="3600" b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dD</a:t>
              </a:r>
              <a:endParaRPr 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8" name="Picture 3">
              <a:extLst>
                <a:ext uri="{FF2B5EF4-FFF2-40B4-BE49-F238E27FC236}">
                  <a16:creationId xmlns:a16="http://schemas.microsoft.com/office/drawing/2014/main" id="{BF596E02-ECE9-37BA-5AED-5D240C6DE4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8757855" y="3756209"/>
              <a:ext cx="373478" cy="252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CB4BB8A-C3DD-AD91-1FAE-2F40A8895F05}"/>
              </a:ext>
            </a:extLst>
          </p:cNvPr>
          <p:cNvGrpSpPr/>
          <p:nvPr/>
        </p:nvGrpSpPr>
        <p:grpSpPr>
          <a:xfrm>
            <a:off x="151680" y="709504"/>
            <a:ext cx="11654833" cy="1481175"/>
            <a:chOff x="151680" y="709504"/>
            <a:chExt cx="11654833" cy="1481175"/>
          </a:xfrm>
        </p:grpSpPr>
        <p:sp>
          <p:nvSpPr>
            <p:cNvPr id="30" name="Rectangle 29"/>
            <p:cNvSpPr/>
            <p:nvPr/>
          </p:nvSpPr>
          <p:spPr>
            <a:xfrm>
              <a:off x="151680" y="709504"/>
              <a:ext cx="11654833" cy="14811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465138" algn="just">
                <a:lnSpc>
                  <a:spcPct val="150000"/>
                </a:lnSpc>
              </a:pPr>
              <a:r>
                <a:rPr lang="en-US" altLang="en-US" sz="32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2. </a:t>
              </a:r>
              <a:r>
                <a:rPr lang="en-US" altLang="en-US" sz="32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US" altLang="en-US" sz="32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ứng</a:t>
              </a:r>
              <a:r>
                <a:rPr lang="en-US" altLang="en-US" sz="32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thuận</a:t>
              </a:r>
              <a:r>
                <a:rPr lang="en-US" altLang="en-US" sz="32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nghịch</a:t>
              </a:r>
              <a:r>
                <a:rPr lang="en-US" altLang="en-US" sz="32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ở </a:t>
              </a:r>
              <a:r>
                <a:rPr lang="en-US" alt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cùng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điều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kiện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ứng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xảy</a:t>
              </a:r>
              <a:r>
                <a:rPr lang="en-US" altLang="en-US" sz="32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ra</a:t>
              </a:r>
              <a:r>
                <a:rPr lang="en-US" altLang="en-US" sz="32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đồng</a:t>
              </a:r>
              <a:r>
                <a:rPr lang="en-US" altLang="en-US" sz="32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thời</a:t>
              </a:r>
              <a:r>
                <a:rPr lang="en-US" altLang="en-US" sz="32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theo</a:t>
              </a:r>
              <a:r>
                <a:rPr lang="en-US" altLang="en-US" sz="32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hai</a:t>
              </a:r>
              <a:r>
                <a:rPr lang="en-US" altLang="en-US" sz="32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chiều</a:t>
              </a:r>
              <a:r>
                <a:rPr lang="en-US" altLang="en-US" sz="32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ngược</a:t>
              </a:r>
              <a:r>
                <a:rPr lang="en-US" altLang="en-US" sz="3200" i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i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nhau</a:t>
              </a:r>
              <a:r>
                <a:rPr lang="en-US" altLang="en-US" sz="3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“      ”</a:t>
              </a:r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6635685" y="1633660"/>
              <a:ext cx="873957" cy="523220"/>
              <a:chOff x="6575601" y="1539550"/>
              <a:chExt cx="873957" cy="523220"/>
            </a:xfrm>
          </p:grpSpPr>
          <p:sp>
            <p:nvSpPr>
              <p:cNvPr id="42" name="Rectangle 41"/>
              <p:cNvSpPr/>
              <p:nvPr/>
            </p:nvSpPr>
            <p:spPr>
              <a:xfrm>
                <a:off x="6575601" y="1539550"/>
                <a:ext cx="87395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    ) </a:t>
                </a:r>
                <a:endParaRPr lang="en-US" sz="2800" dirty="0">
                  <a:solidFill>
                    <a:srgbClr val="00B050"/>
                  </a:solidFill>
                </a:endParaRPr>
              </a:p>
            </p:txBody>
          </p:sp>
          <p:pic>
            <p:nvPicPr>
              <p:cNvPr id="43" name="Picture 3">
                <a:extLst>
                  <a:ext uri="{FF2B5EF4-FFF2-40B4-BE49-F238E27FC236}">
                    <a16:creationId xmlns:a16="http://schemas.microsoft.com/office/drawing/2014/main" id="{174D511E-8B72-9643-F0AF-7814C41A01A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6775985" y="1661626"/>
                <a:ext cx="373478" cy="2523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</p:grpSp>
    </p:spTree>
    <p:extLst>
      <p:ext uri="{BB962C8B-B14F-4D97-AF65-F5344CB8AC3E}">
        <p14:creationId xmlns:p14="http://schemas.microsoft.com/office/powerpoint/2010/main" val="3459389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51678" y="795942"/>
            <a:ext cx="1165483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65138" algn="just">
              <a:spcAft>
                <a:spcPts val="600"/>
              </a:spcAft>
            </a:pPr>
            <a:r>
              <a:rPr lang="en-US" alt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alt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alt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32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altLang="en-US" sz="32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32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altLang="en-US" sz="32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04591" y="3676448"/>
            <a:ext cx="1165483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65138" algn="just">
              <a:spcBef>
                <a:spcPts val="600"/>
              </a:spcBef>
              <a:spcAft>
                <a:spcPts val="600"/>
              </a:spcAft>
            </a:pPr>
            <a:r>
              <a:rPr lang="en-US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alt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r>
              <a:rPr lang="en-US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altLang="en-US" sz="32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altLang="en-US" sz="32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altLang="en-US" sz="32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altLang="en-US" sz="32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altLang="en-US" sz="32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endParaRPr lang="en-US" altLang="en-US" sz="3200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1224140" y="1520046"/>
            <a:ext cx="10070029" cy="596658"/>
            <a:chOff x="1224140" y="1520046"/>
            <a:chExt cx="10070029" cy="596658"/>
          </a:xfrm>
        </p:grpSpPr>
        <p:sp>
          <p:nvSpPr>
            <p:cNvPr id="3" name="Rectangle 2"/>
            <p:cNvSpPr/>
            <p:nvPr/>
          </p:nvSpPr>
          <p:spPr>
            <a:xfrm>
              <a:off x="1224140" y="1531929"/>
              <a:ext cx="1471878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Ví</a:t>
              </a:r>
              <a:r>
                <a:rPr lang="en-US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dụ</a:t>
              </a:r>
              <a:r>
                <a:rPr lang="vi-V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: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640838" y="1520046"/>
              <a:ext cx="8653331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HCl</a:t>
              </a:r>
              <a:r>
                <a:rPr lang="en-US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</a:t>
              </a:r>
              <a:r>
                <a:rPr lang="en-US" alt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dd</a:t>
              </a:r>
              <a:r>
                <a:rPr lang="en-US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 +  </a:t>
              </a:r>
              <a:r>
                <a:rPr lang="en-US" alt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NaOH</a:t>
              </a:r>
              <a:r>
                <a:rPr lang="en-US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</a:t>
              </a:r>
              <a:r>
                <a:rPr lang="en-US" alt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dd</a:t>
              </a:r>
              <a:r>
                <a:rPr lang="en-US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r>
                <a:rPr lang="vi-VN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vi-VN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NaCl</a:t>
              </a:r>
              <a:r>
                <a:rPr lang="en-US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</a:t>
              </a:r>
              <a:r>
                <a:rPr lang="en-US" alt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dd</a:t>
              </a:r>
              <a:r>
                <a:rPr lang="en-US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 + </a:t>
              </a:r>
              <a:r>
                <a:rPr lang="vi-VN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en-US" sz="32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 (l)</a:t>
              </a:r>
              <a:endPara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6" name="Rectangle 25"/>
          <p:cNvSpPr/>
          <p:nvPr/>
        </p:nvSpPr>
        <p:spPr>
          <a:xfrm>
            <a:off x="151678" y="2244150"/>
            <a:ext cx="1165483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65138" algn="just">
              <a:spcAft>
                <a:spcPts val="600"/>
              </a:spcAft>
            </a:pPr>
            <a:r>
              <a:rPr lang="en-US" alt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altLang="en-US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</a:t>
            </a:r>
            <a:r>
              <a:rPr lang="en-US" alt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alt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32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bề</a:t>
            </a:r>
            <a:r>
              <a:rPr lang="en-US" altLang="en-US" sz="32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altLang="en-US" sz="32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altLang="en-US" sz="32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chia </a:t>
            </a:r>
            <a:r>
              <a:rPr lang="en-US" altLang="en-US" sz="32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endParaRPr lang="en-US" altLang="en-US" sz="3200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1224140" y="2957944"/>
            <a:ext cx="9474065" cy="584775"/>
            <a:chOff x="1224140" y="3597185"/>
            <a:chExt cx="9474065" cy="584775"/>
          </a:xfrm>
        </p:grpSpPr>
        <p:sp>
          <p:nvSpPr>
            <p:cNvPr id="27" name="Rectangle 26"/>
            <p:cNvSpPr/>
            <p:nvPr/>
          </p:nvSpPr>
          <p:spPr>
            <a:xfrm>
              <a:off x="2921717" y="3597185"/>
              <a:ext cx="7776488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Zn (r)  +  2HCl (</a:t>
              </a:r>
              <a:r>
                <a:rPr lang="en-US" alt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dd</a:t>
              </a:r>
              <a:r>
                <a:rPr lang="en-US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 =  ZnCl</a:t>
              </a:r>
              <a:r>
                <a:rPr lang="en-US" altLang="en-US" sz="32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</a:t>
              </a:r>
              <a:r>
                <a:rPr lang="en-US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dd</a:t>
              </a:r>
              <a:r>
                <a:rPr lang="en-US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 +  H</a:t>
              </a:r>
              <a:r>
                <a:rPr lang="en-US" altLang="en-US" sz="32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(k) </a:t>
              </a:r>
              <a:endPara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224140" y="3597185"/>
              <a:ext cx="1471878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Ví</a:t>
              </a:r>
              <a:r>
                <a:rPr lang="en-US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dụ</a:t>
              </a:r>
              <a:r>
                <a:rPr lang="vi-V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: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1224140" y="4400552"/>
            <a:ext cx="5723679" cy="584775"/>
            <a:chOff x="1224140" y="4400552"/>
            <a:chExt cx="5723679" cy="584775"/>
          </a:xfrm>
        </p:grpSpPr>
        <p:sp>
          <p:nvSpPr>
            <p:cNvPr id="30" name="Rectangle 29"/>
            <p:cNvSpPr/>
            <p:nvPr/>
          </p:nvSpPr>
          <p:spPr>
            <a:xfrm>
              <a:off x="2707556" y="4400552"/>
              <a:ext cx="4240263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en-US" sz="32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</a:t>
              </a:r>
              <a:r>
                <a:rPr lang="en-US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(k) + I</a:t>
              </a:r>
              <a:r>
                <a:rPr lang="en-US" altLang="en-US" sz="32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</a:t>
              </a:r>
              <a:r>
                <a:rPr lang="en-US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(k) = 2HI (k)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224140" y="4400552"/>
              <a:ext cx="1471878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Ví</a:t>
              </a:r>
              <a:r>
                <a:rPr lang="en-US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dụ</a:t>
              </a:r>
              <a:r>
                <a:rPr lang="vi-V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: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2" name="Rectangle 31"/>
          <p:cNvSpPr/>
          <p:nvPr/>
        </p:nvSpPr>
        <p:spPr>
          <a:xfrm>
            <a:off x="204590" y="5119286"/>
            <a:ext cx="1165483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65138" algn="just">
              <a:spcBef>
                <a:spcPts val="600"/>
              </a:spcBef>
              <a:spcAft>
                <a:spcPts val="600"/>
              </a:spcAft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phức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tạp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altLang="en-US" sz="32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altLang="en-US" sz="32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altLang="en-US" sz="32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altLang="en-US" sz="32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altLang="en-US" sz="32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song </a:t>
            </a:r>
            <a:r>
              <a:rPr lang="en-US" alt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song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nghich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sz="3200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1224140" y="6136617"/>
            <a:ext cx="6367702" cy="711733"/>
            <a:chOff x="1224140" y="6153870"/>
            <a:chExt cx="6367702" cy="7117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 33"/>
                <p:cNvSpPr/>
                <p:nvPr/>
              </p:nvSpPr>
              <p:spPr>
                <a:xfrm>
                  <a:off x="2707556" y="6153870"/>
                  <a:ext cx="4884286" cy="71173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32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</a:t>
                  </a:r>
                  <a:r>
                    <a:rPr lang="en-US" altLang="en-US" sz="3200" b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 </a:t>
                  </a:r>
                  <a:r>
                    <a:rPr lang="en-US" altLang="en-US" sz="32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(k) + Cl</a:t>
                  </a:r>
                  <a:r>
                    <a:rPr lang="en-US" altLang="en-US" sz="3200" b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 </a:t>
                  </a:r>
                  <a:r>
                    <a:rPr lang="en-US" altLang="en-US" sz="32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(k) </a:t>
                  </a:r>
                  <a14:m>
                    <m:oMath xmlns:m="http://schemas.openxmlformats.org/officeDocument/2006/math">
                      <m:groupChr>
                        <m:groupChrPr>
                          <m:chr m:val="↔"/>
                          <m:vertJc m:val="bot"/>
                          <m:ctrlPr>
                            <a:rPr lang="en-US" altLang="en-US" sz="3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en-US" sz="3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  <m:r>
                            <a:rPr lang="en-US" altLang="en-US" sz="3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𝒔</m:t>
                          </m:r>
                        </m:e>
                      </m:groupChr>
                    </m:oMath>
                  </a14:m>
                  <a:r>
                    <a:rPr lang="en-US" altLang="en-US" sz="32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2HCl (k)</a:t>
                  </a:r>
                </a:p>
              </p:txBody>
            </p:sp>
          </mc:Choice>
          <mc:Fallback xmlns="">
            <p:sp>
              <p:nvSpPr>
                <p:cNvPr id="34" name="Rectangle 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7556" y="6153870"/>
                  <a:ext cx="4884286" cy="711733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3121" r="-1998" b="-275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Rectangle 34"/>
            <p:cNvSpPr/>
            <p:nvPr/>
          </p:nvSpPr>
          <p:spPr>
            <a:xfrm>
              <a:off x="1224140" y="6240135"/>
              <a:ext cx="1471878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Ví</a:t>
              </a:r>
              <a:r>
                <a:rPr lang="en-US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en-U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dụ</a:t>
              </a:r>
              <a:r>
                <a:rPr lang="vi-VN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: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2588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26" grpId="0"/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340283" y="837895"/>
            <a:ext cx="10994136" cy="2254413"/>
            <a:chOff x="340283" y="837895"/>
            <a:chExt cx="10994136" cy="225441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F0661DA-423E-42E5-65EF-689DCC9E0DCF}"/>
                </a:ext>
              </a:extLst>
            </p:cNvPr>
            <p:cNvSpPr/>
            <p:nvPr/>
          </p:nvSpPr>
          <p:spPr>
            <a:xfrm>
              <a:off x="340283" y="837895"/>
              <a:ext cx="10994136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buSzPct val="80000"/>
              </a:pPr>
              <a:r>
                <a:rPr lang="en-US" sz="36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Định</a:t>
              </a:r>
              <a:r>
                <a:rPr lang="en-US" sz="36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6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luật</a:t>
              </a:r>
              <a:r>
                <a:rPr lang="en-US" sz="36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6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tác</a:t>
              </a:r>
              <a:r>
                <a:rPr lang="en-US" sz="36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6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dụng</a:t>
              </a:r>
              <a:r>
                <a:rPr lang="en-US" sz="36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6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khối</a:t>
              </a:r>
              <a:r>
                <a:rPr lang="en-US" sz="36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6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lượng</a:t>
              </a:r>
              <a:r>
                <a:rPr lang="en-US" sz="36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(M. </a:t>
              </a:r>
              <a:r>
                <a:rPr lang="en-US" sz="2800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Guldberg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và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P. </a:t>
              </a:r>
              <a:r>
                <a:rPr lang="en-US" sz="2800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Waage</a:t>
              </a:r>
              <a:r>
                <a:rPr lang="en-US" sz="28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17D57A0-3D13-7FD6-FBF6-0D7E6A97FBFA}"/>
                </a:ext>
              </a:extLst>
            </p:cNvPr>
            <p:cNvSpPr/>
            <p:nvPr/>
          </p:nvSpPr>
          <p:spPr>
            <a:xfrm>
              <a:off x="2125341" y="2445977"/>
              <a:ext cx="7424020" cy="646331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>
              <a:spAutoFit/>
            </a:bodyPr>
            <a:lstStyle/>
            <a:p>
              <a:r>
                <a:rPr lang="en-US" sz="36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aA</a:t>
              </a:r>
              <a:r>
                <a:rPr lang="en-US" sz="36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(k)  +  </a:t>
              </a:r>
              <a:r>
                <a:rPr lang="en-US" sz="36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bB</a:t>
              </a:r>
              <a:r>
                <a:rPr lang="en-US" sz="36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(k)  =   </a:t>
              </a:r>
              <a:r>
                <a:rPr lang="en-US" sz="36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cC</a:t>
              </a:r>
              <a:r>
                <a:rPr lang="en-US" sz="36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(k)  +  </a:t>
              </a:r>
              <a:r>
                <a:rPr lang="en-US" sz="36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dD</a:t>
              </a:r>
              <a:r>
                <a:rPr lang="en-US" sz="36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(k)</a:t>
              </a:r>
            </a:p>
          </p:txBody>
        </p:sp>
        <p:sp>
          <p:nvSpPr>
            <p:cNvPr id="2" name="Rectangle 1"/>
            <p:cNvSpPr/>
            <p:nvPr/>
          </p:nvSpPr>
          <p:spPr>
            <a:xfrm>
              <a:off x="848877" y="1689436"/>
              <a:ext cx="8951489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Ở </a:t>
              </a:r>
              <a:r>
                <a:rPr lang="en-US" alt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nhiệt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không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đổi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ứng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đồng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thể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đơn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giản</a:t>
              </a:r>
              <a:r>
                <a:rPr lang="en-US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 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848877" y="3345900"/>
            <a:ext cx="6500827" cy="707886"/>
            <a:chOff x="848877" y="3345900"/>
            <a:chExt cx="6500827" cy="707886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47D432-F5E2-110F-2BA5-6F019E8D6CA9}"/>
                </a:ext>
              </a:extLst>
            </p:cNvPr>
            <p:cNvSpPr/>
            <p:nvPr/>
          </p:nvSpPr>
          <p:spPr>
            <a:xfrm>
              <a:off x="848877" y="3350938"/>
              <a:ext cx="3565408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Tốc</a:t>
              </a:r>
              <a:r>
                <a:rPr lang="en-US" alt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US" alt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US" alt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ứng</a:t>
              </a:r>
              <a:r>
                <a:rPr lang="en-US" alt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endParaRPr lang="x-none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4414285" y="3345900"/>
              <a:ext cx="2935419" cy="707886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>
              <a:spAutoFit/>
            </a:bodyPr>
            <a:lstStyle/>
            <a:p>
              <a:r>
                <a:rPr lang="en-US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 = </a:t>
              </a:r>
              <a:r>
                <a:rPr lang="en-US" altLang="en-US" sz="4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[A]</a:t>
              </a:r>
              <a:r>
                <a:rPr lang="en-US" altLang="en-US" sz="40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[B]</a:t>
              </a:r>
              <a:r>
                <a:rPr lang="en-US" altLang="en-US" sz="40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x-none" sz="4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1311828" y="4238047"/>
            <a:ext cx="5919546" cy="1267082"/>
            <a:chOff x="1311828" y="4238047"/>
            <a:chExt cx="5919546" cy="126708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647D432-F5E2-110F-2BA5-6F019E8D6CA9}"/>
                </a:ext>
              </a:extLst>
            </p:cNvPr>
            <p:cNvSpPr/>
            <p:nvPr/>
          </p:nvSpPr>
          <p:spPr>
            <a:xfrm>
              <a:off x="1311828" y="4238047"/>
              <a:ext cx="106906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Với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endParaRPr lang="x-none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647D432-F5E2-110F-2BA5-6F019E8D6CA9}"/>
                </a:ext>
              </a:extLst>
            </p:cNvPr>
            <p:cNvSpPr/>
            <p:nvPr/>
          </p:nvSpPr>
          <p:spPr>
            <a:xfrm>
              <a:off x="2380891" y="4294564"/>
              <a:ext cx="4850483" cy="52322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293688" indent="-293688">
                <a:buFont typeface="Wingdings" panose="05000000000000000000" pitchFamily="2" charset="2"/>
                <a:buChar char="§"/>
              </a:pP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là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tốc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ứng</a:t>
              </a:r>
              <a:endParaRPr lang="x-none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647D432-F5E2-110F-2BA5-6F019E8D6CA9}"/>
                </a:ext>
              </a:extLst>
            </p:cNvPr>
            <p:cNvSpPr/>
            <p:nvPr/>
          </p:nvSpPr>
          <p:spPr>
            <a:xfrm>
              <a:off x="2380890" y="4981909"/>
              <a:ext cx="4850483" cy="52322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293688" indent="-293688">
                <a:buFont typeface="Wingdings" panose="05000000000000000000" pitchFamily="2" charset="2"/>
                <a:buChar char="§"/>
              </a:pP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là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hằng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số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tốc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ứng</a:t>
              </a:r>
              <a:endParaRPr lang="x-none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151680" y="5505129"/>
            <a:ext cx="4654452" cy="1199010"/>
            <a:chOff x="151680" y="5505129"/>
            <a:chExt cx="4654452" cy="1199010"/>
          </a:xfrm>
        </p:grpSpPr>
        <p:cxnSp>
          <p:nvCxnSpPr>
            <p:cNvPr id="7" name="Straight Arrow Connector 6"/>
            <p:cNvCxnSpPr>
              <a:stCxn id="17" idx="2"/>
              <a:endCxn id="20" idx="0"/>
            </p:cNvCxnSpPr>
            <p:nvPr/>
          </p:nvCxnSpPr>
          <p:spPr>
            <a:xfrm flipH="1">
              <a:off x="1810948" y="5505129"/>
              <a:ext cx="2995184" cy="6757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647D432-F5E2-110F-2BA5-6F019E8D6CA9}"/>
                </a:ext>
              </a:extLst>
            </p:cNvPr>
            <p:cNvSpPr/>
            <p:nvPr/>
          </p:nvSpPr>
          <p:spPr>
            <a:xfrm>
              <a:off x="151680" y="6180919"/>
              <a:ext cx="3318535" cy="52322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en-US" altLang="en-US" sz="2800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1. </a:t>
              </a:r>
              <a:r>
                <a:rPr lang="en-US" altLang="en-US" sz="2800" i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Bản</a:t>
              </a:r>
              <a:r>
                <a:rPr lang="en-US" altLang="en-US" sz="2800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chất</a:t>
              </a:r>
              <a:r>
                <a:rPr lang="en-US" altLang="en-US" sz="2800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US" altLang="en-US" sz="2800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ứng</a:t>
              </a:r>
              <a:endParaRPr lang="x-none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3848264" y="5491473"/>
            <a:ext cx="1912668" cy="1245756"/>
            <a:chOff x="3848264" y="5491473"/>
            <a:chExt cx="1912668" cy="124575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647D432-F5E2-110F-2BA5-6F019E8D6CA9}"/>
                </a:ext>
              </a:extLst>
            </p:cNvPr>
            <p:cNvSpPr/>
            <p:nvPr/>
          </p:nvSpPr>
          <p:spPr>
            <a:xfrm>
              <a:off x="3848264" y="6214009"/>
              <a:ext cx="1912668" cy="52322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en-US" altLang="en-US" sz="28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2. </a:t>
              </a:r>
              <a:r>
                <a:rPr lang="en-US" altLang="en-US" sz="2800" i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Nhiệt</a:t>
              </a:r>
              <a:r>
                <a:rPr lang="en-US" altLang="en-US" sz="28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endParaRPr lang="x-none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3" name="Straight Arrow Connector 22"/>
            <p:cNvCxnSpPr>
              <a:endCxn id="22" idx="0"/>
            </p:cNvCxnSpPr>
            <p:nvPr/>
          </p:nvCxnSpPr>
          <p:spPr>
            <a:xfrm>
              <a:off x="4804598" y="5491473"/>
              <a:ext cx="0" cy="7225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4806132" y="5505129"/>
            <a:ext cx="3255881" cy="1199010"/>
            <a:chOff x="4806132" y="5505129"/>
            <a:chExt cx="3255881" cy="1199010"/>
          </a:xfrm>
        </p:grpSpPr>
        <p:cxnSp>
          <p:nvCxnSpPr>
            <p:cNvPr id="26" name="Straight Arrow Connector 25"/>
            <p:cNvCxnSpPr>
              <a:stCxn id="17" idx="2"/>
              <a:endCxn id="28" idx="0"/>
            </p:cNvCxnSpPr>
            <p:nvPr/>
          </p:nvCxnSpPr>
          <p:spPr>
            <a:xfrm>
              <a:off x="4806132" y="5505129"/>
              <a:ext cx="2357977" cy="6757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647D432-F5E2-110F-2BA5-6F019E8D6CA9}"/>
                </a:ext>
              </a:extLst>
            </p:cNvPr>
            <p:cNvSpPr/>
            <p:nvPr/>
          </p:nvSpPr>
          <p:spPr>
            <a:xfrm>
              <a:off x="6266205" y="6180919"/>
              <a:ext cx="1795808" cy="52322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en-US" altLang="en-US" sz="2800" i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3. </a:t>
              </a:r>
              <a:r>
                <a:rPr lang="en-US" altLang="en-US" sz="2800" i="1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Xúc</a:t>
              </a:r>
              <a:r>
                <a:rPr lang="en-US" altLang="en-US" sz="2800" i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tác</a:t>
              </a:r>
              <a:endParaRPr lang="x-none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7669382" y="3384845"/>
            <a:ext cx="4248926" cy="3336801"/>
            <a:chOff x="7669382" y="3384845"/>
            <a:chExt cx="4248926" cy="3336801"/>
          </a:xfrm>
        </p:grpSpPr>
        <p:sp>
          <p:nvSpPr>
            <p:cNvPr id="27" name="Rectangle 26"/>
            <p:cNvSpPr/>
            <p:nvPr/>
          </p:nvSpPr>
          <p:spPr>
            <a:xfrm>
              <a:off x="8565756" y="3397659"/>
              <a:ext cx="3352552" cy="33239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Nghiệm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đúng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cho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ứng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đơn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giản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hay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cho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từng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giai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đoạn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ứng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phức</a:t>
              </a:r>
              <a:r>
                <a:rPr lang="en-US" altLang="en-US" sz="2800" i="1" dirty="0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CC00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tạp</a:t>
              </a:r>
              <a:endPara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Right Brace 32"/>
            <p:cNvSpPr/>
            <p:nvPr/>
          </p:nvSpPr>
          <p:spPr>
            <a:xfrm>
              <a:off x="7669382" y="3384845"/>
              <a:ext cx="702158" cy="3302041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9152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Hằng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zh-TW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học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4384F9E-17B5-825D-EF7B-0F7A99E206EE}"/>
              </a:ext>
            </a:extLst>
          </p:cNvPr>
          <p:cNvGrpSpPr/>
          <p:nvPr/>
        </p:nvGrpSpPr>
        <p:grpSpPr>
          <a:xfrm>
            <a:off x="2867848" y="1347061"/>
            <a:ext cx="6814879" cy="646331"/>
            <a:chOff x="7050690" y="3489960"/>
            <a:chExt cx="6814879" cy="646331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17D57A0-3D13-7FD6-FBF6-0D7E6A97FBFA}"/>
                </a:ext>
              </a:extLst>
            </p:cNvPr>
            <p:cNvSpPr/>
            <p:nvPr/>
          </p:nvSpPr>
          <p:spPr>
            <a:xfrm>
              <a:off x="7050690" y="3489960"/>
              <a:ext cx="6814879" cy="646331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>
              <a:spAutoFit/>
            </a:bodyPr>
            <a:lstStyle/>
            <a:p>
              <a:r>
                <a:rPr lang="en-US" sz="36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aA</a:t>
              </a:r>
              <a:r>
                <a:rPr lang="en-US" sz="36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(k) + </a:t>
              </a:r>
              <a:r>
                <a:rPr lang="en-US" sz="36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bB</a:t>
              </a:r>
              <a:r>
                <a:rPr lang="en-US" sz="36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(k)      </a:t>
              </a:r>
              <a:r>
                <a:rPr lang="en-US" sz="36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cC</a:t>
              </a:r>
              <a:r>
                <a:rPr lang="en-US" sz="36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(k) + </a:t>
              </a:r>
              <a:r>
                <a:rPr lang="en-US" sz="36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dD</a:t>
              </a:r>
              <a:r>
                <a:rPr lang="en-US" sz="36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(k)</a:t>
              </a:r>
            </a:p>
          </p:txBody>
        </p:sp>
        <p:pic>
          <p:nvPicPr>
            <p:cNvPr id="20" name="Picture 3">
              <a:extLst>
                <a:ext uri="{FF2B5EF4-FFF2-40B4-BE49-F238E27FC236}">
                  <a16:creationId xmlns:a16="http://schemas.microsoft.com/office/drawing/2014/main" id="{737971BE-0203-D613-AAA2-48C8790CB6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224558" y="3745429"/>
              <a:ext cx="373478" cy="252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3647D432-F5E2-110F-2BA5-6F019E8D6CA9}"/>
              </a:ext>
            </a:extLst>
          </p:cNvPr>
          <p:cNvSpPr/>
          <p:nvPr/>
        </p:nvSpPr>
        <p:spPr>
          <a:xfrm>
            <a:off x="492429" y="5349048"/>
            <a:ext cx="52696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Font typeface="Wingdings" pitchFamily="2" charset="2"/>
              <a:buChar char="§"/>
            </a:pP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PƯ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80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800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[A]</a:t>
            </a:r>
            <a:r>
              <a:rPr lang="en-US" altLang="en-US" sz="2800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[B]</a:t>
            </a:r>
            <a:r>
              <a:rPr lang="en-US" altLang="en-US" sz="2800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x-none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74A5B86-9C0C-3572-B6E1-2D6BDAFCCD6B}"/>
              </a:ext>
            </a:extLst>
          </p:cNvPr>
          <p:cNvSpPr/>
          <p:nvPr/>
        </p:nvSpPr>
        <p:spPr>
          <a:xfrm>
            <a:off x="6100088" y="5354900"/>
            <a:ext cx="56674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Font typeface="Wingdings" pitchFamily="2" charset="2"/>
              <a:buChar char="§"/>
            </a:pP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PƯ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nghịch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800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8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800" i="1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[C]</a:t>
            </a:r>
            <a:r>
              <a:rPr lang="en-US" altLang="en-US" sz="2800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[D]</a:t>
            </a:r>
            <a:r>
              <a:rPr lang="en-US" altLang="en-US" sz="2800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x-none" sz="2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48CBCBB-8A69-0A5E-0560-3995A4C9359F}"/>
              </a:ext>
            </a:extLst>
          </p:cNvPr>
          <p:cNvSpPr/>
          <p:nvPr/>
        </p:nvSpPr>
        <p:spPr>
          <a:xfrm>
            <a:off x="1191145" y="6199777"/>
            <a:ext cx="32773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PƯHH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x-none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4741FD0-A6B5-DCB0-BE7A-6B024AF28235}"/>
              </a:ext>
            </a:extLst>
          </p:cNvPr>
          <p:cNvSpPr/>
          <p:nvPr/>
        </p:nvSpPr>
        <p:spPr>
          <a:xfrm>
            <a:off x="6890981" y="6119366"/>
            <a:ext cx="4465180" cy="646331"/>
          </a:xfrm>
          <a:prstGeom prst="rect">
            <a:avLst/>
          </a:prstGeom>
          <a:solidFill>
            <a:srgbClr val="30F070"/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en-US" sz="36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3600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3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[A]</a:t>
            </a:r>
            <a:r>
              <a:rPr lang="en-US" altLang="en-US" sz="3600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3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[B]</a:t>
            </a:r>
            <a:r>
              <a:rPr lang="en-US" altLang="en-US" sz="3600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en-US" sz="3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en-US" sz="3600" i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3600" i="1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36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[C]</a:t>
            </a:r>
            <a:r>
              <a:rPr lang="en-US" altLang="en-US" sz="3600" baseline="300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36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[D]</a:t>
            </a:r>
            <a:r>
              <a:rPr lang="en-US" altLang="en-US" sz="3600" baseline="300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x-none" sz="36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6227" y="792771"/>
            <a:ext cx="117006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tưởng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47" name="Picture 2">
            <a:extLst>
              <a:ext uri="{FF2B5EF4-FFF2-40B4-BE49-F238E27FC236}">
                <a16:creationId xmlns:a16="http://schemas.microsoft.com/office/drawing/2014/main" id="{0F8E9CC2-06A3-7ADA-2256-7DCBEB8957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91776" y="2103793"/>
            <a:ext cx="3310841" cy="3231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1716" y="2111265"/>
            <a:ext cx="5216270" cy="3222093"/>
          </a:xfrm>
          <a:prstGeom prst="rect">
            <a:avLst/>
          </a:prstGeom>
        </p:spPr>
      </p:pic>
      <p:sp>
        <p:nvSpPr>
          <p:cNvPr id="5" name="Notched Right Arrow 4"/>
          <p:cNvSpPr/>
          <p:nvPr/>
        </p:nvSpPr>
        <p:spPr>
          <a:xfrm>
            <a:off x="4714592" y="3212845"/>
            <a:ext cx="707797" cy="579471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524737" y="6055764"/>
            <a:ext cx="1531188" cy="707886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4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4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x-none" sz="4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6363435" y="6340695"/>
            <a:ext cx="244398" cy="2326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rved Right Arrow 7"/>
          <p:cNvSpPr/>
          <p:nvPr/>
        </p:nvSpPr>
        <p:spPr>
          <a:xfrm>
            <a:off x="861830" y="5973691"/>
            <a:ext cx="299369" cy="52322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1361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0" grpId="0"/>
      <p:bldP spid="31" grpId="0"/>
      <p:bldP spid="32" grpId="0" animBg="1"/>
      <p:bldP spid="2" grpId="0"/>
      <p:bldP spid="5" grpId="0" animBg="1"/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497057" y="6459785"/>
            <a:ext cx="670164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標題 1">
            <a:extLst>
              <a:ext uri="{FF2B5EF4-FFF2-40B4-BE49-F238E27FC236}">
                <a16:creationId xmlns:a16="http://schemas.microsoft.com/office/drawing/2014/main" id="{DDA4CE38-97ED-707F-A591-DB0B6CD6CD21}"/>
              </a:ext>
            </a:extLst>
          </p:cNvPr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zh-TW" sz="4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ằng</a:t>
            </a:r>
            <a:r>
              <a:rPr lang="en-US" altLang="zh-TW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zh-TW" sz="4000" b="1" baseline="-25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BC2112-7B16-AE9B-892E-0964424B349E}"/>
              </a:ext>
            </a:extLst>
          </p:cNvPr>
          <p:cNvSpPr/>
          <p:nvPr/>
        </p:nvSpPr>
        <p:spPr>
          <a:xfrm>
            <a:off x="5181204" y="2604050"/>
            <a:ext cx="698601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5663" indent="-457200" algn="just">
              <a:lnSpc>
                <a:spcPct val="150000"/>
              </a:lnSpc>
              <a:buSzPct val="80000"/>
              <a:buFont typeface="Wingdings" pitchFamily="2" charset="2"/>
              <a:buChar char="ü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cb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có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vi-V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endParaRPr lang="en-US" sz="2400" baseline="-25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5663" indent="-457200" algn="just">
              <a:lnSpc>
                <a:spcPct val="150000"/>
              </a:lnSpc>
              <a:buSzPct val="80000"/>
              <a:buFont typeface="Wingdings" pitchFamily="2" charset="2"/>
              <a:buChar char="ü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Là </a:t>
            </a:r>
            <a:r>
              <a:rPr lang="en-US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hằng</a:t>
            </a:r>
            <a:r>
              <a:rPr lang="en-US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855663" indent="-457200" algn="just">
              <a:lnSpc>
                <a:spcPct val="150000"/>
              </a:lnSpc>
              <a:buSzPct val="80000"/>
              <a:buFont typeface="Wingdings" pitchFamily="2" charset="2"/>
              <a:buChar char="ü"/>
            </a:pPr>
            <a:r>
              <a:rPr lang="en-US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855663" indent="-457200" algn="just">
              <a:lnSpc>
                <a:spcPct val="150000"/>
              </a:lnSpc>
              <a:buSzPct val="80000"/>
              <a:buFont typeface="Wingdings" pitchFamily="2" charset="2"/>
              <a:buChar char="ü"/>
            </a:pPr>
            <a:r>
              <a:rPr lang="en-US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nồng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lang="en-US" sz="24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3BC2112-7B16-AE9B-892E-0964424B349E}"/>
                  </a:ext>
                </a:extLst>
              </p:cNvPr>
              <p:cNvSpPr/>
              <p:nvPr/>
            </p:nvSpPr>
            <p:spPr>
              <a:xfrm>
                <a:off x="1155443" y="4958249"/>
                <a:ext cx="9889289" cy="18997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98463" indent="-398463" algn="just">
                  <a:spcAft>
                    <a:spcPts val="600"/>
                  </a:spcAft>
                  <a:buSzPct val="80000"/>
                  <a:buFont typeface="Wingdings" pitchFamily="2" charset="2"/>
                  <a:buChar char="v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HSCB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diễn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tả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tỷ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lệ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sản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phẩm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so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tác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chất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3200" baseline="-25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eq</a:t>
                </a:r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ả</m:t>
                        </m:r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𝑝h</m:t>
                        </m:r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ẩ</m:t>
                        </m:r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num>
                      <m:den>
                        <m:d>
                          <m:dPr>
                            <m:begChr m:val="["/>
                            <m:endChr m:val="]"/>
                            <m:ctrlPr>
                              <a:rPr lang="en-US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  <m:r>
                              <a:rPr lang="en-US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á</m:t>
                            </m:r>
                            <m:r>
                              <a:rPr lang="en-US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  <m:r>
                              <a:rPr lang="en-US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𝑐h</m:t>
                            </m:r>
                            <m:r>
                              <a:rPr lang="en-US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ấ</m:t>
                            </m:r>
                            <m:r>
                              <a:rPr lang="en-US" sz="3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den>
                    </m:f>
                    <m:r>
                      <a:rPr lang="en-US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855663" indent="-457200" algn="just">
                  <a:spcAft>
                    <a:spcPts val="600"/>
                  </a:spcAft>
                  <a:buSzPct val="80000"/>
                  <a:buFont typeface="Courier New" panose="02070309020205020404" pitchFamily="49" charset="0"/>
                  <a:buChar char="o"/>
                </a:pP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 &gt; 1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tức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sản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phẩm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chiếm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ưu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thế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800" i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product-favored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);</a:t>
                </a:r>
              </a:p>
              <a:p>
                <a:pPr marL="855663" indent="-457200" algn="just">
                  <a:spcAft>
                    <a:spcPts val="600"/>
                  </a:spcAft>
                  <a:buSzPct val="80000"/>
                  <a:buFont typeface="Courier New" panose="02070309020205020404" pitchFamily="49" charset="0"/>
                  <a:buChar char="o"/>
                </a:pPr>
                <a:r>
                  <a:rPr lang="en-US" sz="2800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 &lt; 1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tức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tác</a:t>
                </a:r>
                <a:r>
                  <a:rPr lang="en-US" sz="2800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chất</a:t>
                </a:r>
                <a:r>
                  <a:rPr lang="en-US" sz="2800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chiếm</a:t>
                </a:r>
                <a:r>
                  <a:rPr lang="en-US" sz="2800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ưu</a:t>
                </a:r>
                <a:r>
                  <a:rPr lang="en-US" sz="2800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thế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800" i="1" dirty="0">
                    <a:solidFill>
                      <a:srgbClr val="CC00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reactant-favored</a:t>
                </a: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3BC2112-7B16-AE9B-892E-0964424B34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443" y="4958249"/>
                <a:ext cx="9889289" cy="1899751"/>
              </a:xfrm>
              <a:prstGeom prst="rect">
                <a:avLst/>
              </a:prstGeom>
              <a:blipFill>
                <a:blip r:embed="rId3"/>
                <a:stretch>
                  <a:fillRect l="-740" r="-986" b="-8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F4384F9E-17B5-825D-EF7B-0F7A99E206EE}"/>
              </a:ext>
            </a:extLst>
          </p:cNvPr>
          <p:cNvGrpSpPr/>
          <p:nvPr/>
        </p:nvGrpSpPr>
        <p:grpSpPr>
          <a:xfrm>
            <a:off x="2867848" y="864463"/>
            <a:ext cx="6814879" cy="646331"/>
            <a:chOff x="7050690" y="3489960"/>
            <a:chExt cx="6814879" cy="64633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17D57A0-3D13-7FD6-FBF6-0D7E6A97FBFA}"/>
                </a:ext>
              </a:extLst>
            </p:cNvPr>
            <p:cNvSpPr/>
            <p:nvPr/>
          </p:nvSpPr>
          <p:spPr>
            <a:xfrm>
              <a:off x="7050690" y="3489960"/>
              <a:ext cx="6814879" cy="646331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>
              <a:spAutoFit/>
            </a:bodyPr>
            <a:lstStyle/>
            <a:p>
              <a:r>
                <a:rPr lang="en-US" sz="36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aA</a:t>
              </a:r>
              <a:r>
                <a:rPr lang="en-US" sz="36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(k) + </a:t>
              </a:r>
              <a:r>
                <a:rPr lang="en-US" sz="36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bB</a:t>
              </a:r>
              <a:r>
                <a:rPr lang="en-US" sz="36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(k)      </a:t>
              </a:r>
              <a:r>
                <a:rPr lang="en-US" sz="36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cC</a:t>
              </a:r>
              <a:r>
                <a:rPr lang="en-US" sz="36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(k) + </a:t>
              </a:r>
              <a:r>
                <a:rPr lang="en-US" sz="36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dD</a:t>
              </a:r>
              <a:r>
                <a:rPr lang="en-US" sz="36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(k)</a:t>
              </a:r>
            </a:p>
          </p:txBody>
        </p:sp>
        <p:pic>
          <p:nvPicPr>
            <p:cNvPr id="12" name="Picture 3">
              <a:extLst>
                <a:ext uri="{FF2B5EF4-FFF2-40B4-BE49-F238E27FC236}">
                  <a16:creationId xmlns:a16="http://schemas.microsoft.com/office/drawing/2014/main" id="{737971BE-0203-D613-AAA2-48C8790CB6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0224558" y="3745429"/>
              <a:ext cx="373478" cy="252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948CBCBB-8A69-0A5E-0560-3995A4C9359F}"/>
              </a:ext>
            </a:extLst>
          </p:cNvPr>
          <p:cNvSpPr/>
          <p:nvPr/>
        </p:nvSpPr>
        <p:spPr>
          <a:xfrm>
            <a:off x="651326" y="1731007"/>
            <a:ext cx="33872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Ở </a:t>
            </a:r>
            <a:r>
              <a:rPr lang="en-US" alt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x-none" sz="28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741FD0-A6B5-DCB0-BE7A-6B024AF28235}"/>
              </a:ext>
            </a:extLst>
          </p:cNvPr>
          <p:cNvSpPr/>
          <p:nvPr/>
        </p:nvSpPr>
        <p:spPr>
          <a:xfrm>
            <a:off x="6351163" y="1650596"/>
            <a:ext cx="4465180" cy="646331"/>
          </a:xfrm>
          <a:prstGeom prst="rect">
            <a:avLst/>
          </a:prstGeom>
          <a:solidFill>
            <a:srgbClr val="30F070"/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en-US" sz="36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3600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3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[A]</a:t>
            </a:r>
            <a:r>
              <a:rPr lang="en-US" altLang="en-US" sz="3600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3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[B]</a:t>
            </a:r>
            <a:r>
              <a:rPr lang="en-US" altLang="en-US" sz="3600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en-US" sz="3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en-US" sz="3600" i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3600" i="1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36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[C]</a:t>
            </a:r>
            <a:r>
              <a:rPr lang="en-US" altLang="en-US" sz="3600" baseline="300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36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[D]</a:t>
            </a:r>
            <a:r>
              <a:rPr lang="en-US" altLang="en-US" sz="3600" baseline="300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x-none" sz="36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099219" y="1586994"/>
            <a:ext cx="1550424" cy="707886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4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4000" b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x-none" sz="4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5823617" y="1871925"/>
            <a:ext cx="244398" cy="2326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4F43F25-DEB0-FBE5-ADE2-C77593E33DD6}"/>
                  </a:ext>
                </a:extLst>
              </p:cNvPr>
              <p:cNvSpPr/>
              <p:nvPr/>
            </p:nvSpPr>
            <p:spPr>
              <a:xfrm>
                <a:off x="819103" y="3208833"/>
                <a:ext cx="4097489" cy="120167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en-US" sz="3200" i="1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a:rPr lang="en-US" altLang="en-US" sz="3200" b="0" i="1" smtClean="0">
                              <a:latin typeface="Cambria Math" panose="02040503050406030204" pitchFamily="18" charset="0"/>
                            </a:rPr>
                            <m:t>𝑐𝑏</m:t>
                          </m:r>
                        </m:sub>
                      </m:sSub>
                      <m:r>
                        <a:rPr lang="vi-VN" altLang="en-US" sz="3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alt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vi-VN" alt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altLang="en-US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alt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vi-VN" altLang="en-US" sz="3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alt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sup>
                          </m:sSup>
                          <m:sSup>
                            <m:sSupPr>
                              <m:ctrl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p>
                          </m:sSup>
                          <m:sSup>
                            <m:sSupPr>
                              <m:ctrl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x-none" sz="3200" dirty="0"/>
              </a:p>
            </p:txBody>
          </p:sp>
        </mc:Choice>
        <mc:Fallback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4F43F25-DEB0-FBE5-ADE2-C77593E33D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103" y="3208833"/>
                <a:ext cx="4097489" cy="12016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Left Brace 21">
            <a:extLst>
              <a:ext uri="{FF2B5EF4-FFF2-40B4-BE49-F238E27FC236}">
                <a16:creationId xmlns:a16="http://schemas.microsoft.com/office/drawing/2014/main" id="{9E3142D2-60CF-2460-A4BC-8BF7950904E1}"/>
              </a:ext>
            </a:extLst>
          </p:cNvPr>
          <p:cNvSpPr/>
          <p:nvPr/>
        </p:nvSpPr>
        <p:spPr>
          <a:xfrm>
            <a:off x="5181204" y="2794365"/>
            <a:ext cx="320436" cy="2029095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18740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9" grpId="0"/>
      <p:bldP spid="13" grpId="0"/>
      <p:bldP spid="15" grpId="0" animBg="1"/>
      <p:bldP spid="16" grpId="0" animBg="1"/>
      <p:bldP spid="18" grpId="0" animBg="1"/>
      <p:bldP spid="20" grpId="0" animBg="1"/>
      <p:bldP spid="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(CBHH)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45BC32E-316F-4233-A38B-B86091B9D240}"/>
              </a:ext>
            </a:extLst>
          </p:cNvPr>
          <p:cNvSpPr/>
          <p:nvPr/>
        </p:nvSpPr>
        <p:spPr>
          <a:xfrm>
            <a:off x="3427932" y="3534927"/>
            <a:ext cx="381000" cy="381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15A7BA1-AEB2-4B9A-AD8F-64B258852497}"/>
              </a:ext>
            </a:extLst>
          </p:cNvPr>
          <p:cNvSpPr/>
          <p:nvPr/>
        </p:nvSpPr>
        <p:spPr>
          <a:xfrm>
            <a:off x="227181" y="2698266"/>
            <a:ext cx="381000" cy="381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FC60271-E47E-4241-B549-6B0B33DD81C1}"/>
              </a:ext>
            </a:extLst>
          </p:cNvPr>
          <p:cNvSpPr/>
          <p:nvPr/>
        </p:nvSpPr>
        <p:spPr>
          <a:xfrm>
            <a:off x="978780" y="3597495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B97C49-723B-4CF3-9BD7-ECE0A4057289}"/>
              </a:ext>
            </a:extLst>
          </p:cNvPr>
          <p:cNvSpPr/>
          <p:nvPr/>
        </p:nvSpPr>
        <p:spPr>
          <a:xfrm>
            <a:off x="1588380" y="4837527"/>
            <a:ext cx="381000" cy="381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FBB35A9-73C4-4E36-B225-8A36354D9AFD}"/>
              </a:ext>
            </a:extLst>
          </p:cNvPr>
          <p:cNvSpPr/>
          <p:nvPr/>
        </p:nvSpPr>
        <p:spPr>
          <a:xfrm>
            <a:off x="2593660" y="3915927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88D7BFE-642B-40E1-89FE-3B9B8D5788C1}"/>
              </a:ext>
            </a:extLst>
          </p:cNvPr>
          <p:cNvSpPr/>
          <p:nvPr/>
        </p:nvSpPr>
        <p:spPr>
          <a:xfrm>
            <a:off x="4553189" y="294644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">
            <a:extLst>
              <a:ext uri="{FF2B5EF4-FFF2-40B4-BE49-F238E27FC236}">
                <a16:creationId xmlns:a16="http://schemas.microsoft.com/office/drawing/2014/main" id="{9CF8C114-2115-4E8D-8564-3F675C0EE4B6}"/>
              </a:ext>
            </a:extLst>
          </p:cNvPr>
          <p:cNvSpPr/>
          <p:nvPr/>
        </p:nvSpPr>
        <p:spPr>
          <a:xfrm>
            <a:off x="151680" y="3111424"/>
            <a:ext cx="4764947" cy="2124230"/>
          </a:xfrm>
          <a:custGeom>
            <a:avLst/>
            <a:gdLst>
              <a:gd name="connsiteX0" fmla="*/ 0 w 4764947"/>
              <a:gd name="connsiteY0" fmla="*/ 284068 h 2124230"/>
              <a:gd name="connsiteX1" fmla="*/ 528507 w 4764947"/>
              <a:gd name="connsiteY1" fmla="*/ 149844 h 2124230"/>
              <a:gd name="connsiteX2" fmla="*/ 1518408 w 4764947"/>
              <a:gd name="connsiteY2" fmla="*/ 2112868 h 2124230"/>
              <a:gd name="connsiteX3" fmla="*/ 3011648 w 4764947"/>
              <a:gd name="connsiteY3" fmla="*/ 946798 h 2124230"/>
              <a:gd name="connsiteX4" fmla="*/ 4093828 w 4764947"/>
              <a:gd name="connsiteY4" fmla="*/ 745462 h 2124230"/>
              <a:gd name="connsiteX5" fmla="*/ 4764947 w 4764947"/>
              <a:gd name="connsiteY5" fmla="*/ 133066 h 2124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4947" h="2124230">
                <a:moveTo>
                  <a:pt x="0" y="284068"/>
                </a:moveTo>
                <a:cubicBezTo>
                  <a:pt x="137719" y="64556"/>
                  <a:pt x="275439" y="-154956"/>
                  <a:pt x="528507" y="149844"/>
                </a:cubicBezTo>
                <a:cubicBezTo>
                  <a:pt x="781575" y="454644"/>
                  <a:pt x="1104551" y="1980042"/>
                  <a:pt x="1518408" y="2112868"/>
                </a:cubicBezTo>
                <a:cubicBezTo>
                  <a:pt x="1932265" y="2245694"/>
                  <a:pt x="2582411" y="1174699"/>
                  <a:pt x="3011648" y="946798"/>
                </a:cubicBezTo>
                <a:cubicBezTo>
                  <a:pt x="3440885" y="718897"/>
                  <a:pt x="3801612" y="881084"/>
                  <a:pt x="4093828" y="745462"/>
                </a:cubicBezTo>
                <a:cubicBezTo>
                  <a:pt x="4386045" y="609840"/>
                  <a:pt x="4632121" y="250512"/>
                  <a:pt x="4764947" y="13306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50B1A98-DBD6-4D2B-872C-5F41CC5A4E7B}"/>
              </a:ext>
            </a:extLst>
          </p:cNvPr>
          <p:cNvCxnSpPr>
            <a:cxnSpLocks/>
          </p:cNvCxnSpPr>
          <p:nvPr/>
        </p:nvCxnSpPr>
        <p:spPr>
          <a:xfrm>
            <a:off x="1251597" y="3985417"/>
            <a:ext cx="101367" cy="24988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1762E12-9297-4A30-ACAD-8ADBC96CF073}"/>
              </a:ext>
            </a:extLst>
          </p:cNvPr>
          <p:cNvCxnSpPr>
            <a:cxnSpLocks/>
          </p:cNvCxnSpPr>
          <p:nvPr/>
        </p:nvCxnSpPr>
        <p:spPr>
          <a:xfrm flipH="1">
            <a:off x="2502780" y="4235303"/>
            <a:ext cx="159128" cy="200392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5CD3BBE-6ED7-4D4E-B3CE-3E7EAFEBE59D}"/>
              </a:ext>
            </a:extLst>
          </p:cNvPr>
          <p:cNvCxnSpPr>
            <a:cxnSpLocks/>
          </p:cNvCxnSpPr>
          <p:nvPr/>
        </p:nvCxnSpPr>
        <p:spPr>
          <a:xfrm flipH="1">
            <a:off x="4407780" y="3260154"/>
            <a:ext cx="187968" cy="21968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B99F3B9-D006-455B-B0F6-07B5E4CEABAD}"/>
              </a:ext>
            </a:extLst>
          </p:cNvPr>
          <p:cNvSpPr txBox="1"/>
          <p:nvPr/>
        </p:nvSpPr>
        <p:spPr>
          <a:xfrm>
            <a:off x="1302280" y="4512241"/>
            <a:ext cx="2506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rgbClr val="FF0000"/>
                </a:solidFill>
              </a:rPr>
              <a:t>CB BỀN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vi-VN" b="1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b="1" dirty="0">
                <a:solidFill>
                  <a:srgbClr val="FF0000"/>
                </a:solidFill>
                <a:sym typeface="Symbol" panose="05050102010706020507" pitchFamily="18" charset="2"/>
              </a:rPr>
              <a:t> CBHH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6C4E1DF-A7E2-40DF-9339-97288C4CE6FC}"/>
              </a:ext>
            </a:extLst>
          </p:cNvPr>
          <p:cNvSpPr txBox="1"/>
          <p:nvPr/>
        </p:nvSpPr>
        <p:spPr>
          <a:xfrm>
            <a:off x="2478227" y="3185331"/>
            <a:ext cx="2074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rgbClr val="006600"/>
                </a:solidFill>
              </a:rPr>
              <a:t>CB KHÔNG BỀN</a:t>
            </a:r>
            <a:endParaRPr lang="en-US" b="1" dirty="0">
              <a:solidFill>
                <a:srgbClr val="0066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D585BAA-F627-49CE-B552-048F4B95002B}"/>
              </a:ext>
            </a:extLst>
          </p:cNvPr>
          <p:cNvSpPr txBox="1"/>
          <p:nvPr/>
        </p:nvSpPr>
        <p:spPr>
          <a:xfrm>
            <a:off x="583671" y="2705329"/>
            <a:ext cx="2074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rgbClr val="006600"/>
                </a:solidFill>
              </a:rPr>
              <a:t>CB KHÔNG BỀN</a:t>
            </a:r>
            <a:endParaRPr lang="en-US" b="1" dirty="0">
              <a:solidFill>
                <a:srgbClr val="0066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51680" y="744193"/>
            <a:ext cx="1165483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6538" indent="454025">
              <a:lnSpc>
                <a:spcPct val="150000"/>
              </a:lnSpc>
            </a:pP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CBHH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pư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pư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nghịch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nồng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pư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đk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78919" y="2320130"/>
            <a:ext cx="2366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2894" y="2896904"/>
            <a:ext cx="6401951" cy="1307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3838" indent="-223838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QT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nghịch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vẫn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80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5502894" y="4266308"/>
                <a:ext cx="6401951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3838" indent="-223838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28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2894" y="4266308"/>
                <a:ext cx="6401951" cy="738664"/>
              </a:xfrm>
              <a:prstGeom prst="rect">
                <a:avLst/>
              </a:prstGeom>
              <a:blipFill rotWithShape="0">
                <a:blip r:embed="rId3"/>
                <a:stretch>
                  <a:fillRect l="-1714" b="-12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100214" y="5540286"/>
            <a:ext cx="6486391" cy="830997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522288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CBHH: 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6603858" y="5016531"/>
            <a:ext cx="5053305" cy="939254"/>
            <a:chOff x="1381489" y="5757530"/>
            <a:chExt cx="5053305" cy="939254"/>
          </a:xfrm>
        </p:grpSpPr>
        <p:cxnSp>
          <p:nvCxnSpPr>
            <p:cNvPr id="40" name="Straight Arrow Connector 39"/>
            <p:cNvCxnSpPr>
              <a:stCxn id="7" idx="3"/>
              <a:endCxn id="41" idx="1"/>
            </p:cNvCxnSpPr>
            <p:nvPr/>
          </p:nvCxnSpPr>
          <p:spPr>
            <a:xfrm flipV="1">
              <a:off x="1381489" y="6019140"/>
              <a:ext cx="1180632" cy="6776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647D432-F5E2-110F-2BA5-6F019E8D6CA9}"/>
                </a:ext>
              </a:extLst>
            </p:cNvPr>
            <p:cNvSpPr/>
            <p:nvPr/>
          </p:nvSpPr>
          <p:spPr>
            <a:xfrm>
              <a:off x="2562121" y="5757530"/>
              <a:ext cx="3872673" cy="52322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en-US" altLang="en-US" sz="2800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1. </a:t>
              </a:r>
              <a:r>
                <a:rPr lang="en-US" altLang="en-US" sz="2800" i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Bất</a:t>
              </a:r>
              <a:r>
                <a:rPr lang="en-US" altLang="en-US" sz="2800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biến</a:t>
              </a:r>
              <a:r>
                <a:rPr lang="en-US" altLang="en-US" sz="2800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theo</a:t>
              </a:r>
              <a:r>
                <a:rPr lang="en-US" altLang="en-US" sz="2800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thời</a:t>
              </a:r>
              <a:r>
                <a:rPr lang="en-US" altLang="en-US" sz="2800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gian</a:t>
              </a:r>
              <a:endParaRPr lang="x-none" sz="28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6586605" y="5653310"/>
            <a:ext cx="4065748" cy="523220"/>
            <a:chOff x="7121442" y="5735670"/>
            <a:chExt cx="4065748" cy="52322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647D432-F5E2-110F-2BA5-6F019E8D6CA9}"/>
                </a:ext>
              </a:extLst>
            </p:cNvPr>
            <p:cNvSpPr/>
            <p:nvPr/>
          </p:nvSpPr>
          <p:spPr>
            <a:xfrm>
              <a:off x="8373970" y="5735670"/>
              <a:ext cx="2813220" cy="52322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en-US" altLang="en-US" sz="28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2. </a:t>
              </a:r>
              <a:r>
                <a:rPr lang="en-US" altLang="en-US" sz="2800" i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Tính</a:t>
              </a:r>
              <a:r>
                <a:rPr lang="en-US" altLang="en-US" sz="28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linh</a:t>
              </a:r>
              <a:r>
                <a:rPr lang="en-US" altLang="en-US" sz="28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động</a:t>
              </a:r>
              <a:endParaRPr lang="x-none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4" name="Straight Arrow Connector 43"/>
            <p:cNvCxnSpPr>
              <a:stCxn id="7" idx="3"/>
              <a:endCxn id="43" idx="1"/>
            </p:cNvCxnSpPr>
            <p:nvPr/>
          </p:nvCxnSpPr>
          <p:spPr>
            <a:xfrm flipV="1">
              <a:off x="7121442" y="5997280"/>
              <a:ext cx="1252528" cy="408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/>
          <p:cNvGrpSpPr/>
          <p:nvPr/>
        </p:nvGrpSpPr>
        <p:grpSpPr>
          <a:xfrm>
            <a:off x="6586605" y="5955785"/>
            <a:ext cx="4120391" cy="869125"/>
            <a:chOff x="7410057" y="5981663"/>
            <a:chExt cx="4120391" cy="869125"/>
          </a:xfrm>
        </p:grpSpPr>
        <p:cxnSp>
          <p:nvCxnSpPr>
            <p:cNvPr id="46" name="Straight Arrow Connector 45"/>
            <p:cNvCxnSpPr>
              <a:stCxn id="7" idx="3"/>
              <a:endCxn id="47" idx="1"/>
            </p:cNvCxnSpPr>
            <p:nvPr/>
          </p:nvCxnSpPr>
          <p:spPr>
            <a:xfrm>
              <a:off x="7410057" y="5981663"/>
              <a:ext cx="1512069" cy="6075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647D432-F5E2-110F-2BA5-6F019E8D6CA9}"/>
                </a:ext>
              </a:extLst>
            </p:cNvPr>
            <p:cNvSpPr/>
            <p:nvPr/>
          </p:nvSpPr>
          <p:spPr>
            <a:xfrm>
              <a:off x="8922126" y="6327568"/>
              <a:ext cx="2608322" cy="52322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en-US" altLang="en-US" sz="2800" i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3. </a:t>
              </a:r>
              <a:r>
                <a:rPr lang="en-US" altLang="en-US" sz="2800" i="1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Tính</a:t>
              </a:r>
              <a:r>
                <a:rPr lang="en-US" altLang="en-US" sz="2800" i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hai</a:t>
              </a:r>
              <a:r>
                <a:rPr lang="en-US" altLang="en-US" sz="2800" i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i="1" dirty="0" err="1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chiều</a:t>
              </a:r>
              <a:endParaRPr lang="x-none" sz="28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1497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20" grpId="0" animBg="1"/>
      <p:bldP spid="24" grpId="0" animBg="1"/>
      <p:bldP spid="30" grpId="0" animBg="1"/>
      <p:bldP spid="31" grpId="0" animBg="1"/>
      <p:bldP spid="35" grpId="0"/>
      <p:bldP spid="36" grpId="0"/>
      <p:bldP spid="37" grpId="0"/>
      <p:bldP spid="2" grpId="0"/>
      <p:bldP spid="3" grpId="0"/>
      <p:bldP spid="5" grpId="0"/>
      <p:bldP spid="38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6513" y="6459785"/>
            <a:ext cx="360707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Hằng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(HSCB)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1314" y="2034619"/>
            <a:ext cx="395449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BIỂU THỨC HẰNG SỐ CÂN BẰNG HÓA HỌC</a:t>
            </a:r>
          </a:p>
          <a:p>
            <a:pPr algn="ctr">
              <a:lnSpc>
                <a:spcPct val="150000"/>
              </a:lnSpc>
            </a:pPr>
            <a:r>
              <a:rPr lang="en-US" alt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(HSCB)</a:t>
            </a:r>
            <a:endParaRPr lang="en-US" altLang="en-US" sz="3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4055808" y="1432391"/>
            <a:ext cx="7693372" cy="2310388"/>
            <a:chOff x="848041" y="3342225"/>
            <a:chExt cx="7693372" cy="2310388"/>
          </a:xfrm>
        </p:grpSpPr>
        <p:cxnSp>
          <p:nvCxnSpPr>
            <p:cNvPr id="21" name="Straight Arrow Connector 20"/>
            <p:cNvCxnSpPr>
              <a:stCxn id="18" idx="3"/>
              <a:endCxn id="22" idx="1"/>
            </p:cNvCxnSpPr>
            <p:nvPr/>
          </p:nvCxnSpPr>
          <p:spPr>
            <a:xfrm flipV="1">
              <a:off x="848041" y="3665391"/>
              <a:ext cx="1972872" cy="1987222"/>
            </a:xfrm>
            <a:prstGeom prst="straightConnector1">
              <a:avLst/>
            </a:prstGeom>
            <a:ln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647D432-F5E2-110F-2BA5-6F019E8D6CA9}"/>
                </a:ext>
              </a:extLst>
            </p:cNvPr>
            <p:cNvSpPr/>
            <p:nvPr/>
          </p:nvSpPr>
          <p:spPr>
            <a:xfrm>
              <a:off x="2820913" y="3342225"/>
              <a:ext cx="5720500" cy="64633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en-US" altLang="en-US" sz="3600" b="1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1. PHẢN ỨNG ĐỒNG THỂ</a:t>
              </a:r>
              <a:endParaRPr lang="x-none" sz="36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7" name="Straight Arrow Connector 6"/>
          <p:cNvCxnSpPr>
            <a:stCxn id="22" idx="2"/>
            <a:endCxn id="26" idx="0"/>
          </p:cNvCxnSpPr>
          <p:nvPr/>
        </p:nvCxnSpPr>
        <p:spPr>
          <a:xfrm flipH="1">
            <a:off x="7134721" y="2078722"/>
            <a:ext cx="1754209" cy="624186"/>
          </a:xfrm>
          <a:prstGeom prst="straightConnector1">
            <a:avLst/>
          </a:prstGeom>
          <a:ln>
            <a:solidFill>
              <a:srgbClr val="CC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3647D432-F5E2-110F-2BA5-6F019E8D6CA9}"/>
              </a:ext>
            </a:extLst>
          </p:cNvPr>
          <p:cNvSpPr/>
          <p:nvPr/>
        </p:nvSpPr>
        <p:spPr>
          <a:xfrm>
            <a:off x="6243153" y="2702908"/>
            <a:ext cx="1783136" cy="1200329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36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en-US" sz="36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endParaRPr lang="en-US" sz="3600" i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6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6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tưởng</a:t>
            </a:r>
            <a:endParaRPr lang="x-none" sz="3600" i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Straight Arrow Connector 26"/>
          <p:cNvCxnSpPr>
            <a:stCxn id="22" idx="2"/>
            <a:endCxn id="35" idx="0"/>
          </p:cNvCxnSpPr>
          <p:nvPr/>
        </p:nvCxnSpPr>
        <p:spPr>
          <a:xfrm>
            <a:off x="8888930" y="2078722"/>
            <a:ext cx="1781434" cy="624186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3647D432-F5E2-110F-2BA5-6F019E8D6CA9}"/>
              </a:ext>
            </a:extLst>
          </p:cNvPr>
          <p:cNvSpPr/>
          <p:nvPr/>
        </p:nvSpPr>
        <p:spPr>
          <a:xfrm>
            <a:off x="9647540" y="2702908"/>
            <a:ext cx="2045648" cy="1200329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-US" sz="36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en-US" sz="36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lỏng</a:t>
            </a:r>
            <a:r>
              <a:rPr lang="en-US" sz="36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36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dung </a:t>
            </a:r>
            <a:r>
              <a:rPr lang="en-US" sz="36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dich</a:t>
            </a:r>
            <a:endParaRPr lang="x-none" sz="36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Straight Arrow Connector 41"/>
          <p:cNvCxnSpPr>
            <a:stCxn id="18" idx="3"/>
            <a:endCxn id="43" idx="1"/>
          </p:cNvCxnSpPr>
          <p:nvPr/>
        </p:nvCxnSpPr>
        <p:spPr>
          <a:xfrm>
            <a:off x="4055808" y="3742779"/>
            <a:ext cx="1972872" cy="17316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3647D432-F5E2-110F-2BA5-6F019E8D6CA9}"/>
              </a:ext>
            </a:extLst>
          </p:cNvPr>
          <p:cNvSpPr/>
          <p:nvPr/>
        </p:nvSpPr>
        <p:spPr>
          <a:xfrm>
            <a:off x="6028680" y="5151266"/>
            <a:ext cx="5720500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-US" altLang="en-US" sz="3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PHẢN ỨNG DỊ THỂ</a:t>
            </a:r>
            <a:endParaRPr lang="x-none" sz="36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914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6" grpId="0"/>
      <p:bldP spid="35" grpId="0"/>
      <p:bldP spid="4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11155" y="6459785"/>
            <a:ext cx="556065" cy="398117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AA7D7B6-EB4B-E1B4-72C8-907B59D1693D}"/>
              </a:ext>
            </a:extLst>
          </p:cNvPr>
          <p:cNvGrpSpPr/>
          <p:nvPr/>
        </p:nvGrpSpPr>
        <p:grpSpPr>
          <a:xfrm>
            <a:off x="2818961" y="1507823"/>
            <a:ext cx="6487673" cy="707886"/>
            <a:chOff x="7050690" y="3489960"/>
            <a:chExt cx="6487673" cy="707886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4E47C05-68D4-0507-5AFA-2A3FCE537BC4}"/>
                </a:ext>
              </a:extLst>
            </p:cNvPr>
            <p:cNvSpPr/>
            <p:nvPr/>
          </p:nvSpPr>
          <p:spPr>
            <a:xfrm>
              <a:off x="7050690" y="3489960"/>
              <a:ext cx="6487673" cy="707886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>
              <a:spAutoFit/>
            </a:bodyPr>
            <a:lstStyle/>
            <a:p>
              <a:r>
                <a:rPr lang="en-US" sz="40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aA</a:t>
              </a:r>
              <a:r>
                <a:rPr lang="en-US" sz="40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(k)</a:t>
              </a:r>
              <a:r>
                <a:rPr lang="en-US" sz="40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US" sz="40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bB</a:t>
              </a:r>
              <a:r>
                <a:rPr lang="en-US" sz="40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(k)</a:t>
              </a:r>
              <a:r>
                <a:rPr lang="en-US" sz="40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r>
                <a:rPr lang="en-US" sz="40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cC</a:t>
              </a:r>
              <a:r>
                <a:rPr lang="en-US" sz="40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(k)</a:t>
              </a:r>
              <a:r>
                <a:rPr lang="en-US" sz="40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US" sz="40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dD</a:t>
              </a:r>
              <a:r>
                <a:rPr lang="en-US" sz="40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(k)</a:t>
              </a:r>
              <a:endParaRPr lang="en-US" sz="4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3" name="Picture 3">
              <a:extLst>
                <a:ext uri="{FF2B5EF4-FFF2-40B4-BE49-F238E27FC236}">
                  <a16:creationId xmlns:a16="http://schemas.microsoft.com/office/drawing/2014/main" id="{B7AF1E10-6E1B-E7A7-7A6A-C4DC026F51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066422" y="3729592"/>
              <a:ext cx="373478" cy="273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8F0D101A-B5E1-ECC7-0069-0A9B41F26D8C}"/>
              </a:ext>
            </a:extLst>
          </p:cNvPr>
          <p:cNvSpPr/>
          <p:nvPr/>
        </p:nvSpPr>
        <p:spPr>
          <a:xfrm>
            <a:off x="461852" y="895728"/>
            <a:ext cx="56044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 Box 29">
                <a:extLst>
                  <a:ext uri="{FF2B5EF4-FFF2-40B4-BE49-F238E27FC236}">
                    <a16:creationId xmlns:a16="http://schemas.microsoft.com/office/drawing/2014/main" id="{AA39F99F-CE64-D0E4-D480-EB1B7F78C9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6019" y="2340339"/>
                <a:ext cx="8249381" cy="646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5080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ts val="600"/>
                  </a:spcBef>
                  <a:spcAft>
                    <a:spcPts val="600"/>
                  </a:spcAft>
                  <a:buFontTx/>
                  <a:buNone/>
                </a:pPr>
                <a:r>
                  <a:rPr lang="en-US" altLang="en-US" sz="3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</a:t>
                </a:r>
                <a:r>
                  <a:rPr lang="en-US" altLang="en-US" sz="3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3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vi-VN" altLang="en-US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 altLang="en-US" sz="3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 sz="3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  <m:sup>
                        <m:r>
                          <a:rPr lang="en-US" altLang="en-US" sz="3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en-US" sz="3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en-US" sz="3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 sz="3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  <m:sup>
                        <m:r>
                          <a:rPr lang="en-US" altLang="en-US" sz="3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en-US" sz="3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0              0          </a:t>
                </a:r>
                <a:endParaRPr lang="en-US" altLang="en-US" sz="3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34" name="Text Box 2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A39F99F-CE64-D0E4-D480-EB1B7F78C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56019" y="2340339"/>
                <a:ext cx="8249381" cy="646332"/>
              </a:xfrm>
              <a:prstGeom prst="rect">
                <a:avLst/>
              </a:prstGeom>
              <a:blipFill rotWithShape="0">
                <a:blip r:embed="rId4"/>
                <a:stretch>
                  <a:fillRect l="-1183" t="-10377" b="-1698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A90DD0E8-9B83-068E-8F57-58EA7B04FE38}"/>
              </a:ext>
            </a:extLst>
          </p:cNvPr>
          <p:cNvSpPr/>
          <p:nvPr/>
        </p:nvSpPr>
        <p:spPr>
          <a:xfrm>
            <a:off x="1704264" y="3113125"/>
            <a:ext cx="759101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3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en-US" sz="3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3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       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en-US" sz="3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         C</a:t>
            </a:r>
            <a:r>
              <a:rPr lang="en-US" altLang="en-US" sz="3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               C</a:t>
            </a:r>
            <a:r>
              <a:rPr lang="en-US" altLang="en-US" sz="3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          C</a:t>
            </a:r>
            <a:r>
              <a:rPr lang="en-US" altLang="en-US" sz="3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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E968EBA-10ED-1409-7A27-F8B56A60122B}"/>
              </a:ext>
            </a:extLst>
          </p:cNvPr>
          <p:cNvSpPr/>
          <p:nvPr/>
        </p:nvSpPr>
        <p:spPr>
          <a:xfrm>
            <a:off x="151680" y="3809006"/>
            <a:ext cx="954162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3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Cân</a:t>
            </a:r>
            <a:r>
              <a:rPr lang="en-US" altLang="en-US" sz="3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bằng</a:t>
            </a:r>
            <a:r>
              <a:rPr lang="en-US" altLang="en-US" sz="3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en-US" sz="3000" baseline="-25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en-US" sz="3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en-US" sz="3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en-US" sz="3000" baseline="-25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3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en-US" sz="3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c.       C</a:t>
            </a:r>
            <a:r>
              <a:rPr lang="en-US" altLang="en-US" sz="3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c.            C</a:t>
            </a:r>
            <a:r>
              <a:rPr lang="en-US" altLang="en-US" sz="3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c.       C</a:t>
            </a:r>
            <a:r>
              <a:rPr lang="en-US" altLang="en-US" sz="3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194EFE8-D40A-DCA5-C9B4-BD01FE5B990E}"/>
              </a:ext>
            </a:extLst>
          </p:cNvPr>
          <p:cNvSpPr/>
          <p:nvPr/>
        </p:nvSpPr>
        <p:spPr>
          <a:xfrm>
            <a:off x="9780985" y="3870562"/>
            <a:ext cx="22493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= constant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x-none" sz="2800" dirty="0"/>
          </a:p>
        </p:txBody>
      </p:sp>
      <p:sp>
        <p:nvSpPr>
          <p:cNvPr id="39" name="Rectangle 8">
            <a:extLst>
              <a:ext uri="{FF2B5EF4-FFF2-40B4-BE49-F238E27FC236}">
                <a16:creationId xmlns:a16="http://schemas.microsoft.com/office/drawing/2014/main" id="{41E4E15F-5E63-5D2A-8810-5672D618C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88257"/>
            <a:ext cx="11333184" cy="663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3200" dirty="0"/>
              <a:t>	</a:t>
            </a:r>
            <a:r>
              <a:rPr lang="en-US" altLang="en-US" sz="3200" dirty="0" err="1"/>
              <a:t>Hằng</a:t>
            </a:r>
            <a:r>
              <a:rPr lang="en-US" altLang="en-US" sz="3200" dirty="0"/>
              <a:t> </a:t>
            </a:r>
            <a:r>
              <a:rPr lang="en-US" altLang="en-US" sz="3200" dirty="0" err="1"/>
              <a:t>số</a:t>
            </a:r>
            <a:r>
              <a:rPr lang="en-US" altLang="en-US" sz="3200" dirty="0"/>
              <a:t> </a:t>
            </a:r>
            <a:r>
              <a:rPr lang="en-US" altLang="en-US" sz="3200" dirty="0" err="1"/>
              <a:t>cân</a:t>
            </a:r>
            <a:r>
              <a:rPr lang="en-US" altLang="en-US" sz="3200" dirty="0"/>
              <a:t> </a:t>
            </a:r>
            <a:r>
              <a:rPr lang="en-US" altLang="en-US" sz="3200" dirty="0" err="1"/>
              <a:t>bằng</a:t>
            </a:r>
            <a:r>
              <a:rPr lang="en-US" altLang="en-US" sz="3200" dirty="0"/>
              <a:t> </a:t>
            </a:r>
            <a:r>
              <a:rPr lang="en-US" altLang="en-US" sz="3200" dirty="0" err="1"/>
              <a:t>hóa</a:t>
            </a:r>
            <a:r>
              <a:rPr lang="en-US" altLang="en-US" sz="3200" dirty="0"/>
              <a:t> </a:t>
            </a:r>
            <a:r>
              <a:rPr lang="en-US" altLang="en-US" sz="3200" dirty="0" err="1"/>
              <a:t>học</a:t>
            </a:r>
            <a:r>
              <a:rPr lang="en-US" altLang="en-US" sz="3200" dirty="0"/>
              <a:t> (ở </a:t>
            </a:r>
            <a:r>
              <a:rPr lang="en-US" altLang="en-US" sz="3200" dirty="0" err="1"/>
              <a:t>nhiệt</a:t>
            </a:r>
            <a:r>
              <a:rPr lang="en-US" altLang="en-US" sz="3200" dirty="0"/>
              <a:t> </a:t>
            </a:r>
            <a:r>
              <a:rPr lang="en-US" altLang="en-US" sz="3200" dirty="0" err="1"/>
              <a:t>độ</a:t>
            </a:r>
            <a:r>
              <a:rPr lang="en-US" altLang="en-US" sz="3200" dirty="0"/>
              <a:t> </a:t>
            </a:r>
            <a:r>
              <a:rPr lang="en-US" altLang="en-US" sz="3200" dirty="0" err="1"/>
              <a:t>xác</a:t>
            </a:r>
            <a:r>
              <a:rPr lang="en-US" altLang="en-US" sz="3200" dirty="0"/>
              <a:t> </a:t>
            </a:r>
            <a:r>
              <a:rPr lang="en-US" altLang="en-US" sz="3200" dirty="0" err="1"/>
              <a:t>định</a:t>
            </a:r>
            <a:r>
              <a:rPr lang="en-US" altLang="en-US" sz="3200" dirty="0"/>
              <a:t>): </a:t>
            </a:r>
          </a:p>
          <a:p>
            <a:pPr marL="0" indent="0" algn="ctr">
              <a:buNone/>
            </a:pPr>
            <a:endParaRPr lang="en-US" altLang="en-US" sz="3200" dirty="0"/>
          </a:p>
          <a:p>
            <a:pPr algn="just">
              <a:spcBef>
                <a:spcPts val="4200"/>
              </a:spcBef>
              <a:buFontTx/>
              <a:buNone/>
            </a:pPr>
            <a:r>
              <a:rPr lang="en-US" altLang="en-US" sz="3200" dirty="0"/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61BA4611-A5DC-DBF8-FAB3-D9E77D4E57D2}"/>
                  </a:ext>
                </a:extLst>
              </p:cNvPr>
              <p:cNvSpPr/>
              <p:nvPr/>
            </p:nvSpPr>
            <p:spPr>
              <a:xfrm>
                <a:off x="2430463" y="5420125"/>
                <a:ext cx="4097489" cy="120167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en-US" sz="3200" i="1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en-US" sz="3200" i="1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vi-VN" altLang="en-US" sz="3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alt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vi-VN" alt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altLang="en-US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alt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vi-VN" altLang="en-US" sz="3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alt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sup>
                          </m:sSup>
                          <m:sSup>
                            <m:sSupPr>
                              <m:ctrl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p>
                          </m:sSup>
                          <m:sSup>
                            <m:sSupPr>
                              <m:ctrl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x-none" sz="3200" dirty="0"/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1BA4611-A5DC-DBF8-FAB3-D9E77D4E57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0463" y="5420125"/>
                <a:ext cx="4097489" cy="120167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E732459C-45D1-5BA8-5931-6A1764B34A84}"/>
              </a:ext>
            </a:extLst>
          </p:cNvPr>
          <p:cNvSpPr/>
          <p:nvPr/>
        </p:nvSpPr>
        <p:spPr>
          <a:xfrm>
            <a:off x="6759493" y="5777894"/>
            <a:ext cx="535274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  <a:r>
              <a:rPr lang="en-US" altLang="en-US" sz="3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</a:t>
            </a:r>
            <a:r>
              <a:rPr lang="en-US" altLang="en-US" sz="3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</a:t>
            </a:r>
            <a:r>
              <a:rPr lang="en-US" alt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3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hằng</a:t>
            </a:r>
            <a:r>
              <a:rPr lang="en-US" alt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altLang="en-US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endParaRPr lang="x-none" sz="3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đồng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</a:t>
            </a:r>
            <a:r>
              <a:rPr lang="en-US" altLang="zh-TW" sz="4000" b="1" dirty="0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khí</a:t>
            </a:r>
            <a:r>
              <a:rPr lang="en-US" altLang="zh-TW" sz="4000" b="1" dirty="0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altLang="zh-TW" sz="4000" b="1" dirty="0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tưởng</a:t>
            </a:r>
            <a:endParaRPr lang="zh-TW" altLang="en-US" sz="4000" dirty="0">
              <a:solidFill>
                <a:srgbClr val="30F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318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4" grpId="0"/>
      <p:bldP spid="11" grpId="0"/>
      <p:bldP spid="36" grpId="0"/>
      <p:bldP spid="38" grpId="0"/>
      <p:bldP spid="39" grpId="0"/>
      <p:bldP spid="40" grpId="0" animBg="1"/>
      <p:bldP spid="4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AA7D7B6-EB4B-E1B4-72C8-907B59D1693D}"/>
              </a:ext>
            </a:extLst>
          </p:cNvPr>
          <p:cNvGrpSpPr/>
          <p:nvPr/>
        </p:nvGrpSpPr>
        <p:grpSpPr>
          <a:xfrm>
            <a:off x="2753775" y="814176"/>
            <a:ext cx="6487673" cy="707886"/>
            <a:chOff x="7050690" y="3489960"/>
            <a:chExt cx="6487673" cy="707886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4E47C05-68D4-0507-5AFA-2A3FCE537BC4}"/>
                </a:ext>
              </a:extLst>
            </p:cNvPr>
            <p:cNvSpPr/>
            <p:nvPr/>
          </p:nvSpPr>
          <p:spPr>
            <a:xfrm>
              <a:off x="7050690" y="3489960"/>
              <a:ext cx="6487673" cy="707886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>
              <a:spAutoFit/>
            </a:bodyPr>
            <a:lstStyle/>
            <a:p>
              <a:r>
                <a:rPr lang="en-US" sz="40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aA</a:t>
              </a:r>
              <a:r>
                <a:rPr lang="en-US" sz="40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(k)</a:t>
              </a:r>
              <a:r>
                <a:rPr lang="en-US" sz="40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US" sz="40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bB</a:t>
              </a:r>
              <a:r>
                <a:rPr lang="en-US" sz="40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(k)</a:t>
              </a:r>
              <a:r>
                <a:rPr lang="en-US" sz="40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r>
                <a:rPr lang="en-US" sz="40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cC</a:t>
              </a:r>
              <a:r>
                <a:rPr lang="en-US" sz="40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(k)</a:t>
              </a:r>
              <a:r>
                <a:rPr lang="en-US" sz="40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US" sz="40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dD</a:t>
              </a:r>
              <a:r>
                <a:rPr lang="en-US" sz="40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(k)</a:t>
              </a:r>
              <a:endParaRPr lang="en-US" sz="4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3" name="Picture 3">
              <a:extLst>
                <a:ext uri="{FF2B5EF4-FFF2-40B4-BE49-F238E27FC236}">
                  <a16:creationId xmlns:a16="http://schemas.microsoft.com/office/drawing/2014/main" id="{B7AF1E10-6E1B-E7A7-7A6A-C4DC026F51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0066422" y="3729592"/>
              <a:ext cx="373478" cy="273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 Box 29">
                <a:extLst>
                  <a:ext uri="{FF2B5EF4-FFF2-40B4-BE49-F238E27FC236}">
                    <a16:creationId xmlns:a16="http://schemas.microsoft.com/office/drawing/2014/main" id="{AA39F99F-CE64-D0E4-D480-EB1B7F78C9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90833" y="1612186"/>
                <a:ext cx="8249381" cy="646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5080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ts val="600"/>
                  </a:spcBef>
                  <a:spcAft>
                    <a:spcPts val="600"/>
                  </a:spcAft>
                  <a:buFontTx/>
                  <a:buNone/>
                </a:pPr>
                <a:r>
                  <a:rPr lang="en-US" altLang="en-US" sz="3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</a:t>
                </a:r>
                <a:r>
                  <a:rPr lang="en-US" altLang="en-US" sz="3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3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vi-VN" altLang="en-US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en-US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 sz="3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  <m:sup>
                        <m:r>
                          <a:rPr lang="en-US" altLang="en-US" sz="3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en-US" sz="3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en-US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 sz="3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  <m:sup>
                        <m:r>
                          <a:rPr lang="en-US" altLang="en-US" sz="3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en-US" sz="3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0              0          </a:t>
                </a:r>
                <a:endParaRPr lang="en-US" altLang="en-US" sz="3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34" name="Text Box 2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A39F99F-CE64-D0E4-D480-EB1B7F78C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90833" y="1612186"/>
                <a:ext cx="8249381" cy="646332"/>
              </a:xfrm>
              <a:prstGeom prst="rect">
                <a:avLst/>
              </a:prstGeom>
              <a:blipFill rotWithShape="0">
                <a:blip r:embed="rId5"/>
                <a:stretch>
                  <a:fillRect l="-1183" t="-10377" b="-1698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A90DD0E8-9B83-068E-8F57-58EA7B04FE38}"/>
              </a:ext>
            </a:extLst>
          </p:cNvPr>
          <p:cNvSpPr/>
          <p:nvPr/>
        </p:nvSpPr>
        <p:spPr>
          <a:xfrm>
            <a:off x="1639078" y="2264201"/>
            <a:ext cx="759101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3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en-US" sz="3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3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       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3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         P</a:t>
            </a:r>
            <a:r>
              <a:rPr lang="en-US" altLang="en-US" sz="3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               P</a:t>
            </a:r>
            <a:r>
              <a:rPr lang="en-US" altLang="en-US" sz="3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          P</a:t>
            </a:r>
            <a:r>
              <a:rPr lang="en-US" altLang="en-US" sz="3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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E968EBA-10ED-1409-7A27-F8B56A60122B}"/>
              </a:ext>
            </a:extLst>
          </p:cNvPr>
          <p:cNvSpPr/>
          <p:nvPr/>
        </p:nvSpPr>
        <p:spPr>
          <a:xfrm>
            <a:off x="86494" y="2925576"/>
            <a:ext cx="954162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3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Cân</a:t>
            </a:r>
            <a:r>
              <a:rPr lang="en-US" altLang="en-US" sz="3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bằng</a:t>
            </a:r>
            <a:r>
              <a:rPr lang="en-US" altLang="en-US" sz="3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en-US" sz="3000" baseline="-25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en-US" sz="3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en-US" sz="3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en-US" sz="3000" baseline="-25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3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3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c.       P</a:t>
            </a:r>
            <a:r>
              <a:rPr lang="en-US" altLang="en-US" sz="3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c.            P</a:t>
            </a:r>
            <a:r>
              <a:rPr lang="en-US" altLang="en-US" sz="3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c.       P</a:t>
            </a:r>
            <a:r>
              <a:rPr lang="en-US" altLang="en-US" sz="3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194EFE8-D40A-DCA5-C9B4-BD01FE5B990E}"/>
              </a:ext>
            </a:extLst>
          </p:cNvPr>
          <p:cNvSpPr/>
          <p:nvPr/>
        </p:nvSpPr>
        <p:spPr>
          <a:xfrm>
            <a:off x="9715799" y="2969879"/>
            <a:ext cx="22493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= constant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x-none" sz="2800" dirty="0"/>
          </a:p>
        </p:txBody>
      </p:sp>
      <p:sp>
        <p:nvSpPr>
          <p:cNvPr id="39" name="Rectangle 8">
            <a:extLst>
              <a:ext uri="{FF2B5EF4-FFF2-40B4-BE49-F238E27FC236}">
                <a16:creationId xmlns:a16="http://schemas.microsoft.com/office/drawing/2014/main" id="{41E4E15F-5E63-5D2A-8810-5672D618C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431" y="3637001"/>
            <a:ext cx="8715234" cy="663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569913" indent="-569913" algn="just">
              <a:buFont typeface="Wingdings" panose="05000000000000000000" pitchFamily="2" charset="2"/>
              <a:buChar char="v"/>
            </a:pPr>
            <a:r>
              <a:rPr lang="en-US" altLang="en-US" sz="3200" dirty="0" err="1"/>
              <a:t>Hằng</a:t>
            </a:r>
            <a:r>
              <a:rPr lang="en-US" altLang="en-US" sz="3200" dirty="0"/>
              <a:t> </a:t>
            </a:r>
            <a:r>
              <a:rPr lang="en-US" altLang="en-US" sz="3200" dirty="0" err="1"/>
              <a:t>số</a:t>
            </a:r>
            <a:r>
              <a:rPr lang="en-US" altLang="en-US" sz="3200" dirty="0"/>
              <a:t> </a:t>
            </a:r>
            <a:r>
              <a:rPr lang="en-US" altLang="en-US" sz="3200" dirty="0" err="1"/>
              <a:t>cân</a:t>
            </a:r>
            <a:r>
              <a:rPr lang="en-US" altLang="en-US" sz="3200" dirty="0"/>
              <a:t> </a:t>
            </a:r>
            <a:r>
              <a:rPr lang="en-US" altLang="en-US" sz="3200" dirty="0" err="1"/>
              <a:t>bằng</a:t>
            </a:r>
            <a:r>
              <a:rPr lang="en-US" altLang="en-US" sz="3200" dirty="0"/>
              <a:t> </a:t>
            </a:r>
            <a:r>
              <a:rPr lang="en-US" altLang="en-US" sz="3200" dirty="0" err="1"/>
              <a:t>hóa</a:t>
            </a:r>
            <a:r>
              <a:rPr lang="en-US" altLang="en-US" sz="3200" dirty="0"/>
              <a:t> </a:t>
            </a:r>
            <a:r>
              <a:rPr lang="en-US" altLang="en-US" sz="3200" dirty="0" err="1"/>
              <a:t>học</a:t>
            </a:r>
            <a:r>
              <a:rPr lang="en-US" altLang="en-US" sz="3200" dirty="0"/>
              <a:t> (ở </a:t>
            </a:r>
            <a:r>
              <a:rPr lang="en-US" altLang="en-US" sz="3200" dirty="0" err="1"/>
              <a:t>nhiệt</a:t>
            </a:r>
            <a:r>
              <a:rPr lang="en-US" altLang="en-US" sz="3200" dirty="0"/>
              <a:t> </a:t>
            </a:r>
            <a:r>
              <a:rPr lang="en-US" altLang="en-US" sz="3200" dirty="0" err="1"/>
              <a:t>độ</a:t>
            </a:r>
            <a:r>
              <a:rPr lang="en-US" altLang="en-US" sz="3200" dirty="0"/>
              <a:t> </a:t>
            </a:r>
            <a:r>
              <a:rPr lang="en-US" altLang="en-US" sz="3200" dirty="0" err="1"/>
              <a:t>xác</a:t>
            </a:r>
            <a:r>
              <a:rPr lang="en-US" altLang="en-US" sz="3200" dirty="0"/>
              <a:t> </a:t>
            </a:r>
            <a:r>
              <a:rPr lang="en-US" altLang="en-US" sz="3200" dirty="0" err="1"/>
              <a:t>định</a:t>
            </a:r>
            <a:r>
              <a:rPr lang="en-US" altLang="en-US" sz="3200" dirty="0"/>
              <a:t>): </a:t>
            </a:r>
          </a:p>
          <a:p>
            <a:pPr marL="0" indent="0" algn="ctr">
              <a:buNone/>
            </a:pPr>
            <a:endParaRPr lang="en-US" altLang="en-US" sz="3200" dirty="0"/>
          </a:p>
          <a:p>
            <a:pPr algn="just">
              <a:spcBef>
                <a:spcPts val="4200"/>
              </a:spcBef>
              <a:buFontTx/>
              <a:buNone/>
            </a:pPr>
            <a:r>
              <a:rPr lang="en-US" altLang="en-US" sz="3200" dirty="0"/>
              <a:t>	</a:t>
            </a:r>
          </a:p>
        </p:txBody>
      </p:sp>
      <p:graphicFrame>
        <p:nvGraphicFramePr>
          <p:cNvPr id="20" name="Object 11">
            <a:extLst>
              <a:ext uri="{FF2B5EF4-FFF2-40B4-BE49-F238E27FC236}">
                <a16:creationId xmlns:a16="http://schemas.microsoft.com/office/drawing/2014/main" id="{A0355268-3323-4896-81F7-14FC1FCB9C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3687472"/>
              </p:ext>
            </p:extLst>
          </p:nvPr>
        </p:nvGraphicFramePr>
        <p:xfrm>
          <a:off x="4901084" y="5961738"/>
          <a:ext cx="34290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Equation" r:id="rId6" imgW="990170" imgH="266584" progId="Equation.3">
                  <p:embed/>
                </p:oleObj>
              </mc:Choice>
              <mc:Fallback>
                <p:oleObj name="Equation" r:id="rId6" imgW="990170" imgH="266584" progId="Equation.3">
                  <p:embed/>
                  <p:pic>
                    <p:nvPicPr>
                      <p:cNvPr id="20" name="Object 11">
                        <a:extLst>
                          <a:ext uri="{FF2B5EF4-FFF2-40B4-BE49-F238E27FC236}">
                            <a16:creationId xmlns:a16="http://schemas.microsoft.com/office/drawing/2014/main" id="{A0355268-3323-4896-81F7-14FC1FCB9C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1084" y="5961738"/>
                        <a:ext cx="3429000" cy="7112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25400"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17">
            <a:extLst>
              <a:ext uri="{FF2B5EF4-FFF2-40B4-BE49-F238E27FC236}">
                <a16:creationId xmlns:a16="http://schemas.microsoft.com/office/drawing/2014/main" id="{3258349D-CCFD-4DFC-8D8B-7FF7DE03E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1214" y="6013497"/>
            <a:ext cx="3898646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= 0,082 [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lit.atm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28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mol.K</a:t>
            </a:r>
            <a:r>
              <a:rPr lang="en-US" alt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41E4E15F-5E63-5D2A-8810-5672D618C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905" y="5996734"/>
            <a:ext cx="4693415" cy="663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33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33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33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rgbClr val="003399"/>
                </a:solidFill>
                <a:latin typeface="Times New Roman" panose="02020603050405020304" pitchFamily="18" charset="0"/>
              </a:defRPr>
            </a:lvl9pPr>
          </a:lstStyle>
          <a:p>
            <a:pPr marL="569913" indent="-569913" algn="just">
              <a:buFont typeface="Wingdings" panose="05000000000000000000" pitchFamily="2" charset="2"/>
              <a:buChar char="v"/>
            </a:pPr>
            <a:r>
              <a:rPr lang="en-US" altLang="en-US" sz="3200" b="1" dirty="0" err="1">
                <a:solidFill>
                  <a:srgbClr val="FF0000"/>
                </a:solidFill>
              </a:rPr>
              <a:t>Mối</a:t>
            </a:r>
            <a:r>
              <a:rPr lang="en-US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</a:rPr>
              <a:t>quan</a:t>
            </a:r>
            <a:r>
              <a:rPr lang="en-US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</a:rPr>
              <a:t>hệ</a:t>
            </a:r>
            <a:r>
              <a:rPr lang="en-US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</a:rPr>
              <a:t>K</a:t>
            </a:r>
            <a:r>
              <a:rPr lang="en-US" altLang="en-US" sz="3200" b="1" baseline="-25000" dirty="0" err="1">
                <a:solidFill>
                  <a:srgbClr val="FF0000"/>
                </a:solidFill>
              </a:rPr>
              <a:t>p</a:t>
            </a:r>
            <a:r>
              <a:rPr lang="en-US" altLang="en-US" sz="3200" b="1" dirty="0">
                <a:solidFill>
                  <a:srgbClr val="FF0000"/>
                </a:solidFill>
              </a:rPr>
              <a:t> &amp; </a:t>
            </a:r>
            <a:r>
              <a:rPr lang="en-US" altLang="en-US" sz="3200" b="1" dirty="0" err="1">
                <a:solidFill>
                  <a:srgbClr val="FF0000"/>
                </a:solidFill>
              </a:rPr>
              <a:t>K</a:t>
            </a:r>
            <a:r>
              <a:rPr lang="en-US" altLang="en-US" sz="3200" b="1" baseline="-25000" dirty="0" err="1">
                <a:solidFill>
                  <a:srgbClr val="FF0000"/>
                </a:solidFill>
              </a:rPr>
              <a:t>c</a:t>
            </a:r>
            <a:r>
              <a:rPr lang="en-US" altLang="en-US" sz="3200" b="1" dirty="0">
                <a:solidFill>
                  <a:srgbClr val="FF0000"/>
                </a:solidFill>
              </a:rPr>
              <a:t>: </a:t>
            </a:r>
          </a:p>
          <a:p>
            <a:pPr marL="0" indent="0" algn="ctr">
              <a:buNone/>
            </a:pPr>
            <a:endParaRPr lang="en-US" altLang="en-US" sz="3200" b="1" dirty="0">
              <a:solidFill>
                <a:srgbClr val="FF0000"/>
              </a:solidFill>
            </a:endParaRPr>
          </a:p>
          <a:p>
            <a:pPr algn="just">
              <a:spcBef>
                <a:spcPts val="4200"/>
              </a:spcBef>
              <a:buFontTx/>
              <a:buNone/>
            </a:pPr>
            <a:r>
              <a:rPr lang="en-US" altLang="en-US" sz="3200" b="1" dirty="0">
                <a:solidFill>
                  <a:srgbClr val="FF0000"/>
                </a:solidFill>
              </a:rPr>
              <a:t>	</a:t>
            </a:r>
          </a:p>
        </p:txBody>
      </p:sp>
      <p:sp>
        <p:nvSpPr>
          <p:cNvPr id="2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đồng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</a:t>
            </a:r>
            <a:r>
              <a:rPr lang="en-US" altLang="zh-TW" sz="4000" b="1" dirty="0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khí</a:t>
            </a:r>
            <a:r>
              <a:rPr lang="en-US" altLang="zh-TW" sz="4000" b="1" dirty="0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altLang="zh-TW" sz="4000" b="1" dirty="0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tưởng</a:t>
            </a:r>
            <a:endParaRPr lang="zh-TW" altLang="en-US" sz="4000" dirty="0">
              <a:solidFill>
                <a:srgbClr val="30F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D654675-9446-6BDA-CB01-F524ACAA3417}"/>
                  </a:ext>
                </a:extLst>
              </p:cNvPr>
              <p:cNvSpPr/>
              <p:nvPr/>
            </p:nvSpPr>
            <p:spPr>
              <a:xfrm>
                <a:off x="3016077" y="4406296"/>
                <a:ext cx="3355941" cy="129721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en-US" sz="3200" i="1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en-US" sz="3200" i="1"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lang="vi-VN" altLang="en-US" sz="3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alt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b>
                          </m:sSub>
                        </m:den>
                      </m:f>
                      <m:r>
                        <a:rPr lang="vi-VN" altLang="en-US" sz="3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alt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vi-VN" alt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vi-VN" alt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x-none" sz="3200" dirty="0"/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D654675-9446-6BDA-CB01-F524ACAA34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6077" y="4406296"/>
                <a:ext cx="3355941" cy="129721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D667C10B-71C5-5905-70FC-9BCC45C3DBBD}"/>
              </a:ext>
            </a:extLst>
          </p:cNvPr>
          <p:cNvSpPr/>
          <p:nvPr/>
        </p:nvSpPr>
        <p:spPr>
          <a:xfrm>
            <a:off x="6877489" y="4585399"/>
            <a:ext cx="49407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8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28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800" i="1" baseline="-25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28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altLang="en-US" sz="28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altLang="en-US" sz="28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altLang="en-US" sz="28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altLang="en-US" sz="28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28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sz="28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X. </a:t>
            </a:r>
            <a:r>
              <a:rPr lang="en-US" altLang="en-US" sz="28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altLang="en-US" sz="28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en-US" sz="28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i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altLang="en-US" sz="28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đ/l Dalton</a:t>
            </a:r>
            <a:endParaRPr lang="x-none" sz="28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087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11" grpId="0"/>
      <p:bldP spid="36" grpId="0"/>
      <p:bldP spid="38" grpId="0"/>
      <p:bldP spid="39" grpId="0"/>
      <p:bldP spid="21" grpId="0"/>
      <p:bldP spid="22" grpId="0"/>
      <p:bldP spid="24" grpId="0" animBg="1"/>
      <p:bldP spid="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đồng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</a:t>
            </a:r>
            <a:r>
              <a:rPr lang="en-US" altLang="zh-TW" sz="4000" b="1" dirty="0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khí</a:t>
            </a:r>
            <a:r>
              <a:rPr lang="en-US" altLang="zh-TW" sz="4000" b="1" dirty="0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altLang="zh-TW" sz="4000" b="1" dirty="0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tưởng</a:t>
            </a:r>
            <a:endParaRPr lang="zh-TW" altLang="en-US" sz="4000" dirty="0">
              <a:solidFill>
                <a:srgbClr val="30F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AA7D7B6-EB4B-E1B4-72C8-907B59D1693D}"/>
              </a:ext>
            </a:extLst>
          </p:cNvPr>
          <p:cNvGrpSpPr/>
          <p:nvPr/>
        </p:nvGrpSpPr>
        <p:grpSpPr>
          <a:xfrm>
            <a:off x="3273563" y="1553248"/>
            <a:ext cx="6263253" cy="707886"/>
            <a:chOff x="7050690" y="3489960"/>
            <a:chExt cx="6263253" cy="707886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4E47C05-68D4-0507-5AFA-2A3FCE537BC4}"/>
                </a:ext>
              </a:extLst>
            </p:cNvPr>
            <p:cNvSpPr/>
            <p:nvPr/>
          </p:nvSpPr>
          <p:spPr>
            <a:xfrm>
              <a:off x="7050690" y="3489960"/>
              <a:ext cx="6263253" cy="707886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>
              <a:spAutoFit/>
            </a:bodyPr>
            <a:lstStyle/>
            <a:p>
              <a:r>
                <a:rPr lang="en-US" sz="40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2NOCl</a:t>
              </a:r>
              <a:r>
                <a:rPr lang="en-US" sz="40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(k)</a:t>
              </a:r>
              <a:r>
                <a:rPr lang="en-US" sz="40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2NO</a:t>
              </a:r>
              <a:r>
                <a:rPr lang="en-US" sz="40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(k)</a:t>
              </a:r>
              <a:r>
                <a:rPr lang="en-US" sz="40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Cl</a:t>
              </a:r>
              <a:r>
                <a:rPr lang="en-US" sz="40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2(k)</a:t>
              </a:r>
              <a:endParaRPr lang="en-US" sz="4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5" name="Picture 3">
              <a:extLst>
                <a:ext uri="{FF2B5EF4-FFF2-40B4-BE49-F238E27FC236}">
                  <a16:creationId xmlns:a16="http://schemas.microsoft.com/office/drawing/2014/main" id="{B7AF1E10-6E1B-E7A7-7A6A-C4DC026F51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9307298" y="3712339"/>
              <a:ext cx="373478" cy="273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38" name="Text Box 29">
            <a:extLst>
              <a:ext uri="{FF2B5EF4-FFF2-40B4-BE49-F238E27FC236}">
                <a16:creationId xmlns:a16="http://schemas.microsoft.com/office/drawing/2014/main" id="{AA39F99F-CE64-D0E4-D480-EB1B7F78C9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2219" y="2283815"/>
            <a:ext cx="9570362" cy="646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0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 </a:t>
            </a:r>
            <a:r>
              <a:rPr lang="en-US" altLang="en-US" sz="3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2,00                       0                0               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[M]</a:t>
            </a:r>
            <a:endParaRPr lang="en-US" altLang="en-US" sz="30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90DD0E8-9B83-068E-8F57-58EA7B04FE38}"/>
              </a:ext>
            </a:extLst>
          </p:cNvPr>
          <p:cNvSpPr/>
          <p:nvPr/>
        </p:nvSpPr>
        <p:spPr>
          <a:xfrm>
            <a:off x="1592219" y="3053530"/>
            <a:ext cx="1008794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30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Phản</a:t>
            </a:r>
            <a:r>
              <a:rPr lang="en-US" altLang="en-US" sz="30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0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ứng</a:t>
            </a:r>
            <a:r>
              <a:rPr lang="en-US" altLang="en-US" sz="30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</a:t>
            </a:r>
            <a:r>
              <a:rPr lang="en-US" alt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-0,66                  </a:t>
            </a:r>
            <a:r>
              <a:rPr lang="en-US" altLang="en-US" sz="30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+0,66         +0,33            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[M]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E968EBA-10ED-1409-7A27-F8B56A60122B}"/>
              </a:ext>
            </a:extLst>
          </p:cNvPr>
          <p:cNvSpPr/>
          <p:nvPr/>
        </p:nvSpPr>
        <p:spPr>
          <a:xfrm>
            <a:off x="1592219" y="3730911"/>
            <a:ext cx="954162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3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Cân</a:t>
            </a:r>
            <a:r>
              <a:rPr lang="en-US" altLang="en-US" sz="3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bằng</a:t>
            </a:r>
            <a:r>
              <a:rPr lang="en-US" altLang="en-US" sz="3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1,34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   0,66            0,33             [M]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1680" y="847049"/>
            <a:ext cx="82445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tưởng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17AFB63-4E9A-4B30-B5FE-72600B30D777}"/>
              </a:ext>
            </a:extLst>
          </p:cNvPr>
          <p:cNvSpPr txBox="1"/>
          <p:nvPr/>
        </p:nvSpPr>
        <p:spPr>
          <a:xfrm>
            <a:off x="1144910" y="4860233"/>
            <a:ext cx="4531271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Ở 25</a:t>
            </a:r>
            <a:r>
              <a:rPr lang="en-US" sz="3200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C,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hằng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rved Right Arrow 6"/>
          <p:cNvSpPr/>
          <p:nvPr/>
        </p:nvSpPr>
        <p:spPr>
          <a:xfrm rot="20554207">
            <a:off x="396815" y="4916929"/>
            <a:ext cx="465826" cy="56934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883874" y="4589039"/>
                <a:ext cx="4330353" cy="10277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36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3600" baseline="-250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vi-VN" sz="36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36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vi-VN" sz="36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vi-VN" sz="36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vi-VN" sz="36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0,66</m:t>
                                </m:r>
                              </m:e>
                            </m:d>
                          </m:e>
                          <m:sup>
                            <m:r>
                              <a:rPr lang="vi-VN" sz="36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36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.(0,33)</m:t>
                        </m:r>
                      </m:num>
                      <m:den>
                        <m:sSup>
                          <m:sSupPr>
                            <m:ctrlPr>
                              <a:rPr lang="vi-VN" sz="36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vi-VN" sz="36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(1,34)</m:t>
                            </m:r>
                          </m:e>
                          <m:sup>
                            <m:r>
                              <a:rPr lang="vi-VN" sz="36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vi-VN" sz="36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0.08</a:t>
                </a:r>
                <a:endParaRPr lang="en-US" sz="36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3874" y="4589039"/>
                <a:ext cx="4330353" cy="1027782"/>
              </a:xfrm>
              <a:prstGeom prst="rect">
                <a:avLst/>
              </a:prstGeom>
              <a:blipFill rotWithShape="0">
                <a:blip r:embed="rId4"/>
                <a:stretch>
                  <a:fillRect l="-4219" r="-3516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Curved Right Arrow 41"/>
          <p:cNvSpPr/>
          <p:nvPr/>
        </p:nvSpPr>
        <p:spPr>
          <a:xfrm rot="20554207">
            <a:off x="604508" y="5922345"/>
            <a:ext cx="465826" cy="56934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0BB3807-E99E-4B6A-A052-1F084BF6AAF1}"/>
              </a:ext>
            </a:extLst>
          </p:cNvPr>
          <p:cNvSpPr txBox="1"/>
          <p:nvPr/>
        </p:nvSpPr>
        <p:spPr>
          <a:xfrm>
            <a:off x="5676181" y="6019212"/>
            <a:ext cx="67408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200" baseline="-25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200" baseline="-25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(RT)</a:t>
            </a:r>
            <a:r>
              <a:rPr lang="en-US" sz="3200" baseline="30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∆n</a:t>
            </a:r>
            <a:r>
              <a:rPr lang="en-US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vi-VN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0,08.(0,082.298)=</a:t>
            </a:r>
            <a:r>
              <a:rPr lang="en-US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1,95</a:t>
            </a:r>
          </a:p>
        </p:txBody>
      </p:sp>
      <p:sp>
        <p:nvSpPr>
          <p:cNvPr id="9" name="Rectangle 8"/>
          <p:cNvSpPr/>
          <p:nvPr/>
        </p:nvSpPr>
        <p:spPr>
          <a:xfrm>
            <a:off x="1164061" y="6019212"/>
            <a:ext cx="46666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Ở 25</a:t>
            </a:r>
            <a:r>
              <a:rPr lang="en-US" sz="3200" baseline="30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C, </a:t>
            </a:r>
            <a:r>
              <a:rPr lang="en-US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hằng</a:t>
            </a:r>
            <a:r>
              <a:rPr lang="en-US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3949066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0" grpId="0"/>
      <p:bldP spid="6" grpId="0"/>
      <p:bldP spid="41" grpId="0" animBg="1"/>
      <p:bldP spid="7" grpId="0" animBg="1"/>
      <p:bldP spid="8" grpId="0"/>
      <p:bldP spid="42" grpId="0" animBg="1"/>
      <p:bldP spid="43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16513" y="6459785"/>
            <a:ext cx="450708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9259546-5066-D660-8A46-870FF32D049D}"/>
              </a:ext>
            </a:extLst>
          </p:cNvPr>
          <p:cNvGrpSpPr/>
          <p:nvPr/>
        </p:nvGrpSpPr>
        <p:grpSpPr>
          <a:xfrm>
            <a:off x="3617855" y="1416391"/>
            <a:ext cx="5112297" cy="646331"/>
            <a:chOff x="7050690" y="3489960"/>
            <a:chExt cx="5112297" cy="6463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4156480-1D96-61DB-7B68-B5B380B77AE7}"/>
                </a:ext>
              </a:extLst>
            </p:cNvPr>
            <p:cNvSpPr/>
            <p:nvPr/>
          </p:nvSpPr>
          <p:spPr>
            <a:xfrm>
              <a:off x="7050690" y="3489960"/>
              <a:ext cx="5112297" cy="646331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>
              <a:spAutoFit/>
            </a:bodyPr>
            <a:lstStyle/>
            <a:p>
              <a:r>
                <a:rPr lang="en-US" sz="36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2SO</a:t>
              </a:r>
              <a:r>
                <a:rPr lang="en-US" sz="3600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2(g)</a:t>
              </a:r>
              <a:r>
                <a:rPr lang="en-US" sz="36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O</a:t>
              </a:r>
              <a:r>
                <a:rPr lang="en-US" sz="3600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2(g)</a:t>
              </a:r>
              <a:r>
                <a:rPr lang="en-US" sz="36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2SO</a:t>
              </a:r>
              <a:r>
                <a:rPr lang="en-US" sz="3600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3(g)</a:t>
              </a:r>
              <a:endParaRPr lang="en-US" sz="3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7" name="Picture 3">
              <a:extLst>
                <a:ext uri="{FF2B5EF4-FFF2-40B4-BE49-F238E27FC236}">
                  <a16:creationId xmlns:a16="http://schemas.microsoft.com/office/drawing/2014/main" id="{8D59F7C7-D2E7-86F8-A0C5-7D2BC4821B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9967501" y="3729592"/>
              <a:ext cx="373478" cy="273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4FBCCFE2-8DAB-5060-F96A-ED8F7EEED575}"/>
              </a:ext>
            </a:extLst>
          </p:cNvPr>
          <p:cNvSpPr txBox="1"/>
          <p:nvPr/>
        </p:nvSpPr>
        <p:spPr>
          <a:xfrm>
            <a:off x="517459" y="4176822"/>
            <a:ext cx="5014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HSCB ở 2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endParaRPr lang="x-non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đồng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</a:t>
            </a:r>
            <a:r>
              <a:rPr lang="en-US" altLang="zh-TW" sz="4000" b="1" dirty="0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khí</a:t>
            </a:r>
            <a:r>
              <a:rPr lang="en-US" altLang="zh-TW" sz="4000" b="1" dirty="0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altLang="zh-TW" sz="4000" b="1" dirty="0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tưởng</a:t>
            </a:r>
            <a:endParaRPr lang="zh-TW" altLang="en-US" sz="4000" dirty="0">
              <a:solidFill>
                <a:srgbClr val="30F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51680" y="812543"/>
            <a:ext cx="82445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tưởng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BCCFE2-8DAB-5060-F96A-ED8F7EEED575}"/>
              </a:ext>
            </a:extLst>
          </p:cNvPr>
          <p:cNvSpPr txBox="1"/>
          <p:nvPr/>
        </p:nvSpPr>
        <p:spPr>
          <a:xfrm>
            <a:off x="517459" y="5002362"/>
            <a:ext cx="10727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x-none" sz="3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690154"/>
              </p:ext>
            </p:extLst>
          </p:nvPr>
        </p:nvGraphicFramePr>
        <p:xfrm>
          <a:off x="1037286" y="2199524"/>
          <a:ext cx="1027343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85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02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6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9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19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19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045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Thí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nghiệm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Nồng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ban </a:t>
                      </a:r>
                      <a:r>
                        <a:rPr lang="en-US" sz="24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đầu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(M)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Nồng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cân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bằng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[SO</a:t>
                      </a:r>
                      <a:r>
                        <a:rPr lang="en-US" sz="24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[O</a:t>
                      </a:r>
                      <a:r>
                        <a:rPr lang="en-US" sz="24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[SO</a:t>
                      </a:r>
                      <a:r>
                        <a:rPr lang="en-US" sz="24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[SO</a:t>
                      </a:r>
                      <a:r>
                        <a:rPr lang="en-US" sz="24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[O</a:t>
                      </a:r>
                      <a:r>
                        <a:rPr lang="en-US" sz="24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[SO</a:t>
                      </a:r>
                      <a:r>
                        <a:rPr lang="en-US" sz="24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TN 1</a:t>
                      </a:r>
                      <a:endParaRPr lang="en-US" sz="240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TN</a:t>
                      </a:r>
                      <a:r>
                        <a:rPr lang="en-US" sz="2400" baseline="0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</a:t>
                      </a:r>
                      <a:endParaRPr lang="en-US" sz="2400" dirty="0">
                        <a:solidFill>
                          <a:srgbClr val="CC00CC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C00C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953428" y="5002363"/>
            <a:ext cx="11528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TN1: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3428" y="6057579"/>
            <a:ext cx="11528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TN2: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3559535" y="4832381"/>
                <a:ext cx="6818533" cy="9247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32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𝑆𝑂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𝑆𝑂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[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den>
                    </m:f>
                    <m:r>
                      <a:rPr lang="en-US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(0,056)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0,344</m:t>
                                </m:r>
                              </m:e>
                            </m:d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(0,172)</m:t>
                        </m:r>
                      </m:den>
                    </m:f>
                    <m:r>
                      <a:rPr lang="en-US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32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sz="32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32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𝟏𝟓</m:t>
                    </m:r>
                  </m:oMath>
                </a14:m>
                <a:r>
                  <a:rPr lang="en-US" sz="32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9535" y="4832381"/>
                <a:ext cx="6818533" cy="92474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559535" y="5885314"/>
                <a:ext cx="6870342" cy="9247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3200" b="1" i="1" smtClean="0">
                            <a:solidFill>
                              <a:srgbClr val="CC00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𝑆𝑂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𝑆𝑂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[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den>
                    </m:f>
                    <m:r>
                      <a:rPr lang="en-US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(0,076)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0,424</m:t>
                                </m:r>
                              </m:e>
                            </m:d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(0,212)</m:t>
                        </m:r>
                      </m:den>
                    </m:f>
                    <m:r>
                      <a:rPr lang="en-US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3200" b="1" i="1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sz="3200" b="1" i="1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3200" b="1" i="1" smtClean="0">
                        <a:solidFill>
                          <a:srgbClr val="CC00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𝟏𝟓</m:t>
                    </m:r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9535" y="5885314"/>
                <a:ext cx="6870342" cy="92474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4782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5" grpId="0"/>
      <p:bldP spid="20" grpId="0"/>
      <p:bldP spid="26" grpId="0"/>
      <p:bldP spid="27" grpId="0"/>
      <p:bldP spid="2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đồng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dung </a:t>
            </a:r>
            <a:r>
              <a:rPr lang="en-US" altLang="zh-TW" sz="4000" b="1" dirty="0" err="1">
                <a:solidFill>
                  <a:srgbClr val="30F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endParaRPr lang="zh-TW" altLang="en-US" sz="4000" dirty="0">
              <a:solidFill>
                <a:srgbClr val="30F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AA7D7B6-EB4B-E1B4-72C8-907B59D1693D}"/>
              </a:ext>
            </a:extLst>
          </p:cNvPr>
          <p:cNvGrpSpPr/>
          <p:nvPr/>
        </p:nvGrpSpPr>
        <p:grpSpPr>
          <a:xfrm>
            <a:off x="2716485" y="814176"/>
            <a:ext cx="7250703" cy="707886"/>
            <a:chOff x="7050690" y="3489960"/>
            <a:chExt cx="7250703" cy="70788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4E47C05-68D4-0507-5AFA-2A3FCE537BC4}"/>
                </a:ext>
              </a:extLst>
            </p:cNvPr>
            <p:cNvSpPr/>
            <p:nvPr/>
          </p:nvSpPr>
          <p:spPr>
            <a:xfrm>
              <a:off x="7050690" y="3489960"/>
              <a:ext cx="7250703" cy="707886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>
              <a:spAutoFit/>
            </a:bodyPr>
            <a:lstStyle/>
            <a:p>
              <a:r>
                <a:rPr lang="en-US" sz="40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aA</a:t>
              </a:r>
              <a:r>
                <a:rPr lang="en-US" sz="40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4000" b="1" baseline="-250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dd</a:t>
              </a:r>
              <a:r>
                <a:rPr lang="en-US" sz="40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sz="40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US" sz="40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bB</a:t>
              </a:r>
              <a:r>
                <a:rPr lang="en-US" sz="40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4000" b="1" baseline="-250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dd</a:t>
              </a:r>
              <a:r>
                <a:rPr lang="en-US" sz="40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sz="40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r>
                <a:rPr lang="en-US" sz="40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cC</a:t>
              </a:r>
              <a:r>
                <a:rPr lang="en-US" sz="40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4000" b="1" baseline="-250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dd</a:t>
              </a:r>
              <a:r>
                <a:rPr lang="en-US" sz="40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sz="40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US" sz="40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dD</a:t>
              </a:r>
              <a:r>
                <a:rPr lang="en-US" sz="40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4000" b="1" baseline="-25000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dd</a:t>
              </a:r>
              <a:r>
                <a:rPr lang="en-US" sz="40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sz="4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Picture 3">
              <a:extLst>
                <a:ext uri="{FF2B5EF4-FFF2-40B4-BE49-F238E27FC236}">
                  <a16:creationId xmlns:a16="http://schemas.microsoft.com/office/drawing/2014/main" id="{B7AF1E10-6E1B-E7A7-7A6A-C4DC026F51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0411482" y="3729592"/>
              <a:ext cx="373478" cy="273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29">
                <a:extLst>
                  <a:ext uri="{FF2B5EF4-FFF2-40B4-BE49-F238E27FC236}">
                    <a16:creationId xmlns:a16="http://schemas.microsoft.com/office/drawing/2014/main" id="{AA39F99F-CE64-D0E4-D480-EB1B7F78C9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53543" y="1646692"/>
                <a:ext cx="8249381" cy="646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5080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ts val="600"/>
                  </a:spcBef>
                  <a:spcAft>
                    <a:spcPts val="600"/>
                  </a:spcAft>
                  <a:buFontTx/>
                  <a:buNone/>
                </a:pPr>
                <a:r>
                  <a:rPr lang="en-US" altLang="en-US" sz="3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</a:t>
                </a:r>
                <a:r>
                  <a:rPr lang="en-US" altLang="en-US" sz="3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3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vi-VN" altLang="en-US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 altLang="en-US" sz="3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 sz="3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  <m:sup>
                        <m:r>
                          <a:rPr lang="en-US" altLang="en-US" sz="3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en-US" sz="3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3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en-US" sz="3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 sz="3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  <m:sup>
                        <m:r>
                          <a:rPr lang="en-US" altLang="en-US" sz="3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en-US" sz="3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0              0          </a:t>
                </a:r>
                <a:endParaRPr lang="en-US" altLang="en-US" sz="3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10" name="Text Box 2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A39F99F-CE64-D0E4-D480-EB1B7F78C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53543" y="1646692"/>
                <a:ext cx="8249381" cy="646332"/>
              </a:xfrm>
              <a:prstGeom prst="rect">
                <a:avLst/>
              </a:prstGeom>
              <a:blipFill rotWithShape="0">
                <a:blip r:embed="rId4"/>
                <a:stretch>
                  <a:fillRect l="-1183" t="-10377" b="-1698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A90DD0E8-9B83-068E-8F57-58EA7B04FE38}"/>
              </a:ext>
            </a:extLst>
          </p:cNvPr>
          <p:cNvSpPr/>
          <p:nvPr/>
        </p:nvSpPr>
        <p:spPr>
          <a:xfrm>
            <a:off x="1601788" y="2419478"/>
            <a:ext cx="759101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3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en-US" sz="3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3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       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en-US" sz="3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         C</a:t>
            </a:r>
            <a:r>
              <a:rPr lang="en-US" altLang="en-US" sz="3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               C</a:t>
            </a:r>
            <a:r>
              <a:rPr lang="en-US" altLang="en-US" sz="3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          C</a:t>
            </a:r>
            <a:r>
              <a:rPr lang="en-US" altLang="en-US" sz="3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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968EBA-10ED-1409-7A27-F8B56A60122B}"/>
              </a:ext>
            </a:extLst>
          </p:cNvPr>
          <p:cNvSpPr/>
          <p:nvPr/>
        </p:nvSpPr>
        <p:spPr>
          <a:xfrm>
            <a:off x="49204" y="3115359"/>
            <a:ext cx="954162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3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Cân</a:t>
            </a:r>
            <a:r>
              <a:rPr lang="en-US" altLang="en-US" sz="3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bằng</a:t>
            </a:r>
            <a:r>
              <a:rPr lang="en-US" altLang="en-US" sz="3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en-US" sz="3000" baseline="-25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en-US" sz="3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en-US" sz="3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en-US" sz="3000" baseline="-25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3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en-US" sz="3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c.       C</a:t>
            </a:r>
            <a:r>
              <a:rPr lang="en-US" altLang="en-US" sz="3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c.            C</a:t>
            </a:r>
            <a:r>
              <a:rPr lang="en-US" altLang="en-US" sz="3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c.       C</a:t>
            </a:r>
            <a:r>
              <a:rPr lang="en-US" altLang="en-US" sz="30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94EFE8-D40A-DCA5-C9B4-BD01FE5B990E}"/>
              </a:ext>
            </a:extLst>
          </p:cNvPr>
          <p:cNvSpPr/>
          <p:nvPr/>
        </p:nvSpPr>
        <p:spPr>
          <a:xfrm>
            <a:off x="9678509" y="3176915"/>
            <a:ext cx="22493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= constant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x-none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1BA4611-A5DC-DBF8-FAB3-D9E77D4E57D2}"/>
                  </a:ext>
                </a:extLst>
              </p:cNvPr>
              <p:cNvSpPr/>
              <p:nvPr/>
            </p:nvSpPr>
            <p:spPr>
              <a:xfrm>
                <a:off x="4028532" y="3817850"/>
                <a:ext cx="4097489" cy="120167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en-US" sz="3200" i="1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en-US" sz="3200" i="1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vi-VN" altLang="en-US" sz="3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alt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vi-VN" alt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altLang="en-US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alt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vi-VN" altLang="en-US" sz="3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alt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sup>
                          </m:sSup>
                          <m:sSup>
                            <m:sSupPr>
                              <m:ctrl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p>
                          </m:sSup>
                          <m:sSup>
                            <m:sSupPr>
                              <m:ctrl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vi-VN" altLang="en-US" sz="3200" i="1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x-none" sz="320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1BA4611-A5DC-DBF8-FAB3-D9E77D4E57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8532" y="3817850"/>
                <a:ext cx="4097489" cy="120167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153354" y="5070822"/>
            <a:ext cx="14574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81504" y="5132377"/>
            <a:ext cx="107104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PTPƯ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dung </a:t>
            </a:r>
            <a:r>
              <a:rPr lang="en-US" sz="28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sz="28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8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en-US" sz="2800" i="1" u="sng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CBHH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en-US" sz="2800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52355" y="5976579"/>
            <a:ext cx="80938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COOH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H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 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CH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H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3">
            <a:extLst>
              <a:ext uri="{FF2B5EF4-FFF2-40B4-BE49-F238E27FC236}">
                <a16:creationId xmlns:a16="http://schemas.microsoft.com/office/drawing/2014/main" id="{B7AF1E10-6E1B-E7A7-7A6A-C4DC026F5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45194" y="6118836"/>
            <a:ext cx="373478" cy="273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1BA4611-A5DC-DBF8-FAB3-D9E77D4E57D2}"/>
                  </a:ext>
                </a:extLst>
              </p:cNvPr>
              <p:cNvSpPr/>
              <p:nvPr/>
            </p:nvSpPr>
            <p:spPr>
              <a:xfrm>
                <a:off x="8311731" y="5831124"/>
                <a:ext cx="3834611" cy="95449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en-US" sz="2600" i="1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en-US" sz="2600" i="1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alt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altLang="en-US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alt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vi-VN" altLang="en-US" sz="2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600" b="0" i="1" smtClean="0">
                                      <a:latin typeface="Cambria Math" panose="02040503050406030204" pitchFamily="18" charset="0"/>
                                    </a:rPr>
                                    <m:t>𝐶𝐻</m:t>
                                  </m:r>
                                </m:e>
                                <m:sub>
                                  <m:r>
                                    <a:rPr lang="en-US" altLang="en-US" sz="26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en-US" sz="2600" b="0" i="1" smtClean="0">
                                  <a:latin typeface="Cambria Math" panose="02040503050406030204" pitchFamily="18" charset="0"/>
                                </a:rPr>
                                <m:t>𝐶𝑂</m:t>
                              </m:r>
                              <m:sSup>
                                <m:sSupPr>
                                  <m:ctrlPr>
                                    <a:rPr lang="en-US" alt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en-US" sz="2600" b="0" i="1" smtClean="0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p>
                                  <m:r>
                                    <a:rPr lang="en-US" altLang="en-US" sz="2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en-US" sz="26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6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en-US" sz="2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26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p>
                              <m:r>
                                <a:rPr lang="en-US" altLang="en-US" sz="2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US" altLang="en-US" sz="26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  <m:r>
                            <a:rPr lang="vi-VN" altLang="en-US" sz="26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altLang="en-US" sz="26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en-US" sz="2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sSub>
                            <m:sSubPr>
                              <m:ctrlPr>
                                <a:rPr lang="en-US" alt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6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en-US" sz="2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en-US" sz="2600" b="0" i="1" smtClean="0">
                              <a:latin typeface="Cambria Math" panose="02040503050406030204" pitchFamily="18" charset="0"/>
                            </a:rPr>
                            <m:t>𝐶𝑂𝑂𝐻</m:t>
                          </m:r>
                          <m:r>
                            <a:rPr lang="en-US" altLang="en-US" sz="26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x-none" sz="2600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1BA4611-A5DC-DBF8-FAB3-D9E77D4E57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1731" y="5831124"/>
                <a:ext cx="3834611" cy="95449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9514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6" grpId="0" animBg="1"/>
      <p:bldP spid="18" grpId="0"/>
      <p:bldP spid="20" grpId="0"/>
      <p:bldP spid="2" grpId="0"/>
      <p:bldP spid="2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11155" y="6459785"/>
            <a:ext cx="556065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0909" y="4630122"/>
            <a:ext cx="121150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3200" b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</a:t>
            </a:r>
            <a:r>
              <a:rPr 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HSCB: 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AA7D7B6-EB4B-E1B4-72C8-907B59D1693D}"/>
              </a:ext>
            </a:extLst>
          </p:cNvPr>
          <p:cNvGrpSpPr/>
          <p:nvPr/>
        </p:nvGrpSpPr>
        <p:grpSpPr>
          <a:xfrm>
            <a:off x="2046056" y="1650606"/>
            <a:ext cx="7026282" cy="707886"/>
            <a:chOff x="7050690" y="3489960"/>
            <a:chExt cx="7026282" cy="70788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4E47C05-68D4-0507-5AFA-2A3FCE537BC4}"/>
                </a:ext>
              </a:extLst>
            </p:cNvPr>
            <p:cNvSpPr/>
            <p:nvPr/>
          </p:nvSpPr>
          <p:spPr>
            <a:xfrm>
              <a:off x="7050690" y="3489960"/>
              <a:ext cx="7026282" cy="707886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>
              <a:spAutoFit/>
            </a:bodyPr>
            <a:lstStyle/>
            <a:p>
              <a:r>
                <a:rPr lang="en-US" sz="40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CaCO</a:t>
              </a:r>
              <a:r>
                <a:rPr lang="en-US" sz="40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 (r)</a:t>
              </a:r>
              <a:r>
                <a:rPr lang="en-US" sz="40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r>
                <a:rPr lang="en-US" sz="40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CaO</a:t>
              </a:r>
              <a:r>
                <a:rPr lang="en-US" sz="40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40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(r)</a:t>
              </a:r>
              <a:r>
                <a:rPr lang="en-US" sz="40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CO</a:t>
              </a:r>
              <a:r>
                <a:rPr lang="en-US" sz="40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 (k)</a:t>
              </a:r>
              <a:endParaRPr lang="en-US" sz="4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6" name="Picture 3">
              <a:extLst>
                <a:ext uri="{FF2B5EF4-FFF2-40B4-BE49-F238E27FC236}">
                  <a16:creationId xmlns:a16="http://schemas.microsoft.com/office/drawing/2014/main" id="{B7AF1E10-6E1B-E7A7-7A6A-C4DC026F51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9462573" y="3712831"/>
              <a:ext cx="373478" cy="273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8F0D101A-B5E1-ECC7-0069-0A9B41F26D8C}"/>
              </a:ext>
            </a:extLst>
          </p:cNvPr>
          <p:cNvSpPr/>
          <p:nvPr/>
        </p:nvSpPr>
        <p:spPr>
          <a:xfrm>
            <a:off x="461852" y="895728"/>
            <a:ext cx="923361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CaCO</a:t>
            </a:r>
            <a:r>
              <a:rPr lang="en-US" alt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072338" y="1712161"/>
            <a:ext cx="1996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∆n = 1</a:t>
            </a:r>
          </a:p>
        </p:txBody>
      </p:sp>
      <p:graphicFrame>
        <p:nvGraphicFramePr>
          <p:cNvPr id="28" name="Object 4">
            <a:extLst>
              <a:ext uri="{FF2B5EF4-FFF2-40B4-BE49-F238E27FC236}">
                <a16:creationId xmlns:a16="http://schemas.microsoft.com/office/drawing/2014/main" id="{6AC38181-201F-4FAB-B943-68E56B2A3C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1319017"/>
              </p:ext>
            </p:extLst>
          </p:nvPr>
        </p:nvGraphicFramePr>
        <p:xfrm>
          <a:off x="965571" y="2876484"/>
          <a:ext cx="3017838" cy="1182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Equation" r:id="rId5" imgW="1168200" imgH="482400" progId="Equation.3">
                  <p:embed/>
                </p:oleObj>
              </mc:Choice>
              <mc:Fallback>
                <p:oleObj name="Equation" r:id="rId5" imgW="1168200" imgH="482400" progId="Equation.3">
                  <p:embed/>
                  <p:pic>
                    <p:nvPicPr>
                      <p:cNvPr id="28" name="Object 4">
                        <a:extLst>
                          <a:ext uri="{FF2B5EF4-FFF2-40B4-BE49-F238E27FC236}">
                            <a16:creationId xmlns:a16="http://schemas.microsoft.com/office/drawing/2014/main" id="{6AC38181-201F-4FAB-B943-68E56B2A3C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571" y="2876484"/>
                        <a:ext cx="3017838" cy="1182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FC63AE09-C3F8-4532-9D84-8D2AB6923B71}"/>
              </a:ext>
            </a:extLst>
          </p:cNvPr>
          <p:cNvSpPr txBox="1"/>
          <p:nvPr/>
        </p:nvSpPr>
        <p:spPr>
          <a:xfrm>
            <a:off x="3417972" y="4047686"/>
            <a:ext cx="1130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>
                <a:solidFill>
                  <a:srgbClr val="FF0000"/>
                </a:solidFill>
              </a:rPr>
              <a:t>const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2C1320-AF09-4E47-9297-13DC8AD6204D}"/>
              </a:ext>
            </a:extLst>
          </p:cNvPr>
          <p:cNvSpPr txBox="1"/>
          <p:nvPr/>
        </p:nvSpPr>
        <p:spPr>
          <a:xfrm>
            <a:off x="997512" y="2324695"/>
            <a:ext cx="1130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>
                <a:solidFill>
                  <a:srgbClr val="FF0000"/>
                </a:solidFill>
              </a:rPr>
              <a:t>const</a:t>
            </a:r>
            <a:endParaRPr lang="en-US" sz="2400" b="1" dirty="0">
              <a:solidFill>
                <a:srgbClr val="FF0000"/>
              </a:solidFill>
            </a:endParaRPr>
          </a:p>
        </p:txBody>
      </p:sp>
      <p:cxnSp>
        <p:nvCxnSpPr>
          <p:cNvPr id="15" name="Straight Arrow Connector 14"/>
          <p:cNvCxnSpPr>
            <a:endCxn id="31" idx="2"/>
          </p:cNvCxnSpPr>
          <p:nvPr/>
        </p:nvCxnSpPr>
        <p:spPr>
          <a:xfrm flipH="1" flipV="1">
            <a:off x="1562949" y="2786360"/>
            <a:ext cx="565437" cy="1662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30" idx="1"/>
          </p:cNvCxnSpPr>
          <p:nvPr/>
        </p:nvCxnSpPr>
        <p:spPr>
          <a:xfrm>
            <a:off x="2846714" y="4047686"/>
            <a:ext cx="571258" cy="2308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4278698" y="3008745"/>
                <a:ext cx="3743076" cy="760914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K</a:t>
                </a:r>
                <a:r>
                  <a:rPr lang="en-US" sz="4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4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000" i="1">
                                    <a:latin typeface="Cambria Math" panose="02040503050406030204" pitchFamily="18" charset="0"/>
                                  </a:rPr>
                                  <m:t>𝐶𝑂</m:t>
                                </m:r>
                              </m:e>
                              <m:sub>
                                <m:r>
                                  <a:rPr lang="en-US" sz="4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𝑐𝑏</m:t>
                        </m:r>
                      </m:sub>
                    </m:sSub>
                  </m:oMath>
                </a14:m>
                <a:endParaRPr 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8698" y="3008745"/>
                <a:ext cx="3743076" cy="760914"/>
              </a:xfrm>
              <a:prstGeom prst="rect">
                <a:avLst/>
              </a:prstGeom>
              <a:blipFill rotWithShape="0">
                <a:blip r:embed="rId7"/>
                <a:stretch>
                  <a:fillRect l="-5863" t="-14516" b="-27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8021774" y="3007108"/>
                <a:ext cx="3102516" cy="707886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40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𝐶𝑂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sz="4000" b="0" i="1" baseline="-25000" smtClean="0">
                        <a:latin typeface="Cambria Math" panose="02040503050406030204" pitchFamily="18" charset="0"/>
                      </a:rPr>
                      <m:t>𝑐𝑏</m:t>
                    </m:r>
                  </m:oMath>
                </a14:m>
                <a:endParaRPr lang="en-US" sz="4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1774" y="3007108"/>
                <a:ext cx="3102516" cy="707886"/>
              </a:xfrm>
              <a:prstGeom prst="rect">
                <a:avLst/>
              </a:prstGeom>
              <a:blipFill rotWithShape="0">
                <a:blip r:embed="rId8"/>
                <a:stretch>
                  <a:fillRect l="-7073"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/>
          <p:cNvSpPr txBox="1"/>
          <p:nvPr/>
        </p:nvSpPr>
        <p:spPr>
          <a:xfrm>
            <a:off x="2046056" y="5244548"/>
            <a:ext cx="435087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rắn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-342900">
              <a:buAutoNum type="arabicPeriod"/>
            </a:pPr>
            <a:r>
              <a:rPr 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lỏng</a:t>
            </a: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-342900">
              <a:buAutoNum type="arabicPeriod"/>
            </a:pPr>
            <a:r>
              <a:rPr lang="en-US" sz="3200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Dung </a:t>
            </a:r>
            <a:r>
              <a:rPr lang="en-US" sz="3200" dirty="0" err="1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endParaRPr lang="en-US" sz="3200" dirty="0">
              <a:solidFill>
                <a:srgbClr val="9933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424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3" grpId="0"/>
      <p:bldP spid="30" grpId="0"/>
      <p:bldP spid="31" grpId="0"/>
      <p:bldP spid="37" grpId="0" animBg="1"/>
      <p:bldP spid="38" grpId="0" animBg="1"/>
      <p:bldP spid="3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FD413BEE-9523-497F-B1DF-EC764AD9243D}"/>
              </a:ext>
            </a:extLst>
          </p:cNvPr>
          <p:cNvSpPr txBox="1">
            <a:spLocks noChangeArrowheads="1"/>
          </p:cNvSpPr>
          <p:nvPr/>
        </p:nvSpPr>
        <p:spPr>
          <a:xfrm>
            <a:off x="479670" y="1021845"/>
            <a:ext cx="9753600" cy="7461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Mg(OH)</a:t>
            </a:r>
            <a:r>
              <a:rPr lang="en-US" altLang="en-US" sz="36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(r)    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⇌    Mg</a:t>
            </a:r>
            <a:r>
              <a:rPr lang="en-US" altLang="en-US" sz="3600" b="1" baseline="30000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2+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(</a:t>
            </a:r>
            <a:r>
              <a:rPr lang="en-US" alt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dd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)   +    2OH</a:t>
            </a:r>
            <a:r>
              <a:rPr lang="en-US" altLang="en-US" sz="3600" b="1" baseline="30000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-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(</a:t>
            </a:r>
            <a:r>
              <a:rPr lang="en-US" alt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dd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)</a:t>
            </a:r>
            <a:endParaRPr lang="en-US" altLang="en-US" sz="3600" b="1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F58F0CA2-BAE0-4D93-8D89-AA37C20EBE47}"/>
              </a:ext>
            </a:extLst>
          </p:cNvPr>
          <p:cNvSpPr txBox="1">
            <a:spLocks noChangeArrowheads="1"/>
          </p:cNvSpPr>
          <p:nvPr/>
        </p:nvSpPr>
        <p:spPr>
          <a:xfrm>
            <a:off x="489806" y="2954213"/>
            <a:ext cx="9879145" cy="7495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altLang="en-US" sz="36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COOH(</a:t>
            </a:r>
            <a:r>
              <a:rPr lang="en-US" alt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+ H</a:t>
            </a:r>
            <a:r>
              <a:rPr lang="en-US" altLang="en-US" sz="36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⇌ CH</a:t>
            </a:r>
            <a:r>
              <a:rPr lang="en-US" altLang="en-US" sz="36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3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COO</a:t>
            </a:r>
            <a:r>
              <a:rPr lang="en-US" altLang="en-US" sz="3600" b="1" baseline="30000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-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(</a:t>
            </a:r>
            <a:r>
              <a:rPr lang="en-US" alt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dd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) + H</a:t>
            </a:r>
            <a:r>
              <a:rPr lang="en-US" altLang="en-US" sz="36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3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O</a:t>
            </a:r>
            <a:r>
              <a:rPr lang="en-US" altLang="en-US" sz="3600" b="1" baseline="30000" dirty="0">
                <a:solidFill>
                  <a:srgbClr val="0000FF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+</a:t>
            </a:r>
          </a:p>
          <a:p>
            <a:pPr>
              <a:buFontTx/>
              <a:buNone/>
            </a:pPr>
            <a:r>
              <a:rPr lang="en-US" altLang="en-US" sz="3600" baseline="300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  </a:t>
            </a:r>
          </a:p>
        </p:txBody>
      </p:sp>
      <p:graphicFrame>
        <p:nvGraphicFramePr>
          <p:cNvPr id="22" name="Object 4">
            <a:extLst>
              <a:ext uri="{FF2B5EF4-FFF2-40B4-BE49-F238E27FC236}">
                <a16:creationId xmlns:a16="http://schemas.microsoft.com/office/drawing/2014/main" id="{CA44BB1C-5968-44E8-AAC9-4C202A8199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0617754"/>
              </p:ext>
            </p:extLst>
          </p:nvPr>
        </p:nvGraphicFramePr>
        <p:xfrm>
          <a:off x="5008256" y="3667718"/>
          <a:ext cx="3635445" cy="10518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Equation" r:id="rId4" imgW="1549400" imgH="457200" progId="Equation.3">
                  <p:embed/>
                </p:oleObj>
              </mc:Choice>
              <mc:Fallback>
                <p:oleObj name="Equation" r:id="rId4" imgW="1549400" imgH="457200" progId="Equation.3">
                  <p:embed/>
                  <p:pic>
                    <p:nvPicPr>
                      <p:cNvPr id="22" name="Object 4">
                        <a:extLst>
                          <a:ext uri="{FF2B5EF4-FFF2-40B4-BE49-F238E27FC236}">
                            <a16:creationId xmlns:a16="http://schemas.microsoft.com/office/drawing/2014/main" id="{CA44BB1C-5968-44E8-AAC9-4C202A8199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8256" y="3667718"/>
                        <a:ext cx="3635445" cy="10518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6">
            <a:extLst>
              <a:ext uri="{FF2B5EF4-FFF2-40B4-BE49-F238E27FC236}">
                <a16:creationId xmlns:a16="http://schemas.microsoft.com/office/drawing/2014/main" id="{3773BDC6-72E5-452B-A95E-A1E72D3EF3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5102" y="3824686"/>
            <a:ext cx="235307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pK</a:t>
            </a:r>
            <a:r>
              <a:rPr lang="en-US" altLang="en-US" b="1" baseline="-250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b="1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- </a:t>
            </a:r>
            <a:r>
              <a:rPr lang="en-US" altLang="en-US" b="1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lgK</a:t>
            </a:r>
            <a:r>
              <a:rPr lang="en-US" altLang="en-US" b="1" baseline="-250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en-US" b="1" dirty="0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Box 7">
            <a:extLst>
              <a:ext uri="{FF2B5EF4-FFF2-40B4-BE49-F238E27FC236}">
                <a16:creationId xmlns:a16="http://schemas.microsoft.com/office/drawing/2014/main" id="{BF79BC15-5894-4CEB-B200-B21761058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806" y="4927436"/>
            <a:ext cx="84582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en-US" altLang="en-US" sz="36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 (dd) ⇌ NH</a:t>
            </a:r>
            <a:r>
              <a:rPr lang="en-US" altLang="en-US" sz="36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36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(dd)  +  OH</a:t>
            </a:r>
            <a:r>
              <a:rPr lang="en-US" altLang="en-US" sz="3600" b="1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(dd)</a:t>
            </a:r>
          </a:p>
        </p:txBody>
      </p:sp>
      <p:graphicFrame>
        <p:nvGraphicFramePr>
          <p:cNvPr id="25" name="Object 8">
            <a:extLst>
              <a:ext uri="{FF2B5EF4-FFF2-40B4-BE49-F238E27FC236}">
                <a16:creationId xmlns:a16="http://schemas.microsoft.com/office/drawing/2014/main" id="{C44C4D72-DCB2-4A00-9E12-D94F57293A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8971257"/>
              </p:ext>
            </p:extLst>
          </p:nvPr>
        </p:nvGraphicFramePr>
        <p:xfrm>
          <a:off x="5310802" y="5732905"/>
          <a:ext cx="3238597" cy="1073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Equation" r:id="rId6" imgW="1143000" imgH="457200" progId="Equation.3">
                  <p:embed/>
                </p:oleObj>
              </mc:Choice>
              <mc:Fallback>
                <p:oleObj name="Equation" r:id="rId6" imgW="1143000" imgH="457200" progId="Equation.3">
                  <p:embed/>
                  <p:pic>
                    <p:nvPicPr>
                      <p:cNvPr id="25" name="Object 8">
                        <a:extLst>
                          <a:ext uri="{FF2B5EF4-FFF2-40B4-BE49-F238E27FC236}">
                            <a16:creationId xmlns:a16="http://schemas.microsoft.com/office/drawing/2014/main" id="{C44C4D72-DCB2-4A00-9E12-D94F57293A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0802" y="5732905"/>
                        <a:ext cx="3238597" cy="10733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11">
            <a:extLst>
              <a:ext uri="{FF2B5EF4-FFF2-40B4-BE49-F238E27FC236}">
                <a16:creationId xmlns:a16="http://schemas.microsoft.com/office/drawing/2014/main" id="{BDD410A5-CFA9-43F3-A734-8678D605A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5977185"/>
            <a:ext cx="242293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pK</a:t>
            </a:r>
            <a:r>
              <a:rPr lang="en-US" altLang="en-US" b="1" baseline="-25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- </a:t>
            </a:r>
            <a:r>
              <a:rPr lang="en-US" altLang="en-US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lgK</a:t>
            </a:r>
            <a:r>
              <a:rPr lang="en-US" altLang="en-US" b="1" baseline="-25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2284EF8-B220-49B5-B4AE-F5DF0F7BB992}"/>
              </a:ext>
            </a:extLst>
          </p:cNvPr>
          <p:cNvSpPr/>
          <p:nvPr/>
        </p:nvSpPr>
        <p:spPr>
          <a:xfrm>
            <a:off x="2433766" y="1021845"/>
            <a:ext cx="620394" cy="659850"/>
          </a:xfrm>
          <a:prstGeom prst="ellipse">
            <a:avLst/>
          </a:prstGeom>
          <a:noFill/>
          <a:ln w="31750"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C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669C559-E876-4152-A3C4-3919BAC41E58}"/>
              </a:ext>
            </a:extLst>
          </p:cNvPr>
          <p:cNvSpPr/>
          <p:nvPr/>
        </p:nvSpPr>
        <p:spPr>
          <a:xfrm>
            <a:off x="3998925" y="2836157"/>
            <a:ext cx="1078343" cy="867634"/>
          </a:xfrm>
          <a:prstGeom prst="ellipse">
            <a:avLst/>
          </a:prstGeom>
          <a:noFill/>
          <a:ln w="31750">
            <a:solidFill>
              <a:srgbClr val="CC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C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Box 6">
            <a:extLst>
              <a:ext uri="{FF2B5EF4-FFF2-40B4-BE49-F238E27FC236}">
                <a16:creationId xmlns:a16="http://schemas.microsoft.com/office/drawing/2014/main" id="{664EAD7A-EE05-4A03-AF9C-406B336D8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670" y="3824687"/>
            <a:ext cx="452858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Hằng</a:t>
            </a:r>
            <a:r>
              <a:rPr lang="en-US" altLang="en-US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 </a:t>
            </a:r>
            <a:r>
              <a:rPr lang="en-US" altLang="en-US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ly</a:t>
            </a:r>
            <a:r>
              <a:rPr lang="en-US" altLang="en-US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axit</a:t>
            </a:r>
            <a:r>
              <a:rPr lang="en-US" altLang="en-US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2" name="Text Box 11">
            <a:extLst>
              <a:ext uri="{FF2B5EF4-FFF2-40B4-BE49-F238E27FC236}">
                <a16:creationId xmlns:a16="http://schemas.microsoft.com/office/drawing/2014/main" id="{1FC12332-F855-4B22-9268-BBDF5E5E1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806" y="5977185"/>
            <a:ext cx="482099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Hằng</a:t>
            </a:r>
            <a:r>
              <a:rPr lang="en-US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ly</a:t>
            </a:r>
            <a:r>
              <a:rPr lang="en-US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base:</a:t>
            </a:r>
          </a:p>
        </p:txBody>
      </p:sp>
      <p:sp>
        <p:nvSpPr>
          <p:cNvPr id="3" name="Rectangle 2"/>
          <p:cNvSpPr/>
          <p:nvPr/>
        </p:nvSpPr>
        <p:spPr>
          <a:xfrm>
            <a:off x="489806" y="1800463"/>
            <a:ext cx="248016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tan: </a:t>
            </a:r>
            <a:endParaRPr lang="en-US" sz="3600" dirty="0"/>
          </a:p>
        </p:txBody>
      </p:sp>
      <p:sp>
        <p:nvSpPr>
          <p:cNvPr id="4" name="Rectangle 3"/>
          <p:cNvSpPr/>
          <p:nvPr/>
        </p:nvSpPr>
        <p:spPr>
          <a:xfrm>
            <a:off x="9144000" y="1858165"/>
            <a:ext cx="245029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-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lgT</a:t>
            </a:r>
            <a:endParaRPr lang="en-US" sz="3200" dirty="0"/>
          </a:p>
        </p:txBody>
      </p:sp>
      <p:sp>
        <p:nvSpPr>
          <p:cNvPr id="5" name="Rectangle 4"/>
          <p:cNvSpPr/>
          <p:nvPr/>
        </p:nvSpPr>
        <p:spPr>
          <a:xfrm>
            <a:off x="3451167" y="1811708"/>
            <a:ext cx="47756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dirty="0" err="1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T</a:t>
            </a:r>
            <a:r>
              <a:rPr lang="en-US" altLang="en-US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Mg</a:t>
            </a:r>
            <a:r>
              <a:rPr lang="en-US" alt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(OH)2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32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[Mg</a:t>
            </a:r>
            <a:r>
              <a:rPr lang="en-US" altLang="en-US" sz="3200" baseline="300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2+</a:t>
            </a:r>
            <a:r>
              <a:rPr lang="en-US" altLang="en-US" sz="32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]</a:t>
            </a:r>
            <a:r>
              <a:rPr lang="en-US" altLang="en-US" sz="3200" baseline="-25000" dirty="0" err="1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cb</a:t>
            </a:r>
            <a:r>
              <a:rPr lang="en-US" altLang="en-US" sz="32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.[OH</a:t>
            </a:r>
            <a:r>
              <a:rPr lang="en-US" altLang="en-US" sz="3200" baseline="300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-</a:t>
            </a:r>
            <a:r>
              <a:rPr lang="en-US" altLang="en-US" sz="32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]</a:t>
            </a:r>
            <a:r>
              <a:rPr lang="en-US" altLang="en-US" sz="3200" baseline="300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2</a:t>
            </a:r>
            <a:r>
              <a:rPr lang="en-US" altLang="en-US" sz="3200" baseline="-25000" dirty="0"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cb</a:t>
            </a:r>
            <a:endParaRPr lang="en-US" altLang="en-US" sz="3200" b="1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096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3" grpId="0"/>
      <p:bldP spid="24" grpId="0"/>
      <p:bldP spid="26" grpId="0"/>
      <p:bldP spid="27" grpId="0" animBg="1"/>
      <p:bldP spid="28" grpId="0" animBg="1"/>
      <p:bldP spid="31" grpId="0"/>
      <p:bldP spid="32" grpId="0"/>
      <p:bldP spid="3" grpId="0"/>
      <p:bldP spid="4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5903C48B-AD77-4FAC-A17E-DA731ABE2E8C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61" y="1604515"/>
            <a:ext cx="2101086" cy="19706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51680" y="847049"/>
            <a:ext cx="80169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cháy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huỳnh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7A684AD-0BE8-4721-ACE0-8B5F51C8B6A9}"/>
              </a:ext>
            </a:extLst>
          </p:cNvPr>
          <p:cNvSpPr txBox="1">
            <a:spLocks noChangeArrowheads="1"/>
          </p:cNvSpPr>
          <p:nvPr/>
        </p:nvSpPr>
        <p:spPr>
          <a:xfrm>
            <a:off x="3475125" y="1484236"/>
            <a:ext cx="8320056" cy="838200"/>
          </a:xfrm>
          <a:prstGeom prst="rect">
            <a:avLst/>
          </a:prstGeom>
        </p:spPr>
        <p:txBody>
          <a:bodyPr lIns="90488" tIns="44450" rIns="90488" bIns="4445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Tx/>
              <a:buNone/>
              <a:defRPr/>
            </a:pPr>
            <a:r>
              <a:rPr lang="en-US" sz="4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4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S(r)  +   O</a:t>
            </a:r>
            <a:r>
              <a:rPr lang="en-US" sz="4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4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(k) </a:t>
            </a:r>
            <a:r>
              <a:rPr lang="vi-VN" sz="4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n-US" sz="4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⇌ </a:t>
            </a:r>
            <a:r>
              <a:rPr lang="vi-VN" altLang="en-US" sz="4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4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en-US" sz="4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4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(k)   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∆n = 0</a:t>
            </a:r>
          </a:p>
          <a:p>
            <a:pPr>
              <a:buFontTx/>
              <a:buNone/>
              <a:defRPr/>
            </a:pPr>
            <a:endParaRPr lang="en-US" sz="40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  <a:defRPr/>
            </a:pPr>
            <a:endParaRPr lang="en-US" sz="40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319027" y="2407058"/>
                <a:ext cx="2127057" cy="10973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9027" y="2407058"/>
                <a:ext cx="2127057" cy="109735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827222" y="2443860"/>
                <a:ext cx="2014526" cy="1027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𝑆𝑂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7222" y="2443860"/>
                <a:ext cx="2014526" cy="102733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1000951" y="4106544"/>
            <a:ext cx="71673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hủy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HgO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rắn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27A684AD-0BE8-4721-ACE0-8B5F51C8B6A9}"/>
              </a:ext>
            </a:extLst>
          </p:cNvPr>
          <p:cNvSpPr txBox="1">
            <a:spLocks noChangeArrowheads="1"/>
          </p:cNvSpPr>
          <p:nvPr/>
        </p:nvSpPr>
        <p:spPr>
          <a:xfrm>
            <a:off x="2043559" y="4959441"/>
            <a:ext cx="8074325" cy="658154"/>
          </a:xfrm>
          <a:prstGeom prst="rect">
            <a:avLst/>
          </a:prstGeom>
        </p:spPr>
        <p:txBody>
          <a:bodyPr lIns="90488" tIns="44450" rIns="90488" bIns="4445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None/>
              <a:defRPr/>
            </a:pPr>
            <a:r>
              <a:rPr lang="en-US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2HgO(r) </a:t>
            </a:r>
            <a:r>
              <a:rPr lang="en-US" alt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⇌ 2Hg(l) +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40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(k)    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∆n = 1</a:t>
            </a:r>
          </a:p>
          <a:p>
            <a:pPr>
              <a:lnSpc>
                <a:spcPct val="110000"/>
              </a:lnSpc>
              <a:buFontTx/>
              <a:buNone/>
              <a:defRPr/>
            </a:pPr>
            <a:endParaRPr lang="en-US" sz="4000" b="1" dirty="0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502005" y="5917545"/>
                <a:ext cx="4797595" cy="6939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3600" b="1" baseline="-25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36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[O</a:t>
                </a:r>
                <a:r>
                  <a:rPr lang="en-US" sz="3600" b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36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</a:t>
                </a:r>
                <a:r>
                  <a:rPr lang="en-US" sz="36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36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6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3600" b="1" baseline="-25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36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36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sSub>
                      <m:sSubPr>
                        <m:ctrlPr>
                          <a:rPr lang="en-US" sz="3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𝑷</m:t>
                        </m:r>
                      </m:e>
                      <m:sub>
                        <m:sSub>
                          <m:sSubPr>
                            <m:ctrlPr>
                              <a:rPr lang="en-US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𝑶</m:t>
                            </m:r>
                          </m:e>
                          <m:sub>
                            <m:r>
                              <a:rPr lang="en-US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  <m:r>
                      <a:rPr lang="en-US" sz="3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endParaRPr lang="en-US" sz="3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005" y="5917545"/>
                <a:ext cx="4797595" cy="693973"/>
              </a:xfrm>
              <a:prstGeom prst="rect">
                <a:avLst/>
              </a:prstGeom>
              <a:blipFill rotWithShape="0">
                <a:blip r:embed="rId6"/>
                <a:stretch>
                  <a:fillRect l="-3812" t="-14912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1152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2" grpId="0"/>
      <p:bldP spid="11" grpId="0"/>
      <p:bldP spid="12" grpId="0"/>
      <p:bldP spid="13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9317" y="1011155"/>
            <a:ext cx="11702809" cy="148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ươ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1334836" y="2592153"/>
                <a:ext cx="9530504" cy="97853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4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</a:t>
                </a:r>
                <a:r>
                  <a:rPr lang="en-US" sz="4000" b="1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4+</a:t>
                </a:r>
                <a:r>
                  <a:rPr lang="en-US" sz="4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40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aq</a:t>
                </a:r>
                <a:r>
                  <a:rPr lang="en-US" sz="4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 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4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4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sz="4000" b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4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4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sz="4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altLang="en-US" sz="4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⇌  Ce</a:t>
                </a:r>
                <a:r>
                  <a:rPr lang="en-US" altLang="en-US" sz="4000" b="1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3+</a:t>
                </a:r>
                <a:r>
                  <a:rPr lang="en-US" altLang="en-US" sz="4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en-US" sz="40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aq</a:t>
                </a:r>
                <a:r>
                  <a:rPr lang="en-US" altLang="en-US" sz="4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  +  H</a:t>
                </a:r>
                <a:r>
                  <a:rPr lang="en-US" altLang="en-US" sz="4000" b="1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en-US" sz="4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en-US" sz="40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aq</a:t>
                </a:r>
                <a:r>
                  <a:rPr lang="en-US" altLang="en-US" sz="4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sz="4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4836" y="2592153"/>
                <a:ext cx="9530504" cy="978538"/>
              </a:xfrm>
              <a:prstGeom prst="rect">
                <a:avLst/>
              </a:prstGeom>
              <a:blipFill rotWithShape="0">
                <a:blip r:embed="rId3"/>
                <a:stretch>
                  <a:fillRect l="-2303" r="-128" b="-11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CEF29A5-9FB3-4C39-9EC0-5D2C706B3AA5}"/>
                  </a:ext>
                </a:extLst>
              </p:cNvPr>
              <p:cNvSpPr txBox="1"/>
              <p:nvPr/>
            </p:nvSpPr>
            <p:spPr>
              <a:xfrm>
                <a:off x="1334836" y="3973813"/>
                <a:ext cx="4135524" cy="102874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3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𝐶𝑒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3+</m:t>
                            </m:r>
                          </m:sup>
                        </m:sSup>
                        <m:r>
                          <a:rPr lang="en-US" sz="3600" b="0" i="1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sSup>
                          <m:sSupPr>
                            <m:ctrlPr>
                              <a:rPr lang="en-US" sz="3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𝐶𝑒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4+</m:t>
                            </m:r>
                          </m:sup>
                        </m:sSup>
                        <m:r>
                          <a:rPr lang="vi-VN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] </m:t>
                        </m:r>
                      </m:den>
                    </m:f>
                  </m:oMath>
                </a14:m>
                <a:endParaRPr lang="en-US" sz="3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CEF29A5-9FB3-4C39-9EC0-5D2C706B3A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4836" y="3973813"/>
                <a:ext cx="4135524" cy="1028743"/>
              </a:xfrm>
              <a:prstGeom prst="rect">
                <a:avLst/>
              </a:prstGeom>
              <a:blipFill rotWithShape="0">
                <a:blip r:embed="rId4"/>
                <a:stretch>
                  <a:fillRect l="-4572" b="-1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CEF29A5-9FB3-4C39-9EC0-5D2C706B3AA5}"/>
                  </a:ext>
                </a:extLst>
              </p:cNvPr>
              <p:cNvSpPr txBox="1"/>
              <p:nvPr/>
            </p:nvSpPr>
            <p:spPr>
              <a:xfrm>
                <a:off x="6558355" y="3877055"/>
                <a:ext cx="4135524" cy="112550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3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𝐶𝑒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3+</m:t>
                            </m:r>
                          </m:sup>
                        </m:sSup>
                        <m:sSup>
                          <m:sSupPr>
                            <m:ctrlPr>
                              <a:rPr lang="en-US" sz="3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][</m:t>
                            </m:r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en-US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sSup>
                          <m:sSupPr>
                            <m:ctrlPr>
                              <a:rPr lang="en-US" sz="3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𝐶𝑒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4+</m:t>
                            </m:r>
                          </m:sup>
                        </m:sSup>
                        <m:r>
                          <a:rPr lang="vi-VN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sSup>
                          <m:sSupPr>
                            <m:ctrlPr>
                              <a:rPr lang="vi-VN" sz="3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vi-VN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vi-VN" sz="3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36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sz="3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1/2</m:t>
                            </m:r>
                          </m:sup>
                        </m:sSup>
                      </m:den>
                    </m:f>
                  </m:oMath>
                </a14:m>
                <a:endParaRPr lang="en-US" sz="3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CEF29A5-9FB3-4C39-9EC0-5D2C706B3A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355" y="3877055"/>
                <a:ext cx="4135524" cy="1125501"/>
              </a:xfrm>
              <a:prstGeom prst="rect">
                <a:avLst/>
              </a:prstGeom>
              <a:blipFill rotWithShape="0">
                <a:blip r:embed="rId5"/>
                <a:stretch>
                  <a:fillRect l="-45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CEF29A5-9FB3-4C39-9EC0-5D2C706B3AA5}"/>
                  </a:ext>
                </a:extLst>
              </p:cNvPr>
              <p:cNvSpPr txBox="1"/>
              <p:nvPr/>
            </p:nvSpPr>
            <p:spPr>
              <a:xfrm>
                <a:off x="1334836" y="5504243"/>
                <a:ext cx="4135524" cy="108677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3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𝐶𝑒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3+</m:t>
                            </m:r>
                          </m:sup>
                        </m:sSup>
                        <m:sSup>
                          <m:sSupPr>
                            <m:ctrlPr>
                              <a:rPr lang="en-US" sz="3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][</m:t>
                            </m:r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en-US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sSup>
                          <m:sSupPr>
                            <m:ctrlPr>
                              <a:rPr lang="en-US" sz="3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𝐶𝑒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4+</m:t>
                            </m:r>
                          </m:sup>
                        </m:sSup>
                        <m:r>
                          <a:rPr lang="vi-VN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sSub>
                          <m:sSubPr>
                            <m:ctrlPr>
                              <a:rPr lang="vi-VN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sSub>
                              <m:sSubPr>
                                <m:ctrlPr>
                                  <a:rPr lang="vi-VN" sz="3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den>
                    </m:f>
                  </m:oMath>
                </a14:m>
                <a:endParaRPr lang="en-US" sz="3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CEF29A5-9FB3-4C39-9EC0-5D2C706B3A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4836" y="5504243"/>
                <a:ext cx="4135524" cy="1086772"/>
              </a:xfrm>
              <a:prstGeom prst="rect">
                <a:avLst/>
              </a:prstGeom>
              <a:blipFill rotWithShape="0">
                <a:blip r:embed="rId6"/>
                <a:stretch>
                  <a:fillRect l="-45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EF29A5-9FB3-4C39-9EC0-5D2C706B3AA5}"/>
                  </a:ext>
                </a:extLst>
              </p:cNvPr>
              <p:cNvSpPr txBox="1"/>
              <p:nvPr/>
            </p:nvSpPr>
            <p:spPr>
              <a:xfrm>
                <a:off x="6558355" y="5504243"/>
                <a:ext cx="4135524" cy="102874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3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𝐶𝑒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3+</m:t>
                            </m:r>
                          </m:sup>
                        </m:sSup>
                        <m:sSup>
                          <m:sSupPr>
                            <m:ctrlPr>
                              <a:rPr lang="en-US" sz="3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][</m:t>
                            </m:r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a:rPr lang="en-US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sSup>
                          <m:sSupPr>
                            <m:ctrlPr>
                              <a:rPr lang="en-US" sz="3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𝐶𝑒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4+</m:t>
                            </m:r>
                          </m:sup>
                        </m:sSup>
                        <m:r>
                          <a:rPr lang="vi-VN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a:rPr lang="vi-VN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n-US" sz="3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CEF29A5-9FB3-4C39-9EC0-5D2C706B3A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355" y="5504243"/>
                <a:ext cx="4135524" cy="1028743"/>
              </a:xfrm>
              <a:prstGeom prst="rect">
                <a:avLst/>
              </a:prstGeom>
              <a:blipFill rotWithShape="0">
                <a:blip r:embed="rId7"/>
                <a:stretch>
                  <a:fillRect l="-4572" b="-1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val 23">
            <a:extLst>
              <a:ext uri="{FF2B5EF4-FFF2-40B4-BE49-F238E27FC236}">
                <a16:creationId xmlns:a16="http://schemas.microsoft.com/office/drawing/2014/main" id="{D669C559-E876-4152-A3C4-3919BAC41E58}"/>
              </a:ext>
            </a:extLst>
          </p:cNvPr>
          <p:cNvSpPr/>
          <p:nvPr/>
        </p:nvSpPr>
        <p:spPr>
          <a:xfrm>
            <a:off x="6523849" y="4072377"/>
            <a:ext cx="620076" cy="672151"/>
          </a:xfrm>
          <a:prstGeom prst="ellipse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675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/>
          <p:cNvSpPr/>
          <p:nvPr/>
        </p:nvSpPr>
        <p:spPr>
          <a:xfrm>
            <a:off x="8572500" y="4471004"/>
            <a:ext cx="1618170" cy="7886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11155" y="6459785"/>
            <a:ext cx="556065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362309" y="983410"/>
            <a:ext cx="7058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HSCB CỦA PHẢN ỨNG TỔNG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6ADEC4F-00AB-4D6B-B208-5FDB3374AF90}"/>
                  </a:ext>
                </a:extLst>
              </p:cNvPr>
              <p:cNvSpPr txBox="1"/>
              <p:nvPr/>
            </p:nvSpPr>
            <p:spPr>
              <a:xfrm>
                <a:off x="1580070" y="3195476"/>
                <a:ext cx="9478994" cy="9764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</a:t>
                </a:r>
                <a:r>
                  <a:rPr lang="en-US" sz="3200" b="1" baseline="-25000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32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(k) + 1/2 O</a:t>
                </a:r>
                <a:r>
                  <a:rPr lang="en-US" sz="3200" b="1" baseline="-25000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32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(k)  </a:t>
                </a:r>
                <a:r>
                  <a:rPr lang="en-US" alt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⇌</a:t>
                </a:r>
                <a:r>
                  <a:rPr lang="en-US" sz="32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SO</a:t>
                </a:r>
                <a:r>
                  <a:rPr lang="en-US" sz="3200" b="1" baseline="-25000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3200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(k);      </a:t>
                </a:r>
                <a:r>
                  <a:rPr lang="en-US" sz="36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3600" b="1" baseline="-250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36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6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b="1" i="1"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6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36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𝑺𝑶</m:t>
                            </m:r>
                          </m:e>
                          <m:sub>
                            <m:r>
                              <a:rPr lang="en-US" sz="36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US" sz="3600" b="1" i="1"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sSub>
                          <m:sSubPr>
                            <m:ctrlPr>
                              <a:rPr lang="en-US" sz="36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  [</m:t>
                            </m:r>
                            <m:r>
                              <a:rPr lang="en-US" sz="36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𝑺𝑶</m:t>
                            </m:r>
                          </m:e>
                          <m:sub>
                            <m:r>
                              <a:rPr lang="en-US" sz="36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3600" b="1" i="1" smtClean="0"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]</m:t>
                        </m:r>
                        <m:sSup>
                          <m:sSupPr>
                            <m:ctrlPr>
                              <a:rPr lang="en-US" sz="3600" b="1" i="1" smtClean="0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1" i="1" smtClean="0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sz="3600" b="1" i="1" smtClean="0">
                                    <a:effectLst>
                                      <a:outerShdw blurRad="38100" dist="38100" dir="2700000" algn="tl">
                                        <a:srgbClr val="C0C0C0"/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b="1" i="1" smtClean="0">
                                    <a:effectLst>
                                      <a:outerShdw blurRad="38100" dist="38100" dir="2700000" algn="tl">
                                        <a:srgbClr val="C0C0C0"/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𝑶</m:t>
                                </m:r>
                              </m:e>
                              <m:sub>
                                <m:r>
                                  <a:rPr lang="en-US" sz="3600" b="1" i="1" smtClean="0">
                                    <a:effectLst>
                                      <a:outerShdw blurRad="38100" dist="38100" dir="2700000" algn="tl">
                                        <a:srgbClr val="C0C0C0"/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sz="3600" b="1" i="1" smtClean="0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sz="3600" b="1" i="1" smtClean="0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3600" b="1" i="1" smtClean="0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3600" b="1" i="1" smtClean="0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endPara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6ADEC4F-00AB-4D6B-B208-5FDB3374A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0070" y="3195476"/>
                <a:ext cx="9478994" cy="976486"/>
              </a:xfrm>
              <a:prstGeom prst="rect">
                <a:avLst/>
              </a:prstGeom>
              <a:blipFill rotWithShape="0">
                <a:blip r:embed="rId3"/>
                <a:stretch>
                  <a:fillRect l="-1736"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F1A719E-FBDE-478D-BFC9-380175495BD6}"/>
              </a:ext>
            </a:extLst>
          </p:cNvPr>
          <p:cNvCxnSpPr/>
          <p:nvPr/>
        </p:nvCxnSpPr>
        <p:spPr>
          <a:xfrm>
            <a:off x="1593011" y="4171962"/>
            <a:ext cx="5410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/>
          <p:cNvGrpSpPr/>
          <p:nvPr/>
        </p:nvGrpSpPr>
        <p:grpSpPr>
          <a:xfrm>
            <a:off x="1135811" y="1878203"/>
            <a:ext cx="9296400" cy="963330"/>
            <a:chOff x="1135811" y="1878203"/>
            <a:chExt cx="9296400" cy="963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Rectangle 3">
                  <a:extLst>
                    <a:ext uri="{FF2B5EF4-FFF2-40B4-BE49-F238E27FC236}">
                      <a16:creationId xmlns:a16="http://schemas.microsoft.com/office/drawing/2014/main" id="{6EB0828B-4946-4AC0-9724-A22154D0DF8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>
                <a:xfrm>
                  <a:off x="1135811" y="1878203"/>
                  <a:ext cx="9296400" cy="911571"/>
                </a:xfrm>
                <a:prstGeom prst="rect">
                  <a:avLst/>
                </a:prstGeom>
              </p:spPr>
              <p:txBody>
                <a:bodyPr lIns="90488" tIns="44450" rIns="90488" bIns="44450"/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10000"/>
                    </a:lnSpc>
                    <a:buFontTx/>
                    <a:buNone/>
                    <a:defRPr/>
                  </a:pPr>
                  <a:r>
                    <a:rPr lang="en-US" sz="32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3200" b="1" dirty="0">
                      <a:solidFill>
                        <a:srgbClr val="FF0000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</a:t>
                  </a:r>
                  <a:r>
                    <a:rPr lang="en-US" sz="3200" b="1" dirty="0">
                      <a:solidFill>
                        <a:srgbClr val="0000FF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S(r)     +   O</a:t>
                  </a:r>
                  <a:r>
                    <a:rPr lang="en-US" sz="3200" b="1" baseline="-25000" dirty="0">
                      <a:solidFill>
                        <a:srgbClr val="0000FF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sz="3200" b="1" dirty="0">
                      <a:solidFill>
                        <a:srgbClr val="0000FF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(k)      </a:t>
                  </a:r>
                  <a:r>
                    <a:rPr lang="en-US" altLang="en-US" sz="32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⇌</a:t>
                  </a:r>
                  <a:r>
                    <a:rPr lang="en-US" sz="3200" b="1" dirty="0">
                      <a:solidFill>
                        <a:srgbClr val="0000FF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SO</a:t>
                  </a:r>
                  <a:r>
                    <a:rPr lang="en-US" sz="3200" b="1" baseline="-25000" dirty="0">
                      <a:solidFill>
                        <a:srgbClr val="0000FF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sz="3200" b="1" dirty="0">
                      <a:solidFill>
                        <a:srgbClr val="0000FF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(k);       </a:t>
                  </a:r>
                  <a:r>
                    <a:rPr lang="en-US" sz="3600" b="1" dirty="0">
                      <a:solidFill>
                        <a:srgbClr val="FF0000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</a:t>
                  </a:r>
                  <a:r>
                    <a:rPr lang="en-US" sz="3600" b="1" baseline="-25000" dirty="0">
                      <a:solidFill>
                        <a:srgbClr val="FF0000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r>
                    <a:rPr lang="en-US" sz="3600" b="1" dirty="0">
                      <a:solidFill>
                        <a:srgbClr val="FF0000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3600" b="1" dirty="0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3600" b="1" i="1" smtClean="0"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600" b="1" i="1" smtClean="0">
                                  <a:effectLst>
                                    <a:outerShdw blurRad="38100" dist="38100" dir="2700000" algn="tl">
                                      <a:srgbClr val="C0C0C0"/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 smtClean="0">
                                  <a:effectLst>
                                    <a:outerShdw blurRad="38100" dist="38100" dir="2700000" algn="tl">
                                      <a:srgbClr val="C0C0C0"/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3600" b="1" i="1" smtClean="0">
                                  <a:effectLst>
                                    <a:outerShdw blurRad="38100" dist="38100" dir="2700000" algn="tl">
                                      <a:srgbClr val="C0C0C0"/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𝑺𝑶</m:t>
                              </m:r>
                            </m:e>
                            <m:sub>
                              <m:r>
                                <a:rPr lang="en-US" sz="3600" b="1" i="1" smtClean="0">
                                  <a:effectLst>
                                    <a:outerShdw blurRad="38100" dist="38100" dir="2700000" algn="tl">
                                      <a:srgbClr val="C0C0C0"/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3600" b="1" i="1" smtClean="0"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] </m:t>
                          </m:r>
                        </m:num>
                        <m:den>
                          <m:sSub>
                            <m:sSubPr>
                              <m:ctrlPr>
                                <a:rPr lang="en-US" sz="3600" b="1" i="1" smtClean="0">
                                  <a:effectLst>
                                    <a:outerShdw blurRad="38100" dist="38100" dir="2700000" algn="tl">
                                      <a:srgbClr val="C0C0C0"/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 smtClean="0">
                                  <a:effectLst>
                                    <a:outerShdw blurRad="38100" dist="38100" dir="2700000" algn="tl">
                                      <a:srgbClr val="C0C0C0"/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3600" b="1" i="1" smtClean="0">
                                  <a:effectLst>
                                    <a:outerShdw blurRad="38100" dist="38100" dir="2700000" algn="tl">
                                      <a:srgbClr val="C0C0C0"/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𝑶</m:t>
                              </m:r>
                            </m:e>
                            <m:sub>
                              <m:r>
                                <a:rPr lang="en-US" sz="3600" b="1" i="1" smtClean="0">
                                  <a:effectLst>
                                    <a:outerShdw blurRad="38100" dist="38100" dir="2700000" algn="tl">
                                      <a:srgbClr val="C0C0C0"/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sz="3600" b="1" i="1" smtClean="0">
                              <a:effectLst>
                                <a:outerShdw blurRad="38100" dist="38100" dir="2700000" algn="tl">
                                  <a:srgbClr val="C0C0C0"/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</a14:m>
                  <a:r>
                    <a:rPr lang="en-US" sz="3200" b="1" dirty="0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  <a:p>
                  <a:pPr>
                    <a:lnSpc>
                      <a:spcPct val="200000"/>
                    </a:lnSpc>
                    <a:buFontTx/>
                    <a:buNone/>
                    <a:defRPr/>
                  </a:pPr>
                  <a:r>
                    <a:rPr lang="en-US" sz="3200" b="1" dirty="0">
                      <a:solidFill>
                        <a:srgbClr val="0000FF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en-US" sz="32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200000"/>
                    </a:lnSpc>
                    <a:buFontTx/>
                    <a:buNone/>
                    <a:defRPr/>
                  </a:pPr>
                  <a:endParaRPr lang="en-US" sz="32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1" name="Rectangle 3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6EB0828B-4946-4AC0-9724-A22154D0DF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5811" y="1878203"/>
                  <a:ext cx="9296400" cy="911571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b="-2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9D30775E-5E4E-4F22-86D5-BADB93E642FF}"/>
                </a:ext>
              </a:extLst>
            </p:cNvPr>
            <p:cNvSpPr/>
            <p:nvPr/>
          </p:nvSpPr>
          <p:spPr>
            <a:xfrm>
              <a:off x="1580070" y="2044012"/>
              <a:ext cx="800819" cy="797521"/>
            </a:xfrm>
            <a:prstGeom prst="ellipse">
              <a:avLst/>
            </a:pr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1575757" y="4577664"/>
            <a:ext cx="8614913" cy="923330"/>
            <a:chOff x="1575757" y="4577664"/>
            <a:chExt cx="8614913" cy="923330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CF3ECA4-8069-4A7B-9F15-3E45C1B16F7A}"/>
                </a:ext>
              </a:extLst>
            </p:cNvPr>
            <p:cNvSpPr txBox="1"/>
            <p:nvPr/>
          </p:nvSpPr>
          <p:spPr>
            <a:xfrm>
              <a:off x="1580070" y="4577664"/>
              <a:ext cx="86106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S(r)    +   3/2 O</a:t>
              </a:r>
              <a:r>
                <a:rPr lang="en-US" sz="3200" b="1" baseline="-25000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32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(k)  </a:t>
              </a:r>
              <a:r>
                <a:rPr lang="en-US" alt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⇌</a:t>
              </a:r>
              <a:r>
                <a:rPr lang="en-US" sz="32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 SO</a:t>
              </a:r>
              <a:r>
                <a:rPr lang="en-US" sz="3200" b="1" baseline="-25000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sz="32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(k) ;       </a:t>
              </a:r>
              <a:r>
                <a:rPr lang="en-US" sz="3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sz="3600" b="1" baseline="-250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sz="3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6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=  ????</a:t>
              </a:r>
              <a:endParaRPr 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6BC7AE73-0083-4E5F-AA59-877CF0D8E5A8}"/>
                </a:ext>
              </a:extLst>
            </p:cNvPr>
            <p:cNvSpPr/>
            <p:nvPr/>
          </p:nvSpPr>
          <p:spPr>
            <a:xfrm>
              <a:off x="1575757" y="4635649"/>
              <a:ext cx="908649" cy="623976"/>
            </a:xfrm>
            <a:prstGeom prst="ellipse">
              <a:avLst/>
            </a:prstGeom>
            <a:noFill/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2095116" y="5607654"/>
                <a:ext cx="9185720" cy="10747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40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4000" b="1" baseline="-250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40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b="1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b="1" i="1" smtClean="0"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1" i="1" smtClean="0"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sz="4000" b="1" i="1" smtClean="0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b="1" i="1" smtClean="0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𝑺𝑶</m:t>
                            </m:r>
                          </m:e>
                          <m:sub>
                            <m:r>
                              <a:rPr lang="en-US" sz="4000" b="1" i="1" smtClean="0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US" sz="4000" b="1" i="1" smtClean="0"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sSup>
                          <m:sSupPr>
                            <m:ctrlPr>
                              <a:rPr lang="en-US" sz="4000" b="1" i="1" smtClean="0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000" b="1" i="1" smtClean="0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sz="4000" b="1" i="1" smtClean="0">
                                    <a:effectLst>
                                      <a:outerShdw blurRad="38100" dist="38100" dir="2700000" algn="tl">
                                        <a:srgbClr val="C0C0C0"/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000" b="1" i="1" smtClean="0">
                                    <a:effectLst>
                                      <a:outerShdw blurRad="38100" dist="38100" dir="2700000" algn="tl">
                                        <a:srgbClr val="C0C0C0"/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𝑶</m:t>
                                </m:r>
                              </m:e>
                              <m:sub>
                                <m:r>
                                  <a:rPr lang="en-US" sz="4000" b="1" i="1" smtClean="0">
                                    <a:effectLst>
                                      <a:outerShdw blurRad="38100" dist="38100" dir="2700000" algn="tl">
                                        <a:srgbClr val="C0C0C0"/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sz="4000" b="1" i="1" smtClean="0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sz="4000" b="1" i="1" smtClean="0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sz="4000" b="1" i="1" smtClean="0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4000" b="1" i="1" smtClean="0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sz="4000" b="1" i="1" smtClean="0"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000" b="1" i="1"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40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40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𝑺𝑶</m:t>
                            </m:r>
                          </m:e>
                          <m:sub>
                            <m:r>
                              <a:rPr lang="en-US" sz="40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4000" b="1" i="1"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] </m:t>
                        </m:r>
                      </m:num>
                      <m:den>
                        <m:sSub>
                          <m:sSubPr>
                            <m:ctrlPr>
                              <a:rPr lang="en-US" sz="40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40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𝑶</m:t>
                            </m:r>
                          </m:e>
                          <m:sub>
                            <m:r>
                              <a:rPr lang="en-US" sz="40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4000" b="1" i="1"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  <m:r>
                      <a:rPr lang="en-US" sz="4000" b="1" i="1" smtClean="0"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</a:rPr>
                      <m:t>.</m:t>
                    </m:r>
                    <m:f>
                      <m:fPr>
                        <m:ctrlPr>
                          <a:rPr lang="en-US" sz="4000" b="1" i="1"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40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40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𝑺𝑶</m:t>
                            </m:r>
                          </m:e>
                          <m:sub>
                            <m:r>
                              <a:rPr lang="en-US" sz="40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US" sz="4000" b="1" i="1"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sSub>
                          <m:sSubPr>
                            <m:ctrlPr>
                              <a:rPr lang="en-US" sz="40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  [</m:t>
                            </m:r>
                            <m:r>
                              <a:rPr lang="en-US" sz="40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𝑺𝑶</m:t>
                            </m:r>
                          </m:e>
                          <m:sub>
                            <m:r>
                              <a:rPr lang="en-US" sz="40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4000" b="1" i="1"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]</m:t>
                        </m:r>
                        <m:sSup>
                          <m:sSupPr>
                            <m:ctrlPr>
                              <a:rPr lang="en-US" sz="40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0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sz="4000" b="1" i="1">
                                    <a:effectLst>
                                      <a:outerShdw blurRad="38100" dist="38100" dir="2700000" algn="tl">
                                        <a:srgbClr val="C0C0C0"/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4000" b="1" i="1">
                                    <a:effectLst>
                                      <a:outerShdw blurRad="38100" dist="38100" dir="2700000" algn="tl">
                                        <a:srgbClr val="C0C0C0"/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𝑶</m:t>
                                </m:r>
                              </m:e>
                              <m:sub>
                                <m:r>
                                  <a:rPr lang="en-US" sz="4000" b="1" i="1">
                                    <a:effectLst>
                                      <a:outerShdw blurRad="38100" dist="38100" dir="2700000" algn="tl">
                                        <a:srgbClr val="C0C0C0"/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sz="40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sz="40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40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4000" b="1" i="1">
                                <a:effectLst>
                                  <a:outerShdw blurRad="38100" dist="38100" dir="2700000" algn="tl">
                                    <a:srgbClr val="C0C0C0"/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sz="4000" b="0" i="0" smtClean="0"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4000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4000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4000" b="1" i="1" smtClean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ambria Math" panose="02040503050406030204" pitchFamily="18" charset="0"/>
                      </a:rPr>
                      <m:t>. </m:t>
                    </m:r>
                    <m:sSub>
                      <m:sSubPr>
                        <m:ctrlPr>
                          <a:rPr lang="en-US" sz="4000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sz="4000" b="1" i="1" smtClean="0"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C0C0C0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sz="4000" b="1" dirty="0"/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116" y="5607654"/>
                <a:ext cx="9185720" cy="1074718"/>
              </a:xfrm>
              <a:prstGeom prst="rect">
                <a:avLst/>
              </a:prstGeom>
              <a:blipFill rotWithShape="0">
                <a:blip r:embed="rId5"/>
                <a:stretch>
                  <a:fillRect l="-2455" b="-7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Curved Right Arrow 47"/>
          <p:cNvSpPr/>
          <p:nvPr/>
        </p:nvSpPr>
        <p:spPr>
          <a:xfrm rot="20003990">
            <a:off x="1135811" y="5641675"/>
            <a:ext cx="589472" cy="81811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50" name="Straight Connector 49"/>
          <p:cNvCxnSpPr/>
          <p:nvPr/>
        </p:nvCxnSpPr>
        <p:spPr>
          <a:xfrm flipV="1">
            <a:off x="5210354" y="5624907"/>
            <a:ext cx="820722" cy="443076"/>
          </a:xfrm>
          <a:prstGeom prst="line">
            <a:avLst/>
          </a:prstGeom>
          <a:ln w="28575">
            <a:solidFill>
              <a:srgbClr val="CC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6724637" y="6239296"/>
            <a:ext cx="820722" cy="443076"/>
          </a:xfrm>
          <a:prstGeom prst="line">
            <a:avLst/>
          </a:prstGeom>
          <a:ln w="28575">
            <a:solidFill>
              <a:srgbClr val="CC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oup 57"/>
          <p:cNvGrpSpPr/>
          <p:nvPr/>
        </p:nvGrpSpPr>
        <p:grpSpPr>
          <a:xfrm>
            <a:off x="7527603" y="4591259"/>
            <a:ext cx="2584063" cy="775026"/>
            <a:chOff x="7527603" y="4591259"/>
            <a:chExt cx="2584063" cy="775026"/>
          </a:xfrm>
        </p:grpSpPr>
        <p:sp>
          <p:nvSpPr>
            <p:cNvPr id="57" name="Rectangle 56"/>
            <p:cNvSpPr/>
            <p:nvPr/>
          </p:nvSpPr>
          <p:spPr>
            <a:xfrm>
              <a:off x="8655728" y="4635649"/>
              <a:ext cx="1455938" cy="7306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527603" y="4591259"/>
              <a:ext cx="2448106" cy="646331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>
              <a:spAutoFit/>
            </a:bodyPr>
            <a:lstStyle/>
            <a:p>
              <a:r>
                <a:rPr lang="en-US" sz="3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sz="3600" b="1" baseline="-250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sz="3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36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=  K</a:t>
              </a:r>
              <a:r>
                <a:rPr lang="en-US" sz="3600" b="1" baseline="-25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36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.K</a:t>
              </a:r>
              <a:r>
                <a:rPr lang="en-US" sz="3600" b="1" baseline="-25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3600" dirty="0"/>
            </a:p>
          </p:txBody>
        </p:sp>
      </p:grpSp>
      <p:sp>
        <p:nvSpPr>
          <p:cNvPr id="23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zh-TW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zh-TW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zh-TW" sz="4000" b="1" baseline="-25000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cb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549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7" grpId="0"/>
      <p:bldP spid="4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11155" y="6459785"/>
            <a:ext cx="556065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362309" y="983410"/>
            <a:ext cx="7058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HSCB CỦA PHẢN ỨNG TỔNG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170" y="2068048"/>
            <a:ext cx="8919221" cy="510279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CB4A4A9-EFDB-7320-537F-FABDA428BAF1}"/>
              </a:ext>
            </a:extLst>
          </p:cNvPr>
          <p:cNvCxnSpPr/>
          <p:nvPr/>
        </p:nvCxnSpPr>
        <p:spPr>
          <a:xfrm>
            <a:off x="1596325" y="3921069"/>
            <a:ext cx="8663552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zh-TW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zh-TW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zh-TW" sz="4000" b="1" baseline="-25000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cb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1342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151680" y="954580"/>
            <a:ext cx="7003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THAY ĐỔI HỆ SỐ TỶ LƯỢNG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007221" y="1521340"/>
            <a:ext cx="8667813" cy="1080000"/>
            <a:chOff x="955462" y="1786593"/>
            <a:chExt cx="8667813" cy="1080000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895B1F93-17DD-933A-4815-F5B12EFAB9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 t="21739" r="47633" b="27536"/>
            <a:stretch>
              <a:fillRect/>
            </a:stretch>
          </p:blipFill>
          <p:spPr bwMode="auto">
            <a:xfrm>
              <a:off x="955462" y="1974392"/>
              <a:ext cx="4887449" cy="657926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0721328E-B1E5-075A-D811-516F9433E2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 l="70896"/>
            <a:stretch>
              <a:fillRect/>
            </a:stretch>
          </p:blipFill>
          <p:spPr bwMode="auto">
            <a:xfrm>
              <a:off x="7361534" y="1786593"/>
              <a:ext cx="2261741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3" name="Group 2"/>
          <p:cNvGrpSpPr/>
          <p:nvPr/>
        </p:nvGrpSpPr>
        <p:grpSpPr>
          <a:xfrm>
            <a:off x="1143464" y="2677078"/>
            <a:ext cx="9760704" cy="1044000"/>
            <a:chOff x="675118" y="2418065"/>
            <a:chExt cx="9760704" cy="1044000"/>
          </a:xfrm>
        </p:grpSpPr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78B1E3DC-47B8-8DCE-8A03-B46C943B38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 t="12500" r="48971" b="18750"/>
            <a:stretch>
              <a:fillRect/>
            </a:stretch>
          </p:blipFill>
          <p:spPr bwMode="auto">
            <a:xfrm>
              <a:off x="675118" y="2526575"/>
              <a:ext cx="4664283" cy="82753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>
              <a:innerShdw blurRad="114300">
                <a:prstClr val="black"/>
              </a:innerShdw>
            </a:effectLst>
          </p:spPr>
        </p:pic>
        <p:pic>
          <p:nvPicPr>
            <p:cNvPr id="13" name="Picture 4">
              <a:extLst>
                <a:ext uri="{FF2B5EF4-FFF2-40B4-BE49-F238E27FC236}">
                  <a16:creationId xmlns:a16="http://schemas.microsoft.com/office/drawing/2014/main" id="{4F3B72C2-1D6D-DBCA-5D04-885F608EB6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 l="55967"/>
            <a:stretch>
              <a:fillRect/>
            </a:stretch>
          </p:blipFill>
          <p:spPr bwMode="auto">
            <a:xfrm>
              <a:off x="6944947" y="2418065"/>
              <a:ext cx="3490875" cy="104400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</p:grpSp>
      <p:sp>
        <p:nvSpPr>
          <p:cNvPr id="7" name="Curved Right Arrow 6"/>
          <p:cNvSpPr/>
          <p:nvPr/>
        </p:nvSpPr>
        <p:spPr>
          <a:xfrm rot="20526719">
            <a:off x="133686" y="3885101"/>
            <a:ext cx="425751" cy="62354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8629741" y="3938537"/>
                <a:ext cx="3338798" cy="729367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  <m:sup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9741" y="3938537"/>
                <a:ext cx="3338798" cy="72936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709660" y="4076703"/>
            <a:ext cx="78165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tỉ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HSCB 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680" y="4813520"/>
            <a:ext cx="71267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THAY ĐỔI CHIỀU PHẢN ỨNG</a:t>
            </a:r>
          </a:p>
        </p:txBody>
      </p:sp>
      <p:pic>
        <p:nvPicPr>
          <p:cNvPr id="21" name="Picture 3">
            <a:extLst>
              <a:ext uri="{FF2B5EF4-FFF2-40B4-BE49-F238E27FC236}">
                <a16:creationId xmlns:a16="http://schemas.microsoft.com/office/drawing/2014/main" id="{E8818F30-5C05-7740-9E65-5B9BE9736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 t="24806" r="51648" b="19380"/>
          <a:stretch>
            <a:fillRect/>
          </a:stretch>
        </p:blipFill>
        <p:spPr bwMode="auto">
          <a:xfrm>
            <a:off x="471823" y="5780204"/>
            <a:ext cx="4752001" cy="6480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</p:pic>
      <p:pic>
        <p:nvPicPr>
          <p:cNvPr id="22" name="Picture 3">
            <a:extLst>
              <a:ext uri="{FF2B5EF4-FFF2-40B4-BE49-F238E27FC236}">
                <a16:creationId xmlns:a16="http://schemas.microsoft.com/office/drawing/2014/main" id="{CF8FBD2B-38A1-F668-1497-BD2411266B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 l="63736"/>
          <a:stretch>
            <a:fillRect/>
          </a:stretch>
        </p:blipFill>
        <p:spPr bwMode="auto">
          <a:xfrm>
            <a:off x="5462321" y="5603267"/>
            <a:ext cx="3315347" cy="10800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9043432" y="5613923"/>
                <a:ext cx="3030509" cy="1064522"/>
              </a:xfrm>
              <a:prstGeom prst="rect">
                <a:avLst/>
              </a:prstGeom>
              <a:solidFill>
                <a:schemeClr val="accent6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𝑡h𝑢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ậ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𝑛𝑔h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ị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𝑐h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3432" y="5613923"/>
                <a:ext cx="3030509" cy="106452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zh-TW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zh-TW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zh-TW" sz="4000" b="1" baseline="-25000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cb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970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7" grpId="0" animBg="1"/>
      <p:bldP spid="15" grpId="0" animBg="1"/>
      <p:bldP spid="18" grpId="0"/>
      <p:bldP spid="20" grpId="0"/>
      <p:bldP spid="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11155" y="6459785"/>
            <a:ext cx="556065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1680" y="887306"/>
            <a:ext cx="8727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sz="32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PTPƯ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nồng</a:t>
            </a:r>
            <a:r>
              <a:rPr lang="en-US" sz="32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lang="en-US" sz="32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041" y="1817435"/>
            <a:ext cx="117519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“x”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1351" y="2747564"/>
            <a:ext cx="7457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32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HSCB </a:t>
            </a:r>
            <a:r>
              <a:rPr lang="en-US" sz="32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32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ẩn</a:t>
            </a:r>
            <a:r>
              <a:rPr lang="en-US" sz="32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“x”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75760" y="3677693"/>
            <a:ext cx="60789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32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“x”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641" y="4452438"/>
            <a:ext cx="12345894" cy="148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PTPƯ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49,0 ở 50</a:t>
            </a:r>
            <a:r>
              <a:rPr lang="en-US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0,4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i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27A684AD-0BE8-4721-ACE0-8B5F51C8B6A9}"/>
              </a:ext>
            </a:extLst>
          </p:cNvPr>
          <p:cNvSpPr txBox="1">
            <a:spLocks noChangeArrowheads="1"/>
          </p:cNvSpPr>
          <p:nvPr/>
        </p:nvSpPr>
        <p:spPr>
          <a:xfrm>
            <a:off x="3785677" y="6040685"/>
            <a:ext cx="3768992" cy="838200"/>
          </a:xfrm>
          <a:prstGeom prst="rect">
            <a:avLst/>
          </a:prstGeom>
        </p:spPr>
        <p:txBody>
          <a:bodyPr lIns="90488" tIns="44450" rIns="90488" bIns="4445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Tx/>
              <a:buNone/>
              <a:defRPr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+  B </a:t>
            </a:r>
            <a:r>
              <a:rPr lang="vi-V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⇌ </a:t>
            </a:r>
            <a:r>
              <a:rPr lang="vi-V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 +  D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sz="36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  <a:defRPr/>
            </a:pPr>
            <a:endParaRPr lang="en-US" sz="36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181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7" grpId="0"/>
      <p:bldP spid="20" grpId="0"/>
      <p:bldP spid="21" grpId="0"/>
      <p:bldP spid="22" grpId="0"/>
      <p:bldP spid="2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11155" y="6459785"/>
            <a:ext cx="556065" cy="39821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7359" y="868670"/>
            <a:ext cx="11528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3200" dirty="0"/>
          </a:p>
        </p:txBody>
      </p:sp>
      <p:sp>
        <p:nvSpPr>
          <p:cNvPr id="18" name="Text Box 29">
            <a:extLst>
              <a:ext uri="{FF2B5EF4-FFF2-40B4-BE49-F238E27FC236}">
                <a16:creationId xmlns:a16="http://schemas.microsoft.com/office/drawing/2014/main" id="{AA39F99F-CE64-D0E4-D480-EB1B7F78C9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3924" y="1666932"/>
            <a:ext cx="9390853" cy="646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08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en-US" sz="3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Ban </a:t>
            </a:r>
            <a:r>
              <a:rPr lang="en-US" altLang="en-US" sz="3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đầu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0,2             0,2              0             0               M </a:t>
            </a:r>
            <a:endParaRPr lang="en-US" altLang="en-US" sz="30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90DD0E8-9B83-068E-8F57-58EA7B04FE38}"/>
              </a:ext>
            </a:extLst>
          </p:cNvPr>
          <p:cNvSpPr/>
          <p:nvPr/>
        </p:nvSpPr>
        <p:spPr>
          <a:xfrm>
            <a:off x="1440239" y="2367687"/>
            <a:ext cx="939453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3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Phản</a:t>
            </a:r>
            <a:r>
              <a:rPr lang="en-US" alt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ứng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x               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1BA4611-A5DC-DBF8-FAB3-D9E77D4E57D2}"/>
                  </a:ext>
                </a:extLst>
              </p:cNvPr>
              <p:cNvSpPr/>
              <p:nvPr/>
            </p:nvSpPr>
            <p:spPr>
              <a:xfrm>
                <a:off x="151680" y="4012859"/>
                <a:ext cx="9732782" cy="110177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3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en-US" sz="3000" i="1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en-US" sz="3000" i="1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vi-VN" altLang="en-US" sz="3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altLang="en-US" sz="3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vi-VN" altLang="en-US" sz="3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altLang="en-US" sz="3000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altLang="en-US" sz="3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vi-VN" altLang="en-US" sz="3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altLang="en-US" sz="3000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altLang="en-US" sz="3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vi-VN" altLang="en-US" sz="3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vi-VN" altLang="en-US" sz="3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alt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3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  <m:r>
                            <a:rPr lang="en-US" altLang="en-US" sz="3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en-US" sz="3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en-US" sz="3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alt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sz="3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altLang="en-US" sz="3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en-US" sz="3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en-US" sz="3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  <m:r>
                        <a:rPr lang="en-US" altLang="en-US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3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3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en-US" sz="3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en-US" sz="3000" b="0" i="1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US" altLang="en-US" sz="3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en-US" sz="3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en-US" sz="3000" b="0" i="1" smtClean="0">
                              <a:latin typeface="Cambria Math" panose="02040503050406030204" pitchFamily="18" charset="0"/>
                            </a:rPr>
                            <m:t>(0,2−</m:t>
                          </m:r>
                          <m:r>
                            <a:rPr lang="en-US" altLang="en-US" sz="3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en-US" sz="3000" b="0" i="1" smtClean="0">
                              <a:latin typeface="Cambria Math" panose="02040503050406030204" pitchFamily="18" charset="0"/>
                            </a:rPr>
                            <m:t>)(0,2−</m:t>
                          </m:r>
                          <m:r>
                            <a:rPr lang="en-US" altLang="en-US" sz="3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en-US" sz="3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en-US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3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3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en-US" sz="3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en-US" sz="3000" i="1">
                                  <a:latin typeface="Cambria Math" panose="02040503050406030204" pitchFamily="18" charset="0"/>
                                </a:rPr>
                                <m:t>(0,2−</m:t>
                              </m:r>
                              <m:r>
                                <a:rPr lang="en-US" altLang="en-US" sz="3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en-US" sz="3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en-US" sz="3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en-US" sz="3000" b="0" i="1" smtClean="0">
                          <a:latin typeface="Cambria Math" panose="02040503050406030204" pitchFamily="18" charset="0"/>
                        </a:rPr>
                        <m:t>=49</m:t>
                      </m:r>
                    </m:oMath>
                  </m:oMathPara>
                </a14:m>
                <a:endParaRPr lang="x-none" sz="3000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1BA4611-A5DC-DBF8-FAB3-D9E77D4E57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80" y="4012859"/>
                <a:ext cx="9732782" cy="110177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3">
            <a:extLst>
              <a:ext uri="{FF2B5EF4-FFF2-40B4-BE49-F238E27FC236}">
                <a16:creationId xmlns:a16="http://schemas.microsoft.com/office/drawing/2014/main" id="{27A684AD-0BE8-4721-ACE0-8B5F51C8B6A9}"/>
              </a:ext>
            </a:extLst>
          </p:cNvPr>
          <p:cNvSpPr txBox="1">
            <a:spLocks noChangeArrowheads="1"/>
          </p:cNvSpPr>
          <p:nvPr/>
        </p:nvSpPr>
        <p:spPr>
          <a:xfrm>
            <a:off x="3513422" y="949707"/>
            <a:ext cx="5891035" cy="701816"/>
          </a:xfrm>
          <a:prstGeom prst="rect">
            <a:avLst/>
          </a:prstGeom>
        </p:spPr>
        <p:txBody>
          <a:bodyPr lIns="90488" tIns="44450" rIns="90488" bIns="4445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Tx/>
              <a:buNone/>
              <a:defRPr/>
            </a:pP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    +     B   </a:t>
            </a:r>
            <a:r>
              <a:rPr lang="vi-VN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⇌ </a:t>
            </a:r>
            <a:r>
              <a:rPr lang="vi-V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C    +    D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sz="3600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  <a:defRPr/>
            </a:pPr>
            <a:r>
              <a:rPr lang="en-US" sz="36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90DD0E8-9B83-068E-8F57-58EA7B04FE38}"/>
              </a:ext>
            </a:extLst>
          </p:cNvPr>
          <p:cNvSpPr/>
          <p:nvPr/>
        </p:nvSpPr>
        <p:spPr>
          <a:xfrm>
            <a:off x="1440239" y="3064730"/>
            <a:ext cx="939453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Cân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bằng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0,2-x         </a:t>
            </a:r>
            <a:r>
              <a:rPr lang="en-US" altLang="en-US" sz="3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0,2-x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x              x              M</a:t>
            </a:r>
          </a:p>
        </p:txBody>
      </p:sp>
      <p:sp>
        <p:nvSpPr>
          <p:cNvPr id="5" name="Striped Right Arrow 4"/>
          <p:cNvSpPr/>
          <p:nvPr/>
        </p:nvSpPr>
        <p:spPr>
          <a:xfrm>
            <a:off x="10006641" y="4460229"/>
            <a:ext cx="241540" cy="284298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331759" y="4271359"/>
            <a:ext cx="1749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 0.175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962987" y="5308110"/>
                <a:ext cx="66466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  <m:sub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𝑐𝑏</m:t>
                          </m:r>
                        </m:sub>
                      </m:sSub>
                      <m:sSub>
                        <m:sSubPr>
                          <m:ctrlPr>
                            <a:rPr lang="en-US" sz="3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32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  <m:sub>
                          <m:r>
                            <a:rPr lang="en-US" sz="3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𝑐𝑏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0,2−</m:t>
                          </m:r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=0,025 </m:t>
                      </m:r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2987" y="5308110"/>
                <a:ext cx="6646691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962987" y="6265727"/>
                <a:ext cx="539089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e>
                        <m:sub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𝑐𝑏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32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e>
                        <m:sub>
                          <m:r>
                            <a:rPr lang="en-US" sz="3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𝑐𝑏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=0,175 </m:t>
                      </m:r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2987" y="6265727"/>
                <a:ext cx="5390899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Left Brace 8"/>
          <p:cNvSpPr/>
          <p:nvPr/>
        </p:nvSpPr>
        <p:spPr>
          <a:xfrm>
            <a:off x="2708694" y="5365556"/>
            <a:ext cx="254293" cy="142813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rved Right Arrow 9"/>
          <p:cNvSpPr/>
          <p:nvPr/>
        </p:nvSpPr>
        <p:spPr>
          <a:xfrm>
            <a:off x="1960446" y="5648579"/>
            <a:ext cx="414068" cy="5669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1650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8" grpId="0"/>
      <p:bldP spid="24" grpId="0"/>
      <p:bldP spid="26" grpId="0" animBg="1"/>
      <p:bldP spid="27" grpId="0"/>
      <p:bldP spid="28" grpId="0"/>
      <p:bldP spid="5" grpId="0" animBg="1"/>
      <p:bldP spid="7" grpId="0"/>
      <p:bldP spid="8" grpId="0"/>
      <p:bldP spid="31" grpId="0"/>
      <p:bldP spid="9" grpId="0" animBg="1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5553" y="6459785"/>
            <a:ext cx="511668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Mối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zh-TW" sz="4000" b="1" baseline="-25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cb</a:t>
            </a:r>
            <a:r>
              <a:rPr lang="en-US" altLang="zh-TW" sz="4000" b="1" baseline="-25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khác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28F4FA-FE36-7B34-FB08-C18B78C74841}"/>
              </a:ext>
            </a:extLst>
          </p:cNvPr>
          <p:cNvSpPr/>
          <p:nvPr/>
        </p:nvSpPr>
        <p:spPr>
          <a:xfrm>
            <a:off x="151680" y="2933521"/>
            <a:ext cx="3567913" cy="16547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MỐI QUAN HỆ GIỮA </a:t>
            </a:r>
            <a:r>
              <a:rPr lang="en-US" alt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3600" b="1" baseline="-25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cb</a:t>
            </a:r>
            <a:r>
              <a:rPr lang="en-US" altLang="en-US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VÀ</a:t>
            </a:r>
            <a:endParaRPr lang="en-US" altLang="en-US" sz="3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FE3DA5-53D0-171B-D61E-E89D12450609}"/>
              </a:ext>
            </a:extLst>
          </p:cNvPr>
          <p:cNvSpPr/>
          <p:nvPr/>
        </p:nvSpPr>
        <p:spPr>
          <a:xfrm>
            <a:off x="6028680" y="1432391"/>
            <a:ext cx="5720500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just"/>
            <a:r>
              <a:rPr lang="en-US" altLang="en-US" sz="36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TỈ SỐ PHẢN ỨNG, Q</a:t>
            </a:r>
            <a:endParaRPr lang="x-none" sz="36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E3ED37-6493-3E5A-AF3D-14A96B175BA9}"/>
              </a:ext>
            </a:extLst>
          </p:cNvPr>
          <p:cNvSpPr/>
          <p:nvPr/>
        </p:nvSpPr>
        <p:spPr>
          <a:xfrm>
            <a:off x="6028680" y="3160731"/>
            <a:ext cx="5981084" cy="1200329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just"/>
            <a:r>
              <a:rPr lang="en-US" altLang="en-US" sz="3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NĂNG LƯỢNG TỰ DO GIBB, △G</a:t>
            </a:r>
            <a:endParaRPr lang="x-none" sz="36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6EB18C5-DC14-5B4D-D5BB-CC4F2EEE9152}"/>
              </a:ext>
            </a:extLst>
          </p:cNvPr>
          <p:cNvCxnSpPr>
            <a:cxnSpLocks/>
            <a:stCxn id="12" idx="1"/>
            <a:endCxn id="3" idx="3"/>
          </p:cNvCxnSpPr>
          <p:nvPr/>
        </p:nvCxnSpPr>
        <p:spPr>
          <a:xfrm flipH="1">
            <a:off x="3719593" y="1755557"/>
            <a:ext cx="2309087" cy="2005338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499AD1C-A563-C40B-DC8E-7A156527213D}"/>
              </a:ext>
            </a:extLst>
          </p:cNvPr>
          <p:cNvCxnSpPr>
            <a:cxnSpLocks/>
          </p:cNvCxnSpPr>
          <p:nvPr/>
        </p:nvCxnSpPr>
        <p:spPr>
          <a:xfrm flipH="1">
            <a:off x="3719593" y="3760895"/>
            <a:ext cx="1983783" cy="0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31A0824-BFD9-30A1-29F5-4ED36152BE11}"/>
              </a:ext>
            </a:extLst>
          </p:cNvPr>
          <p:cNvCxnSpPr>
            <a:cxnSpLocks/>
          </p:cNvCxnSpPr>
          <p:nvPr/>
        </p:nvCxnSpPr>
        <p:spPr>
          <a:xfrm flipH="1" flipV="1">
            <a:off x="3719593" y="3760895"/>
            <a:ext cx="1983783" cy="2005338"/>
          </a:xfrm>
          <a:prstGeom prst="straightConnector1">
            <a:avLst/>
          </a:prstGeom>
          <a:ln w="25400">
            <a:solidFill>
              <a:srgbClr val="CC00CC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49A33293-F0E5-3AE3-9943-821978C1B14E}"/>
              </a:ext>
            </a:extLst>
          </p:cNvPr>
          <p:cNvSpPr/>
          <p:nvPr/>
        </p:nvSpPr>
        <p:spPr>
          <a:xfrm>
            <a:off x="5898388" y="5430953"/>
            <a:ext cx="5981084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just"/>
            <a:r>
              <a:rPr lang="en-US" altLang="en-US" sz="36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NHIỆT ĐỘ, </a:t>
            </a:r>
            <a:r>
              <a:rPr lang="en-US" altLang="en-US" sz="36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3600" b="1" i="1" baseline="300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36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x-none" sz="3600" b="1" i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658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  <p:bldP spid="17" grpId="0"/>
      <p:bldP spid="3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5553" y="6459785"/>
            <a:ext cx="511668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Tỉ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91254" y="698081"/>
            <a:ext cx="1136429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65138" algn="just">
              <a:lnSpc>
                <a:spcPct val="150000"/>
              </a:lnSpc>
            </a:pP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Tỉ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đoán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415" y="4511673"/>
            <a:ext cx="7015380" cy="2310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27A684AD-0BE8-4721-ACE0-8B5F51C8B6A9}"/>
              </a:ext>
            </a:extLst>
          </p:cNvPr>
          <p:cNvSpPr txBox="1">
            <a:spLocks noChangeArrowheads="1"/>
          </p:cNvSpPr>
          <p:nvPr/>
        </p:nvSpPr>
        <p:spPr>
          <a:xfrm>
            <a:off x="1667103" y="2267741"/>
            <a:ext cx="6062631" cy="701816"/>
          </a:xfrm>
          <a:prstGeom prst="rect">
            <a:avLst/>
          </a:prstGeom>
        </p:spPr>
        <p:txBody>
          <a:bodyPr lIns="90488" tIns="44450" rIns="90488" bIns="4445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Tx/>
              <a:buNone/>
              <a:defRPr/>
            </a:pPr>
            <a:r>
              <a:rPr 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+    </a:t>
            </a:r>
            <a:r>
              <a:rPr 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vi-VN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⇌ </a:t>
            </a:r>
            <a:r>
              <a:rPr lang="vi-V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+    </a:t>
            </a:r>
            <a:r>
              <a:rPr lang="en-US" alt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sz="3600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  <a:defRPr/>
            </a:pPr>
            <a:r>
              <a:rPr lang="en-US" sz="36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370074" y="3078464"/>
                <a:ext cx="2656688" cy="1359155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sub>
                                    <m:sup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sub>
                                    <m:sup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p>
                                  </m:sSubSup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  <m:sup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  <m:sup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0074" y="3078464"/>
                <a:ext cx="2656688" cy="1359155"/>
              </a:xfrm>
              <a:prstGeom prst="rect">
                <a:avLst/>
              </a:prstGeom>
              <a:blipFill>
                <a:blip r:embed="rId4"/>
                <a:stretch>
                  <a:fillRect l="-5238" b="-648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6797685" y="3145523"/>
            <a:ext cx="5044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[A]: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nồng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endParaRPr lang="en-US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97685" y="3845387"/>
            <a:ext cx="5310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b="1" baseline="-25000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="1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nồng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b="1" dirty="0" err="1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2800" b="1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800" b="1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800" b="1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2800" b="1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endParaRPr lang="en-US" sz="2800" b="1" dirty="0">
              <a:solidFill>
                <a:srgbClr val="9933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427712" y="4859848"/>
            <a:ext cx="4764288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spcAft>
                <a:spcPts val="1200"/>
              </a:spcAft>
              <a:buSzPct val="80000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&lt;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t/t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  <a:buSzPct val="80000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=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spcAft>
                <a:spcPts val="1200"/>
              </a:spcAft>
              <a:buSzPct val="80000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&gt;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t/t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←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Left Brace 8"/>
          <p:cNvSpPr/>
          <p:nvPr/>
        </p:nvSpPr>
        <p:spPr>
          <a:xfrm>
            <a:off x="7053815" y="4986068"/>
            <a:ext cx="349118" cy="180243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041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5" grpId="0" animBg="1"/>
      <p:bldP spid="6" grpId="0"/>
      <p:bldP spid="13" grpId="0"/>
      <p:bldP spid="15" grpId="0"/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5553" y="6459785"/>
            <a:ext cx="511668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9972079" y="4398835"/>
            <a:ext cx="168347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&lt;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4000" b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4000" b="1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BCEFB1-730C-4166-05D4-C35E77FEB790}"/>
              </a:ext>
            </a:extLst>
          </p:cNvPr>
          <p:cNvSpPr/>
          <p:nvPr/>
        </p:nvSpPr>
        <p:spPr>
          <a:xfrm>
            <a:off x="289703" y="894958"/>
            <a:ext cx="15969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</a:t>
            </a:r>
            <a:endParaRPr lang="x-none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Tỉ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BCEFB1-730C-4166-05D4-C35E77FEB790}"/>
              </a:ext>
            </a:extLst>
          </p:cNvPr>
          <p:cNvSpPr/>
          <p:nvPr/>
        </p:nvSpPr>
        <p:spPr>
          <a:xfrm>
            <a:off x="1820380" y="898114"/>
            <a:ext cx="833112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65,0</a:t>
            </a:r>
            <a:endParaRPr lang="x-none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27A684AD-0BE8-4721-ACE0-8B5F51C8B6A9}"/>
              </a:ext>
            </a:extLst>
          </p:cNvPr>
          <p:cNvSpPr txBox="1">
            <a:spLocks noChangeArrowheads="1"/>
          </p:cNvSpPr>
          <p:nvPr/>
        </p:nvSpPr>
        <p:spPr>
          <a:xfrm>
            <a:off x="3618910" y="1614479"/>
            <a:ext cx="5130512" cy="701816"/>
          </a:xfrm>
          <a:prstGeom prst="rect">
            <a:avLst/>
          </a:prstGeom>
        </p:spPr>
        <p:txBody>
          <a:bodyPr lIns="90488" tIns="44450" rIns="90488" bIns="4445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Tx/>
              <a:buNone/>
              <a:defRPr/>
            </a:pP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2HI</a:t>
            </a:r>
            <a:r>
              <a:rPr lang="en-US" sz="36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(k)   </a:t>
            </a:r>
            <a:r>
              <a:rPr lang="vi-VN" sz="36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⇌ </a:t>
            </a:r>
            <a:r>
              <a:rPr lang="vi-V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H</a:t>
            </a:r>
            <a:r>
              <a:rPr lang="en-US" altLang="en-US" sz="36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2(k)    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   I</a:t>
            </a:r>
            <a:r>
              <a:rPr lang="en-US" altLang="en-US" sz="36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2(k)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sz="3600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  <a:defRPr/>
            </a:pPr>
            <a:r>
              <a:rPr lang="en-US" sz="36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BCEFB1-730C-4166-05D4-C35E77FEB790}"/>
              </a:ext>
            </a:extLst>
          </p:cNvPr>
          <p:cNvSpPr/>
          <p:nvPr/>
        </p:nvSpPr>
        <p:spPr>
          <a:xfrm>
            <a:off x="161820" y="2349724"/>
            <a:ext cx="1187653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65138"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Ở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0,5M, C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2,8M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I2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3,4M.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x-none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BCEFB1-730C-4166-05D4-C35E77FEB790}"/>
              </a:ext>
            </a:extLst>
          </p:cNvPr>
          <p:cNvSpPr/>
          <p:nvPr/>
        </p:nvSpPr>
        <p:spPr>
          <a:xfrm>
            <a:off x="310262" y="4008944"/>
            <a:ext cx="107273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alt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x-none" sz="3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362433" y="4407476"/>
            <a:ext cx="18678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spcBef>
                <a:spcPts val="600"/>
              </a:spcBef>
              <a:spcAft>
                <a:spcPts val="600"/>
              </a:spcAft>
            </a:pPr>
            <a:r>
              <a:rPr lang="en-US" sz="3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Tỉ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p/ư: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283621" y="4131358"/>
                <a:ext cx="6172652" cy="12428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𝐻𝐼</m:t>
                              </m:r>
                            </m:sub>
                          </m:sSub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2,8 . 3,4</m:t>
                          </m:r>
                        </m:num>
                        <m:den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0,5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38,1</m:t>
                      </m:r>
                    </m:oMath>
                  </m:oMathPara>
                </a14:m>
                <a:endParaRPr 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3621" y="4131358"/>
                <a:ext cx="6172652" cy="124284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triped Right Arrow 2"/>
          <p:cNvSpPr/>
          <p:nvPr/>
        </p:nvSpPr>
        <p:spPr>
          <a:xfrm>
            <a:off x="9456273" y="4566057"/>
            <a:ext cx="400323" cy="440324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224486" y="5565129"/>
            <a:ext cx="1056696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65138" algn="just">
              <a:spcBef>
                <a:spcPts val="600"/>
              </a:spcBef>
              <a:spcAft>
                <a:spcPts val="600"/>
              </a:spcAft>
            </a:pP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tục</a:t>
            </a:r>
            <a:r>
              <a:rPr 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endParaRPr lang="en-US" sz="3200" i="1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rved Right Arrow 4"/>
          <p:cNvSpPr/>
          <p:nvPr/>
        </p:nvSpPr>
        <p:spPr>
          <a:xfrm rot="21238714">
            <a:off x="1056598" y="5253358"/>
            <a:ext cx="492376" cy="59528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3811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7" grpId="0"/>
      <p:bldP spid="18" grpId="0"/>
      <p:bldP spid="20" grpId="0"/>
      <p:bldP spid="21" grpId="0"/>
      <p:bldP spid="22" grpId="0"/>
      <p:bldP spid="2" grpId="0"/>
      <p:bldP spid="3" grpId="0" animBg="1"/>
      <p:bldP spid="23" grpId="0"/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5553" y="6459785"/>
            <a:ext cx="511668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9144580" y="5272636"/>
            <a:ext cx="29514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spcBef>
                <a:spcPts val="6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4000" b="1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100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atm</a:t>
            </a:r>
            <a:endParaRPr lang="en-US" sz="4000" b="1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BCEFB1-730C-4166-05D4-C35E77FEB790}"/>
              </a:ext>
            </a:extLst>
          </p:cNvPr>
          <p:cNvSpPr/>
          <p:nvPr/>
        </p:nvSpPr>
        <p:spPr>
          <a:xfrm>
            <a:off x="289703" y="963970"/>
            <a:ext cx="15969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</a:t>
            </a:r>
            <a:endParaRPr lang="x-none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Tỉ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BCEFB1-730C-4166-05D4-C35E77FEB790}"/>
              </a:ext>
            </a:extLst>
          </p:cNvPr>
          <p:cNvSpPr/>
          <p:nvPr/>
        </p:nvSpPr>
        <p:spPr>
          <a:xfrm>
            <a:off x="1820380" y="967126"/>
            <a:ext cx="67153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298K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 = 100</a:t>
            </a:r>
            <a:endParaRPr lang="x-none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27A684AD-0BE8-4721-ACE0-8B5F51C8B6A9}"/>
              </a:ext>
            </a:extLst>
          </p:cNvPr>
          <p:cNvSpPr txBox="1">
            <a:spLocks noChangeArrowheads="1"/>
          </p:cNvSpPr>
          <p:nvPr/>
        </p:nvSpPr>
        <p:spPr>
          <a:xfrm>
            <a:off x="2980551" y="1683491"/>
            <a:ext cx="7888728" cy="701816"/>
          </a:xfrm>
          <a:prstGeom prst="rect">
            <a:avLst/>
          </a:prstGeom>
        </p:spPr>
        <p:txBody>
          <a:bodyPr lIns="90488" tIns="44450" rIns="90488" bIns="4445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Tx/>
              <a:buNone/>
              <a:defRPr/>
            </a:pP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(r)   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  2B</a:t>
            </a:r>
            <a:r>
              <a:rPr lang="en-US" sz="36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600" b="1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sz="36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 </a:t>
            </a:r>
            <a:r>
              <a:rPr lang="vi-VN" sz="36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⇌ </a:t>
            </a:r>
            <a:r>
              <a:rPr lang="vi-V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en-US" altLang="en-US" sz="36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(k)    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  D</a:t>
            </a:r>
            <a:r>
              <a:rPr lang="en-US" altLang="en-US" sz="36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3600" b="1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altLang="en-US" sz="36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sz="3600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  <a:defRPr/>
            </a:pPr>
            <a:r>
              <a:rPr lang="en-US" sz="36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BCEFB1-730C-4166-05D4-C35E77FEB790}"/>
              </a:ext>
            </a:extLst>
          </p:cNvPr>
          <p:cNvSpPr/>
          <p:nvPr/>
        </p:nvSpPr>
        <p:spPr>
          <a:xfrm>
            <a:off x="161820" y="2470495"/>
            <a:ext cx="11876536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65138" algn="just">
              <a:spcAft>
                <a:spcPts val="1200"/>
              </a:spcAft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465138"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0,1M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0,01M</a:t>
            </a:r>
            <a:endParaRPr lang="x-none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BCEFB1-730C-4166-05D4-C35E77FEB790}"/>
              </a:ext>
            </a:extLst>
          </p:cNvPr>
          <p:cNvSpPr/>
          <p:nvPr/>
        </p:nvSpPr>
        <p:spPr>
          <a:xfrm>
            <a:off x="517298" y="4095209"/>
            <a:ext cx="107273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alt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x-none" sz="3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56118" y="5322489"/>
            <a:ext cx="18678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spcBef>
                <a:spcPts val="600"/>
              </a:spcBef>
              <a:spcAft>
                <a:spcPts val="600"/>
              </a:spcAft>
            </a:pPr>
            <a:r>
              <a:rPr lang="en-US" sz="3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Tỉ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p/ư: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639420" y="4993457"/>
                <a:ext cx="5853204" cy="12662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.0,01</m:t>
                          </m:r>
                        </m:num>
                        <m:den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0,1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&gt;100</m:t>
                      </m:r>
                    </m:oMath>
                  </m:oMathPara>
                </a14:m>
                <a:endParaRPr 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420" y="4993457"/>
                <a:ext cx="5853204" cy="126624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triped Right Arrow 2"/>
          <p:cNvSpPr/>
          <p:nvPr/>
        </p:nvSpPr>
        <p:spPr>
          <a:xfrm>
            <a:off x="8608107" y="5394712"/>
            <a:ext cx="400323" cy="440324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590028" y="4115278"/>
                <a:ext cx="4998484" cy="6093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vi-VN" sz="3200" dirty="0">
                          <a:solidFill>
                            <a:srgbClr val="FF0000"/>
                          </a:solidFill>
                          <a:latin typeface="+mj-lt"/>
                        </a:rPr>
                        <m:t>P</m:t>
                      </m:r>
                      <m:r>
                        <m:rPr>
                          <m:nor/>
                        </m:rPr>
                        <a:rPr lang="vi-VN" sz="3200" dirty="0">
                          <a:solidFill>
                            <a:srgbClr val="FF0000"/>
                          </a:solidFill>
                          <a:latin typeface="+mj-lt"/>
                        </a:rPr>
                        <m:t>ư </m:t>
                      </m:r>
                      <m:r>
                        <m:rPr>
                          <m:nor/>
                        </m:rPr>
                        <a:rPr lang="vi-VN" sz="3200" dirty="0">
                          <a:solidFill>
                            <a:srgbClr val="FF0000"/>
                          </a:solidFill>
                          <a:latin typeface="+mj-lt"/>
                        </a:rPr>
                        <m:t>t</m:t>
                      </m:r>
                      <m:r>
                        <m:rPr>
                          <m:nor/>
                        </m:rPr>
                        <a:rPr lang="vi-VN" sz="3200" dirty="0">
                          <a:solidFill>
                            <a:srgbClr val="FF0000"/>
                          </a:solidFill>
                          <a:latin typeface="+mj-lt"/>
                        </a:rPr>
                        <m:t>ự </m:t>
                      </m:r>
                      <m:r>
                        <m:rPr>
                          <m:nor/>
                        </m:rPr>
                        <a:rPr lang="vi-VN" sz="3200" dirty="0">
                          <a:solidFill>
                            <a:srgbClr val="FF0000"/>
                          </a:solidFill>
                          <a:latin typeface="+mj-lt"/>
                        </a:rPr>
                        <m:t>ph</m:t>
                      </m:r>
                      <m:r>
                        <m:rPr>
                          <m:nor/>
                        </m:rPr>
                        <a:rPr lang="vi-VN" sz="3200" dirty="0">
                          <a:solidFill>
                            <a:srgbClr val="FF0000"/>
                          </a:solidFill>
                          <a:latin typeface="+mj-lt"/>
                        </a:rPr>
                        <m:t>á</m:t>
                      </m:r>
                      <m:r>
                        <m:rPr>
                          <m:nor/>
                        </m:rPr>
                        <a:rPr lang="vi-VN" sz="3200" dirty="0">
                          <a:solidFill>
                            <a:srgbClr val="FF0000"/>
                          </a:solidFill>
                          <a:latin typeface="+mj-lt"/>
                        </a:rPr>
                        <m:t>t</m:t>
                      </m:r>
                      <m:r>
                        <m:rPr>
                          <m:nor/>
                        </m:rPr>
                        <a:rPr lang="vi-VN" sz="3200" dirty="0">
                          <a:solidFill>
                            <a:srgbClr val="FF0000"/>
                          </a:solidFill>
                          <a:latin typeface="+mj-lt"/>
                        </a:rPr>
                        <m:t> </m:t>
                      </m:r>
                      <m:r>
                        <m:rPr>
                          <m:nor/>
                        </m:rPr>
                        <a:rPr lang="vi-VN" sz="3200" dirty="0">
                          <a:solidFill>
                            <a:srgbClr val="FF0000"/>
                          </a:solidFill>
                          <a:latin typeface="+mj-lt"/>
                        </a:rPr>
                        <m:t>theo</m:t>
                      </m:r>
                      <m:r>
                        <m:rPr>
                          <m:nor/>
                        </m:rPr>
                        <a:rPr lang="vi-VN" sz="3200" dirty="0">
                          <a:solidFill>
                            <a:srgbClr val="FF0000"/>
                          </a:solidFill>
                          <a:latin typeface="+mj-lt"/>
                        </a:rPr>
                        <m:t> </m:t>
                      </m:r>
                      <m:r>
                        <m:rPr>
                          <m:nor/>
                        </m:rPr>
                        <a:rPr lang="vi-VN" sz="3200" dirty="0">
                          <a:solidFill>
                            <a:srgbClr val="FF0000"/>
                          </a:solidFill>
                          <a:latin typeface="+mj-lt"/>
                        </a:rPr>
                        <m:t>chi</m:t>
                      </m:r>
                      <m:r>
                        <m:rPr>
                          <m:nor/>
                        </m:rPr>
                        <a:rPr lang="vi-VN" sz="3200" dirty="0">
                          <a:solidFill>
                            <a:srgbClr val="FF0000"/>
                          </a:solidFill>
                          <a:latin typeface="+mj-lt"/>
                        </a:rPr>
                        <m:t>ề</m:t>
                      </m:r>
                      <m:r>
                        <m:rPr>
                          <m:nor/>
                        </m:rPr>
                        <a:rPr lang="vi-VN" sz="3200" dirty="0">
                          <a:solidFill>
                            <a:srgbClr val="FF0000"/>
                          </a:solidFill>
                          <a:latin typeface="+mj-lt"/>
                        </a:rPr>
                        <m:t>u</m:t>
                      </m:r>
                      <m:r>
                        <m:rPr>
                          <m:nor/>
                        </m:rPr>
                        <a:rPr lang="vi-VN" sz="3200" dirty="0">
                          <a:solidFill>
                            <a:srgbClr val="FF0000"/>
                          </a:solidFill>
                          <a:latin typeface="+mj-lt"/>
                        </a:rPr>
                        <m:t> </m:t>
                      </m:r>
                      <m:r>
                        <m:rPr>
                          <m:nor/>
                        </m:rPr>
                        <a:rPr lang="vi-VN" sz="3200" dirty="0">
                          <a:solidFill>
                            <a:srgbClr val="FF0000"/>
                          </a:solidFill>
                          <a:latin typeface="+mj-lt"/>
                        </a:rPr>
                        <m:t>ngh</m:t>
                      </m:r>
                      <m:r>
                        <m:rPr>
                          <m:nor/>
                        </m:rPr>
                        <a:rPr lang="vi-VN" sz="3200" dirty="0">
                          <a:solidFill>
                            <a:srgbClr val="FF0000"/>
                          </a:solidFill>
                          <a:latin typeface="+mj-lt"/>
                        </a:rPr>
                        <m:t>ị</m:t>
                      </m:r>
                      <m:r>
                        <m:rPr>
                          <m:nor/>
                        </m:rPr>
                        <a:rPr lang="vi-VN" sz="3200" dirty="0">
                          <a:solidFill>
                            <a:srgbClr val="FF0000"/>
                          </a:solidFill>
                          <a:latin typeface="+mj-lt"/>
                        </a:rPr>
                        <m:t>ch</m:t>
                      </m:r>
                    </m:oMath>
                  </m:oMathPara>
                </a14:m>
                <a:endParaRPr lang="en-US" sz="3200" dirty="0">
                  <a:latin typeface="+mj-lt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0028" y="4115278"/>
                <a:ext cx="4998484" cy="60933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Striped Right Arrow 23"/>
          <p:cNvSpPr/>
          <p:nvPr/>
        </p:nvSpPr>
        <p:spPr>
          <a:xfrm>
            <a:off x="6640271" y="4254259"/>
            <a:ext cx="502403" cy="440324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7346180" y="4115278"/>
            <a:ext cx="13965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&gt; K</a:t>
            </a:r>
          </a:p>
        </p:txBody>
      </p:sp>
    </p:spTree>
    <p:extLst>
      <p:ext uri="{BB962C8B-B14F-4D97-AF65-F5344CB8AC3E}">
        <p14:creationId xmlns:p14="http://schemas.microsoft.com/office/powerpoint/2010/main" val="418071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1" grpId="0"/>
      <p:bldP spid="22" grpId="0"/>
      <p:bldP spid="2" grpId="0"/>
      <p:bldP spid="3" grpId="0" animBg="1"/>
      <p:bldP spid="6" grpId="0"/>
      <p:bldP spid="24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92129" y="6459785"/>
            <a:ext cx="47509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29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Mối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zh-TW" sz="4000" b="1" baseline="-25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cb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∆G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5967" y="849126"/>
            <a:ext cx="72154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quát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53762DC-96C3-993F-7A33-E4D6DDF62D85}"/>
              </a:ext>
            </a:extLst>
          </p:cNvPr>
          <p:cNvGrpSpPr/>
          <p:nvPr/>
        </p:nvGrpSpPr>
        <p:grpSpPr>
          <a:xfrm>
            <a:off x="3652012" y="1642406"/>
            <a:ext cx="5249450" cy="769441"/>
            <a:chOff x="7050690" y="3489960"/>
            <a:chExt cx="5249450" cy="76944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5DDD91F-7733-F3D5-58D6-2C0747B2BCA8}"/>
                </a:ext>
              </a:extLst>
            </p:cNvPr>
            <p:cNvSpPr/>
            <p:nvPr/>
          </p:nvSpPr>
          <p:spPr>
            <a:xfrm>
              <a:off x="7050690" y="3489960"/>
              <a:ext cx="5249450" cy="769441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>
              <a:spAutoFit/>
            </a:bodyPr>
            <a:lstStyle/>
            <a:p>
              <a:r>
                <a:rPr lang="en-US" sz="44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aA</a:t>
              </a:r>
              <a:r>
                <a:rPr lang="en-US" sz="44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US" sz="44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bB</a:t>
              </a:r>
              <a:r>
                <a:rPr lang="en-US" sz="44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r>
                <a:rPr lang="en-US" sz="44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cC</a:t>
              </a:r>
              <a:r>
                <a:rPr lang="en-US" sz="44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+ </a:t>
              </a:r>
              <a:r>
                <a:rPr lang="en-US" sz="4400" b="1" dirty="0" err="1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dD</a:t>
              </a:r>
              <a:endParaRPr lang="en-US" sz="4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7" name="Picture 3">
              <a:extLst>
                <a:ext uri="{FF2B5EF4-FFF2-40B4-BE49-F238E27FC236}">
                  <a16:creationId xmlns:a16="http://schemas.microsoft.com/office/drawing/2014/main" id="{BF596E02-ECE9-37BA-5AED-5D240C6DE4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9418144" y="3779563"/>
              <a:ext cx="373478" cy="252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25646" y="2582635"/>
                <a:ext cx="475912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∆G</a:t>
                </a:r>
                <a:r>
                  <a:rPr lang="en-US" sz="40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4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4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4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b>
                      <m:sup>
                        <m:r>
                          <a:rPr lang="en-US" sz="4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𝒐</m:t>
                        </m:r>
                      </m:sup>
                    </m:sSubSup>
                    <m:r>
                      <a:rPr lang="en-US" sz="4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4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𝑹𝑻𝒍𝒏𝑸</m:t>
                    </m:r>
                  </m:oMath>
                </a14:m>
                <a:endParaRPr 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646" y="2582635"/>
                <a:ext cx="4759123" cy="707886"/>
              </a:xfrm>
              <a:prstGeom prst="rect">
                <a:avLst/>
              </a:prstGeom>
              <a:blipFill rotWithShape="0">
                <a:blip r:embed="rId4"/>
                <a:stretch>
                  <a:fillRect l="-4481"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525646" y="3421088"/>
            <a:ext cx="38331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Ở </a:t>
            </a:r>
            <a:r>
              <a:rPr lang="en-US" sz="32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2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32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32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endParaRPr lang="en-US" sz="3200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374629" y="4154899"/>
                <a:ext cx="397076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= </a:t>
                </a:r>
                <a14:m>
                  <m:oMath xmlns:m="http://schemas.openxmlformats.org/officeDocument/2006/math">
                    <m:r>
                      <a:rPr lang="en-US" sz="4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4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𝑅𝑇𝑙𝑛𝐾</m:t>
                    </m:r>
                  </m:oMath>
                </a14:m>
                <a:endParaRPr 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4629" y="4154899"/>
                <a:ext cx="3970767" cy="707886"/>
              </a:xfrm>
              <a:prstGeom prst="rect">
                <a:avLst/>
              </a:prstGeom>
              <a:blipFill rotWithShape="0">
                <a:blip r:embed="rId5"/>
                <a:stretch>
                  <a:fillRect l="-5368"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ight Arrow 22"/>
          <p:cNvSpPr/>
          <p:nvPr/>
        </p:nvSpPr>
        <p:spPr>
          <a:xfrm>
            <a:off x="5617008" y="4336629"/>
            <a:ext cx="500332" cy="3628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530036" y="4160025"/>
                <a:ext cx="3737562" cy="707886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en-US" sz="4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𝑅𝑇𝑙𝑛𝐾</m:t>
                      </m:r>
                    </m:oMath>
                  </m:oMathPara>
                </a14:m>
                <a:endParaRPr 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0036" y="4160025"/>
                <a:ext cx="3737562" cy="70788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525646" y="5050826"/>
            <a:ext cx="18662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vậy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707609" y="5897951"/>
                <a:ext cx="10876632" cy="660437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Sup>
                          <m:sSubSupPr>
                            <m:ctrlP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𝑐𝑢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ố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sup>
                        </m:sSubSup>
                      </m:e>
                    </m:nary>
                    <m:r>
                      <a:rPr lang="en-US" sz="3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Sup>
                          <m:sSubSupPr>
                            <m:ctrlP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đầ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sub>
                          <m:sup>
                            <m:r>
                              <a:rPr lang="en-US" sz="3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sup>
                        </m:sSubSup>
                      </m:e>
                    </m:nary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36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𝑅𝑇𝑙𝑛𝐾</m:t>
                    </m:r>
                  </m:oMath>
                </a14:m>
                <a:endParaRPr 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09" y="5897951"/>
                <a:ext cx="10876632" cy="66043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7958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3" grpId="0"/>
      <p:bldP spid="21" grpId="0"/>
      <p:bldP spid="23" grpId="0" animBg="1"/>
      <p:bldP spid="24" grpId="0" animBg="1"/>
      <p:bldP spid="27" grpId="0"/>
      <p:bldP spid="2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92129" y="6459785"/>
            <a:ext cx="47509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Mối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zh-TW" sz="4000" b="1" baseline="-25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cb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∆G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5967" y="849126"/>
            <a:ext cx="794801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Box 4">
            <a:extLst>
              <a:ext uri="{FF2B5EF4-FFF2-40B4-BE49-F238E27FC236}">
                <a16:creationId xmlns:a16="http://schemas.microsoft.com/office/drawing/2014/main" id="{AB38A7EB-6AE4-4EC1-B5F8-8793A46C15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966" y="1680513"/>
            <a:ext cx="35404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tưởng</a:t>
            </a:r>
            <a: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308653" y="2573846"/>
                <a:ext cx="4096763" cy="707886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en-US" sz="4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𝑅𝑇𝑙𝑛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8653" y="2573846"/>
                <a:ext cx="4096763" cy="70788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Box 4">
            <a:extLst>
              <a:ext uri="{FF2B5EF4-FFF2-40B4-BE49-F238E27FC236}">
                <a16:creationId xmlns:a16="http://schemas.microsoft.com/office/drawing/2014/main" id="{AB38A7EB-6AE4-4EC1-B5F8-8793A46C15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965" y="3405676"/>
            <a:ext cx="37992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alt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lỏng</a:t>
            </a:r>
            <a:r>
              <a:rPr lang="en-US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3499099" y="4237063"/>
                <a:ext cx="4096763" cy="70788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en-US" sz="4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𝑅𝑇𝑙𝑛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9099" y="4237063"/>
                <a:ext cx="4096763" cy="70788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 Box 4">
            <a:extLst>
              <a:ext uri="{FF2B5EF4-FFF2-40B4-BE49-F238E27FC236}">
                <a16:creationId xmlns:a16="http://schemas.microsoft.com/office/drawing/2014/main" id="{AB38A7EB-6AE4-4EC1-B5F8-8793A46C15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965" y="5130005"/>
            <a:ext cx="490340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alt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en-US" alt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499098" y="5961392"/>
                <a:ext cx="3737562" cy="70788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en-US" sz="4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𝑅𝑇𝑙𝑛𝐾</m:t>
                      </m:r>
                    </m:oMath>
                  </m:oMathPara>
                </a14:m>
                <a:endParaRPr 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9098" y="5961392"/>
                <a:ext cx="3737562" cy="70788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7721170" y="5288340"/>
            <a:ext cx="397095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= 8,314 J/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mol.K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= 1,987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mol.K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= 0,082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L.atm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mol.K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7289849" y="2625387"/>
                <a:ext cx="2997295" cy="5959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𝑅𝑇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9849" y="2625387"/>
                <a:ext cx="2997295" cy="5959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493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 animBg="1"/>
      <p:bldP spid="22" grpId="0"/>
      <p:bldP spid="25" grpId="0" animBg="1"/>
      <p:bldP spid="26" grpId="0"/>
      <p:bldP spid="29" grpId="0" animBg="1"/>
      <p:bldP spid="7" grpId="0"/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92129" y="6459785"/>
            <a:ext cx="475092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Mối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zh-TW" sz="4000" b="1" baseline="-25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cb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∆G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51680" y="851932"/>
                <a:ext cx="11585891" cy="16619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65138" algn="just">
                  <a:lnSpc>
                    <a:spcPct val="150000"/>
                  </a:lnSpc>
                </a:pPr>
                <a:r>
                  <a:rPr lang="en-US" sz="3600" b="1" u="sng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Ví</a:t>
                </a:r>
                <a:r>
                  <a:rPr lang="en-US" sz="3600" b="1" u="sng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600" b="1" u="sng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</a:t>
                </a:r>
                <a:r>
                  <a:rPr lang="en-US" sz="3600" b="1" u="sng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</a:t>
                </a:r>
                <a:r>
                  <a:rPr lang="en-US" sz="3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Hydrogen </a:t>
                </a:r>
                <a:r>
                  <a:rPr lang="en-US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hóa</a:t>
                </a:r>
                <a:r>
                  <a:rPr 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Ethylene </a:t>
                </a:r>
                <a:r>
                  <a:rPr lang="en-US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hằng</a:t>
                </a:r>
                <a:r>
                  <a:rPr 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cân</a:t>
                </a:r>
                <a:r>
                  <a:rPr 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</a:t>
                </a:r>
                <a:r>
                  <a:rPr lang="en-US" sz="32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5,04 x 10</a:t>
                </a:r>
                <a:r>
                  <a:rPr lang="en-US" sz="32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17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25</a:t>
                </a:r>
                <a:r>
                  <a:rPr lang="en-US" sz="32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C. </a:t>
                </a:r>
                <a:r>
                  <a:rPr lang="en-US" sz="3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298</m:t>
                        </m:r>
                      </m:sub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𝑜</m:t>
                        </m:r>
                      </m:sup>
                    </m:sSubSup>
                  </m:oMath>
                </a14:m>
                <a:r>
                  <a:rPr 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US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80" y="851932"/>
                <a:ext cx="11585891" cy="1661993"/>
              </a:xfrm>
              <a:prstGeom prst="rect">
                <a:avLst/>
              </a:prstGeom>
              <a:blipFill rotWithShape="0">
                <a:blip r:embed="rId3"/>
                <a:stretch>
                  <a:fillRect l="-1368" r="-1316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2909454" y="2668186"/>
            <a:ext cx="57647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6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6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(g) + H</a:t>
            </a:r>
            <a:r>
              <a:rPr lang="en-US" sz="36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(g) </a:t>
            </a:r>
            <a:r>
              <a:rPr lang="en-US" alt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⇌ C</a:t>
            </a:r>
            <a:r>
              <a:rPr lang="en-US" altLang="en-US" sz="36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36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(g)</a:t>
            </a:r>
            <a:endParaRPr lang="en-US" sz="36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936178" y="3723456"/>
                <a:ext cx="8016893" cy="16643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𝟐𝟗𝟖</m:t>
                        </m:r>
                      </m:sub>
                      <m:sup>
                        <m:r>
                          <a:rPr lang="en-US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bSup>
                  </m:oMath>
                </a14:m>
                <a:r>
                  <a:rPr lang="en-US" sz="3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sz="32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RTlnK</a:t>
                </a:r>
                <a:r>
                  <a:rPr lang="en-US" sz="3200" b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= -(8,314 J/</a:t>
                </a:r>
                <a:r>
                  <a:rPr lang="en-US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mol.K</a:t>
                </a: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)(298K)</a:t>
                </a:r>
                <a:r>
                  <a:rPr lang="en-US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ln</a:t>
                </a: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(5,04x10</a:t>
                </a:r>
                <a:r>
                  <a:rPr lang="en-US" sz="3200" b="1" baseline="30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17</a:t>
                </a: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= -101 kJ/</a:t>
                </a:r>
                <a:r>
                  <a:rPr lang="en-US" sz="32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mol</a:t>
                </a:r>
                <a:endParaRPr 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178" y="3723456"/>
                <a:ext cx="8016893" cy="1664366"/>
              </a:xfrm>
              <a:prstGeom prst="rect">
                <a:avLst/>
              </a:prstGeom>
              <a:blipFill rotWithShape="0">
                <a:blip r:embed="rId4"/>
                <a:stretch>
                  <a:fillRect t="-3297" r="-1141" b="-7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/>
          <p:cNvSpPr/>
          <p:nvPr/>
        </p:nvSpPr>
        <p:spPr>
          <a:xfrm>
            <a:off x="755623" y="3723456"/>
            <a:ext cx="11528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2">
                <a:extLst>
                  <a:ext uri="{FF2B5EF4-FFF2-40B4-BE49-F238E27FC236}">
                    <a16:creationId xmlns:a16="http://schemas.microsoft.com/office/drawing/2014/main" id="{5059307F-5A56-46B0-9387-9CBEBA30B4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2690" y="6171915"/>
                <a:ext cx="10854267" cy="58633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298 </m:t>
                        </m:r>
                        <m:r>
                          <a:rPr lang="en-US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 - 40 kJ: </a:t>
                </a:r>
                <a:r>
                  <a:rPr lang="en-US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khả</a:t>
                </a:r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tự</a:t>
                </a:r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phát</a:t>
                </a:r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hoàn</a:t>
                </a:r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toàn</a:t>
                </a:r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tế</a:t>
                </a:r>
                <a:r>
                  <a:rPr lang="en-US" dirty="0">
                    <a:solidFill>
                      <a:srgbClr val="CC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5059307F-5A56-46B0-9387-9CBEBA30B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690" y="6171915"/>
                <a:ext cx="10854267" cy="586335"/>
              </a:xfrm>
              <a:prstGeom prst="rect">
                <a:avLst/>
              </a:prstGeom>
              <a:blipFill rotWithShape="0">
                <a:blip r:embed="rId5"/>
                <a:stretch>
                  <a:fillRect t="-14433" r="-225" b="-12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838729" y="5415021"/>
                <a:ext cx="10738228" cy="5813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298 </m:t>
                        </m:r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ư</m:t>
                        </m:r>
                      </m:sub>
                      <m:sup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 0: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phản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khả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tự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phát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đk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tiêu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đk</a:t>
                </a:r>
                <a:r>
                  <a:rPr lang="en-US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729" y="5415021"/>
                <a:ext cx="10738228" cy="581313"/>
              </a:xfrm>
              <a:prstGeom prst="rect">
                <a:avLst/>
              </a:prstGeom>
              <a:blipFill rotWithShape="0">
                <a:blip r:embed="rId6"/>
                <a:stretch>
                  <a:fillRect t="-8333" b="-197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4249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21" grpId="0"/>
      <p:bldP spid="23" grpId="0" build="p"/>
      <p:bldP spid="2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5553" y="6459785"/>
            <a:ext cx="511668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Mối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zh-TW" sz="4000" b="1" baseline="-25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cb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∆G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BCEFB1-730C-4166-05D4-C35E77FEB790}"/>
              </a:ext>
            </a:extLst>
          </p:cNvPr>
          <p:cNvSpPr/>
          <p:nvPr/>
        </p:nvSpPr>
        <p:spPr>
          <a:xfrm>
            <a:off x="289703" y="963970"/>
            <a:ext cx="15969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alt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alt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x-none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Box 7">
            <a:extLst>
              <a:ext uri="{FF2B5EF4-FFF2-40B4-BE49-F238E27FC236}">
                <a16:creationId xmlns:a16="http://schemas.microsoft.com/office/drawing/2014/main" id="{11E66AAA-A4C4-49F4-9AC0-BDDA12A85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2412" y="814176"/>
            <a:ext cx="10009516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vi-VN" alt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hản ứng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</a:t>
            </a:r>
            <a:r>
              <a:rPr lang="es-E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NO</a:t>
            </a:r>
            <a:r>
              <a:rPr lang="es-ES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2(k)</a:t>
            </a:r>
            <a:r>
              <a:rPr lang="es-E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↔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s-ES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s-ES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4(k) </a:t>
            </a:r>
            <a:r>
              <a:rPr lang="es-E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∆G</a:t>
            </a:r>
            <a:r>
              <a:rPr lang="es-ES" alt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s-ES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298</a:t>
            </a:r>
            <a:r>
              <a:rPr lang="es-E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-5,4123 kJ</a:t>
            </a:r>
            <a:endParaRPr lang="vi-V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65138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vi-V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 K</a:t>
            </a:r>
            <a:r>
              <a:rPr lang="vi-VN" altLang="en-US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vi-V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298K .</a:t>
            </a:r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Cho </a:t>
            </a:r>
            <a:r>
              <a:rPr lang="en-US" altLang="en-US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 = 8,314 J/</a:t>
            </a:r>
            <a:r>
              <a:rPr lang="en-US" altLang="en-US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mol.K</a:t>
            </a:r>
            <a:endParaRPr lang="vi-VN" altLang="en-US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65138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vi-VN" altLang="en-US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chiều pư: </a:t>
            </a:r>
            <a:r>
              <a:rPr lang="en-US" altLang="en-US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baseline="-25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NO2</a:t>
            </a:r>
            <a:r>
              <a:rPr lang="en-US" altLang="en-US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 </a:t>
            </a:r>
            <a:r>
              <a:rPr lang="en-US" altLang="en-US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atm</a:t>
            </a:r>
            <a:r>
              <a:rPr lang="en-US" altLang="en-US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 P</a:t>
            </a:r>
            <a:r>
              <a:rPr lang="en-US" altLang="en-US" baseline="-25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N2O4</a:t>
            </a:r>
            <a:r>
              <a:rPr lang="en-US" altLang="en-US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0,1 </a:t>
            </a:r>
            <a:r>
              <a:rPr lang="en-US" altLang="en-US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atm</a:t>
            </a:r>
            <a:r>
              <a:rPr lang="vi-VN" altLang="en-US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vi-V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13">
            <a:extLst>
              <a:ext uri="{FF2B5EF4-FFF2-40B4-BE49-F238E27FC236}">
                <a16:creationId xmlns:a16="http://schemas.microsoft.com/office/drawing/2014/main" id="{F3BE183C-7E09-4CC1-8DA9-E936F3AA2A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6922039"/>
              </p:ext>
            </p:extLst>
          </p:nvPr>
        </p:nvGraphicFramePr>
        <p:xfrm>
          <a:off x="6336556" y="3447914"/>
          <a:ext cx="5574831" cy="1107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name="Equation" r:id="rId4" imgW="2324100" imgH="444500" progId="Equation.3">
                  <p:embed/>
                </p:oleObj>
              </mc:Choice>
              <mc:Fallback>
                <p:oleObj name="Equation" r:id="rId4" imgW="2324100" imgH="444500" progId="Equation.3">
                  <p:embed/>
                  <p:pic>
                    <p:nvPicPr>
                      <p:cNvPr id="13" name="Object 13">
                        <a:extLst>
                          <a:ext uri="{FF2B5EF4-FFF2-40B4-BE49-F238E27FC236}">
                            <a16:creationId xmlns:a16="http://schemas.microsoft.com/office/drawing/2014/main" id="{F3BE183C-7E09-4CC1-8DA9-E936F3AA2A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6556" y="3447914"/>
                        <a:ext cx="5574831" cy="11070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>
            <a:extLst>
              <a:ext uri="{FF2B5EF4-FFF2-40B4-BE49-F238E27FC236}">
                <a16:creationId xmlns:a16="http://schemas.microsoft.com/office/drawing/2014/main" id="{60AA130C-102C-45DA-8BDE-4AF253DAE9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8082923"/>
              </p:ext>
            </p:extLst>
          </p:nvPr>
        </p:nvGraphicFramePr>
        <p:xfrm>
          <a:off x="9568314" y="4727575"/>
          <a:ext cx="2609850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Equation" r:id="rId6" imgW="774360" imgH="241200" progId="Equation.3">
                  <p:embed/>
                </p:oleObj>
              </mc:Choice>
              <mc:Fallback>
                <p:oleObj name="Equation" r:id="rId6" imgW="774360" imgH="241200" progId="Equation.3">
                  <p:embed/>
                  <p:pic>
                    <p:nvPicPr>
                      <p:cNvPr id="15" name="Object 15">
                        <a:extLst>
                          <a:ext uri="{FF2B5EF4-FFF2-40B4-BE49-F238E27FC236}">
                            <a16:creationId xmlns:a16="http://schemas.microsoft.com/office/drawing/2014/main" id="{60AA130C-102C-45DA-8BDE-4AF253DAE9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68314" y="4727575"/>
                        <a:ext cx="2609850" cy="7048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C6BCEFB1-730C-4166-05D4-C35E77FEB790}"/>
              </a:ext>
            </a:extLst>
          </p:cNvPr>
          <p:cNvSpPr/>
          <p:nvPr/>
        </p:nvSpPr>
        <p:spPr>
          <a:xfrm>
            <a:off x="420866" y="3648025"/>
            <a:ext cx="107273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x-none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641148" y="3586470"/>
                <a:ext cx="4096763" cy="707886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Sup>
                        <m:sSubSupPr>
                          <m:ctrlPr>
                            <a:rPr lang="en-US" sz="4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𝑅𝑇𝑙𝑛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148" y="3586470"/>
                <a:ext cx="4096763" cy="707886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ight Arrow 1"/>
          <p:cNvSpPr/>
          <p:nvPr/>
        </p:nvSpPr>
        <p:spPr>
          <a:xfrm>
            <a:off x="5909316" y="3855268"/>
            <a:ext cx="255834" cy="2923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20866" y="5148913"/>
            <a:ext cx="18678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spcBef>
                <a:spcPts val="600"/>
              </a:spcBef>
              <a:spcAft>
                <a:spcPts val="600"/>
              </a:spcAft>
            </a:pPr>
            <a:r>
              <a:rPr lang="en-US" sz="3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Tỉ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p/ư: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099185" y="4848465"/>
                <a:ext cx="7348358" cy="12714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𝑁𝑂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num>
                        <m:den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n-US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en-US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US" sz="3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9185" y="4848465"/>
                <a:ext cx="7348358" cy="1271438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2027802" y="6217251"/>
            <a:ext cx="772839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altLang="en-US" sz="36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en-US" sz="36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36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36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altLang="en-US" sz="36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altLang="en-US" sz="36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altLang="en-US" sz="36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600" b="1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altLang="en-US" sz="36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36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altLang="en-US" sz="36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600" dirty="0">
              <a:solidFill>
                <a:srgbClr val="CC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381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7" grpId="0"/>
      <p:bldP spid="18" grpId="0" animBg="1"/>
      <p:bldP spid="2" grpId="0" animBg="1"/>
      <p:bldP spid="20" grpId="0"/>
      <p:bldP spid="21" grpId="0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5553" y="6459785"/>
            <a:ext cx="511668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zh-TW" sz="4000" b="1" baseline="-25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cb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D3964A-9BE9-60AD-30C7-F399C9DBCC63}"/>
              </a:ext>
            </a:extLst>
          </p:cNvPr>
          <p:cNvSpPr txBox="1"/>
          <p:nvPr/>
        </p:nvSpPr>
        <p:spPr>
          <a:xfrm>
            <a:off x="6675675" y="3843544"/>
            <a:ext cx="53340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x-none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Van’t Hoff</a:t>
            </a:r>
            <a:r>
              <a:rPr lang="en-US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x-none" sz="3600" b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389480" y="1138349"/>
                <a:ext cx="4024820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p>
                      <m:sSupPr>
                        <m:ctrlP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p>
                      <m:sSupPr>
                        <m:ctrlP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480" y="1138349"/>
                <a:ext cx="4024820" cy="64633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>
                <a:off x="1389480" y="2069614"/>
                <a:ext cx="343318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3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RTl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480" y="2069614"/>
                <a:ext cx="3433184" cy="64633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D70E5884-D282-4024-ABA9-7C5553E1470A}"/>
              </a:ext>
            </a:extLst>
          </p:cNvPr>
          <p:cNvSpPr txBox="1"/>
          <p:nvPr/>
        </p:nvSpPr>
        <p:spPr>
          <a:xfrm>
            <a:off x="513599" y="3077835"/>
            <a:ext cx="105893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Xem </a:t>
            </a:r>
            <a:r>
              <a:rPr lang="vi-VN" sz="32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H</a:t>
            </a:r>
            <a:r>
              <a:rPr lang="vi-VN" sz="3200" baseline="30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vi-VN" sz="32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và  S</a:t>
            </a:r>
            <a:r>
              <a:rPr lang="vi-VN" sz="3200" baseline="30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vi-VN" sz="32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là hằng số trong khoảng nhiệt độ</a:t>
            </a:r>
            <a:r>
              <a:rPr lang="en-US" sz="32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(</a:t>
            </a:r>
            <a:r>
              <a:rPr lang="vi-VN" sz="32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sz="3200" baseline="-25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vi-VN" sz="32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–</a:t>
            </a:r>
            <a:r>
              <a:rPr lang="en-US" sz="32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vi-VN" sz="32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sz="3200" baseline="-25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sz="32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).</a:t>
            </a:r>
            <a:endParaRPr lang="en-US" sz="3200" dirty="0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5611645" y="1111273"/>
            <a:ext cx="315343" cy="160845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/>
              <p:cNvSpPr/>
              <p:nvPr/>
            </p:nvSpPr>
            <p:spPr>
              <a:xfrm>
                <a:off x="6162212" y="1283438"/>
                <a:ext cx="4406270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</m:t>
                      </m:r>
                      <m:r>
                        <a:rPr 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p>
                            <m:sSup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𝑅𝑇</m:t>
                          </m:r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Rectangle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2212" y="1283438"/>
                <a:ext cx="4406270" cy="120032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/>
              <p:cNvSpPr/>
              <p:nvPr/>
            </p:nvSpPr>
            <p:spPr>
              <a:xfrm>
                <a:off x="1407739" y="3769393"/>
                <a:ext cx="4378699" cy="12945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</m:t>
                      </m:r>
                      <m:r>
                        <a:rPr 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p>
                            <m:sSup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2" name="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7739" y="3769393"/>
                <a:ext cx="4378699" cy="129458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/>
              <p:cNvSpPr/>
              <p:nvPr/>
            </p:nvSpPr>
            <p:spPr>
              <a:xfrm>
                <a:off x="1407739" y="5265755"/>
                <a:ext cx="4519249" cy="12945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</m:t>
                      </m:r>
                      <m:r>
                        <a:rPr 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p>
                            <m:sSupPr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3" name="Rectangle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7739" y="5265755"/>
                <a:ext cx="4519249" cy="129458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ight Brace 53"/>
          <p:cNvSpPr/>
          <p:nvPr/>
        </p:nvSpPr>
        <p:spPr>
          <a:xfrm>
            <a:off x="6090424" y="3878523"/>
            <a:ext cx="315343" cy="262332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790321" y="4749973"/>
                <a:ext cx="5104795" cy="1163075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𝑙𝑛</m:t>
                    </m:r>
                    <m:f>
                      <m:f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4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num>
                      <m:den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4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4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4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321" y="4749973"/>
                <a:ext cx="5104795" cy="1163075"/>
              </a:xfrm>
              <a:prstGeom prst="rect">
                <a:avLst/>
              </a:prstGeom>
              <a:blipFill rotWithShape="0">
                <a:blip r:embed="rId8"/>
                <a:stretch>
                  <a:fillRect r="-2509" b="-62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/>
          <p:cNvSpPr txBox="1"/>
          <p:nvPr/>
        </p:nvSpPr>
        <p:spPr>
          <a:xfrm>
            <a:off x="262297" y="4165198"/>
            <a:ext cx="11454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Ở T</a:t>
            </a:r>
            <a:r>
              <a:rPr lang="en-US" sz="32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2297" y="5689671"/>
            <a:ext cx="11454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Ở T</a:t>
            </a:r>
            <a:r>
              <a:rPr lang="en-US" sz="32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538937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9" grpId="0"/>
      <p:bldP spid="50" grpId="0"/>
      <p:bldP spid="5" grpId="0" animBg="1"/>
      <p:bldP spid="51" grpId="0"/>
      <p:bldP spid="52" grpId="0"/>
      <p:bldP spid="53" grpId="0"/>
      <p:bldP spid="54" grpId="0" animBg="1"/>
      <p:bldP spid="24" grpId="0" animBg="1"/>
      <p:bldP spid="55" grpId="0"/>
      <p:bldP spid="5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5553" y="6459785"/>
            <a:ext cx="511668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34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giữa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zh-TW" sz="4000" b="1" baseline="-25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cb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BCEFB1-730C-4166-05D4-C35E77FEB790}"/>
              </a:ext>
            </a:extLst>
          </p:cNvPr>
          <p:cNvSpPr/>
          <p:nvPr/>
        </p:nvSpPr>
        <p:spPr>
          <a:xfrm>
            <a:off x="393221" y="1100690"/>
            <a:ext cx="12891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x-none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Box 7">
            <a:extLst>
              <a:ext uri="{FF2B5EF4-FFF2-40B4-BE49-F238E27FC236}">
                <a16:creationId xmlns:a16="http://schemas.microsoft.com/office/drawing/2014/main" id="{11E66AAA-A4C4-49F4-9AC0-BDDA12A85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8838" y="814176"/>
            <a:ext cx="849126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vi-VN" alt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hản ứng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E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s-ES" altLang="en-US" sz="4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(k)</a:t>
            </a:r>
            <a:r>
              <a:rPr lang="es-E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+1/2O</a:t>
            </a:r>
            <a:r>
              <a:rPr lang="es-ES" altLang="en-US" sz="4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(k)</a:t>
            </a:r>
            <a:r>
              <a:rPr lang="es-E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↔</a:t>
            </a:r>
            <a:r>
              <a:rPr lang="vi-V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s-ES" altLang="en-US" sz="4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2(k)</a:t>
            </a:r>
            <a:endParaRPr lang="vi-V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79049" y="1938025"/>
            <a:ext cx="119904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65138">
              <a:lnSpc>
                <a:spcPct val="150000"/>
              </a:lnSpc>
              <a:spcBef>
                <a:spcPct val="0"/>
              </a:spcBef>
              <a:buNone/>
            </a:pPr>
            <a:r>
              <a:rPr lang="vi-VN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 K</a:t>
            </a:r>
            <a:r>
              <a:rPr lang="vi-VN" altLang="en-US" sz="32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vi-VN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325</a:t>
            </a:r>
            <a:r>
              <a:rPr lang="en-US" altLang="en-US" sz="3200" baseline="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Cho </a:t>
            </a:r>
            <a:r>
              <a:rPr lang="en-US" alt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s-ES" altLang="en-US" sz="32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s-ES" altLang="en-US" sz="3200" baseline="30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s-ES" altLang="en-US" sz="32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-</a:t>
            </a:r>
            <a:r>
              <a:rPr lang="vi-VN" altLang="en-US" sz="32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altLang="en-US" sz="32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56,484 kJ </a:t>
            </a:r>
            <a:r>
              <a:rPr lang="es-ES" altLang="en-US" sz="32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s-ES" altLang="en-US" sz="32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altLang="en-US" sz="32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s-ES" altLang="en-US" sz="3200" baseline="-250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s-ES" altLang="en-US" sz="32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1,3.10</a:t>
            </a:r>
            <a:r>
              <a:rPr lang="es-ES" altLang="en-US" sz="3200" baseline="30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s-ES" altLang="en-US" sz="32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25</a:t>
            </a:r>
            <a:r>
              <a:rPr lang="es-ES" altLang="en-US" sz="3200" baseline="300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s-ES" altLang="en-US" sz="3200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endParaRPr lang="en-US" altLang="en-US" sz="3200" dirty="0">
              <a:solidFill>
                <a:srgbClr val="00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BCEFB1-730C-4166-05D4-C35E77FEB790}"/>
              </a:ext>
            </a:extLst>
          </p:cNvPr>
          <p:cNvSpPr/>
          <p:nvPr/>
        </p:nvSpPr>
        <p:spPr>
          <a:xfrm>
            <a:off x="506108" y="2969674"/>
            <a:ext cx="107273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x-none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D3964A-9BE9-60AD-30C7-F399C9DBCC63}"/>
              </a:ext>
            </a:extLst>
          </p:cNvPr>
          <p:cNvSpPr txBox="1"/>
          <p:nvPr/>
        </p:nvSpPr>
        <p:spPr>
          <a:xfrm>
            <a:off x="1578838" y="2969674"/>
            <a:ext cx="47577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x-none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Van’t Hoff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x-none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91735" y="3881054"/>
                <a:ext cx="5029005" cy="93346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𝑙𝑛</m:t>
                    </m:r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598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298</m:t>
                            </m:r>
                          </m:sub>
                        </m:sSub>
                      </m:den>
                    </m:f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598</m:t>
                            </m:r>
                          </m:sub>
                        </m:sSub>
                      </m:den>
                    </m:f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298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35" y="3881054"/>
                <a:ext cx="5029005" cy="933461"/>
              </a:xfrm>
              <a:prstGeom prst="rect">
                <a:avLst/>
              </a:prstGeom>
              <a:blipFill rotWithShape="0">
                <a:blip r:embed="rId3"/>
                <a:stretch>
                  <a:fillRect r="-4485" b="-7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0">
            <a:extLst>
              <a:ext uri="{FF2B5EF4-FFF2-40B4-BE49-F238E27FC236}">
                <a16:creationId xmlns:a16="http://schemas.microsoft.com/office/drawing/2014/main" id="{41EC5880-398C-4709-98E4-F052FDD85429}"/>
              </a:ext>
            </a:extLst>
          </p:cNvPr>
          <p:cNvGrpSpPr>
            <a:grpSpLocks/>
          </p:cNvGrpSpPr>
          <p:nvPr/>
        </p:nvGrpSpPr>
        <p:grpSpPr bwMode="auto">
          <a:xfrm>
            <a:off x="5979565" y="3957424"/>
            <a:ext cx="6153150" cy="884238"/>
            <a:chOff x="1096" y="2140"/>
            <a:chExt cx="3876" cy="557"/>
          </a:xfrm>
        </p:grpSpPr>
        <p:sp>
          <p:nvSpPr>
            <p:cNvPr id="27" name="Line 21">
              <a:extLst>
                <a:ext uri="{FF2B5EF4-FFF2-40B4-BE49-F238E27FC236}">
                  <a16:creationId xmlns:a16="http://schemas.microsoft.com/office/drawing/2014/main" id="{5DFC0112-D5A7-4F76-A3A2-FFEE6D3F43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5" y="2431"/>
              <a:ext cx="63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8" name="Line 22">
              <a:extLst>
                <a:ext uri="{FF2B5EF4-FFF2-40B4-BE49-F238E27FC236}">
                  <a16:creationId xmlns:a16="http://schemas.microsoft.com/office/drawing/2014/main" id="{5EEFFE0E-845F-4C66-86AC-158954504B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9" y="2431"/>
              <a:ext cx="573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9" name="Line 23">
              <a:extLst>
                <a:ext uri="{FF2B5EF4-FFF2-40B4-BE49-F238E27FC236}">
                  <a16:creationId xmlns:a16="http://schemas.microsoft.com/office/drawing/2014/main" id="{ED928FD4-8DB9-4DF3-8C15-E20CB69668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5" y="2431"/>
              <a:ext cx="354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0" name="Line 24">
              <a:extLst>
                <a:ext uri="{FF2B5EF4-FFF2-40B4-BE49-F238E27FC236}">
                  <a16:creationId xmlns:a16="http://schemas.microsoft.com/office/drawing/2014/main" id="{B371A7FC-A311-4B37-A07B-F8291C4683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1" y="2431"/>
              <a:ext cx="34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1" name="Rectangle 25">
              <a:extLst>
                <a:ext uri="{FF2B5EF4-FFF2-40B4-BE49-F238E27FC236}">
                  <a16:creationId xmlns:a16="http://schemas.microsoft.com/office/drawing/2014/main" id="{7422FD52-80AC-4B31-BAED-6B9F9B237C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1" y="2289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437</a:t>
              </a:r>
              <a:endParaRPr lang="en-US" altLang="en-US" sz="1600"/>
            </a:p>
          </p:txBody>
        </p:sp>
        <p:sp>
          <p:nvSpPr>
            <p:cNvPr id="32" name="Rectangle 26">
              <a:extLst>
                <a:ext uri="{FF2B5EF4-FFF2-40B4-BE49-F238E27FC236}">
                  <a16:creationId xmlns:a16="http://schemas.microsoft.com/office/drawing/2014/main" id="{FC32C4D7-D9BA-4E6D-B30B-7C665447CB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2" y="2289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,</a:t>
              </a:r>
              <a:endParaRPr lang="en-US" altLang="en-US" sz="1600"/>
            </a:p>
          </p:txBody>
        </p:sp>
        <p:sp>
          <p:nvSpPr>
            <p:cNvPr id="33" name="Rectangle 27">
              <a:extLst>
                <a:ext uri="{FF2B5EF4-FFF2-40B4-BE49-F238E27FC236}">
                  <a16:creationId xmlns:a16="http://schemas.microsoft.com/office/drawing/2014/main" id="{32024CD1-8360-47F3-AAE6-02D9830F32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0" y="2289"/>
              <a:ext cx="18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11</a:t>
              </a:r>
              <a:endParaRPr lang="en-US" altLang="en-US" sz="1600"/>
            </a:p>
          </p:txBody>
        </p:sp>
        <p:sp>
          <p:nvSpPr>
            <p:cNvPr id="34" name="Rectangle 28">
              <a:extLst>
                <a:ext uri="{FF2B5EF4-FFF2-40B4-BE49-F238E27FC236}">
                  <a16:creationId xmlns:a16="http://schemas.microsoft.com/office/drawing/2014/main" id="{15AFD6DA-E90A-4347-94D4-50AAA91B8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0" y="2463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298</a:t>
              </a:r>
              <a:endParaRPr lang="en-US" altLang="en-US" sz="1600" dirty="0"/>
            </a:p>
          </p:txBody>
        </p:sp>
        <p:sp>
          <p:nvSpPr>
            <p:cNvPr id="35" name="Rectangle 29">
              <a:extLst>
                <a:ext uri="{FF2B5EF4-FFF2-40B4-BE49-F238E27FC236}">
                  <a16:creationId xmlns:a16="http://schemas.microsoft.com/office/drawing/2014/main" id="{106FCB38-BA88-4114-9551-9BF812B43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9" y="2149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600"/>
            </a:p>
          </p:txBody>
        </p:sp>
        <p:sp>
          <p:nvSpPr>
            <p:cNvPr id="36" name="Rectangle 30">
              <a:extLst>
                <a:ext uri="{FF2B5EF4-FFF2-40B4-BE49-F238E27FC236}">
                  <a16:creationId xmlns:a16="http://schemas.microsoft.com/office/drawing/2014/main" id="{6A74B902-C6DE-4512-938E-A183CAF91B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" y="2463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598</a:t>
              </a:r>
              <a:endParaRPr lang="en-US" altLang="en-US" sz="1600" dirty="0"/>
            </a:p>
          </p:txBody>
        </p:sp>
        <p:sp>
          <p:nvSpPr>
            <p:cNvPr id="37" name="Rectangle 31">
              <a:extLst>
                <a:ext uri="{FF2B5EF4-FFF2-40B4-BE49-F238E27FC236}">
                  <a16:creationId xmlns:a16="http://schemas.microsoft.com/office/drawing/2014/main" id="{EEC0CA30-8810-4967-A1F1-5346244759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6" y="2149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600"/>
            </a:p>
          </p:txBody>
        </p:sp>
        <p:sp>
          <p:nvSpPr>
            <p:cNvPr id="38" name="Rectangle 32">
              <a:extLst>
                <a:ext uri="{FF2B5EF4-FFF2-40B4-BE49-F238E27FC236}">
                  <a16:creationId xmlns:a16="http://schemas.microsoft.com/office/drawing/2014/main" id="{A6C914B9-1D7E-4DD0-8581-ACE3448278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5" y="2463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314</a:t>
              </a:r>
              <a:endParaRPr lang="en-US" altLang="en-US" sz="1600"/>
            </a:p>
          </p:txBody>
        </p:sp>
        <p:sp>
          <p:nvSpPr>
            <p:cNvPr id="39" name="Rectangle 33">
              <a:extLst>
                <a:ext uri="{FF2B5EF4-FFF2-40B4-BE49-F238E27FC236}">
                  <a16:creationId xmlns:a16="http://schemas.microsoft.com/office/drawing/2014/main" id="{FCD69AD1-8F39-4FCD-803A-22325447F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3" y="2463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,</a:t>
              </a:r>
              <a:endParaRPr lang="en-US" altLang="en-US" sz="1600"/>
            </a:p>
          </p:txBody>
        </p:sp>
        <p:sp>
          <p:nvSpPr>
            <p:cNvPr id="40" name="Rectangle 34">
              <a:extLst>
                <a:ext uri="{FF2B5EF4-FFF2-40B4-BE49-F238E27FC236}">
                  <a16:creationId xmlns:a16="http://schemas.microsoft.com/office/drawing/2014/main" id="{D345DFF1-B460-4251-8EBB-BFF7065E1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9" y="2463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  <a:endParaRPr lang="en-US" altLang="en-US" sz="1600"/>
            </a:p>
          </p:txBody>
        </p:sp>
        <p:sp>
          <p:nvSpPr>
            <p:cNvPr id="41" name="Rectangle 35">
              <a:extLst>
                <a:ext uri="{FF2B5EF4-FFF2-40B4-BE49-F238E27FC236}">
                  <a16:creationId xmlns:a16="http://schemas.microsoft.com/office/drawing/2014/main" id="{41333402-89C5-49C8-9B48-24709614F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7" y="2149"/>
              <a:ext cx="48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56484</a:t>
              </a:r>
              <a:endParaRPr lang="en-US" altLang="en-US" sz="1600"/>
            </a:p>
          </p:txBody>
        </p:sp>
        <p:sp>
          <p:nvSpPr>
            <p:cNvPr id="42" name="Rectangle 36">
              <a:extLst>
                <a:ext uri="{FF2B5EF4-FFF2-40B4-BE49-F238E27FC236}">
                  <a16:creationId xmlns:a16="http://schemas.microsoft.com/office/drawing/2014/main" id="{11178C88-ABF1-42DF-A0CB-B515292E7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6" y="2464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10</a:t>
              </a:r>
              <a:endParaRPr lang="en-US" altLang="en-US" sz="1600" dirty="0"/>
            </a:p>
          </p:txBody>
        </p:sp>
        <p:sp>
          <p:nvSpPr>
            <p:cNvPr id="43" name="Rectangle 37">
              <a:extLst>
                <a:ext uri="{FF2B5EF4-FFF2-40B4-BE49-F238E27FC236}">
                  <a16:creationId xmlns:a16="http://schemas.microsoft.com/office/drawing/2014/main" id="{5955AA6D-EEBE-4037-AF53-B213CD1FC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246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.</a:t>
              </a:r>
              <a:endParaRPr lang="en-US" altLang="en-US" sz="1600"/>
            </a:p>
          </p:txBody>
        </p:sp>
        <p:sp>
          <p:nvSpPr>
            <p:cNvPr id="44" name="Rectangle 38">
              <a:extLst>
                <a:ext uri="{FF2B5EF4-FFF2-40B4-BE49-F238E27FC236}">
                  <a16:creationId xmlns:a16="http://schemas.microsoft.com/office/drawing/2014/main" id="{E7597C91-94B7-440D-AB84-C97CCCA406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9" y="2464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600"/>
            </a:p>
          </p:txBody>
        </p:sp>
        <p:sp>
          <p:nvSpPr>
            <p:cNvPr id="45" name="Rectangle 39">
              <a:extLst>
                <a:ext uri="{FF2B5EF4-FFF2-40B4-BE49-F238E27FC236}">
                  <a16:creationId xmlns:a16="http://schemas.microsoft.com/office/drawing/2014/main" id="{B28284B0-0DB6-4E83-9785-1E77C4A30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6" y="246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,</a:t>
              </a:r>
              <a:endParaRPr lang="en-US" altLang="en-US" sz="1600"/>
            </a:p>
          </p:txBody>
        </p:sp>
        <p:sp>
          <p:nvSpPr>
            <p:cNvPr id="46" name="Rectangle 40">
              <a:extLst>
                <a:ext uri="{FF2B5EF4-FFF2-40B4-BE49-F238E27FC236}">
                  <a16:creationId xmlns:a16="http://schemas.microsoft.com/office/drawing/2014/main" id="{64DC9451-1E27-4A88-874A-FE06CE6607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464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600"/>
            </a:p>
          </p:txBody>
        </p:sp>
        <p:sp>
          <p:nvSpPr>
            <p:cNvPr id="47" name="Rectangle 41">
              <a:extLst>
                <a:ext uri="{FF2B5EF4-FFF2-40B4-BE49-F238E27FC236}">
                  <a16:creationId xmlns:a16="http://schemas.microsoft.com/office/drawing/2014/main" id="{550116C0-5ADE-46D3-8538-23B4460B2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6" y="2289"/>
              <a:ext cx="15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ln</a:t>
              </a:r>
              <a:endParaRPr lang="en-US" altLang="en-US" sz="1600" dirty="0"/>
            </a:p>
          </p:txBody>
        </p:sp>
        <p:sp>
          <p:nvSpPr>
            <p:cNvPr id="48" name="Rectangle 42">
              <a:extLst>
                <a:ext uri="{FF2B5EF4-FFF2-40B4-BE49-F238E27FC236}">
                  <a16:creationId xmlns:a16="http://schemas.microsoft.com/office/drawing/2014/main" id="{FC3341EE-7C11-4483-ABD3-2C984B83B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9" y="2446"/>
              <a:ext cx="5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 sz="1600"/>
            </a:p>
          </p:txBody>
        </p:sp>
        <p:sp>
          <p:nvSpPr>
            <p:cNvPr id="57" name="Rectangle 43">
              <a:extLst>
                <a:ext uri="{FF2B5EF4-FFF2-40B4-BE49-F238E27FC236}">
                  <a16:creationId xmlns:a16="http://schemas.microsoft.com/office/drawing/2014/main" id="{10BCBA3F-2363-433E-A705-59FDEFAB4C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1" y="2281"/>
              <a:ext cx="17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598</a:t>
              </a:r>
              <a:endParaRPr lang="en-US" altLang="en-US" sz="1600" dirty="0"/>
            </a:p>
          </p:txBody>
        </p:sp>
        <p:sp>
          <p:nvSpPr>
            <p:cNvPr id="58" name="Rectangle 44">
              <a:extLst>
                <a:ext uri="{FF2B5EF4-FFF2-40B4-BE49-F238E27FC236}">
                  <a16:creationId xmlns:a16="http://schemas.microsoft.com/office/drawing/2014/main" id="{5498A78F-7D2D-4715-A990-01222ED1EF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8" y="2263"/>
              <a:ext cx="10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Symbol" panose="05050102010706020507" pitchFamily="18" charset="2"/>
                </a:rPr>
                <a:t>-</a:t>
              </a:r>
              <a:endParaRPr lang="en-US" altLang="en-US" sz="1600"/>
            </a:p>
          </p:txBody>
        </p:sp>
        <p:sp>
          <p:nvSpPr>
            <p:cNvPr id="59" name="Rectangle 45">
              <a:extLst>
                <a:ext uri="{FF2B5EF4-FFF2-40B4-BE49-F238E27FC236}">
                  <a16:creationId xmlns:a16="http://schemas.microsoft.com/office/drawing/2014/main" id="{804CBF5B-389C-4FDE-8295-568E6AA0F3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3" y="2263"/>
              <a:ext cx="10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1600"/>
            </a:p>
          </p:txBody>
        </p:sp>
        <p:sp>
          <p:nvSpPr>
            <p:cNvPr id="60" name="Rectangle 46">
              <a:extLst>
                <a:ext uri="{FF2B5EF4-FFF2-40B4-BE49-F238E27FC236}">
                  <a16:creationId xmlns:a16="http://schemas.microsoft.com/office/drawing/2014/main" id="{5BC457C6-4309-41B6-BC41-1FF142C14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6" y="2282"/>
              <a:ext cx="7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Symbol" panose="05050102010706020507" pitchFamily="18" charset="2"/>
                </a:rPr>
                <a:t>÷</a:t>
              </a:r>
              <a:endParaRPr lang="en-US" altLang="en-US" sz="1600"/>
            </a:p>
          </p:txBody>
        </p:sp>
        <p:sp>
          <p:nvSpPr>
            <p:cNvPr id="61" name="Rectangle 47">
              <a:extLst>
                <a:ext uri="{FF2B5EF4-FFF2-40B4-BE49-F238E27FC236}">
                  <a16:creationId xmlns:a16="http://schemas.microsoft.com/office/drawing/2014/main" id="{32F2BF6F-D519-4634-81DA-2963B623B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6" y="2463"/>
              <a:ext cx="7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Symbol" panose="05050102010706020507" pitchFamily="18" charset="2"/>
                </a:rPr>
                <a:t>ø</a:t>
              </a:r>
              <a:endParaRPr lang="en-US" altLang="en-US" sz="1600"/>
            </a:p>
          </p:txBody>
        </p:sp>
        <p:sp>
          <p:nvSpPr>
            <p:cNvPr id="62" name="Rectangle 48">
              <a:extLst>
                <a:ext uri="{FF2B5EF4-FFF2-40B4-BE49-F238E27FC236}">
                  <a16:creationId xmlns:a16="http://schemas.microsoft.com/office/drawing/2014/main" id="{FCC6E595-741F-4388-9B14-AAD203E91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6" y="2140"/>
              <a:ext cx="7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Symbol" panose="05050102010706020507" pitchFamily="18" charset="2"/>
                </a:rPr>
                <a:t>ö</a:t>
              </a:r>
              <a:endParaRPr lang="en-US" altLang="en-US" sz="1600"/>
            </a:p>
          </p:txBody>
        </p:sp>
        <p:sp>
          <p:nvSpPr>
            <p:cNvPr id="63" name="Rectangle 49">
              <a:extLst>
                <a:ext uri="{FF2B5EF4-FFF2-40B4-BE49-F238E27FC236}">
                  <a16:creationId xmlns:a16="http://schemas.microsoft.com/office/drawing/2014/main" id="{D39EA591-4980-4EE8-AE85-D647DF2FFC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0" y="2282"/>
              <a:ext cx="7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Symbol" panose="05050102010706020507" pitchFamily="18" charset="2"/>
                </a:rPr>
                <a:t>ç</a:t>
              </a:r>
              <a:endParaRPr lang="en-US" altLang="en-US" sz="1600"/>
            </a:p>
          </p:txBody>
        </p:sp>
        <p:sp>
          <p:nvSpPr>
            <p:cNvPr id="64" name="Rectangle 50">
              <a:extLst>
                <a:ext uri="{FF2B5EF4-FFF2-40B4-BE49-F238E27FC236}">
                  <a16:creationId xmlns:a16="http://schemas.microsoft.com/office/drawing/2014/main" id="{15E15F74-9C8C-4FA6-97AC-8F09002A75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0" y="2463"/>
              <a:ext cx="7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Symbol" panose="05050102010706020507" pitchFamily="18" charset="2"/>
                </a:rPr>
                <a:t>è</a:t>
              </a:r>
              <a:endParaRPr lang="en-US" altLang="en-US" sz="1600"/>
            </a:p>
          </p:txBody>
        </p:sp>
        <p:sp>
          <p:nvSpPr>
            <p:cNvPr id="65" name="Rectangle 51">
              <a:extLst>
                <a:ext uri="{FF2B5EF4-FFF2-40B4-BE49-F238E27FC236}">
                  <a16:creationId xmlns:a16="http://schemas.microsoft.com/office/drawing/2014/main" id="{81034EE9-A6F1-4CA3-912C-39A3CB62D2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0" y="2140"/>
              <a:ext cx="7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Symbol" panose="05050102010706020507" pitchFamily="18" charset="2"/>
                </a:rPr>
                <a:t>æ</a:t>
              </a:r>
              <a:endParaRPr lang="en-US" altLang="en-US" sz="1600"/>
            </a:p>
          </p:txBody>
        </p:sp>
        <p:sp>
          <p:nvSpPr>
            <p:cNvPr id="66" name="Rectangle 52">
              <a:extLst>
                <a:ext uri="{FF2B5EF4-FFF2-40B4-BE49-F238E27FC236}">
                  <a16:creationId xmlns:a16="http://schemas.microsoft.com/office/drawing/2014/main" id="{8FC375F5-1E6E-478F-9F10-A012B7C250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6" y="2263"/>
              <a:ext cx="10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Symbol" panose="05050102010706020507" pitchFamily="18" charset="2"/>
                </a:rPr>
                <a:t>-</a:t>
              </a:r>
              <a:endParaRPr lang="en-US" altLang="en-US" sz="1600"/>
            </a:p>
          </p:txBody>
        </p:sp>
        <p:sp>
          <p:nvSpPr>
            <p:cNvPr id="67" name="Rectangle 53">
              <a:extLst>
                <a:ext uri="{FF2B5EF4-FFF2-40B4-BE49-F238E27FC236}">
                  <a16:creationId xmlns:a16="http://schemas.microsoft.com/office/drawing/2014/main" id="{32F15D23-FD11-4806-B822-BF589B70DB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7" y="2263"/>
              <a:ext cx="10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000000"/>
                  </a:solidFill>
                  <a:latin typeface="Symbol" panose="05050102010706020507" pitchFamily="18" charset="2"/>
                </a:rPr>
                <a:t>-</a:t>
              </a:r>
              <a:endParaRPr lang="en-US" altLang="en-US" sz="1600" dirty="0"/>
            </a:p>
          </p:txBody>
        </p:sp>
        <p:sp>
          <p:nvSpPr>
            <p:cNvPr id="68" name="Rectangle 54">
              <a:extLst>
                <a:ext uri="{FF2B5EF4-FFF2-40B4-BE49-F238E27FC236}">
                  <a16:creationId xmlns:a16="http://schemas.microsoft.com/office/drawing/2014/main" id="{8C77217F-190C-4947-B0A3-43AAB41DC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2" y="2263"/>
              <a:ext cx="10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1600"/>
            </a:p>
          </p:txBody>
        </p:sp>
        <p:sp>
          <p:nvSpPr>
            <p:cNvPr id="69" name="Rectangle 55">
              <a:extLst>
                <a:ext uri="{FF2B5EF4-FFF2-40B4-BE49-F238E27FC236}">
                  <a16:creationId xmlns:a16="http://schemas.microsoft.com/office/drawing/2014/main" id="{EC22ED5A-57C7-4501-8B47-A18392CCE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7" y="2144"/>
              <a:ext cx="1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endParaRPr lang="en-US" altLang="en-US" sz="1600"/>
            </a:p>
          </p:txBody>
        </p:sp>
      </p:grpSp>
      <p:sp>
        <p:nvSpPr>
          <p:cNvPr id="9" name="Striped Right Arrow 8"/>
          <p:cNvSpPr/>
          <p:nvPr/>
        </p:nvSpPr>
        <p:spPr>
          <a:xfrm>
            <a:off x="5493733" y="4239247"/>
            <a:ext cx="279442" cy="276225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/>
          <p:cNvSpPr txBox="1"/>
          <p:nvPr/>
        </p:nvSpPr>
        <p:spPr>
          <a:xfrm>
            <a:off x="2659573" y="6021568"/>
            <a:ext cx="6959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</a:t>
            </a:r>
            <a:r>
              <a:rPr lang="vi-VN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</a:t>
            </a:r>
            <a:r>
              <a:rPr lang="en-US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</a:t>
            </a:r>
            <a:r>
              <a:rPr lang="vi-VN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H</a:t>
            </a:r>
            <a:r>
              <a:rPr lang="vi-VN" sz="3600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pư</a:t>
            </a:r>
            <a:r>
              <a:rPr lang="vi-VN" sz="3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&lt; 0 nên T thì HSCB  K</a:t>
            </a:r>
            <a:endParaRPr lang="en-US" sz="36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70281" y="5185423"/>
            <a:ext cx="66976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lnK</a:t>
            </a:r>
            <a:r>
              <a:rPr 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598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2,64 →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2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598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14,02 &lt; K</a:t>
            </a:r>
            <a:r>
              <a:rPr lang="en-US" sz="32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298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367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8" grpId="0"/>
      <p:bldP spid="22" grpId="0"/>
      <p:bldP spid="23" grpId="0"/>
      <p:bldP spid="25" grpId="0" animBg="1"/>
      <p:bldP spid="9" grpId="0" animBg="1"/>
      <p:bldP spid="85" grpId="0"/>
      <p:bldP spid="1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5553" y="6459785"/>
            <a:ext cx="511668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35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cân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4028" y="825055"/>
            <a:ext cx="119792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7525" indent="-517525" algn="just">
              <a:spcBef>
                <a:spcPts val="1200"/>
              </a:spcBef>
              <a:spcAft>
                <a:spcPts val="1200"/>
              </a:spcAft>
              <a:buFont typeface="Wingdings" pitchFamily="2" charset="2"/>
              <a:buChar char="v"/>
            </a:pP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LeChatelier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" name="Rectangle 1"/>
          <p:cNvSpPr/>
          <p:nvPr/>
        </p:nvSpPr>
        <p:spPr>
          <a:xfrm>
            <a:off x="3287030" y="1529784"/>
            <a:ext cx="872022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65138" algn="just">
              <a:lnSpc>
                <a:spcPct val="150000"/>
              </a:lnSpc>
            </a:pP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US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800" b="1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nồng</a:t>
            </a:r>
            <a:r>
              <a:rPr lang="en-US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chống</a:t>
            </a:r>
            <a:r>
              <a:rPr lang="en-US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800" b="1" i="1" u="sng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u="sng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28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272267" y="4183288"/>
            <a:ext cx="1116635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7525" indent="-517525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indent="690563" algn="just">
              <a:lnSpc>
                <a:spcPct val="150000"/>
              </a:lnSpc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1.Sự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nồng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endParaRPr 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690563" algn="just">
              <a:lnSpc>
                <a:spcPct val="150000"/>
              </a:lnSpc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PƯ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indent="690563" algn="just">
              <a:lnSpc>
                <a:spcPct val="150000"/>
              </a:lnSpc>
            </a:pP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endParaRPr lang="en-US" sz="2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96" y="1524016"/>
            <a:ext cx="222885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211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5553" y="6459785"/>
            <a:ext cx="511668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36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47195" y="903549"/>
            <a:ext cx="281198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27A684AD-0BE8-4721-ACE0-8B5F51C8B6A9}"/>
              </a:ext>
            </a:extLst>
          </p:cNvPr>
          <p:cNvSpPr txBox="1">
            <a:spLocks noChangeArrowheads="1"/>
          </p:cNvSpPr>
          <p:nvPr/>
        </p:nvSpPr>
        <p:spPr>
          <a:xfrm>
            <a:off x="3705174" y="924364"/>
            <a:ext cx="6335973" cy="701816"/>
          </a:xfrm>
          <a:prstGeom prst="rect">
            <a:avLst/>
          </a:prstGeom>
        </p:spPr>
        <p:txBody>
          <a:bodyPr lIns="90488" tIns="44450" rIns="90488" bIns="4445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Tx/>
              <a:buNone/>
              <a:defRPr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3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  B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⇌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    +    D</a:t>
            </a:r>
            <a:endParaRPr lang="en-US" sz="36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5605" y="1626180"/>
            <a:ext cx="109228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  a          b              c             d             (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9049" y="2441787"/>
            <a:ext cx="56703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3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3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↔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3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.a.b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3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.c.d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89049" y="3327244"/>
            <a:ext cx="1058334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[A]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2a,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bây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giờ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3171" y="4337158"/>
            <a:ext cx="111186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3200" baseline="300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en-US" sz="3200" baseline="-250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3200" baseline="-25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k</a:t>
            </a:r>
            <a:r>
              <a:rPr lang="en-US" altLang="en-US" sz="3200" baseline="-25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.(2a).b &gt; </a:t>
            </a:r>
            <a:r>
              <a:rPr lang="en-US" altLang="en-US" sz="32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3200" baseline="-250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3200" baseline="-25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en-US" sz="32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3200" baseline="-250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3200" baseline="-25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en-US" sz="32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alt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alt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alt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alt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alt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alt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alt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>
              <a:solidFill>
                <a:srgbClr val="CC00CC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47195" y="5028309"/>
            <a:ext cx="11662569" cy="14811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65138" algn="just">
              <a:lnSpc>
                <a:spcPct val="150000"/>
              </a:lnSpc>
            </a:pPr>
            <a:r>
              <a:rPr lang="en-US" alt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alt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nồng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nồng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781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5" grpId="0"/>
      <p:bldP spid="13" grpId="0"/>
      <p:bldP spid="15" grpId="0"/>
      <p:bldP spid="6" grpId="0"/>
      <p:bldP spid="1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5553" y="6459785"/>
            <a:ext cx="511668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37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nồng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446364"/>
              </p:ext>
            </p:extLst>
          </p:nvPr>
        </p:nvGraphicFramePr>
        <p:xfrm>
          <a:off x="450434" y="1632658"/>
          <a:ext cx="11309399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24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5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4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71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Thay</a:t>
                      </a:r>
                      <a:r>
                        <a:rPr lang="en-US" sz="2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đổi</a:t>
                      </a:r>
                      <a:r>
                        <a:rPr lang="en-US" sz="2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nồng</a:t>
                      </a:r>
                      <a:r>
                        <a:rPr lang="en-US" sz="2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kern="1200" baseline="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Chiều</a:t>
                      </a:r>
                      <a:r>
                        <a:rPr lang="en-US" sz="2800" b="1" kern="1200" baseline="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1" kern="1200" baseline="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dịch</a:t>
                      </a:r>
                      <a:r>
                        <a:rPr lang="en-US" sz="2800" b="1" kern="1200" baseline="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1" kern="1200" baseline="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chuyển</a:t>
                      </a:r>
                      <a:r>
                        <a:rPr lang="en-US" sz="2800" b="1" kern="1200" baseline="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1" kern="1200" baseline="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cân</a:t>
                      </a:r>
                      <a:r>
                        <a:rPr lang="en-US" sz="2800" b="1" kern="1200" baseline="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1" kern="1200" baseline="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bằng</a:t>
                      </a:r>
                      <a:endParaRPr lang="en-US" sz="2800" b="1" kern="1200" baseline="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kern="1200" baseline="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Hướng</a:t>
                      </a:r>
                      <a:r>
                        <a:rPr lang="en-US" sz="2800" b="1" kern="1200" baseline="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1" kern="1200" baseline="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mũi</a:t>
                      </a:r>
                      <a:r>
                        <a:rPr lang="en-US" sz="2800" b="1" kern="1200" baseline="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1" kern="1200" baseline="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tên</a:t>
                      </a:r>
                      <a:endParaRPr lang="en-US" sz="2800" b="1" kern="1200" baseline="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kern="1200" baseline="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Ghi</a:t>
                      </a:r>
                      <a:r>
                        <a:rPr lang="en-US" sz="2800" b="1" kern="1200" baseline="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1" kern="1200" baseline="0" dirty="0" err="1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chú</a:t>
                      </a:r>
                      <a:endParaRPr lang="en-US" sz="2800" b="1" kern="1200" baseline="0" dirty="0">
                        <a:solidFill>
                          <a:schemeClr val="lt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[A]</a:t>
                      </a:r>
                      <a:r>
                        <a:rPr lang="en-US" sz="2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hay [B] </a:t>
                      </a:r>
                      <a:r>
                        <a:rPr lang="en-US" sz="28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tăng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Chiều</a:t>
                      </a:r>
                      <a:r>
                        <a:rPr lang="en-US" sz="2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thuận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→</a:t>
                      </a: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2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Dịch</a:t>
                      </a:r>
                      <a:r>
                        <a:rPr lang="en-US" sz="28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1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chuyển</a:t>
                      </a:r>
                      <a:r>
                        <a:rPr lang="en-US" sz="28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1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theo</a:t>
                      </a:r>
                      <a:r>
                        <a:rPr lang="en-US" sz="28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1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chiều</a:t>
                      </a:r>
                      <a:r>
                        <a:rPr lang="en-US" sz="28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1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chống</a:t>
                      </a:r>
                      <a:r>
                        <a:rPr lang="en-US" sz="28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1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lại</a:t>
                      </a:r>
                      <a:r>
                        <a:rPr lang="en-US" sz="28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1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sự</a:t>
                      </a:r>
                      <a:r>
                        <a:rPr lang="en-US" sz="28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1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thay</a:t>
                      </a:r>
                      <a:r>
                        <a:rPr lang="en-US" sz="28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="1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đổi</a:t>
                      </a:r>
                      <a:endParaRPr lang="en-US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[A]</a:t>
                      </a:r>
                      <a:r>
                        <a:rPr lang="en-US" sz="2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hay [B] </a:t>
                      </a:r>
                      <a:r>
                        <a:rPr lang="en-US" sz="28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giảm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Chiều</a:t>
                      </a:r>
                      <a:r>
                        <a:rPr lang="en-US" sz="2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nghịch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←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[C]</a:t>
                      </a:r>
                      <a:r>
                        <a:rPr lang="en-US" sz="2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hay [D] </a:t>
                      </a:r>
                      <a:r>
                        <a:rPr lang="en-US" sz="28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tăng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Chiều</a:t>
                      </a:r>
                      <a:r>
                        <a:rPr lang="en-US" sz="2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nghịch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←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[C]</a:t>
                      </a:r>
                      <a:r>
                        <a:rPr lang="en-US" sz="2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hay [D] </a:t>
                      </a:r>
                      <a:r>
                        <a:rPr lang="en-US" sz="28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giảm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Chiều</a:t>
                      </a:r>
                      <a:r>
                        <a:rPr lang="en-US" sz="2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thuận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→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Rectangle 3">
            <a:extLst>
              <a:ext uri="{FF2B5EF4-FFF2-40B4-BE49-F238E27FC236}">
                <a16:creationId xmlns:a16="http://schemas.microsoft.com/office/drawing/2014/main" id="{27A684AD-0BE8-4721-ACE0-8B5F51C8B6A9}"/>
              </a:ext>
            </a:extLst>
          </p:cNvPr>
          <p:cNvSpPr txBox="1">
            <a:spLocks noChangeArrowheads="1"/>
          </p:cNvSpPr>
          <p:nvPr/>
        </p:nvSpPr>
        <p:spPr>
          <a:xfrm>
            <a:off x="3812252" y="880682"/>
            <a:ext cx="4934933" cy="701816"/>
          </a:xfrm>
          <a:prstGeom prst="rect">
            <a:avLst/>
          </a:prstGeom>
        </p:spPr>
        <p:txBody>
          <a:bodyPr lIns="90488" tIns="44450" rIns="90488" bIns="4445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Tx/>
              <a:buNone/>
              <a:defRPr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3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  B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⇌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    +    D</a:t>
            </a:r>
            <a:endParaRPr lang="en-US" sz="36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450434" y="4884575"/>
            <a:ext cx="11031053" cy="2015424"/>
            <a:chOff x="450434" y="4884575"/>
            <a:chExt cx="11031053" cy="201542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6BCEFB1-730C-4166-05D4-C35E77FEB790}"/>
                </a:ext>
              </a:extLst>
            </p:cNvPr>
            <p:cNvSpPr/>
            <p:nvPr/>
          </p:nvSpPr>
          <p:spPr>
            <a:xfrm>
              <a:off x="450434" y="4915353"/>
              <a:ext cx="336181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Ví</a:t>
              </a:r>
              <a:r>
                <a:rPr lang="en-US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dụ</a:t>
              </a:r>
              <a:r>
                <a:rPr lang="en-US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Cho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ứng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938099" y="4884575"/>
              <a:ext cx="548579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2SO</a:t>
              </a:r>
              <a:r>
                <a:rPr lang="en-US" sz="32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32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(k)  +  O</a:t>
              </a:r>
              <a:r>
                <a:rPr lang="en-US" sz="32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32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(k)  </a:t>
              </a:r>
              <a:r>
                <a:rPr lang="en-US" altLang="en-US" sz="32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⇌  2SO</a:t>
              </a:r>
              <a:r>
                <a:rPr lang="en-US" altLang="en-US" sz="32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en-US" sz="32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(g)</a:t>
              </a:r>
              <a:endPara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6BCEFB1-730C-4166-05D4-C35E77FEB790}"/>
                </a:ext>
              </a:extLst>
            </p:cNvPr>
            <p:cNvSpPr/>
            <p:nvPr/>
          </p:nvSpPr>
          <p:spPr>
            <a:xfrm>
              <a:off x="768370" y="5500128"/>
              <a:ext cx="10713117" cy="6612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Để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được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nhiều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khí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</a:t>
              </a:r>
              <a:r>
                <a:rPr lang="en-US" altLang="en-US" sz="2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hơn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ta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nên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chọn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biện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pháp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nào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sau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đây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226147" y="6161335"/>
              <a:ext cx="9398599" cy="7386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Giảm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</a:t>
              </a:r>
              <a:r>
                <a:rPr lang="en-US" altLang="en-US" sz="2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2.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Thêm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</a:t>
              </a:r>
              <a:r>
                <a:rPr lang="en-US" altLang="en-US" sz="2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3.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Giảm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</a:t>
              </a:r>
              <a:r>
                <a:rPr lang="en-US" altLang="en-US" sz="2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4.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Thêm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SO</a:t>
              </a:r>
              <a:r>
                <a:rPr lang="en-US" altLang="en-US" sz="2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3" name="Rectangle 32"/>
          <p:cNvSpPr/>
          <p:nvPr/>
        </p:nvSpPr>
        <p:spPr>
          <a:xfrm>
            <a:off x="1226146" y="6158363"/>
            <a:ext cx="9398599" cy="6612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r>
              <a:rPr lang="en-US" altLang="en-US" sz="28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</a:t>
            </a:r>
            <a:r>
              <a:rPr lang="en-US" altLang="en-US" sz="28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x-none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141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5553" y="6459785"/>
            <a:ext cx="511668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38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07392" y="749660"/>
            <a:ext cx="97337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pư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∆n ≠ 0.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12689" y="1441848"/>
            <a:ext cx="281198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3">
            <a:extLst>
              <a:ext uri="{FF2B5EF4-FFF2-40B4-BE49-F238E27FC236}">
                <a16:creationId xmlns:a16="http://schemas.microsoft.com/office/drawing/2014/main" id="{27A684AD-0BE8-4721-ACE0-8B5F51C8B6A9}"/>
              </a:ext>
            </a:extLst>
          </p:cNvPr>
          <p:cNvSpPr txBox="1">
            <a:spLocks noChangeArrowheads="1"/>
          </p:cNvSpPr>
          <p:nvPr/>
        </p:nvSpPr>
        <p:spPr>
          <a:xfrm>
            <a:off x="3670668" y="1462663"/>
            <a:ext cx="6335973" cy="701816"/>
          </a:xfrm>
          <a:prstGeom prst="rect">
            <a:avLst/>
          </a:prstGeom>
        </p:spPr>
        <p:txBody>
          <a:bodyPr lIns="90488" tIns="44450" rIns="90488" bIns="4445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Tx/>
              <a:buNone/>
              <a:defRPr/>
            </a:pPr>
            <a:r>
              <a:rPr lang="en-US" altLang="en-US" sz="3600" b="1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3600" b="1" baseline="-25000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2(k)   </a:t>
            </a:r>
            <a:r>
              <a:rPr lang="en-US" altLang="en-US" sz="3600" b="1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  3H</a:t>
            </a:r>
            <a:r>
              <a:rPr lang="en-US" altLang="en-US" sz="3600" b="1" baseline="-25000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2(k)</a:t>
            </a:r>
            <a:r>
              <a:rPr lang="en-US" sz="3600" b="1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3600" b="1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⇌</a:t>
            </a:r>
            <a:r>
              <a:rPr lang="en-US" sz="3600" b="1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2NH</a:t>
            </a:r>
            <a:r>
              <a:rPr lang="en-US" sz="3600" b="1" baseline="-25000" dirty="0">
                <a:solidFill>
                  <a:srgbClr val="99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3(k)</a:t>
            </a:r>
            <a:endParaRPr lang="en-US" sz="3600" dirty="0">
              <a:solidFill>
                <a:srgbClr val="99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21099" y="2164479"/>
            <a:ext cx="11162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   a                b                       c                      (</a:t>
            </a:r>
            <a:r>
              <a:rPr lang="en-US" sz="32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atm</a:t>
            </a:r>
            <a:r>
              <a: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9049" y="2893489"/>
            <a:ext cx="557896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3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3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↔ k</a:t>
            </a:r>
            <a:r>
              <a:rPr lang="en-US" altLang="en-US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.a.b</a:t>
            </a:r>
            <a:r>
              <a:rPr lang="en-US" altLang="en-US" sz="3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k</a:t>
            </a:r>
            <a:r>
              <a:rPr lang="en-US" altLang="en-US" sz="32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.c</a:t>
            </a:r>
            <a:r>
              <a:rPr lang="en-US" altLang="en-US" sz="3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89049" y="3675760"/>
            <a:ext cx="69268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tức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altLang="en-US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971616" y="4785371"/>
            <a:ext cx="82798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3200" baseline="-250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3200" baseline="-25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altLang="en-US" sz="32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3200" baseline="-250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3200" baseline="-250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en-US" sz="32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alt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alt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alt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alt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alt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alt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thuận</a:t>
            </a:r>
            <a:r>
              <a:rPr lang="en-US" altLang="en-US" sz="3200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>
              <a:solidFill>
                <a:srgbClr val="CC00CC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47195" y="5376825"/>
            <a:ext cx="1166256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65138" algn="just">
              <a:lnSpc>
                <a:spcPct val="150000"/>
              </a:lnSpc>
            </a:pPr>
            <a:r>
              <a:rPr lang="en-US" alt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alt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940643" y="3241621"/>
            <a:ext cx="42513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3200" baseline="30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en-US" sz="3200" baseline="-25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3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k</a:t>
            </a:r>
            <a:r>
              <a:rPr lang="en-US" altLang="en-US" sz="3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.(2a).(2b)</a:t>
            </a:r>
            <a:r>
              <a:rPr lang="en-US" altLang="en-US" sz="3200" baseline="30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16v</a:t>
            </a:r>
            <a:r>
              <a:rPr lang="en-US" altLang="en-US" sz="3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915864" y="4063040"/>
            <a:ext cx="34483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3200" baseline="30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en-US" sz="3200" baseline="-25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3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k</a:t>
            </a:r>
            <a:r>
              <a:rPr lang="en-US" altLang="en-US" sz="3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.(2c)</a:t>
            </a:r>
            <a:r>
              <a:rPr lang="en-US" altLang="en-US" sz="3200" baseline="30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4v</a:t>
            </a:r>
            <a:r>
              <a:rPr lang="en-US" altLang="en-US" sz="3200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3" name="Left Brace 2"/>
          <p:cNvSpPr/>
          <p:nvPr/>
        </p:nvSpPr>
        <p:spPr>
          <a:xfrm>
            <a:off x="7715945" y="3425381"/>
            <a:ext cx="224698" cy="116955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rved Right Arrow 4"/>
          <p:cNvSpPr/>
          <p:nvPr/>
        </p:nvSpPr>
        <p:spPr>
          <a:xfrm>
            <a:off x="1487301" y="4556007"/>
            <a:ext cx="384356" cy="59704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1659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2" grpId="0"/>
      <p:bldP spid="42" grpId="0"/>
      <p:bldP spid="3" grpId="0" animBg="1"/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5553" y="6459785"/>
            <a:ext cx="511668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39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441C93C3-9863-4EEB-B1BC-896200E7BD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680" y="929183"/>
            <a:ext cx="1127385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n = 0 </a:t>
            </a:r>
            <a:r>
              <a:rPr lang="en-US" altLang="en-US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áp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suất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chung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không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ảnh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hưởng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đến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trạng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thái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cân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bằng</a:t>
            </a:r>
            <a:endParaRPr lang="en-US" altLang="en-US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29165" y="2338573"/>
            <a:ext cx="6918882" cy="18283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40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altLang="en-US" sz="4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nhớ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“</a:t>
            </a:r>
            <a:r>
              <a:rPr lang="en-US" alt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alt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alt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</a:t>
            </a:r>
            <a:r>
              <a:rPr lang="en-US" alt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>
              <a:lnSpc>
                <a:spcPct val="150000"/>
              </a:lnSpc>
            </a:pP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“</a:t>
            </a:r>
            <a:r>
              <a:rPr lang="en-US" alt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alt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</a:t>
            </a:r>
            <a:r>
              <a:rPr lang="en-US" alt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76579" y="4445843"/>
            <a:ext cx="11517833" cy="2132094"/>
            <a:chOff x="339449" y="5515517"/>
            <a:chExt cx="11517833" cy="213209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BCEFB1-730C-4166-05D4-C35E77FEB790}"/>
                </a:ext>
              </a:extLst>
            </p:cNvPr>
            <p:cNvSpPr/>
            <p:nvPr/>
          </p:nvSpPr>
          <p:spPr>
            <a:xfrm>
              <a:off x="709229" y="5523674"/>
              <a:ext cx="336181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Ví</a:t>
              </a:r>
              <a:r>
                <a:rPr lang="en-US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dụ</a:t>
              </a:r>
              <a:r>
                <a:rPr lang="en-US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Cho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ứng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071047" y="5515517"/>
              <a:ext cx="551144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 (k)  +  Cl</a:t>
              </a:r>
              <a:r>
                <a:rPr lang="en-US" sz="32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32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(k)  </a:t>
              </a:r>
              <a:r>
                <a:rPr lang="en-US" altLang="en-US" sz="32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⇌  COCl</a:t>
              </a:r>
              <a:r>
                <a:rPr lang="en-US" altLang="en-US" sz="32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sz="32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(k)</a:t>
              </a:r>
              <a:endPara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6BCEFB1-730C-4166-05D4-C35E77FEB790}"/>
                </a:ext>
              </a:extLst>
            </p:cNvPr>
            <p:cNvSpPr/>
            <p:nvPr/>
          </p:nvSpPr>
          <p:spPr>
            <a:xfrm>
              <a:off x="400115" y="6170283"/>
              <a:ext cx="10713117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Sự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thay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đổi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nào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dưới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đây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dẫn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đến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cân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bằng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dịch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chuyển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theo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chiều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thuận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39449" y="6908947"/>
              <a:ext cx="11517833" cy="7386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Giảm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áp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suất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2.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Thêm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COCl</a:t>
              </a:r>
              <a:r>
                <a:rPr lang="en-US" altLang="en-US" sz="2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3.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Giảm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thể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tích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hệ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4.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Giảm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CO </a:t>
              </a:r>
              <a:endPara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Rectangle 12"/>
          <p:cNvSpPr/>
          <p:nvPr/>
        </p:nvSpPr>
        <p:spPr>
          <a:xfrm>
            <a:off x="377142" y="5839273"/>
            <a:ext cx="11517833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2.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COCl</a:t>
            </a:r>
            <a:r>
              <a:rPr lang="en-US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 </a:t>
            </a:r>
            <a:endParaRPr 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441C93C3-9863-4EEB-B1BC-896200E7BD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245" y="1720111"/>
            <a:ext cx="538920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Áp</a:t>
            </a:r>
            <a:r>
              <a:rPr lang="en-US" altLang="en-US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suất</a:t>
            </a:r>
            <a:r>
              <a:rPr lang="en-US" altLang="en-US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tỉ</a:t>
            </a:r>
            <a:r>
              <a:rPr lang="en-US" altLang="en-US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lệ</a:t>
            </a:r>
            <a:r>
              <a:rPr lang="en-US" altLang="en-US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nghịch</a:t>
            </a:r>
            <a:r>
              <a:rPr lang="en-US" altLang="en-US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với</a:t>
            </a:r>
            <a:r>
              <a:rPr lang="en-US" altLang="en-US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thể</a:t>
            </a:r>
            <a:r>
              <a:rPr lang="en-US" altLang="en-US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tích</a:t>
            </a:r>
            <a:endParaRPr lang="en-US" altLang="en-US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474687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3" grpId="0"/>
      <p:bldP spid="1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5553" y="6459785"/>
            <a:ext cx="511668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40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Box 5">
            <a:extLst>
              <a:ext uri="{FF2B5EF4-FFF2-40B4-BE49-F238E27FC236}">
                <a16:creationId xmlns:a16="http://schemas.microsoft.com/office/drawing/2014/main" id="{441C93C3-9863-4EEB-B1BC-896200E7BD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680" y="785551"/>
            <a:ext cx="669769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Xét</a:t>
            </a:r>
            <a:r>
              <a:rPr lang="en-US" altLang="en-US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phản</a:t>
            </a:r>
            <a:r>
              <a:rPr lang="en-US" altLang="en-US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ứng</a:t>
            </a:r>
            <a:r>
              <a:rPr lang="en-US" altLang="en-US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khi</a:t>
            </a:r>
            <a:r>
              <a:rPr lang="en-US" altLang="en-US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đạt</a:t>
            </a:r>
            <a:r>
              <a:rPr lang="en-US" altLang="en-US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cân</a:t>
            </a:r>
            <a:r>
              <a:rPr lang="en-US" altLang="en-US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bằng</a:t>
            </a:r>
            <a:r>
              <a:rPr lang="en-US" altLang="en-US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ta </a:t>
            </a:r>
            <a:r>
              <a:rPr lang="en-US" altLang="en-US" b="1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có</a:t>
            </a:r>
            <a:r>
              <a:rPr lang="en-US" altLang="en-US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248754" y="1418650"/>
                <a:ext cx="8889357" cy="64633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Sup>
                      <m:sSubSupPr>
                        <m:ctrlPr>
                          <a:rPr lang="en-US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p>
                    </m:sSubSup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=∆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𝑅𝑇𝑙𝑛𝐾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=−4,576</m:t>
                    </m:r>
                  </m:oMath>
                </a14:m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TlgK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8754" y="1418650"/>
                <a:ext cx="8889357" cy="646331"/>
              </a:xfrm>
              <a:prstGeom prst="rect">
                <a:avLst/>
              </a:prstGeom>
              <a:blipFill rotWithShape="0">
                <a:blip r:embed="rId4"/>
                <a:stretch>
                  <a:fillRect t="-16038" r="-1029" b="-339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3241838"/>
              </p:ext>
            </p:extLst>
          </p:nvPr>
        </p:nvGraphicFramePr>
        <p:xfrm>
          <a:off x="3500526" y="2082234"/>
          <a:ext cx="4239883" cy="1031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Equation" r:id="rId5" imgW="1346040" imgH="330120" progId="Equation.3">
                  <p:embed/>
                </p:oleObj>
              </mc:Choice>
              <mc:Fallback>
                <p:oleObj name="Equation" r:id="rId5" imgW="1346040" imgH="330120" progId="Equation.3">
                  <p:embed/>
                  <p:pic>
                    <p:nvPicPr>
                      <p:cNvPr id="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0526" y="2082234"/>
                        <a:ext cx="4239883" cy="103170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5">
            <a:extLst>
              <a:ext uri="{FF2B5EF4-FFF2-40B4-BE49-F238E27FC236}">
                <a16:creationId xmlns:a16="http://schemas.microsoft.com/office/drawing/2014/main" id="{441C93C3-9863-4EEB-B1BC-896200E7BD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608" y="3307942"/>
            <a:ext cx="55101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1. </a:t>
            </a:r>
            <a:r>
              <a:rPr lang="en-US" altLang="en-US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Phản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ứng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tỏa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nhiệt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∆H &lt; 0:</a:t>
            </a:r>
          </a:p>
        </p:txBody>
      </p:sp>
      <p:sp>
        <p:nvSpPr>
          <p:cNvPr id="22" name="Text Box 5">
            <a:extLst>
              <a:ext uri="{FF2B5EF4-FFF2-40B4-BE49-F238E27FC236}">
                <a16:creationId xmlns:a16="http://schemas.microsoft.com/office/drawing/2014/main" id="{441C93C3-9863-4EEB-B1BC-896200E7BD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607" y="5087572"/>
            <a:ext cx="55101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2. </a:t>
            </a:r>
            <a:r>
              <a:rPr lang="en-US" altLang="en-US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Phản</a:t>
            </a:r>
            <a:r>
              <a:rPr lang="en-US" altLang="en-US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ứng</a:t>
            </a:r>
            <a:r>
              <a:rPr lang="en-US" altLang="en-US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thu</a:t>
            </a:r>
            <a:r>
              <a:rPr lang="en-US" altLang="en-US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nhiệt</a:t>
            </a:r>
            <a:r>
              <a:rPr lang="en-US" altLang="en-US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∆H &gt; 0: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66280" y="4050767"/>
            <a:ext cx="116409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65138" algn="just">
              <a:spcBef>
                <a:spcPts val="600"/>
              </a:spcBef>
              <a:spcAft>
                <a:spcPts val="600"/>
              </a:spcAft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K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nghịch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9636" y="5755045"/>
            <a:ext cx="116409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65138" algn="just">
              <a:spcBef>
                <a:spcPts val="600"/>
              </a:spcBef>
              <a:spcAft>
                <a:spcPts val="600"/>
              </a:spcAft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K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282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 animBg="1"/>
      <p:bldP spid="21" grpId="0"/>
      <p:bldP spid="22" grpId="0"/>
      <p:bldP spid="2" grpId="0"/>
      <p:bldP spid="2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5553" y="6459785"/>
            <a:ext cx="511668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41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614068" y="814176"/>
            <a:ext cx="6933308" cy="9050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40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altLang="en-US" sz="40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nhớ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“</a:t>
            </a:r>
            <a:r>
              <a:rPr lang="en-US" alt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tỏa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214292" y="2037858"/>
            <a:ext cx="11603897" cy="2015424"/>
            <a:chOff x="450434" y="4884575"/>
            <a:chExt cx="11603897" cy="2015424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6BCEFB1-730C-4166-05D4-C35E77FEB790}"/>
                </a:ext>
              </a:extLst>
            </p:cNvPr>
            <p:cNvSpPr/>
            <p:nvPr/>
          </p:nvSpPr>
          <p:spPr>
            <a:xfrm>
              <a:off x="450434" y="4915353"/>
              <a:ext cx="363112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2800" b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Ví</a:t>
              </a:r>
              <a:r>
                <a:rPr lang="en-US" altLang="en-US" sz="2800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b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dụ</a:t>
              </a:r>
              <a:r>
                <a:rPr lang="en-US" altLang="en-US" sz="2800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1</a:t>
              </a:r>
              <a:r>
                <a:rPr lang="en-US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Cho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ứng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938099" y="4884575"/>
              <a:ext cx="668804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32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32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(k)  +  O</a:t>
              </a:r>
              <a:r>
                <a:rPr lang="en-US" sz="3200" baseline="-25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32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(k)  </a:t>
              </a:r>
              <a:r>
                <a:rPr lang="en-US" altLang="en-US" sz="32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⇌  2NO (k)     ∆H &gt; 0</a:t>
              </a:r>
              <a:endParaRPr 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6BCEFB1-730C-4166-05D4-C35E77FEB790}"/>
                </a:ext>
              </a:extLst>
            </p:cNvPr>
            <p:cNvSpPr/>
            <p:nvPr/>
          </p:nvSpPr>
          <p:spPr>
            <a:xfrm>
              <a:off x="768370" y="5500128"/>
              <a:ext cx="10713117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Để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được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nhiều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khí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NO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hơn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ta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nên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chọn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biện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pháp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nào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sau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đây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226147" y="6161335"/>
              <a:ext cx="10828184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P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tăng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en-US" sz="2800" baseline="30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giảm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2.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en-US" sz="2800" baseline="30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tăng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3. P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tăng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en-US" sz="2800" baseline="30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tăng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4. P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giảm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990005" y="3312192"/>
            <a:ext cx="1082818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aseline="30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4. P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14292" y="4125735"/>
            <a:ext cx="11603897" cy="2713226"/>
            <a:chOff x="450434" y="4568375"/>
            <a:chExt cx="11603897" cy="2713226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6BCEFB1-730C-4166-05D4-C35E77FEB790}"/>
                </a:ext>
              </a:extLst>
            </p:cNvPr>
            <p:cNvSpPr/>
            <p:nvPr/>
          </p:nvSpPr>
          <p:spPr>
            <a:xfrm>
              <a:off x="450434" y="4568375"/>
              <a:ext cx="11603897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en-US" sz="2800" b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Ví</a:t>
              </a:r>
              <a:r>
                <a:rPr lang="en-US" altLang="en-US" sz="2800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b="1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dụ</a:t>
              </a:r>
              <a:r>
                <a:rPr lang="en-US" altLang="en-US" sz="2800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2</a:t>
              </a:r>
              <a:r>
                <a:rPr lang="en-US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Cho </a:t>
              </a:r>
              <a:r>
                <a:rPr lang="en-US" alt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US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ứng</a:t>
              </a:r>
              <a:r>
                <a:rPr lang="en-US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VD1 ở </a:t>
              </a:r>
              <a:r>
                <a:rPr lang="en-US" alt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trạng</a:t>
              </a:r>
              <a:r>
                <a:rPr lang="en-US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thái</a:t>
              </a:r>
              <a:r>
                <a:rPr lang="en-US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cân</a:t>
              </a:r>
              <a:r>
                <a:rPr lang="en-US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bằng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Hiệu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suất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ứng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sẽ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tăng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khi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áp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dụng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các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biện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pháp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sau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endPara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226147" y="5896606"/>
              <a:ext cx="10828184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Dùng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chất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xúc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tác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         2.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Nén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hệ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</a:p>
            <a:p>
              <a:pPr>
                <a:lnSpc>
                  <a:spcPct val="150000"/>
                </a:lnSpc>
              </a:pP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Tăng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nhiệt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độ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		             4.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Giảm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áp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suất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hệ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phản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ứng</a:t>
              </a:r>
              <a:r>
                <a:rPr lang="en-US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x-none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Rectangle 33"/>
          <p:cNvSpPr/>
          <p:nvPr/>
        </p:nvSpPr>
        <p:spPr>
          <a:xfrm>
            <a:off x="994952" y="5458971"/>
            <a:ext cx="1082818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2.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Nén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</a:p>
          <a:p>
            <a:pPr>
              <a:lnSpc>
                <a:spcPct val="150000"/>
              </a:lnSpc>
            </a:pP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            4.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976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8" grpId="0"/>
      <p:bldP spid="3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5553" y="6459785"/>
            <a:ext cx="511668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42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97B68A4-F82B-4F62-8E01-4CE62C638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798" y="1367288"/>
            <a:ext cx="9144000" cy="58221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>
              <a:defRPr/>
            </a:pPr>
            <a:r>
              <a:rPr lang="en-US" sz="2800" b="1" dirty="0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</a:t>
            </a:r>
            <a:r>
              <a:rPr lang="en-US" sz="3200" b="1" dirty="0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Co(H</a:t>
            </a:r>
            <a:r>
              <a:rPr lang="en-US" sz="3200" b="1" baseline="-25000" dirty="0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sz="3200" b="1" dirty="0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O)</a:t>
            </a:r>
            <a:r>
              <a:rPr lang="en-US" sz="3200" b="1" baseline="-25000" dirty="0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6</a:t>
            </a:r>
            <a:r>
              <a:rPr lang="en-US" sz="3200" b="1" baseline="30000" dirty="0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2+</a:t>
            </a:r>
            <a:r>
              <a:rPr lang="en-US" sz="3200" b="1" dirty="0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+ 4Cl</a:t>
            </a:r>
            <a:r>
              <a:rPr lang="en-US" sz="3200" b="1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</a:t>
            </a:r>
            <a:r>
              <a:rPr 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s-ES" sz="3200" b="1" dirty="0">
                <a:solidFill>
                  <a:schemeClr val="tx2"/>
                </a:solidFill>
              </a:rPr>
              <a:t>⇌</a:t>
            </a:r>
            <a:r>
              <a:rPr lang="en-US" sz="3200" dirty="0"/>
              <a:t> </a:t>
            </a:r>
            <a:r>
              <a:rPr 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CoCl</a:t>
            </a:r>
            <a:r>
              <a:rPr lang="en-US" sz="3200" b="1" baseline="-250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  <a:r>
              <a:rPr lang="en-US" sz="3200" b="1" baseline="300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2-</a:t>
            </a:r>
            <a:r>
              <a:rPr 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+ 6 H</a:t>
            </a:r>
            <a:r>
              <a:rPr lang="en-US" sz="3200" b="1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</a:t>
            </a:r>
            <a:endParaRPr lang="en-US" sz="3200" b="1" dirty="0">
              <a:solidFill>
                <a:srgbClr val="990000"/>
              </a:solidFill>
              <a:effectLst>
                <a:outerShdw blurRad="38100" dist="38100" dir="2700000" algn="tl">
                  <a:srgbClr val="C0C0C0"/>
                </a:outerShdw>
              </a:effectLst>
              <a:sym typeface="Symbol" pitchFamily="18" charset="2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447483CA-A914-49D3-970E-8D195410852F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598" y="2764243"/>
            <a:ext cx="3048000" cy="3886200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>
            <a:extLst>
              <a:ext uri="{FF2B5EF4-FFF2-40B4-BE49-F238E27FC236}">
                <a16:creationId xmlns:a16="http://schemas.microsoft.com/office/drawing/2014/main" id="{920C3548-7997-42DB-B395-D4ACEAF9E8C7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7081" y="2872239"/>
            <a:ext cx="2819400" cy="3810000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8">
            <a:extLst>
              <a:ext uri="{FF2B5EF4-FFF2-40B4-BE49-F238E27FC236}">
                <a16:creationId xmlns:a16="http://schemas.microsoft.com/office/drawing/2014/main" id="{6B72A8B1-B988-40DD-B5F1-767AE2B34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560" y="2913490"/>
            <a:ext cx="24765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rgbClr val="0000FF"/>
                </a:solidFill>
              </a:rPr>
              <a:t>LÀM LẠNH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D38888-9872-4E9D-9764-4E430E554782}"/>
              </a:ext>
            </a:extLst>
          </p:cNvPr>
          <p:cNvSpPr txBox="1"/>
          <p:nvPr/>
        </p:nvSpPr>
        <p:spPr>
          <a:xfrm>
            <a:off x="2994587" y="2040991"/>
            <a:ext cx="7200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rgbClr val="FF0000"/>
                </a:solidFill>
              </a:rPr>
              <a:t>Tăng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nhiệt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độ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>
                <a:sym typeface="Symbol" panose="05050102010706020507" pitchFamily="18" charset="2"/>
              </a:rPr>
              <a:t> </a:t>
            </a:r>
            <a:r>
              <a:rPr lang="en-US" sz="3200" b="1" dirty="0" err="1">
                <a:solidFill>
                  <a:srgbClr val="0000FF"/>
                </a:solidFill>
                <a:sym typeface="Symbol" panose="05050102010706020507" pitchFamily="18" charset="2"/>
              </a:rPr>
              <a:t>màu</a:t>
            </a:r>
            <a:r>
              <a:rPr lang="en-US" sz="32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sz="3200" b="1" dirty="0" err="1">
                <a:solidFill>
                  <a:srgbClr val="0000FF"/>
                </a:solidFill>
                <a:sym typeface="Symbol" panose="05050102010706020507" pitchFamily="18" charset="2"/>
              </a:rPr>
              <a:t>xanh</a:t>
            </a:r>
            <a:r>
              <a:rPr lang="en-US" sz="32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sz="3200" b="1" dirty="0" err="1">
                <a:solidFill>
                  <a:srgbClr val="0000FF"/>
                </a:solidFill>
                <a:sym typeface="Symbol" panose="05050102010706020507" pitchFamily="18" charset="2"/>
              </a:rPr>
              <a:t>đậm</a:t>
            </a:r>
            <a:r>
              <a:rPr lang="en-US" sz="32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sz="3200" b="1" dirty="0" err="1">
                <a:solidFill>
                  <a:srgbClr val="0000FF"/>
                </a:solidFill>
                <a:sym typeface="Symbol" panose="05050102010706020507" pitchFamily="18" charset="2"/>
              </a:rPr>
              <a:t>dần</a:t>
            </a:r>
            <a:r>
              <a:rPr lang="en-US" sz="3200" b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endParaRPr lang="en-US" sz="3200" b="1" dirty="0">
              <a:solidFill>
                <a:srgbClr val="0000F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75C935-5A79-4D81-BC7B-23FC7B2F9775}"/>
              </a:ext>
            </a:extLst>
          </p:cNvPr>
          <p:cNvSpPr txBox="1"/>
          <p:nvPr/>
        </p:nvSpPr>
        <p:spPr>
          <a:xfrm>
            <a:off x="9334498" y="758663"/>
            <a:ext cx="19812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</a:t>
            </a:r>
            <a:r>
              <a:rPr lang="en-US" sz="2800" b="1" dirty="0" err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H</a:t>
            </a:r>
            <a:r>
              <a:rPr lang="en-US" sz="2800" b="1" baseline="-25000" dirty="0" err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pư</a:t>
            </a:r>
            <a:r>
              <a:rPr lang="en-US" sz="2800" b="1" baseline="-25000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&gt; 0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      T</a:t>
            </a:r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84D6A2-8186-4D82-89FB-64EC514DA577}"/>
              </a:ext>
            </a:extLst>
          </p:cNvPr>
          <p:cNvSpPr txBox="1"/>
          <p:nvPr/>
        </p:nvSpPr>
        <p:spPr>
          <a:xfrm>
            <a:off x="1981198" y="812010"/>
            <a:ext cx="1754380" cy="1304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</a:t>
            </a:r>
            <a:r>
              <a:rPr lang="en-US" sz="2800" b="1" dirty="0" err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H</a:t>
            </a:r>
            <a:r>
              <a:rPr lang="en-US" sz="2800" b="1" baseline="-25000" dirty="0" err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pư</a:t>
            </a:r>
            <a:r>
              <a:rPr lang="en-US" sz="2800" b="1" baseline="-25000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&lt; 0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    T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8B136B-9B31-431A-986B-8ACD7105F809}"/>
              </a:ext>
            </a:extLst>
          </p:cNvPr>
          <p:cNvSpPr txBox="1"/>
          <p:nvPr/>
        </p:nvSpPr>
        <p:spPr>
          <a:xfrm>
            <a:off x="3026989" y="2040991"/>
            <a:ext cx="704850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sz="3200" b="1" dirty="0" err="1">
                <a:solidFill>
                  <a:srgbClr val="FF00FF"/>
                </a:solidFill>
                <a:sym typeface="Symbol" panose="05050102010706020507" pitchFamily="18" charset="2"/>
              </a:rPr>
              <a:t>Màu</a:t>
            </a:r>
            <a:r>
              <a:rPr lang="en-US" sz="3200" b="1" dirty="0">
                <a:solidFill>
                  <a:srgbClr val="FF00FF"/>
                </a:solidFill>
                <a:sym typeface="Symbol" panose="05050102010706020507" pitchFamily="18" charset="2"/>
              </a:rPr>
              <a:t> </a:t>
            </a:r>
            <a:r>
              <a:rPr lang="en-US" sz="3200" b="1" dirty="0" err="1">
                <a:solidFill>
                  <a:srgbClr val="FF00FF"/>
                </a:solidFill>
                <a:sym typeface="Symbol" panose="05050102010706020507" pitchFamily="18" charset="2"/>
              </a:rPr>
              <a:t>hồng</a:t>
            </a:r>
            <a:r>
              <a:rPr lang="en-US" sz="3200" b="1" dirty="0">
                <a:solidFill>
                  <a:srgbClr val="FF00FF"/>
                </a:solidFill>
                <a:sym typeface="Symbol" panose="05050102010706020507" pitchFamily="18" charset="2"/>
              </a:rPr>
              <a:t> </a:t>
            </a:r>
            <a:r>
              <a:rPr lang="en-US" sz="3200" b="1" dirty="0" err="1">
                <a:solidFill>
                  <a:srgbClr val="FF00FF"/>
                </a:solidFill>
                <a:sym typeface="Symbol" panose="05050102010706020507" pitchFamily="18" charset="2"/>
              </a:rPr>
              <a:t>đậm</a:t>
            </a:r>
            <a:r>
              <a:rPr lang="en-US" sz="3200" b="1" dirty="0">
                <a:solidFill>
                  <a:srgbClr val="FF00FF"/>
                </a:solidFill>
                <a:sym typeface="Symbol" panose="05050102010706020507" pitchFamily="18" charset="2"/>
              </a:rPr>
              <a:t> </a:t>
            </a:r>
            <a:r>
              <a:rPr lang="en-US" sz="3200" b="1" dirty="0" err="1">
                <a:solidFill>
                  <a:srgbClr val="FF00FF"/>
                </a:solidFill>
                <a:sym typeface="Symbol" panose="05050102010706020507" pitchFamily="18" charset="2"/>
              </a:rPr>
              <a:t>dần</a:t>
            </a:r>
            <a:r>
              <a:rPr lang="en-US" sz="3200" b="1" dirty="0">
                <a:solidFill>
                  <a:srgbClr val="FF00FF"/>
                </a:solidFill>
                <a:sym typeface="Symbol" panose="05050102010706020507" pitchFamily="18" charset="2"/>
              </a:rPr>
              <a:t>  </a:t>
            </a:r>
            <a:r>
              <a:rPr lang="en-US" sz="3200" dirty="0">
                <a:sym typeface="Symbol" panose="05050102010706020507" pitchFamily="18" charset="2"/>
              </a:rPr>
              <a:t> </a:t>
            </a:r>
            <a:r>
              <a:rPr lang="en-US" sz="3200" dirty="0" err="1">
                <a:solidFill>
                  <a:srgbClr val="0000FF"/>
                </a:solidFill>
                <a:sym typeface="Symbol" panose="05050102010706020507" pitchFamily="18" charset="2"/>
              </a:rPr>
              <a:t>h</a:t>
            </a:r>
            <a:r>
              <a:rPr lang="en-US" sz="3200" dirty="0" err="1">
                <a:solidFill>
                  <a:srgbClr val="0000FF"/>
                </a:solidFill>
              </a:rPr>
              <a:t>ạ</a:t>
            </a:r>
            <a:r>
              <a:rPr lang="en-US" sz="3200" dirty="0">
                <a:solidFill>
                  <a:srgbClr val="0000FF"/>
                </a:solidFill>
              </a:rPr>
              <a:t> </a:t>
            </a:r>
            <a:r>
              <a:rPr lang="en-US" sz="3200" dirty="0" err="1">
                <a:solidFill>
                  <a:srgbClr val="0000FF"/>
                </a:solidFill>
              </a:rPr>
              <a:t>nhiệt</a:t>
            </a:r>
            <a:r>
              <a:rPr lang="en-US" sz="3200" dirty="0">
                <a:solidFill>
                  <a:srgbClr val="0000FF"/>
                </a:solidFill>
              </a:rPr>
              <a:t> </a:t>
            </a:r>
            <a:r>
              <a:rPr lang="en-US" sz="3200" dirty="0" err="1">
                <a:solidFill>
                  <a:srgbClr val="0000FF"/>
                </a:solidFill>
              </a:rPr>
              <a:t>độ</a:t>
            </a:r>
            <a:r>
              <a:rPr lang="en-US" sz="3200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F6AA285-4DC0-4E38-BF81-72B9073BC0C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598" y="5253488"/>
            <a:ext cx="3124200" cy="142875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F460DA5-B49B-4BF9-88D3-F9AD4625D3AF}"/>
              </a:ext>
            </a:extLst>
          </p:cNvPr>
          <p:cNvSpPr txBox="1"/>
          <p:nvPr/>
        </p:nvSpPr>
        <p:spPr>
          <a:xfrm>
            <a:off x="2971798" y="5570445"/>
            <a:ext cx="2819400" cy="1143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930101-0DCC-4C32-AF0A-62B5768C5984}"/>
              </a:ext>
            </a:extLst>
          </p:cNvPr>
          <p:cNvSpPr txBox="1"/>
          <p:nvPr/>
        </p:nvSpPr>
        <p:spPr>
          <a:xfrm>
            <a:off x="8451433" y="2791595"/>
            <a:ext cx="1378365" cy="26517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9C9643-D7BB-4751-AB81-679D6B72D86C}"/>
              </a:ext>
            </a:extLst>
          </p:cNvPr>
          <p:cNvSpPr txBox="1"/>
          <p:nvPr/>
        </p:nvSpPr>
        <p:spPr>
          <a:xfrm>
            <a:off x="6629398" y="2759186"/>
            <a:ext cx="1371600" cy="26517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endParaRPr lang="en-US" dirty="0"/>
          </a:p>
        </p:txBody>
      </p:sp>
      <p:sp>
        <p:nvSpPr>
          <p:cNvPr id="22" name="Text Box 10">
            <a:extLst>
              <a:ext uri="{FF2B5EF4-FFF2-40B4-BE49-F238E27FC236}">
                <a16:creationId xmlns:a16="http://schemas.microsoft.com/office/drawing/2014/main" id="{1624C2B9-C574-4ED0-A4EA-9936C3842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798" y="2939425"/>
            <a:ext cx="272788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rgbClr val="FF0000"/>
                </a:solidFill>
              </a:rPr>
              <a:t>ĐUN NÓNG</a:t>
            </a:r>
          </a:p>
        </p:txBody>
      </p:sp>
    </p:spTree>
    <p:extLst>
      <p:ext uri="{BB962C8B-B14F-4D97-AF65-F5344CB8AC3E}">
        <p14:creationId xmlns:p14="http://schemas.microsoft.com/office/powerpoint/2010/main" val="3947487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5" grpId="0"/>
      <p:bldP spid="16" grpId="0" animBg="1"/>
      <p:bldP spid="18" grpId="0" animBg="1"/>
      <p:bldP spid="20" grpId="0" animBg="1"/>
      <p:bldP spid="21" grpId="0" animBg="1"/>
      <p:bldP spid="2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5553" y="6459785"/>
            <a:ext cx="511668" cy="365125"/>
          </a:xfrm>
        </p:spPr>
        <p:txBody>
          <a:bodyPr/>
          <a:lstStyle/>
          <a:p>
            <a:fld id="{1CC2322B-A538-4A49-A15D-9CB5DB0565DE}" type="slidenum">
              <a:rPr lang="en-US" sz="2000" smtClean="0">
                <a:latin typeface="Arial" panose="020B0604020202020204" pitchFamily="34" charset="0"/>
                <a:cs typeface="Arial" panose="020B0604020202020204" pitchFamily="34" charset="0"/>
              </a:rPr>
              <a:t>43</a:t>
            </a:fld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19328" y="725624"/>
            <a:ext cx="12161520" cy="0"/>
          </a:xfrm>
          <a:prstGeom prst="line">
            <a:avLst/>
          </a:prstGeom>
          <a:noFill/>
          <a:ln w="101600">
            <a:solidFill>
              <a:schemeClr val="bg1">
                <a:lumMod val="75000"/>
              </a:schemeClr>
            </a:solidFill>
            <a:round/>
            <a:headEnd/>
            <a:tailEnd/>
          </a:ln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80848" cy="637073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標題 1"/>
          <p:cNvSpPr txBox="1">
            <a:spLocks/>
          </p:cNvSpPr>
          <p:nvPr/>
        </p:nvSpPr>
        <p:spPr>
          <a:xfrm>
            <a:off x="151680" y="52053"/>
            <a:ext cx="11858084" cy="5834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hưởng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xúc</a:t>
            </a:r>
            <a:r>
              <a:rPr lang="en-US" altLang="zh-TW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endParaRPr lang="zh-TW" altLang="en-US" sz="4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80999" y="824058"/>
            <a:ext cx="6433867" cy="622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just">
              <a:spcBef>
                <a:spcPts val="1200"/>
              </a:spcBef>
              <a:spcAft>
                <a:spcPts val="1200"/>
              </a:spcAft>
              <a:buSzPct val="80000"/>
              <a:buFont typeface="Wingdings" pitchFamily="2" charset="2"/>
              <a:buChar char="v"/>
            </a:pP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Vai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trò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600" dirty="0">
              <a:solidFill>
                <a:srgbClr val="0033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1200"/>
              </a:spcBef>
              <a:spcAft>
                <a:spcPts val="1200"/>
              </a:spcAft>
              <a:buFontTx/>
              <a:buChar char="•"/>
            </a:pPr>
            <a:endParaRPr lang="en-US" sz="3600" dirty="0">
              <a:solidFill>
                <a:srgbClr val="0033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5564" y="1655308"/>
            <a:ext cx="4551453" cy="455145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88807" y="1544804"/>
            <a:ext cx="72271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SzPct val="80000"/>
              <a:buFont typeface="Wingdings" pitchFamily="2" charset="2"/>
              <a:buChar char="ü"/>
            </a:pPr>
            <a:r>
              <a:rPr lang="en-US" sz="3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3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3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5" name="Rectangle 4"/>
          <p:cNvSpPr/>
          <p:nvPr/>
        </p:nvSpPr>
        <p:spPr>
          <a:xfrm>
            <a:off x="151680" y="3146205"/>
            <a:ext cx="726432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SzPct val="80000"/>
              <a:buFont typeface="Wingdings" pitchFamily="2" charset="2"/>
              <a:buChar char="ü"/>
            </a:pPr>
            <a:r>
              <a:rPr lang="en-US" sz="3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  <a:r>
              <a:rPr lang="en-US" sz="3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3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3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3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3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2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32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32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32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7" name="Rectangle 6"/>
          <p:cNvSpPr/>
          <p:nvPr/>
        </p:nvSpPr>
        <p:spPr>
          <a:xfrm>
            <a:off x="82572" y="4890125"/>
            <a:ext cx="733342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SzPct val="80000"/>
              <a:buFont typeface="Wingdings" pitchFamily="2" charset="2"/>
              <a:buChar char="ü"/>
            </a:pPr>
            <a:r>
              <a:rPr lang="en-US" sz="3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3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3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r>
              <a:rPr 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tỉ</a:t>
            </a:r>
            <a:r>
              <a:rPr 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i="1" dirty="0">
                <a:solidFill>
                  <a:srgbClr val="CC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3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3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2069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419AFB7-2A9A-49A4-A9B3-704D1B3C6718}"/>
              </a:ext>
            </a:extLst>
          </p:cNvPr>
          <p:cNvSpPr txBox="1">
            <a:spLocks/>
          </p:cNvSpPr>
          <p:nvPr/>
        </p:nvSpPr>
        <p:spPr>
          <a:xfrm>
            <a:off x="287699" y="1403315"/>
            <a:ext cx="11355510" cy="216098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4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BÀI TẬP CHƯƠNG 6 (</a:t>
            </a:r>
            <a:r>
              <a:rPr lang="en-US" sz="40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chương</a:t>
            </a:r>
            <a:r>
              <a:rPr lang="en-US" sz="4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8 </a:t>
            </a:r>
            <a:r>
              <a:rPr lang="en-US" sz="40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trong</a:t>
            </a:r>
            <a:r>
              <a:rPr lang="en-US" sz="4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4000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Sách</a:t>
            </a:r>
            <a:r>
              <a:rPr lang="en-US" sz="4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)</a:t>
            </a:r>
            <a:br>
              <a:rPr lang="en-US" sz="40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r>
              <a:rPr lang="en-US" sz="54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CÂN BẰNG HÓA HỌC</a:t>
            </a:r>
            <a:endParaRPr lang="en-US" sz="5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A84169-B9A5-837C-38A7-2F54AA732C0D}"/>
              </a:ext>
            </a:extLst>
          </p:cNvPr>
          <p:cNvSpPr txBox="1"/>
          <p:nvPr/>
        </p:nvSpPr>
        <p:spPr>
          <a:xfrm>
            <a:off x="3671194" y="3824660"/>
            <a:ext cx="45885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dirty="0" smtClean="0">
                <a:latin typeface="Arial" pitchFamily="34" charset="0"/>
                <a:cs typeface="Arial" pitchFamily="34" charset="0"/>
                <a:sym typeface="Symbol"/>
              </a:rPr>
              <a:t>KHÔNG BỎ CÂU NÀO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282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F1CE5C92EF93654ABEEEC0E4817C999F" ma:contentTypeVersion="11" ma:contentTypeDescription="Tạo tài liệu mới." ma:contentTypeScope="" ma:versionID="7cd46180d53ef57f8f15ef7b32be0c01">
  <xsd:schema xmlns:xsd="http://www.w3.org/2001/XMLSchema" xmlns:xs="http://www.w3.org/2001/XMLSchema" xmlns:p="http://schemas.microsoft.com/office/2006/metadata/properties" xmlns:ns3="3e938420-8c97-46ce-a2e8-40c02b4fa026" targetNamespace="http://schemas.microsoft.com/office/2006/metadata/properties" ma:root="true" ma:fieldsID="c715c92bbd2da65c606104f2a45fda19" ns3:_="">
    <xsd:import namespace="3e938420-8c97-46ce-a2e8-40c02b4fa02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938420-8c97-46ce-a2e8-40c02b4fa0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74F5BD4-0E3E-4FF3-B28D-5ECDCBD81BD8}">
  <ds:schemaRefs>
    <ds:schemaRef ds:uri="http://schemas.microsoft.com/office/infopath/2007/PartnerControls"/>
    <ds:schemaRef ds:uri="http://schemas.microsoft.com/office/2006/metadata/properties"/>
    <ds:schemaRef ds:uri="3e938420-8c97-46ce-a2e8-40c02b4fa026"/>
    <ds:schemaRef ds:uri="http://purl.org/dc/elements/1.1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16A3F13D-8B62-4846-83DA-EE08456865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938420-8c97-46ce-a2e8-40c02b4fa0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B551663-701F-451D-8E00-32410EB1F00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143712</TotalTime>
  <Words>3445</Words>
  <Application>Microsoft Office PowerPoint</Application>
  <PresentationFormat>Widescreen</PresentationFormat>
  <Paragraphs>556</Paragraphs>
  <Slides>44</Slides>
  <Notes>43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7" baseType="lpstr">
      <vt:lpstr>Arial</vt:lpstr>
      <vt:lpstr>Arial Unicode MS</vt:lpstr>
      <vt:lpstr>Calibri</vt:lpstr>
      <vt:lpstr>Calibri Light</vt:lpstr>
      <vt:lpstr>Cambria Math</vt:lpstr>
      <vt:lpstr>Courier New</vt:lpstr>
      <vt:lpstr>MS Mincho</vt:lpstr>
      <vt:lpstr>新細明體</vt:lpstr>
      <vt:lpstr>Symbol</vt:lpstr>
      <vt:lpstr>Times New Roman</vt:lpstr>
      <vt:lpstr>Wingdings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VERNUS</dc:creator>
  <cp:lastModifiedBy>Minh Hieu</cp:lastModifiedBy>
  <cp:revision>2335</cp:revision>
  <cp:lastPrinted>2022-04-05T11:02:26Z</cp:lastPrinted>
  <dcterms:created xsi:type="dcterms:W3CDTF">2019-11-21T08:08:13Z</dcterms:created>
  <dcterms:modified xsi:type="dcterms:W3CDTF">2023-11-24T07:12:28Z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0x010100F1CE5C92EF93654ABEEEC0E4817C999F</vt:lpwstr>
  </property>
</Properties>
</file>