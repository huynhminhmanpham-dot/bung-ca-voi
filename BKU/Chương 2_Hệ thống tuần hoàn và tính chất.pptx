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59"/>
  </p:notesMasterIdLst>
  <p:handoutMasterIdLst>
    <p:handoutMasterId r:id="rId60"/>
  </p:handoutMasterIdLst>
  <p:sldIdLst>
    <p:sldId id="256" r:id="rId5"/>
    <p:sldId id="435" r:id="rId6"/>
    <p:sldId id="600" r:id="rId7"/>
    <p:sldId id="534" r:id="rId8"/>
    <p:sldId id="602" r:id="rId9"/>
    <p:sldId id="536" r:id="rId10"/>
    <p:sldId id="576" r:id="rId11"/>
    <p:sldId id="578" r:id="rId12"/>
    <p:sldId id="579" r:id="rId13"/>
    <p:sldId id="575" r:id="rId14"/>
    <p:sldId id="580" r:id="rId15"/>
    <p:sldId id="577" r:id="rId16"/>
    <p:sldId id="581" r:id="rId17"/>
    <p:sldId id="583" r:id="rId18"/>
    <p:sldId id="584" r:id="rId19"/>
    <p:sldId id="601" r:id="rId20"/>
    <p:sldId id="546" r:id="rId21"/>
    <p:sldId id="586" r:id="rId22"/>
    <p:sldId id="582" r:id="rId23"/>
    <p:sldId id="588" r:id="rId24"/>
    <p:sldId id="587" r:id="rId25"/>
    <p:sldId id="598" r:id="rId26"/>
    <p:sldId id="590" r:id="rId27"/>
    <p:sldId id="589" r:id="rId28"/>
    <p:sldId id="591" r:id="rId29"/>
    <p:sldId id="592" r:id="rId30"/>
    <p:sldId id="563" r:id="rId31"/>
    <p:sldId id="593" r:id="rId32"/>
    <p:sldId id="560" r:id="rId33"/>
    <p:sldId id="568" r:id="rId34"/>
    <p:sldId id="594" r:id="rId35"/>
    <p:sldId id="595" r:id="rId36"/>
    <p:sldId id="567" r:id="rId37"/>
    <p:sldId id="596" r:id="rId38"/>
    <p:sldId id="569" r:id="rId39"/>
    <p:sldId id="597" r:id="rId40"/>
    <p:sldId id="599" r:id="rId41"/>
    <p:sldId id="280" r:id="rId42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1" r:id="rId52"/>
    <p:sldId id="293" r:id="rId53"/>
    <p:sldId id="294" r:id="rId54"/>
    <p:sldId id="295" r:id="rId55"/>
    <p:sldId id="296" r:id="rId56"/>
    <p:sldId id="297" r:id="rId57"/>
    <p:sldId id="298" r:id="rId5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30F070"/>
    <a:srgbClr val="0000FF"/>
    <a:srgbClr val="FF0000"/>
    <a:srgbClr val="00FFCC"/>
    <a:srgbClr val="A27B00"/>
    <a:srgbClr val="993366"/>
    <a:srgbClr val="ECE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054" autoAdjust="0"/>
    <p:restoredTop sz="95082" autoAdjust="0"/>
  </p:normalViewPr>
  <p:slideViewPr>
    <p:cSldViewPr snapToGrid="0">
      <p:cViewPr varScale="1">
        <p:scale>
          <a:sx n="69" d="100"/>
          <a:sy n="69" d="100"/>
        </p:scale>
        <p:origin x="117" y="257"/>
      </p:cViewPr>
      <p:guideLst>
        <p:guide orient="horz" pos="2112"/>
        <p:guide pos="386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handoutMaster" Target="handoutMasters/handoutMaster1.xml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eu Do" userId="8091c26b-a61d-4e97-addd-a670c191ef7c" providerId="ADAL" clId="{D2AB558C-B287-0E4C-B0EF-0997FE43DA8E}"/>
    <pc:docChg chg="undo custSel addSld delSld modSld sldOrd">
      <pc:chgData name="Hieu Do" userId="8091c26b-a61d-4e97-addd-a670c191ef7c" providerId="ADAL" clId="{D2AB558C-B287-0E4C-B0EF-0997FE43DA8E}" dt="2023-08-21T07:49:40.396" v="1006"/>
      <pc:docMkLst>
        <pc:docMk/>
      </pc:docMkLst>
      <pc:sldChg chg="del">
        <pc:chgData name="Hieu Do" userId="8091c26b-a61d-4e97-addd-a670c191ef7c" providerId="ADAL" clId="{D2AB558C-B287-0E4C-B0EF-0997FE43DA8E}" dt="2023-08-21T06:16:00.458" v="344" actId="2696"/>
        <pc:sldMkLst>
          <pc:docMk/>
          <pc:sldMk cId="2382158402" sldId="550"/>
        </pc:sldMkLst>
      </pc:sldChg>
      <pc:sldChg chg="addSp delSp modSp del mod addAnim delAnim">
        <pc:chgData name="Hieu Do" userId="8091c26b-a61d-4e97-addd-a670c191ef7c" providerId="ADAL" clId="{D2AB558C-B287-0E4C-B0EF-0997FE43DA8E}" dt="2023-08-21T06:11:08.451" v="312" actId="2696"/>
        <pc:sldMkLst>
          <pc:docMk/>
          <pc:sldMk cId="2389209577" sldId="558"/>
        </pc:sldMkLst>
        <pc:spChg chg="del">
          <ac:chgData name="Hieu Do" userId="8091c26b-a61d-4e97-addd-a670c191ef7c" providerId="ADAL" clId="{D2AB558C-B287-0E4C-B0EF-0997FE43DA8E}" dt="2023-08-21T06:06:17.104" v="266" actId="478"/>
          <ac:spMkLst>
            <pc:docMk/>
            <pc:sldMk cId="2389209577" sldId="558"/>
            <ac:spMk id="3" creationId="{00000000-0000-0000-0000-000000000000}"/>
          </ac:spMkLst>
        </pc:spChg>
        <pc:spChg chg="add del">
          <ac:chgData name="Hieu Do" userId="8091c26b-a61d-4e97-addd-a670c191ef7c" providerId="ADAL" clId="{D2AB558C-B287-0E4C-B0EF-0997FE43DA8E}" dt="2023-08-21T06:06:27.766" v="268" actId="478"/>
          <ac:spMkLst>
            <pc:docMk/>
            <pc:sldMk cId="2389209577" sldId="558"/>
            <ac:spMk id="4" creationId="{00000000-0000-0000-0000-000000000000}"/>
          </ac:spMkLst>
        </pc:spChg>
        <pc:spChg chg="add del">
          <ac:chgData name="Hieu Do" userId="8091c26b-a61d-4e97-addd-a670c191ef7c" providerId="ADAL" clId="{D2AB558C-B287-0E4C-B0EF-0997FE43DA8E}" dt="2023-08-21T06:06:30.747" v="269" actId="478"/>
          <ac:spMkLst>
            <pc:docMk/>
            <pc:sldMk cId="2389209577" sldId="558"/>
            <ac:spMk id="5" creationId="{00000000-0000-0000-0000-000000000000}"/>
          </ac:spMkLst>
        </pc:spChg>
        <pc:spChg chg="del">
          <ac:chgData name="Hieu Do" userId="8091c26b-a61d-4e97-addd-a670c191ef7c" providerId="ADAL" clId="{D2AB558C-B287-0E4C-B0EF-0997FE43DA8E}" dt="2023-08-21T06:06:17.104" v="266" actId="478"/>
          <ac:spMkLst>
            <pc:docMk/>
            <pc:sldMk cId="2389209577" sldId="558"/>
            <ac:spMk id="16" creationId="{00000000-0000-0000-0000-000000000000}"/>
          </ac:spMkLst>
        </pc:spChg>
        <pc:grpChg chg="del">
          <ac:chgData name="Hieu Do" userId="8091c26b-a61d-4e97-addd-a670c191ef7c" providerId="ADAL" clId="{D2AB558C-B287-0E4C-B0EF-0997FE43DA8E}" dt="2023-08-21T06:06:32.515" v="270" actId="478"/>
          <ac:grpSpMkLst>
            <pc:docMk/>
            <pc:sldMk cId="2389209577" sldId="558"/>
            <ac:grpSpMk id="11" creationId="{00000000-0000-0000-0000-000000000000}"/>
          </ac:grpSpMkLst>
        </pc:grpChg>
        <pc:picChg chg="del">
          <ac:chgData name="Hieu Do" userId="8091c26b-a61d-4e97-addd-a670c191ef7c" providerId="ADAL" clId="{D2AB558C-B287-0E4C-B0EF-0997FE43DA8E}" dt="2023-08-21T06:06:14.652" v="265" actId="478"/>
          <ac:picMkLst>
            <pc:docMk/>
            <pc:sldMk cId="2389209577" sldId="558"/>
            <ac:picMk id="2" creationId="{00000000-0000-0000-0000-000000000000}"/>
          </ac:picMkLst>
        </pc:picChg>
        <pc:picChg chg="add del mod">
          <ac:chgData name="Hieu Do" userId="8091c26b-a61d-4e97-addd-a670c191ef7c" providerId="ADAL" clId="{D2AB558C-B287-0E4C-B0EF-0997FE43DA8E}" dt="2023-08-21T06:10:49.078" v="309" actId="478"/>
          <ac:picMkLst>
            <pc:docMk/>
            <pc:sldMk cId="2389209577" sldId="558"/>
            <ac:picMk id="6" creationId="{85862E4D-623A-3622-7AE9-3BAA36A05436}"/>
          </ac:picMkLst>
        </pc:picChg>
        <pc:picChg chg="add mod">
          <ac:chgData name="Hieu Do" userId="8091c26b-a61d-4e97-addd-a670c191ef7c" providerId="ADAL" clId="{D2AB558C-B287-0E4C-B0EF-0997FE43DA8E}" dt="2023-08-21T06:07:33.622" v="276" actId="1076"/>
          <ac:picMkLst>
            <pc:docMk/>
            <pc:sldMk cId="2389209577" sldId="558"/>
            <ac:picMk id="7" creationId="{3A970FBE-40A4-0482-0786-D4ABCF3D04D8}"/>
          </ac:picMkLst>
        </pc:picChg>
        <pc:picChg chg="add mod">
          <ac:chgData name="Hieu Do" userId="8091c26b-a61d-4e97-addd-a670c191ef7c" providerId="ADAL" clId="{D2AB558C-B287-0E4C-B0EF-0997FE43DA8E}" dt="2023-08-21T06:07:33.622" v="276" actId="1076"/>
          <ac:picMkLst>
            <pc:docMk/>
            <pc:sldMk cId="2389209577" sldId="558"/>
            <ac:picMk id="8" creationId="{C9761E23-7848-4E71-667F-858006959BB7}"/>
          </ac:picMkLst>
        </pc:picChg>
      </pc:sldChg>
      <pc:sldChg chg="addSp modSp mod">
        <pc:chgData name="Hieu Do" userId="8091c26b-a61d-4e97-addd-a670c191ef7c" providerId="ADAL" clId="{D2AB558C-B287-0E4C-B0EF-0997FE43DA8E}" dt="2023-08-21T07:11:40.612" v="394" actId="14100"/>
        <pc:sldMkLst>
          <pc:docMk/>
          <pc:sldMk cId="3360809749" sldId="560"/>
        </pc:sldMkLst>
        <pc:spChg chg="add mod">
          <ac:chgData name="Hieu Do" userId="8091c26b-a61d-4e97-addd-a670c191ef7c" providerId="ADAL" clId="{D2AB558C-B287-0E4C-B0EF-0997FE43DA8E}" dt="2023-08-21T07:11:40.612" v="394" actId="14100"/>
          <ac:spMkLst>
            <pc:docMk/>
            <pc:sldMk cId="3360809749" sldId="560"/>
            <ac:spMk id="3" creationId="{F5823FF7-7A26-46D3-7729-5DF45673B8F4}"/>
          </ac:spMkLst>
        </pc:spChg>
        <pc:spChg chg="mod">
          <ac:chgData name="Hieu Do" userId="8091c26b-a61d-4e97-addd-a670c191ef7c" providerId="ADAL" clId="{D2AB558C-B287-0E4C-B0EF-0997FE43DA8E}" dt="2023-08-21T07:11:35.513" v="393" actId="1076"/>
          <ac:spMkLst>
            <pc:docMk/>
            <pc:sldMk cId="3360809749" sldId="560"/>
            <ac:spMk id="23" creationId="{1FC65930-9B6D-1763-BB43-50B4374086E7}"/>
          </ac:spMkLst>
        </pc:spChg>
      </pc:sldChg>
      <pc:sldChg chg="addSp delSp modSp mod delAnim modAnim">
        <pc:chgData name="Hieu Do" userId="8091c26b-a61d-4e97-addd-a670c191ef7c" providerId="ADAL" clId="{D2AB558C-B287-0E4C-B0EF-0997FE43DA8E}" dt="2023-08-21T07:11:07.856" v="385"/>
        <pc:sldMkLst>
          <pc:docMk/>
          <pc:sldMk cId="898695266" sldId="563"/>
        </pc:sldMkLst>
        <pc:spChg chg="add del">
          <ac:chgData name="Hieu Do" userId="8091c26b-a61d-4e97-addd-a670c191ef7c" providerId="ADAL" clId="{D2AB558C-B287-0E4C-B0EF-0997FE43DA8E}" dt="2023-08-21T07:10:57.488" v="383" actId="478"/>
          <ac:spMkLst>
            <pc:docMk/>
            <pc:sldMk cId="898695266" sldId="563"/>
            <ac:spMk id="2" creationId="{44FB8333-24DF-A6BA-E17B-96B8D29F0129}"/>
          </ac:spMkLst>
        </pc:spChg>
        <pc:spChg chg="del">
          <ac:chgData name="Hieu Do" userId="8091c26b-a61d-4e97-addd-a670c191ef7c" providerId="ADAL" clId="{D2AB558C-B287-0E4C-B0EF-0997FE43DA8E}" dt="2023-08-21T06:16:34.735" v="347" actId="478"/>
          <ac:spMkLst>
            <pc:docMk/>
            <pc:sldMk cId="898695266" sldId="563"/>
            <ac:spMk id="4" creationId="{00000000-0000-0000-0000-000000000000}"/>
          </ac:spMkLst>
        </pc:spChg>
        <pc:spChg chg="mod">
          <ac:chgData name="Hieu Do" userId="8091c26b-a61d-4e97-addd-a670c191ef7c" providerId="ADAL" clId="{D2AB558C-B287-0E4C-B0EF-0997FE43DA8E}" dt="2023-08-21T06:15:04.756" v="343" actId="20577"/>
          <ac:spMkLst>
            <pc:docMk/>
            <pc:sldMk cId="898695266" sldId="563"/>
            <ac:spMk id="11" creationId="{039EC573-0CA4-FB77-39B1-125441497E9A}"/>
          </ac:spMkLst>
        </pc:spChg>
        <pc:spChg chg="del">
          <ac:chgData name="Hieu Do" userId="8091c26b-a61d-4e97-addd-a670c191ef7c" providerId="ADAL" clId="{D2AB558C-B287-0E4C-B0EF-0997FE43DA8E}" dt="2023-08-21T06:16:21.655" v="345" actId="478"/>
          <ac:spMkLst>
            <pc:docMk/>
            <pc:sldMk cId="898695266" sldId="563"/>
            <ac:spMk id="22" creationId="{00000000-0000-0000-0000-000000000000}"/>
          </ac:spMkLst>
        </pc:spChg>
        <pc:spChg chg="del">
          <ac:chgData name="Hieu Do" userId="8091c26b-a61d-4e97-addd-a670c191ef7c" providerId="ADAL" clId="{D2AB558C-B287-0E4C-B0EF-0997FE43DA8E}" dt="2023-08-21T06:16:23.232" v="346" actId="478"/>
          <ac:spMkLst>
            <pc:docMk/>
            <pc:sldMk cId="898695266" sldId="563"/>
            <ac:spMk id="23" creationId="{00000000-0000-0000-0000-000000000000}"/>
          </ac:spMkLst>
        </pc:spChg>
      </pc:sldChg>
      <pc:sldChg chg="addSp delSp modSp mod modAnim">
        <pc:chgData name="Hieu Do" userId="8091c26b-a61d-4e97-addd-a670c191ef7c" providerId="ADAL" clId="{D2AB558C-B287-0E4C-B0EF-0997FE43DA8E}" dt="2023-08-21T07:38:54.119" v="996"/>
        <pc:sldMkLst>
          <pc:docMk/>
          <pc:sldMk cId="2288138841" sldId="569"/>
        </pc:sldMkLst>
        <pc:spChg chg="del">
          <ac:chgData name="Hieu Do" userId="8091c26b-a61d-4e97-addd-a670c191ef7c" providerId="ADAL" clId="{D2AB558C-B287-0E4C-B0EF-0997FE43DA8E}" dt="2023-08-21T07:16:18.546" v="476" actId="478"/>
          <ac:spMkLst>
            <pc:docMk/>
            <pc:sldMk cId="2288138841" sldId="569"/>
            <ac:spMk id="3" creationId="{00000000-0000-0000-0000-000000000000}"/>
          </ac:spMkLst>
        </pc:spChg>
        <pc:spChg chg="add mod">
          <ac:chgData name="Hieu Do" userId="8091c26b-a61d-4e97-addd-a670c191ef7c" providerId="ADAL" clId="{D2AB558C-B287-0E4C-B0EF-0997FE43DA8E}" dt="2023-08-21T07:32:48.144" v="904" actId="207"/>
          <ac:spMkLst>
            <pc:docMk/>
            <pc:sldMk cId="2288138841" sldId="569"/>
            <ac:spMk id="6" creationId="{9E57A623-1522-B392-3CE9-24253691EEB0}"/>
          </ac:spMkLst>
        </pc:spChg>
        <pc:spChg chg="add mod">
          <ac:chgData name="Hieu Do" userId="8091c26b-a61d-4e97-addd-a670c191ef7c" providerId="ADAL" clId="{D2AB558C-B287-0E4C-B0EF-0997FE43DA8E}" dt="2023-08-21T07:33:21.527" v="909" actId="12"/>
          <ac:spMkLst>
            <pc:docMk/>
            <pc:sldMk cId="2288138841" sldId="569"/>
            <ac:spMk id="7" creationId="{E05F9FE9-E82F-192F-9EDE-2AD6DF013057}"/>
          </ac:spMkLst>
        </pc:spChg>
        <pc:spChg chg="add mod">
          <ac:chgData name="Hieu Do" userId="8091c26b-a61d-4e97-addd-a670c191ef7c" providerId="ADAL" clId="{D2AB558C-B287-0E4C-B0EF-0997FE43DA8E}" dt="2023-08-21T07:33:35.701" v="911" actId="14100"/>
          <ac:spMkLst>
            <pc:docMk/>
            <pc:sldMk cId="2288138841" sldId="569"/>
            <ac:spMk id="8" creationId="{33B7CD67-0791-DD03-D0EB-BBFFC44A79BE}"/>
          </ac:spMkLst>
        </pc:spChg>
        <pc:spChg chg="mod">
          <ac:chgData name="Hieu Do" userId="8091c26b-a61d-4e97-addd-a670c191ef7c" providerId="ADAL" clId="{D2AB558C-B287-0E4C-B0EF-0997FE43DA8E}" dt="2023-08-21T07:16:06.994" v="472" actId="20577"/>
          <ac:spMkLst>
            <pc:docMk/>
            <pc:sldMk cId="2288138841" sldId="569"/>
            <ac:spMk id="12" creationId="{00000000-0000-0000-0000-000000000000}"/>
          </ac:spMkLst>
        </pc:spChg>
        <pc:spChg chg="add mod">
          <ac:chgData name="Hieu Do" userId="8091c26b-a61d-4e97-addd-a670c191ef7c" providerId="ADAL" clId="{D2AB558C-B287-0E4C-B0EF-0997FE43DA8E}" dt="2023-08-21T07:34:51.379" v="936" actId="207"/>
          <ac:spMkLst>
            <pc:docMk/>
            <pc:sldMk cId="2288138841" sldId="569"/>
            <ac:spMk id="13" creationId="{16DD1034-330F-D0A3-B56F-77CF0504F5E3}"/>
          </ac:spMkLst>
        </pc:spChg>
        <pc:spChg chg="add mod">
          <ac:chgData name="Hieu Do" userId="8091c26b-a61d-4e97-addd-a670c191ef7c" providerId="ADAL" clId="{D2AB558C-B287-0E4C-B0EF-0997FE43DA8E}" dt="2023-08-21T07:35:48.815" v="955" actId="14100"/>
          <ac:spMkLst>
            <pc:docMk/>
            <pc:sldMk cId="2288138841" sldId="569"/>
            <ac:spMk id="16" creationId="{D57966B4-FFD2-4169-FD4D-30D2B7797584}"/>
          </ac:spMkLst>
        </pc:spChg>
        <pc:spChg chg="add mod">
          <ac:chgData name="Hieu Do" userId="8091c26b-a61d-4e97-addd-a670c191ef7c" providerId="ADAL" clId="{D2AB558C-B287-0E4C-B0EF-0997FE43DA8E}" dt="2023-08-21T07:35:08.691" v="948" actId="20577"/>
          <ac:spMkLst>
            <pc:docMk/>
            <pc:sldMk cId="2288138841" sldId="569"/>
            <ac:spMk id="17" creationId="{34A37076-DD79-43D7-8355-3C16912CE2B8}"/>
          </ac:spMkLst>
        </pc:spChg>
        <pc:spChg chg="add mod">
          <ac:chgData name="Hieu Do" userId="8091c26b-a61d-4e97-addd-a670c191ef7c" providerId="ADAL" clId="{D2AB558C-B287-0E4C-B0EF-0997FE43DA8E}" dt="2023-08-21T07:30:58.719" v="867" actId="1076"/>
          <ac:spMkLst>
            <pc:docMk/>
            <pc:sldMk cId="2288138841" sldId="569"/>
            <ac:spMk id="18" creationId="{284C87A5-6C22-4F68-9D24-82A8ABEF8360}"/>
          </ac:spMkLst>
        </pc:spChg>
        <pc:spChg chg="add mod">
          <ac:chgData name="Hieu Do" userId="8091c26b-a61d-4e97-addd-a670c191ef7c" providerId="ADAL" clId="{D2AB558C-B287-0E4C-B0EF-0997FE43DA8E}" dt="2023-08-21T07:32:18.014" v="901" actId="20577"/>
          <ac:spMkLst>
            <pc:docMk/>
            <pc:sldMk cId="2288138841" sldId="569"/>
            <ac:spMk id="20" creationId="{44B9EB0E-43C8-7130-BFD4-79879089F8B7}"/>
          </ac:spMkLst>
        </pc:spChg>
        <pc:spChg chg="add del mod">
          <ac:chgData name="Hieu Do" userId="8091c26b-a61d-4e97-addd-a670c191ef7c" providerId="ADAL" clId="{D2AB558C-B287-0E4C-B0EF-0997FE43DA8E}" dt="2023-08-21T07:33:51.159" v="915" actId="767"/>
          <ac:spMkLst>
            <pc:docMk/>
            <pc:sldMk cId="2288138841" sldId="569"/>
            <ac:spMk id="21" creationId="{67953E68-33D0-839D-5B01-D43DACD9D844}"/>
          </ac:spMkLst>
        </pc:spChg>
        <pc:spChg chg="add mod">
          <ac:chgData name="Hieu Do" userId="8091c26b-a61d-4e97-addd-a670c191ef7c" providerId="ADAL" clId="{D2AB558C-B287-0E4C-B0EF-0997FE43DA8E}" dt="2023-08-21T07:36:33.069" v="969" actId="20577"/>
          <ac:spMkLst>
            <pc:docMk/>
            <pc:sldMk cId="2288138841" sldId="569"/>
            <ac:spMk id="28" creationId="{D9AD76C7-0C12-4ECB-46CD-19CB1BD5691B}"/>
          </ac:spMkLst>
        </pc:spChg>
        <pc:spChg chg="add mod">
          <ac:chgData name="Hieu Do" userId="8091c26b-a61d-4e97-addd-a670c191ef7c" providerId="ADAL" clId="{D2AB558C-B287-0E4C-B0EF-0997FE43DA8E}" dt="2023-08-21T07:37:40.051" v="990" actId="20577"/>
          <ac:spMkLst>
            <pc:docMk/>
            <pc:sldMk cId="2288138841" sldId="569"/>
            <ac:spMk id="30" creationId="{3329D3F4-9F4B-D1BC-8F8F-AEC5C364E34B}"/>
          </ac:spMkLst>
        </pc:spChg>
        <pc:grpChg chg="del">
          <ac:chgData name="Hieu Do" userId="8091c26b-a61d-4e97-addd-a670c191ef7c" providerId="ADAL" clId="{D2AB558C-B287-0E4C-B0EF-0997FE43DA8E}" dt="2023-08-21T07:16:15.133" v="475" actId="478"/>
          <ac:grpSpMkLst>
            <pc:docMk/>
            <pc:sldMk cId="2288138841" sldId="569"/>
            <ac:grpSpMk id="5" creationId="{00000000-0000-0000-0000-000000000000}"/>
          </ac:grpSpMkLst>
        </pc:grpChg>
        <pc:picChg chg="del mod">
          <ac:chgData name="Hieu Do" userId="8091c26b-a61d-4e97-addd-a670c191ef7c" providerId="ADAL" clId="{D2AB558C-B287-0E4C-B0EF-0997FE43DA8E}" dt="2023-08-21T07:16:11.769" v="474" actId="478"/>
          <ac:picMkLst>
            <pc:docMk/>
            <pc:sldMk cId="2288138841" sldId="569"/>
            <ac:picMk id="2" creationId="{00000000-0000-0000-0000-000000000000}"/>
          </ac:picMkLst>
        </pc:picChg>
        <pc:cxnChg chg="add mod">
          <ac:chgData name="Hieu Do" userId="8091c26b-a61d-4e97-addd-a670c191ef7c" providerId="ADAL" clId="{D2AB558C-B287-0E4C-B0EF-0997FE43DA8E}" dt="2023-08-21T07:35:48.815" v="955" actId="14100"/>
          <ac:cxnSpMkLst>
            <pc:docMk/>
            <pc:sldMk cId="2288138841" sldId="569"/>
            <ac:cxnSpMk id="23" creationId="{729BC25D-429A-1509-31C1-F83B88168A3E}"/>
          </ac:cxnSpMkLst>
        </pc:cxnChg>
        <pc:cxnChg chg="add mod">
          <ac:chgData name="Hieu Do" userId="8091c26b-a61d-4e97-addd-a670c191ef7c" providerId="ADAL" clId="{D2AB558C-B287-0E4C-B0EF-0997FE43DA8E}" dt="2023-08-21T07:34:35.744" v="934" actId="14100"/>
          <ac:cxnSpMkLst>
            <pc:docMk/>
            <pc:sldMk cId="2288138841" sldId="569"/>
            <ac:cxnSpMk id="24" creationId="{0B36136F-54D5-645E-FBB6-2ADD371B18A5}"/>
          </ac:cxnSpMkLst>
        </pc:cxnChg>
      </pc:sldChg>
      <pc:sldChg chg="addSp delSp modSp mod delAnim modAnim">
        <pc:chgData name="Hieu Do" userId="8091c26b-a61d-4e97-addd-a670c191ef7c" providerId="ADAL" clId="{D2AB558C-B287-0E4C-B0EF-0997FE43DA8E}" dt="2023-08-21T05:53:15.232" v="199" actId="14100"/>
        <pc:sldMkLst>
          <pc:docMk/>
          <pc:sldMk cId="1566298184" sldId="587"/>
        </pc:sldMkLst>
        <pc:spChg chg="mod">
          <ac:chgData name="Hieu Do" userId="8091c26b-a61d-4e97-addd-a670c191ef7c" providerId="ADAL" clId="{D2AB558C-B287-0E4C-B0EF-0997FE43DA8E}" dt="2023-08-21T05:51:34.025" v="194" actId="1038"/>
          <ac:spMkLst>
            <pc:docMk/>
            <pc:sldMk cId="1566298184" sldId="587"/>
            <ac:spMk id="2" creationId="{00000000-0000-0000-0000-000000000000}"/>
          </ac:spMkLst>
        </pc:spChg>
        <pc:spChg chg="add mod">
          <ac:chgData name="Hieu Do" userId="8091c26b-a61d-4e97-addd-a670c191ef7c" providerId="ADAL" clId="{D2AB558C-B287-0E4C-B0EF-0997FE43DA8E}" dt="2023-08-21T05:53:15.232" v="199" actId="14100"/>
          <ac:spMkLst>
            <pc:docMk/>
            <pc:sldMk cId="1566298184" sldId="587"/>
            <ac:spMk id="5" creationId="{46F432A1-EBC0-D8D9-6D73-E2FA09C68BD8}"/>
          </ac:spMkLst>
        </pc:spChg>
        <pc:spChg chg="del">
          <ac:chgData name="Hieu Do" userId="8091c26b-a61d-4e97-addd-a670c191ef7c" providerId="ADAL" clId="{D2AB558C-B287-0E4C-B0EF-0997FE43DA8E}" dt="2023-08-21T05:50:40.447" v="163" actId="478"/>
          <ac:spMkLst>
            <pc:docMk/>
            <pc:sldMk cId="1566298184" sldId="587"/>
            <ac:spMk id="6" creationId="{AA0E3BE6-7F03-C000-4DD4-84DF00945863}"/>
          </ac:spMkLst>
        </pc:spChg>
        <pc:spChg chg="del">
          <ac:chgData name="Hieu Do" userId="8091c26b-a61d-4e97-addd-a670c191ef7c" providerId="ADAL" clId="{D2AB558C-B287-0E4C-B0EF-0997FE43DA8E}" dt="2023-08-21T05:50:37.713" v="162" actId="478"/>
          <ac:spMkLst>
            <pc:docMk/>
            <pc:sldMk cId="1566298184" sldId="587"/>
            <ac:spMk id="7" creationId="{0B3249A7-BA9E-DF5C-90F5-D407B819362A}"/>
          </ac:spMkLst>
        </pc:spChg>
        <pc:spChg chg="mod">
          <ac:chgData name="Hieu Do" userId="8091c26b-a61d-4e97-addd-a670c191ef7c" providerId="ADAL" clId="{D2AB558C-B287-0E4C-B0EF-0997FE43DA8E}" dt="2023-08-21T05:51:16.363" v="187" actId="1035"/>
          <ac:spMkLst>
            <pc:docMk/>
            <pc:sldMk cId="1566298184" sldId="587"/>
            <ac:spMk id="9" creationId="{F5531EAF-E193-9FEA-1161-54F893E73E6A}"/>
          </ac:spMkLst>
        </pc:spChg>
        <pc:spChg chg="mod">
          <ac:chgData name="Hieu Do" userId="8091c26b-a61d-4e97-addd-a670c191ef7c" providerId="ADAL" clId="{D2AB558C-B287-0E4C-B0EF-0997FE43DA8E}" dt="2023-08-21T04:21:16.562" v="31" actId="1036"/>
          <ac:spMkLst>
            <pc:docMk/>
            <pc:sldMk cId="1566298184" sldId="587"/>
            <ac:spMk id="10" creationId="{CC435C21-C748-872F-3F49-2C369C88A4F9}"/>
          </ac:spMkLst>
        </pc:spChg>
        <pc:picChg chg="add mod">
          <ac:chgData name="Hieu Do" userId="8091c26b-a61d-4e97-addd-a670c191ef7c" providerId="ADAL" clId="{D2AB558C-B287-0E4C-B0EF-0997FE43DA8E}" dt="2023-08-21T05:51:26.720" v="189" actId="14100"/>
          <ac:picMkLst>
            <pc:docMk/>
            <pc:sldMk cId="1566298184" sldId="587"/>
            <ac:picMk id="3" creationId="{C44C11BA-C2D4-1554-4B63-3F5CA00A0FA0}"/>
          </ac:picMkLst>
        </pc:picChg>
        <pc:picChg chg="del">
          <ac:chgData name="Hieu Do" userId="8091c26b-a61d-4e97-addd-a670c191ef7c" providerId="ADAL" clId="{D2AB558C-B287-0E4C-B0EF-0997FE43DA8E}" dt="2023-08-21T04:17:07.969" v="0" actId="478"/>
          <ac:picMkLst>
            <pc:docMk/>
            <pc:sldMk cId="1566298184" sldId="587"/>
            <ac:picMk id="8" creationId="{4ABAFE7D-EBBA-3BC5-D1A8-90DBA87E98D3}"/>
          </ac:picMkLst>
        </pc:picChg>
        <pc:picChg chg="mod">
          <ac:chgData name="Hieu Do" userId="8091c26b-a61d-4e97-addd-a670c191ef7c" providerId="ADAL" clId="{D2AB558C-B287-0E4C-B0EF-0997FE43DA8E}" dt="2023-08-21T05:51:30.555" v="190" actId="14100"/>
          <ac:picMkLst>
            <pc:docMk/>
            <pc:sldMk cId="1566298184" sldId="587"/>
            <ac:picMk id="11" creationId="{34BB1CE0-B9C3-F020-4618-75D7C6BC78F8}"/>
          </ac:picMkLst>
        </pc:picChg>
      </pc:sldChg>
      <pc:sldChg chg="addSp delSp modSp mod ord delAnim modAnim">
        <pc:chgData name="Hieu Do" userId="8091c26b-a61d-4e97-addd-a670c191ef7c" providerId="ADAL" clId="{D2AB558C-B287-0E4C-B0EF-0997FE43DA8E}" dt="2023-08-21T05:56:47.186" v="220" actId="14100"/>
        <pc:sldMkLst>
          <pc:docMk/>
          <pc:sldMk cId="1492287799" sldId="588"/>
        </pc:sldMkLst>
        <pc:spChg chg="add mod">
          <ac:chgData name="Hieu Do" userId="8091c26b-a61d-4e97-addd-a670c191ef7c" providerId="ADAL" clId="{D2AB558C-B287-0E4C-B0EF-0997FE43DA8E}" dt="2023-08-21T05:41:33.585" v="62" actId="1076"/>
          <ac:spMkLst>
            <pc:docMk/>
            <pc:sldMk cId="1492287799" sldId="588"/>
            <ac:spMk id="2" creationId="{5883DB02-B2B1-3E70-8046-D7D658E1BE11}"/>
          </ac:spMkLst>
        </pc:spChg>
        <pc:spChg chg="add mod">
          <ac:chgData name="Hieu Do" userId="8091c26b-a61d-4e97-addd-a670c191ef7c" providerId="ADAL" clId="{D2AB558C-B287-0E4C-B0EF-0997FE43DA8E}" dt="2023-08-21T05:56:47.186" v="220" actId="14100"/>
          <ac:spMkLst>
            <pc:docMk/>
            <pc:sldMk cId="1492287799" sldId="588"/>
            <ac:spMk id="3" creationId="{89475778-09D7-3CF9-EB3F-A917042BBE1F}"/>
          </ac:spMkLst>
        </pc:spChg>
        <pc:spChg chg="mod">
          <ac:chgData name="Hieu Do" userId="8091c26b-a61d-4e97-addd-a670c191ef7c" providerId="ADAL" clId="{D2AB558C-B287-0E4C-B0EF-0997FE43DA8E}" dt="2023-08-21T05:50:27.288" v="160" actId="1038"/>
          <ac:spMkLst>
            <pc:docMk/>
            <pc:sldMk cId="1492287799" sldId="588"/>
            <ac:spMk id="6" creationId="{AA0E3BE6-7F03-C000-4DD4-84DF00945863}"/>
          </ac:spMkLst>
        </pc:spChg>
        <pc:spChg chg="mod">
          <ac:chgData name="Hieu Do" userId="8091c26b-a61d-4e97-addd-a670c191ef7c" providerId="ADAL" clId="{D2AB558C-B287-0E4C-B0EF-0997FE43DA8E}" dt="2023-08-21T05:56:40.047" v="217" actId="14100"/>
          <ac:spMkLst>
            <pc:docMk/>
            <pc:sldMk cId="1492287799" sldId="588"/>
            <ac:spMk id="7" creationId="{96C998A1-9BF9-1484-A949-743058816CF9}"/>
          </ac:spMkLst>
        </pc:spChg>
        <pc:spChg chg="del mod">
          <ac:chgData name="Hieu Do" userId="8091c26b-a61d-4e97-addd-a670c191ef7c" providerId="ADAL" clId="{D2AB558C-B287-0E4C-B0EF-0997FE43DA8E}" dt="2023-08-21T05:44:26.007" v="111" actId="478"/>
          <ac:spMkLst>
            <pc:docMk/>
            <pc:sldMk cId="1492287799" sldId="588"/>
            <ac:spMk id="9" creationId="{C9E4A5CB-C340-D457-401C-D5E49B2F5092}"/>
          </ac:spMkLst>
        </pc:spChg>
        <pc:spChg chg="del mod">
          <ac:chgData name="Hieu Do" userId="8091c26b-a61d-4e97-addd-a670c191ef7c" providerId="ADAL" clId="{D2AB558C-B287-0E4C-B0EF-0997FE43DA8E}" dt="2023-08-21T05:44:13.199" v="110" actId="478"/>
          <ac:spMkLst>
            <pc:docMk/>
            <pc:sldMk cId="1492287799" sldId="588"/>
            <ac:spMk id="10" creationId="{F838A9B5-DE1E-B813-435F-3F478CB4D65B}"/>
          </ac:spMkLst>
        </pc:spChg>
        <pc:spChg chg="del">
          <ac:chgData name="Hieu Do" userId="8091c26b-a61d-4e97-addd-a670c191ef7c" providerId="ADAL" clId="{D2AB558C-B287-0E4C-B0EF-0997FE43DA8E}" dt="2023-08-21T05:40:52.909" v="53" actId="478"/>
          <ac:spMkLst>
            <pc:docMk/>
            <pc:sldMk cId="1492287799" sldId="588"/>
            <ac:spMk id="13" creationId="{039EC573-0CA4-FB77-39B1-125441497E9A}"/>
          </ac:spMkLst>
        </pc:spChg>
        <pc:spChg chg="del">
          <ac:chgData name="Hieu Do" userId="8091c26b-a61d-4e97-addd-a670c191ef7c" providerId="ADAL" clId="{D2AB558C-B287-0E4C-B0EF-0997FE43DA8E}" dt="2023-08-21T05:40:54.744" v="54" actId="478"/>
          <ac:spMkLst>
            <pc:docMk/>
            <pc:sldMk cId="1492287799" sldId="588"/>
            <ac:spMk id="15" creationId="{8B09FA53-5859-10FC-73DC-B7D199DA74EF}"/>
          </ac:spMkLst>
        </pc:spChg>
        <pc:spChg chg="del">
          <ac:chgData name="Hieu Do" userId="8091c26b-a61d-4e97-addd-a670c191ef7c" providerId="ADAL" clId="{D2AB558C-B287-0E4C-B0EF-0997FE43DA8E}" dt="2023-08-21T05:40:50.490" v="52" actId="478"/>
          <ac:spMkLst>
            <pc:docMk/>
            <pc:sldMk cId="1492287799" sldId="588"/>
            <ac:spMk id="16" creationId="{AD51AD0F-9B42-FCE5-919C-75976E6775AA}"/>
          </ac:spMkLst>
        </pc:spChg>
        <pc:picChg chg="mod">
          <ac:chgData name="Hieu Do" userId="8091c26b-a61d-4e97-addd-a670c191ef7c" providerId="ADAL" clId="{D2AB558C-B287-0E4C-B0EF-0997FE43DA8E}" dt="2023-08-21T05:50:30.629" v="161" actId="1076"/>
          <ac:picMkLst>
            <pc:docMk/>
            <pc:sldMk cId="1492287799" sldId="588"/>
            <ac:picMk id="8" creationId="{7CA8C4D7-1945-35C6-E81A-374F989E42C4}"/>
          </ac:picMkLst>
        </pc:picChg>
      </pc:sldChg>
      <pc:sldChg chg="addSp delSp modSp mod addAnim delAnim modAnim">
        <pc:chgData name="Hieu Do" userId="8091c26b-a61d-4e97-addd-a670c191ef7c" providerId="ADAL" clId="{D2AB558C-B287-0E4C-B0EF-0997FE43DA8E}" dt="2023-08-21T06:23:46.828" v="378"/>
        <pc:sldMkLst>
          <pc:docMk/>
          <pc:sldMk cId="162641066" sldId="592"/>
        </pc:sldMkLst>
        <pc:spChg chg="del">
          <ac:chgData name="Hieu Do" userId="8091c26b-a61d-4e97-addd-a670c191ef7c" providerId="ADAL" clId="{D2AB558C-B287-0E4C-B0EF-0997FE43DA8E}" dt="2023-08-21T06:14:47.789" v="341" actId="478"/>
          <ac:spMkLst>
            <pc:docMk/>
            <pc:sldMk cId="162641066" sldId="592"/>
            <ac:spMk id="4" creationId="{00000000-0000-0000-0000-000000000000}"/>
          </ac:spMkLst>
        </pc:spChg>
        <pc:spChg chg="del mod topLvl">
          <ac:chgData name="Hieu Do" userId="8091c26b-a61d-4e97-addd-a670c191ef7c" providerId="ADAL" clId="{D2AB558C-B287-0E4C-B0EF-0997FE43DA8E}" dt="2023-08-21T06:09:17.426" v="279" actId="478"/>
          <ac:spMkLst>
            <pc:docMk/>
            <pc:sldMk cId="162641066" sldId="592"/>
            <ac:spMk id="5" creationId="{5CCE3716-4FE5-5CC7-DC33-67AD45C15F6B}"/>
          </ac:spMkLst>
        </pc:spChg>
        <pc:spChg chg="mod">
          <ac:chgData name="Hieu Do" userId="8091c26b-a61d-4e97-addd-a670c191ef7c" providerId="ADAL" clId="{D2AB558C-B287-0E4C-B0EF-0997FE43DA8E}" dt="2023-08-21T06:09:11.448" v="278"/>
          <ac:spMkLst>
            <pc:docMk/>
            <pc:sldMk cId="162641066" sldId="592"/>
            <ac:spMk id="6" creationId="{342C51BA-2FA3-6DFF-508D-CE9A6DC32393}"/>
          </ac:spMkLst>
        </pc:spChg>
        <pc:spChg chg="mod">
          <ac:chgData name="Hieu Do" userId="8091c26b-a61d-4e97-addd-a670c191ef7c" providerId="ADAL" clId="{D2AB558C-B287-0E4C-B0EF-0997FE43DA8E}" dt="2023-08-21T06:09:11.448" v="278"/>
          <ac:spMkLst>
            <pc:docMk/>
            <pc:sldMk cId="162641066" sldId="592"/>
            <ac:spMk id="7" creationId="{6896866E-FD30-8BA3-E7CB-31E46B905DDA}"/>
          </ac:spMkLst>
        </pc:spChg>
        <pc:spChg chg="add mod">
          <ac:chgData name="Hieu Do" userId="8091c26b-a61d-4e97-addd-a670c191ef7c" providerId="ADAL" clId="{D2AB558C-B287-0E4C-B0EF-0997FE43DA8E}" dt="2023-08-21T06:10:10.744" v="298"/>
          <ac:spMkLst>
            <pc:docMk/>
            <pc:sldMk cId="162641066" sldId="592"/>
            <ac:spMk id="11" creationId="{AB2C2F1B-753E-8BCD-0BBD-75F47F1DFD80}"/>
          </ac:spMkLst>
        </pc:spChg>
        <pc:spChg chg="add mod">
          <ac:chgData name="Hieu Do" userId="8091c26b-a61d-4e97-addd-a670c191ef7c" providerId="ADAL" clId="{D2AB558C-B287-0E4C-B0EF-0997FE43DA8E}" dt="2023-08-21T06:23:13.821" v="371" actId="20577"/>
          <ac:spMkLst>
            <pc:docMk/>
            <pc:sldMk cId="162641066" sldId="592"/>
            <ac:spMk id="13" creationId="{B8D71CBF-A9BA-73E1-ACF9-2BF60D25BF8F}"/>
          </ac:spMkLst>
        </pc:spChg>
        <pc:spChg chg="add mod">
          <ac:chgData name="Hieu Do" userId="8091c26b-a61d-4e97-addd-a670c191ef7c" providerId="ADAL" clId="{D2AB558C-B287-0E4C-B0EF-0997FE43DA8E}" dt="2023-08-21T06:23:20.837" v="377" actId="20577"/>
          <ac:spMkLst>
            <pc:docMk/>
            <pc:sldMk cId="162641066" sldId="592"/>
            <ac:spMk id="15" creationId="{8F41216D-3ADA-2EB5-F0B3-E8ACC6584D80}"/>
          </ac:spMkLst>
        </pc:spChg>
        <pc:spChg chg="add mod">
          <ac:chgData name="Hieu Do" userId="8091c26b-a61d-4e97-addd-a670c191ef7c" providerId="ADAL" clId="{D2AB558C-B287-0E4C-B0EF-0997FE43DA8E}" dt="2023-08-21T06:13:55.703" v="336" actId="1037"/>
          <ac:spMkLst>
            <pc:docMk/>
            <pc:sldMk cId="162641066" sldId="592"/>
            <ac:spMk id="16" creationId="{3D96128B-A6D1-B605-4375-D23C483917BE}"/>
          </ac:spMkLst>
        </pc:spChg>
        <pc:spChg chg="add mod">
          <ac:chgData name="Hieu Do" userId="8091c26b-a61d-4e97-addd-a670c191ef7c" providerId="ADAL" clId="{D2AB558C-B287-0E4C-B0EF-0997FE43DA8E}" dt="2023-08-21T06:22:32.164" v="360" actId="164"/>
          <ac:spMkLst>
            <pc:docMk/>
            <pc:sldMk cId="162641066" sldId="592"/>
            <ac:spMk id="17" creationId="{72135FF4-FF3E-1C86-4036-B3390FA1643B}"/>
          </ac:spMkLst>
        </pc:spChg>
        <pc:spChg chg="add del mod">
          <ac:chgData name="Hieu Do" userId="8091c26b-a61d-4e97-addd-a670c191ef7c" providerId="ADAL" clId="{D2AB558C-B287-0E4C-B0EF-0997FE43DA8E}" dt="2023-08-21T06:14:36.535" v="340" actId="12"/>
          <ac:spMkLst>
            <pc:docMk/>
            <pc:sldMk cId="162641066" sldId="592"/>
            <ac:spMk id="18" creationId="{3F402F01-EC6A-52EF-ED1D-C01EC18789B8}"/>
          </ac:spMkLst>
        </pc:spChg>
        <pc:spChg chg="add del">
          <ac:chgData name="Hieu Do" userId="8091c26b-a61d-4e97-addd-a670c191ef7c" providerId="ADAL" clId="{D2AB558C-B287-0E4C-B0EF-0997FE43DA8E}" dt="2023-08-21T06:10:23.721" v="307" actId="478"/>
          <ac:spMkLst>
            <pc:docMk/>
            <pc:sldMk cId="162641066" sldId="592"/>
            <ac:spMk id="20" creationId="{FA15B1AF-6E88-22EF-9F70-AA1496A11B97}"/>
          </ac:spMkLst>
        </pc:spChg>
        <pc:spChg chg="mod">
          <ac:chgData name="Hieu Do" userId="8091c26b-a61d-4e97-addd-a670c191ef7c" providerId="ADAL" clId="{D2AB558C-B287-0E4C-B0EF-0997FE43DA8E}" dt="2023-08-21T06:09:33.100" v="281" actId="14100"/>
          <ac:spMkLst>
            <pc:docMk/>
            <pc:sldMk cId="162641066" sldId="592"/>
            <ac:spMk id="34" creationId="{00000000-0000-0000-0000-000000000000}"/>
          </ac:spMkLst>
        </pc:spChg>
        <pc:spChg chg="mod">
          <ac:chgData name="Hieu Do" userId="8091c26b-a61d-4e97-addd-a670c191ef7c" providerId="ADAL" clId="{D2AB558C-B287-0E4C-B0EF-0997FE43DA8E}" dt="2023-08-21T06:09:33.100" v="281" actId="14100"/>
          <ac:spMkLst>
            <pc:docMk/>
            <pc:sldMk cId="162641066" sldId="592"/>
            <ac:spMk id="35" creationId="{00000000-0000-0000-0000-000000000000}"/>
          </ac:spMkLst>
        </pc:spChg>
        <pc:spChg chg="del mod">
          <ac:chgData name="Hieu Do" userId="8091c26b-a61d-4e97-addd-a670c191ef7c" providerId="ADAL" clId="{D2AB558C-B287-0E4C-B0EF-0997FE43DA8E}" dt="2023-08-21T06:06:56.618" v="272" actId="478"/>
          <ac:spMkLst>
            <pc:docMk/>
            <pc:sldMk cId="162641066" sldId="592"/>
            <ac:spMk id="38" creationId="{00000000-0000-0000-0000-000000000000}"/>
          </ac:spMkLst>
        </pc:spChg>
        <pc:spChg chg="mod">
          <ac:chgData name="Hieu Do" userId="8091c26b-a61d-4e97-addd-a670c191ef7c" providerId="ADAL" clId="{D2AB558C-B287-0E4C-B0EF-0997FE43DA8E}" dt="2023-08-21T06:09:33.100" v="281" actId="14100"/>
          <ac:spMkLst>
            <pc:docMk/>
            <pc:sldMk cId="162641066" sldId="592"/>
            <ac:spMk id="39" creationId="{00000000-0000-0000-0000-000000000000}"/>
          </ac:spMkLst>
        </pc:spChg>
        <pc:grpChg chg="add del mod">
          <ac:chgData name="Hieu Do" userId="8091c26b-a61d-4e97-addd-a670c191ef7c" providerId="ADAL" clId="{D2AB558C-B287-0E4C-B0EF-0997FE43DA8E}" dt="2023-08-21T06:09:17.426" v="279" actId="478"/>
          <ac:grpSpMkLst>
            <pc:docMk/>
            <pc:sldMk cId="162641066" sldId="592"/>
            <ac:grpSpMk id="2" creationId="{6BFAFCC5-8505-F0AA-2E68-BAD83787E8A5}"/>
          </ac:grpSpMkLst>
        </pc:grpChg>
        <pc:grpChg chg="mod topLvl">
          <ac:chgData name="Hieu Do" userId="8091c26b-a61d-4e97-addd-a670c191ef7c" providerId="ADAL" clId="{D2AB558C-B287-0E4C-B0EF-0997FE43DA8E}" dt="2023-08-21T06:22:32.164" v="360" actId="164"/>
          <ac:grpSpMkLst>
            <pc:docMk/>
            <pc:sldMk cId="162641066" sldId="592"/>
            <ac:grpSpMk id="3" creationId="{A868D0C3-3235-DA1F-A46B-87C85B88D288}"/>
          </ac:grpSpMkLst>
        </pc:grpChg>
        <pc:grpChg chg="add mod">
          <ac:chgData name="Hieu Do" userId="8091c26b-a61d-4e97-addd-a670c191ef7c" providerId="ADAL" clId="{D2AB558C-B287-0E4C-B0EF-0997FE43DA8E}" dt="2023-08-21T06:22:32.164" v="360" actId="164"/>
          <ac:grpSpMkLst>
            <pc:docMk/>
            <pc:sldMk cId="162641066" sldId="592"/>
            <ac:grpSpMk id="21" creationId="{69A7E7FE-B0BD-484E-605A-BB24FBE1D1DF}"/>
          </ac:grpSpMkLst>
        </pc:grpChg>
        <pc:grpChg chg="del mod">
          <ac:chgData name="Hieu Do" userId="8091c26b-a61d-4e97-addd-a670c191ef7c" providerId="ADAL" clId="{D2AB558C-B287-0E4C-B0EF-0997FE43DA8E}" dt="2023-08-21T06:09:48.306" v="283" actId="478"/>
          <ac:grpSpMkLst>
            <pc:docMk/>
            <pc:sldMk cId="162641066" sldId="592"/>
            <ac:grpSpMk id="28" creationId="{00000000-0000-0000-0000-000000000000}"/>
          </ac:grpSpMkLst>
        </pc:grpChg>
        <pc:grpChg chg="mod">
          <ac:chgData name="Hieu Do" userId="8091c26b-a61d-4e97-addd-a670c191ef7c" providerId="ADAL" clId="{D2AB558C-B287-0E4C-B0EF-0997FE43DA8E}" dt="2023-08-21T06:09:33.100" v="281" actId="14100"/>
          <ac:grpSpMkLst>
            <pc:docMk/>
            <pc:sldMk cId="162641066" sldId="592"/>
            <ac:grpSpMk id="29" creationId="{00000000-0000-0000-0000-000000000000}"/>
          </ac:grpSpMkLst>
        </pc:grpChg>
        <pc:grpChg chg="mod">
          <ac:chgData name="Hieu Do" userId="8091c26b-a61d-4e97-addd-a670c191ef7c" providerId="ADAL" clId="{D2AB558C-B287-0E4C-B0EF-0997FE43DA8E}" dt="2023-08-21T06:09:33.100" v="281" actId="14100"/>
          <ac:grpSpMkLst>
            <pc:docMk/>
            <pc:sldMk cId="162641066" sldId="592"/>
            <ac:grpSpMk id="30" creationId="{00000000-0000-0000-0000-000000000000}"/>
          </ac:grpSpMkLst>
        </pc:grpChg>
        <pc:picChg chg="mod">
          <ac:chgData name="Hieu Do" userId="8091c26b-a61d-4e97-addd-a670c191ef7c" providerId="ADAL" clId="{D2AB558C-B287-0E4C-B0EF-0997FE43DA8E}" dt="2023-08-21T06:09:11.448" v="278"/>
          <ac:picMkLst>
            <pc:docMk/>
            <pc:sldMk cId="162641066" sldId="592"/>
            <ac:picMk id="8" creationId="{7B67780D-2BBE-802D-677E-FB9184C87B59}"/>
          </ac:picMkLst>
        </pc:picChg>
        <pc:picChg chg="add mod">
          <ac:chgData name="Hieu Do" userId="8091c26b-a61d-4e97-addd-a670c191ef7c" providerId="ADAL" clId="{D2AB558C-B287-0E4C-B0EF-0997FE43DA8E}" dt="2023-08-21T06:22:13.870" v="357" actId="1076"/>
          <ac:picMkLst>
            <pc:docMk/>
            <pc:sldMk cId="162641066" sldId="592"/>
            <ac:picMk id="10" creationId="{ABD248DA-53C4-3B32-B64E-5084B829CCC6}"/>
          </ac:picMkLst>
        </pc:picChg>
        <pc:picChg chg="add del mod">
          <ac:chgData name="Hieu Do" userId="8091c26b-a61d-4e97-addd-a670c191ef7c" providerId="ADAL" clId="{D2AB558C-B287-0E4C-B0EF-0997FE43DA8E}" dt="2023-08-21T06:11:00.470" v="311" actId="478"/>
          <ac:picMkLst>
            <pc:docMk/>
            <pc:sldMk cId="162641066" sldId="592"/>
            <ac:picMk id="12" creationId="{901FB790-DC98-1FEF-CCAB-6D7F4B3C945A}"/>
          </ac:picMkLst>
        </pc:picChg>
        <pc:picChg chg="mod">
          <ac:chgData name="Hieu Do" userId="8091c26b-a61d-4e97-addd-a670c191ef7c" providerId="ADAL" clId="{D2AB558C-B287-0E4C-B0EF-0997FE43DA8E}" dt="2023-08-21T06:09:33.100" v="281" actId="14100"/>
          <ac:picMkLst>
            <pc:docMk/>
            <pc:sldMk cId="162641066" sldId="592"/>
            <ac:picMk id="32" creationId="{00000000-0000-0000-0000-000000000000}"/>
          </ac:picMkLst>
        </pc:picChg>
        <pc:picChg chg="mod">
          <ac:chgData name="Hieu Do" userId="8091c26b-a61d-4e97-addd-a670c191ef7c" providerId="ADAL" clId="{D2AB558C-B287-0E4C-B0EF-0997FE43DA8E}" dt="2023-08-21T06:09:33.100" v="281" actId="14100"/>
          <ac:picMkLst>
            <pc:docMk/>
            <pc:sldMk cId="162641066" sldId="592"/>
            <ac:picMk id="33" creationId="{00000000-0000-0000-0000-000000000000}"/>
          </ac:picMkLst>
        </pc:picChg>
        <pc:picChg chg="del mod">
          <ac:chgData name="Hieu Do" userId="8091c26b-a61d-4e97-addd-a670c191ef7c" providerId="ADAL" clId="{D2AB558C-B287-0E4C-B0EF-0997FE43DA8E}" dt="2023-08-21T06:09:40.033" v="282" actId="21"/>
          <ac:picMkLst>
            <pc:docMk/>
            <pc:sldMk cId="162641066" sldId="592"/>
            <ac:picMk id="36" creationId="{00000000-0000-0000-0000-000000000000}"/>
          </ac:picMkLst>
        </pc:picChg>
        <pc:cxnChg chg="mod">
          <ac:chgData name="Hieu Do" userId="8091c26b-a61d-4e97-addd-a670c191ef7c" providerId="ADAL" clId="{D2AB558C-B287-0E4C-B0EF-0997FE43DA8E}" dt="2023-08-21T06:09:33.100" v="281" actId="14100"/>
          <ac:cxnSpMkLst>
            <pc:docMk/>
            <pc:sldMk cId="162641066" sldId="592"/>
            <ac:cxnSpMk id="31" creationId="{00000000-0000-0000-0000-000000000000}"/>
          </ac:cxnSpMkLst>
        </pc:cxnChg>
        <pc:cxnChg chg="del mod">
          <ac:chgData name="Hieu Do" userId="8091c26b-a61d-4e97-addd-a670c191ef7c" providerId="ADAL" clId="{D2AB558C-B287-0E4C-B0EF-0997FE43DA8E}" dt="2023-08-21T06:06:53.514" v="271" actId="478"/>
          <ac:cxnSpMkLst>
            <pc:docMk/>
            <pc:sldMk cId="162641066" sldId="592"/>
            <ac:cxnSpMk id="37" creationId="{00000000-0000-0000-0000-000000000000}"/>
          </ac:cxnSpMkLst>
        </pc:cxnChg>
        <pc:cxnChg chg="mod">
          <ac:chgData name="Hieu Do" userId="8091c26b-a61d-4e97-addd-a670c191ef7c" providerId="ADAL" clId="{D2AB558C-B287-0E4C-B0EF-0997FE43DA8E}" dt="2023-08-21T06:09:33.100" v="281" actId="14100"/>
          <ac:cxnSpMkLst>
            <pc:docMk/>
            <pc:sldMk cId="162641066" sldId="592"/>
            <ac:cxnSpMk id="40" creationId="{00000000-0000-0000-0000-000000000000}"/>
          </ac:cxnSpMkLst>
        </pc:cxnChg>
      </pc:sldChg>
      <pc:sldChg chg="modAnim">
        <pc:chgData name="Hieu Do" userId="8091c26b-a61d-4e97-addd-a670c191ef7c" providerId="ADAL" clId="{D2AB558C-B287-0E4C-B0EF-0997FE43DA8E}" dt="2023-08-21T07:49:40.396" v="1006"/>
        <pc:sldMkLst>
          <pc:docMk/>
          <pc:sldMk cId="1652982996" sldId="597"/>
        </pc:sldMkLst>
      </pc:sldChg>
      <pc:sldChg chg="modSp">
        <pc:chgData name="Hieu Do" userId="8091c26b-a61d-4e97-addd-a670c191ef7c" providerId="ADAL" clId="{D2AB558C-B287-0E4C-B0EF-0997FE43DA8E}" dt="2023-08-21T05:53:33.755" v="201" actId="20577"/>
        <pc:sldMkLst>
          <pc:docMk/>
          <pc:sldMk cId="1155164747" sldId="598"/>
        </pc:sldMkLst>
        <pc:spChg chg="mod">
          <ac:chgData name="Hieu Do" userId="8091c26b-a61d-4e97-addd-a670c191ef7c" providerId="ADAL" clId="{D2AB558C-B287-0E4C-B0EF-0997FE43DA8E}" dt="2023-08-21T05:53:33.755" v="201" actId="20577"/>
          <ac:spMkLst>
            <pc:docMk/>
            <pc:sldMk cId="1155164747" sldId="598"/>
            <ac:spMk id="17" creationId="{039EC573-0CA4-FB77-39B1-125441497E9A}"/>
          </ac:spMkLst>
        </pc:spChg>
      </pc:sldChg>
      <pc:sldChg chg="add del">
        <pc:chgData name="Hieu Do" userId="8091c26b-a61d-4e97-addd-a670c191ef7c" providerId="ADAL" clId="{D2AB558C-B287-0E4C-B0EF-0997FE43DA8E}" dt="2023-08-21T05:52:43.270" v="195" actId="2696"/>
        <pc:sldMkLst>
          <pc:docMk/>
          <pc:sldMk cId="1829602272" sldId="602"/>
        </pc:sldMkLst>
      </pc:sldChg>
    </pc:docChg>
  </pc:docChgLst>
  <pc:docChgLst>
    <pc:chgData name="Hieu Do" userId="8091c26b-a61d-4e97-addd-a670c191ef7c" providerId="ADAL" clId="{0ECF39FF-CFDB-AE47-85CE-E1B366B68B64}"/>
    <pc:docChg chg="undo custSel modSld">
      <pc:chgData name="Hieu Do" userId="8091c26b-a61d-4e97-addd-a670c191ef7c" providerId="ADAL" clId="{0ECF39FF-CFDB-AE47-85CE-E1B366B68B64}" dt="2022-06-20T01:59:52.594" v="87" actId="20577"/>
      <pc:docMkLst>
        <pc:docMk/>
      </pc:docMkLst>
      <pc:sldChg chg="modSp mod">
        <pc:chgData name="Hieu Do" userId="8091c26b-a61d-4e97-addd-a670c191ef7c" providerId="ADAL" clId="{0ECF39FF-CFDB-AE47-85CE-E1B366B68B64}" dt="2022-06-20T01:59:52.594" v="87" actId="20577"/>
        <pc:sldMkLst>
          <pc:docMk/>
          <pc:sldMk cId="3555926662" sldId="547"/>
        </pc:sldMkLst>
        <pc:spChg chg="mod">
          <ac:chgData name="Hieu Do" userId="8091c26b-a61d-4e97-addd-a670c191ef7c" providerId="ADAL" clId="{0ECF39FF-CFDB-AE47-85CE-E1B366B68B64}" dt="2022-06-20T01:59:52.594" v="87" actId="20577"/>
          <ac:spMkLst>
            <pc:docMk/>
            <pc:sldMk cId="3555926662" sldId="547"/>
            <ac:spMk id="11" creationId="{00000000-0000-0000-0000-000000000000}"/>
          </ac:spMkLst>
        </pc:spChg>
        <pc:grpChg chg="mod">
          <ac:chgData name="Hieu Do" userId="8091c26b-a61d-4e97-addd-a670c191ef7c" providerId="ADAL" clId="{0ECF39FF-CFDB-AE47-85CE-E1B366B68B64}" dt="2022-06-20T01:59:13.617" v="67" actId="1076"/>
          <ac:grpSpMkLst>
            <pc:docMk/>
            <pc:sldMk cId="3555926662" sldId="547"/>
            <ac:grpSpMk id="3" creationId="{00000000-0000-0000-0000-000000000000}"/>
          </ac:grpSpMkLst>
        </pc:grpChg>
        <pc:graphicFrameChg chg="mod">
          <ac:chgData name="Hieu Do" userId="8091c26b-a61d-4e97-addd-a670c191ef7c" providerId="ADAL" clId="{0ECF39FF-CFDB-AE47-85CE-E1B366B68B64}" dt="2022-06-20T01:59:03.362" v="66" actId="1076"/>
          <ac:graphicFrameMkLst>
            <pc:docMk/>
            <pc:sldMk cId="3555926662" sldId="547"/>
            <ac:graphicFrameMk id="10" creationId="{00000000-0000-0000-0000-000000000000}"/>
          </ac:graphicFrameMkLst>
        </pc:graphicFrameChg>
      </pc:sldChg>
      <pc:sldChg chg="modSp mod">
        <pc:chgData name="Hieu Do" userId="8091c26b-a61d-4e97-addd-a670c191ef7c" providerId="ADAL" clId="{0ECF39FF-CFDB-AE47-85CE-E1B366B68B64}" dt="2022-06-20T01:57:31.010" v="36" actId="20577"/>
        <pc:sldMkLst>
          <pc:docMk/>
          <pc:sldMk cId="2972956599" sldId="548"/>
        </pc:sldMkLst>
        <pc:spChg chg="mod">
          <ac:chgData name="Hieu Do" userId="8091c26b-a61d-4e97-addd-a670c191ef7c" providerId="ADAL" clId="{0ECF39FF-CFDB-AE47-85CE-E1B366B68B64}" dt="2022-06-20T01:57:31.010" v="36" actId="20577"/>
          <ac:spMkLst>
            <pc:docMk/>
            <pc:sldMk cId="2972956599" sldId="548"/>
            <ac:spMk id="6" creationId="{00000000-0000-0000-0000-000000000000}"/>
          </ac:spMkLst>
        </pc:spChg>
      </pc:sldChg>
      <pc:sldChg chg="modSp mod">
        <pc:chgData name="Hieu Do" userId="8091c26b-a61d-4e97-addd-a670c191ef7c" providerId="ADAL" clId="{0ECF39FF-CFDB-AE47-85CE-E1B366B68B64}" dt="2022-06-20T01:58:17.425" v="37" actId="167"/>
        <pc:sldMkLst>
          <pc:docMk/>
          <pc:sldMk cId="3808147081" sldId="555"/>
        </pc:sldMkLst>
        <pc:grpChg chg="mod">
          <ac:chgData name="Hieu Do" userId="8091c26b-a61d-4e97-addd-a670c191ef7c" providerId="ADAL" clId="{0ECF39FF-CFDB-AE47-85CE-E1B366B68B64}" dt="2022-06-20T01:44:16.133" v="27" actId="166"/>
          <ac:grpSpMkLst>
            <pc:docMk/>
            <pc:sldMk cId="3808147081" sldId="555"/>
            <ac:grpSpMk id="10" creationId="{00000000-0000-0000-0000-000000000000}"/>
          </ac:grpSpMkLst>
        </pc:grpChg>
        <pc:picChg chg="mod">
          <ac:chgData name="Hieu Do" userId="8091c26b-a61d-4e97-addd-a670c191ef7c" providerId="ADAL" clId="{0ECF39FF-CFDB-AE47-85CE-E1B366B68B64}" dt="2022-06-20T01:58:17.425" v="37" actId="167"/>
          <ac:picMkLst>
            <pc:docMk/>
            <pc:sldMk cId="3808147081" sldId="555"/>
            <ac:picMk id="6" creationId="{00000000-0000-0000-0000-000000000000}"/>
          </ac:picMkLst>
        </pc:picChg>
      </pc:sldChg>
      <pc:sldChg chg="modSp">
        <pc:chgData name="Hieu Do" userId="8091c26b-a61d-4e97-addd-a670c191ef7c" providerId="ADAL" clId="{0ECF39FF-CFDB-AE47-85CE-E1B366B68B64}" dt="2022-06-20T01:42:51.695" v="15" actId="1038"/>
        <pc:sldMkLst>
          <pc:docMk/>
          <pc:sldMk cId="44966325" sldId="559"/>
        </pc:sldMkLst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22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23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35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36" creationId="{00000000-0000-0000-0000-000000000000}"/>
          </ac:spMkLst>
        </pc:s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8" creationId="{00000000-0000-0000-0000-000000000000}"/>
          </ac:grpSpMkLst>
        </pc:gr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33" creationId="{00000000-0000-0000-0000-000000000000}"/>
          </ac:grpSpMkLst>
        </pc:gr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46" creationId="{00000000-0000-0000-0000-000000000000}"/>
          </ac:grpSpMkLst>
        </pc:grp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20" creationId="{00000000-0000-0000-0000-000000000000}"/>
          </ac:picMkLst>
        </pc:pic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34" creationId="{00000000-0000-0000-0000-000000000000}"/>
          </ac:picMkLst>
        </pc:pic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41" creationId="{00000000-0000-0000-0000-000000000000}"/>
          </ac:picMkLst>
        </pc:pic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21" creationId="{00000000-0000-0000-0000-000000000000}"/>
          </ac:cxnSpMkLst>
        </pc:cxn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24" creationId="{00000000-0000-0000-0000-000000000000}"/>
          </ac:cxnSpMkLst>
        </pc:cxn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37" creationId="{00000000-0000-0000-0000-000000000000}"/>
          </ac:cxnSpMkLst>
        </pc:cxnChg>
      </pc:sldChg>
    </pc:docChg>
  </pc:docChgLst>
  <pc:docChgLst>
    <pc:chgData name="Hieu Do" userId="8091c26b-a61d-4e97-addd-a670c191ef7c" providerId="ADAL" clId="{E0DE877B-C8B3-234C-9E2E-B7AF81B096EC}"/>
    <pc:docChg chg="undo custSel addSld delSld modSld">
      <pc:chgData name="Hieu Do" userId="8091c26b-a61d-4e97-addd-a670c191ef7c" providerId="ADAL" clId="{E0DE877B-C8B3-234C-9E2E-B7AF81B096EC}" dt="2023-01-01T09:47:43.834" v="12" actId="2696"/>
      <pc:docMkLst>
        <pc:docMk/>
      </pc:docMkLst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2768806146" sldId="277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618993520" sldId="278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3591771067" sldId="279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487538905" sldId="280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4016258960" sldId="281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66833186" sldId="282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1813083638" sldId="283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1378421334" sldId="284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1658064941" sldId="285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925640481" sldId="286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2883150786" sldId="287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1162314760" sldId="288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1826251562" sldId="289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230973569" sldId="291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400124470" sldId="293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325928077" sldId="294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791372997" sldId="295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3016987439" sldId="296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3706869937" sldId="297"/>
        </pc:sldMkLst>
      </pc:sldChg>
      <pc:sldChg chg="add">
        <pc:chgData name="Hieu Do" userId="8091c26b-a61d-4e97-addd-a670c191ef7c" providerId="ADAL" clId="{E0DE877B-C8B3-234C-9E2E-B7AF81B096EC}" dt="2023-01-01T05:44:57.103" v="2"/>
        <pc:sldMkLst>
          <pc:docMk/>
          <pc:sldMk cId="3926558707" sldId="298"/>
        </pc:sldMkLst>
      </pc:sldChg>
      <pc:sldChg chg="del">
        <pc:chgData name="Hieu Do" userId="8091c26b-a61d-4e97-addd-a670c191ef7c" providerId="ADAL" clId="{E0DE877B-C8B3-234C-9E2E-B7AF81B096EC}" dt="2023-01-01T09:47:43.834" v="12" actId="2696"/>
        <pc:sldMkLst>
          <pc:docMk/>
          <pc:sldMk cId="3808147081" sldId="555"/>
        </pc:sldMkLst>
      </pc:sldChg>
      <pc:sldChg chg="del">
        <pc:chgData name="Hieu Do" userId="8091c26b-a61d-4e97-addd-a670c191ef7c" providerId="ADAL" clId="{E0DE877B-C8B3-234C-9E2E-B7AF81B096EC}" dt="2023-01-01T09:46:51.033" v="11" actId="2696"/>
        <pc:sldMkLst>
          <pc:docMk/>
          <pc:sldMk cId="3166484182" sldId="556"/>
        </pc:sldMkLst>
      </pc:sldChg>
      <pc:sldChg chg="addSp modSp add mod">
        <pc:chgData name="Hieu Do" userId="8091c26b-a61d-4e97-addd-a670c191ef7c" providerId="ADAL" clId="{E0DE877B-C8B3-234C-9E2E-B7AF81B096EC}" dt="2023-01-01T08:42:32.715" v="10" actId="1076"/>
        <pc:sldMkLst>
          <pc:docMk/>
          <pc:sldMk cId="840566780" sldId="599"/>
        </pc:sldMkLst>
        <pc:spChg chg="mod">
          <ac:chgData name="Hieu Do" userId="8091c26b-a61d-4e97-addd-a670c191ef7c" providerId="ADAL" clId="{E0DE877B-C8B3-234C-9E2E-B7AF81B096EC}" dt="2023-01-01T05:45:21.614" v="6" actId="27636"/>
          <ac:spMkLst>
            <pc:docMk/>
            <pc:sldMk cId="840566780" sldId="599"/>
            <ac:spMk id="2" creationId="{8419AFB7-2A9A-49A4-A9B3-704D1B3C6718}"/>
          </ac:spMkLst>
        </pc:spChg>
        <pc:spChg chg="add mod">
          <ac:chgData name="Hieu Do" userId="8091c26b-a61d-4e97-addd-a670c191ef7c" providerId="ADAL" clId="{E0DE877B-C8B3-234C-9E2E-B7AF81B096EC}" dt="2023-01-01T08:42:32.715" v="10" actId="1076"/>
          <ac:spMkLst>
            <pc:docMk/>
            <pc:sldMk cId="840566780" sldId="599"/>
            <ac:spMk id="3" creationId="{E4526461-7AE7-C3D9-33D9-898366E9F796}"/>
          </ac:spMkLst>
        </pc:spChg>
      </pc:sldChg>
      <pc:sldChg chg="add del">
        <pc:chgData name="Hieu Do" userId="8091c26b-a61d-4e97-addd-a670c191ef7c" providerId="ADAL" clId="{E0DE877B-C8B3-234C-9E2E-B7AF81B096EC}" dt="2023-01-01T05:44:53.325" v="1" actId="2890"/>
        <pc:sldMkLst>
          <pc:docMk/>
          <pc:sldMk cId="903441371" sldId="599"/>
        </pc:sldMkLst>
      </pc:sldChg>
    </pc:docChg>
  </pc:docChgLst>
  <pc:docChgLst>
    <pc:chgData name="Hieu Do" userId="8091c26b-a61d-4e97-addd-a670c191ef7c" providerId="ADAL" clId="{5468AECA-CAE1-8D4F-9FA4-1A6284E84271}"/>
    <pc:docChg chg="custSel modSld sldOrd">
      <pc:chgData name="Hieu Do" userId="8091c26b-a61d-4e97-addd-a670c191ef7c" providerId="ADAL" clId="{5468AECA-CAE1-8D4F-9FA4-1A6284E84271}" dt="2022-09-19T09:01:13.443" v="50"/>
      <pc:docMkLst>
        <pc:docMk/>
      </pc:docMkLst>
      <pc:sldChg chg="addSp delSp modSp mod delAnim modAnim">
        <pc:chgData name="Hieu Do" userId="8091c26b-a61d-4e97-addd-a670c191ef7c" providerId="ADAL" clId="{5468AECA-CAE1-8D4F-9FA4-1A6284E84271}" dt="2022-09-19T09:01:13.443" v="50"/>
        <pc:sldMkLst>
          <pc:docMk/>
          <pc:sldMk cId="898695266" sldId="563"/>
        </pc:sldMkLst>
        <pc:spChg chg="add mod">
          <ac:chgData name="Hieu Do" userId="8091c26b-a61d-4e97-addd-a670c191ef7c" providerId="ADAL" clId="{5468AECA-CAE1-8D4F-9FA4-1A6284E84271}" dt="2022-09-19T09:00:50.563" v="49" actId="1038"/>
          <ac:spMkLst>
            <pc:docMk/>
            <pc:sldMk cId="898695266" sldId="563"/>
            <ac:spMk id="2" creationId="{44FB8333-24DF-A6BA-E17B-96B8D29F0129}"/>
          </ac:spMkLst>
        </pc:spChg>
        <pc:spChg chg="mod topLvl">
          <ac:chgData name="Hieu Do" userId="8091c26b-a61d-4e97-addd-a670c191ef7c" providerId="ADAL" clId="{5468AECA-CAE1-8D4F-9FA4-1A6284E84271}" dt="2022-09-19T08:59:35.418" v="30" actId="20577"/>
          <ac:spMkLst>
            <pc:docMk/>
            <pc:sldMk cId="898695266" sldId="563"/>
            <ac:spMk id="12" creationId="{AD51AD0F-9B42-FCE5-919C-75976E6775AA}"/>
          </ac:spMkLst>
        </pc:spChg>
        <pc:spChg chg="del topLvl">
          <ac:chgData name="Hieu Do" userId="8091c26b-a61d-4e97-addd-a670c191ef7c" providerId="ADAL" clId="{5468AECA-CAE1-8D4F-9FA4-1A6284E84271}" dt="2022-09-19T08:59:30.512" v="28" actId="478"/>
          <ac:spMkLst>
            <pc:docMk/>
            <pc:sldMk cId="898695266" sldId="563"/>
            <ac:spMk id="21" creationId="{00000000-0000-0000-0000-000000000000}"/>
          </ac:spMkLst>
        </pc:spChg>
        <pc:grpChg chg="del">
          <ac:chgData name="Hieu Do" userId="8091c26b-a61d-4e97-addd-a670c191ef7c" providerId="ADAL" clId="{5468AECA-CAE1-8D4F-9FA4-1A6284E84271}" dt="2022-09-19T08:59:30.512" v="28" actId="478"/>
          <ac:grpSpMkLst>
            <pc:docMk/>
            <pc:sldMk cId="898695266" sldId="563"/>
            <ac:grpSpMk id="6" creationId="{00000000-0000-0000-0000-000000000000}"/>
          </ac:grpSpMkLst>
        </pc:grpChg>
      </pc:sldChg>
      <pc:sldChg chg="modSp mod ord">
        <pc:chgData name="Hieu Do" userId="8091c26b-a61d-4e97-addd-a670c191ef7c" providerId="ADAL" clId="{5468AECA-CAE1-8D4F-9FA4-1A6284E84271}" dt="2022-08-30T11:39:45.585" v="27" actId="1036"/>
        <pc:sldMkLst>
          <pc:docMk/>
          <pc:sldMk cId="3113369776" sldId="578"/>
        </pc:sldMkLst>
        <pc:spChg chg="mod">
          <ac:chgData name="Hieu Do" userId="8091c26b-a61d-4e97-addd-a670c191ef7c" providerId="ADAL" clId="{5468AECA-CAE1-8D4F-9FA4-1A6284E84271}" dt="2022-08-30T11:39:22.966" v="5" actId="1035"/>
          <ac:spMkLst>
            <pc:docMk/>
            <pc:sldMk cId="3113369776" sldId="578"/>
            <ac:spMk id="6" creationId="{4142352F-FC7E-4B9F-9637-BBAFCD43BF79}"/>
          </ac:spMkLst>
        </pc:spChg>
        <pc:spChg chg="mod">
          <ac:chgData name="Hieu Do" userId="8091c26b-a61d-4e97-addd-a670c191ef7c" providerId="ADAL" clId="{5468AECA-CAE1-8D4F-9FA4-1A6284E84271}" dt="2022-08-30T11:39:45.585" v="27" actId="1036"/>
          <ac:spMkLst>
            <pc:docMk/>
            <pc:sldMk cId="3113369776" sldId="578"/>
            <ac:spMk id="8" creationId="{C0BF185D-122F-664A-B224-791C0742C5EA}"/>
          </ac:spMkLst>
        </pc:spChg>
        <pc:graphicFrameChg chg="mod modGraphic">
          <ac:chgData name="Hieu Do" userId="8091c26b-a61d-4e97-addd-a670c191ef7c" providerId="ADAL" clId="{5468AECA-CAE1-8D4F-9FA4-1A6284E84271}" dt="2022-08-30T11:39:42.167" v="22" actId="1036"/>
          <ac:graphicFrameMkLst>
            <pc:docMk/>
            <pc:sldMk cId="3113369776" sldId="578"/>
            <ac:graphicFrameMk id="9" creationId="{2C065A8E-95F1-154A-B3E4-EF644860FF95}"/>
          </ac:graphicFrameMkLst>
        </pc:graphicFrame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38C8E-03B8-4368-86A2-3F9C4FBD9FE4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C663B-431B-423B-9A93-E685BED1D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744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95A99-AFDC-4489-AD5A-232A2B8B5E9F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77909-1D86-4682-89B5-4CE904D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3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9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00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81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14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74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34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9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45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68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05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03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0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07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998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61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594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864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033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594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408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830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900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592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787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850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5834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340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927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448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65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71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692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552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62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17A66-7196-4C84-BBB2-CA73672618B6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3513-0F9E-43EB-89A4-D9AE8DDAC043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A7EA-CC7C-4398-AFC7-D25B506E424B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4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408A-A315-4CDF-8E0E-95F46864F100}" type="datetime1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3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7088-E694-4A1C-A3F1-541B68AEB691}" type="datetime1">
              <a:rPr lang="en-US" smtClean="0"/>
              <a:t>10/6/2023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1F3D-CE55-4CE9-A057-45171E04E0AD}" type="datetime1">
              <a:rPr lang="en-US" smtClean="0"/>
              <a:t>10/6/2023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B77DF-599A-4B91-B412-44B30AFAC672}" type="datetime1">
              <a:rPr lang="en-US" smtClean="0"/>
              <a:t>10/6/2023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2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CCED-B603-48AC-9C36-5B8DDA8ED4F0}" type="datetime1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6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C8C3-C964-4CC9-B864-27C034D90A92}" type="datetime1">
              <a:rPr lang="en-US" smtClean="0"/>
              <a:t>10/6/2023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0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8042-F3E1-4971-9A68-5CC7D80BFD79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3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22B7-44FB-432C-A03F-62DA8464667C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5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11D6C-011E-4005-9578-EB92E29D72B9}" type="datetime1">
              <a:rPr lang="en-US" smtClean="0"/>
              <a:t>10/6/2023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7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5.png"/><Relationship Id="rId11" Type="http://schemas.openxmlformats.org/officeDocument/2006/relationships/image" Target="../media/image34.wmf"/><Relationship Id="rId5" Type="http://schemas.openxmlformats.org/officeDocument/2006/relationships/image" Target="../media/image35.png"/><Relationship Id="rId10" Type="http://schemas.openxmlformats.org/officeDocument/2006/relationships/oleObject" Target="../embeddings/oleObject1.bin"/><Relationship Id="rId4" Type="http://schemas.openxmlformats.org/officeDocument/2006/relationships/image" Target="../media/image350.png"/><Relationship Id="rId9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hyperlink" Target="https://vi.wikipedia.org/wiki/Ph%C3%A2n_t%E1%BB%AD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vi.wikipedia.org/wiki/Nguy%C3%AAn_t%E1%BB%AD" TargetMode="External"/><Relationship Id="rId5" Type="http://schemas.openxmlformats.org/officeDocument/2006/relationships/hyperlink" Target="https://vi.wikipedia.org/wiki/Li%C3%AAn_k%E1%BA%BFt_h%C3%B3a_h%E1%BB%8Dc" TargetMode="Externa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0.png"/><Relationship Id="rId4" Type="http://schemas.openxmlformats.org/officeDocument/2006/relationships/image" Target="../media/image39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F4A910-118B-E89E-555C-15918BF29739}"/>
              </a:ext>
            </a:extLst>
          </p:cNvPr>
          <p:cNvSpPr/>
          <p:nvPr/>
        </p:nvSpPr>
        <p:spPr>
          <a:xfrm>
            <a:off x="0" y="6184234"/>
            <a:ext cx="12192000" cy="64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2" name="Rectangle 41"/>
          <p:cNvSpPr/>
          <p:nvPr/>
        </p:nvSpPr>
        <p:spPr>
          <a:xfrm>
            <a:off x="-1" y="2527824"/>
            <a:ext cx="12192000" cy="1354217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Chương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2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Hệ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thống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tuần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hoàn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và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Tính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chất</a:t>
            </a:r>
            <a:endParaRPr lang="vi-VN" sz="3600" b="1" dirty="0">
              <a:solidFill>
                <a:schemeClr val="bg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" y="-2"/>
            <a:ext cx="1201458" cy="1188720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412708" y="1372594"/>
            <a:ext cx="9366583" cy="681474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Cương</a:t>
            </a:r>
            <a:endParaRPr 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480215" y="122231"/>
            <a:ext cx="9366583" cy="10878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Vô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136317" y="4461966"/>
            <a:ext cx="813646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 err="1"/>
              <a:t>Kỷ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niệm</a:t>
            </a:r>
            <a:r>
              <a:rPr lang="en-US" altLang="en-US" sz="2400" dirty="0"/>
              <a:t> 150 </a:t>
            </a:r>
            <a:r>
              <a:rPr lang="en-US" altLang="en-US" sz="2400" dirty="0" err="1"/>
              <a:t>năm</a:t>
            </a:r>
            <a:r>
              <a:rPr lang="en-US" altLang="en-US" sz="2400" dirty="0"/>
              <a:t> (1869 - 2019) </a:t>
            </a:r>
            <a:r>
              <a:rPr lang="en-US" altLang="en-US" sz="2400" dirty="0" err="1"/>
              <a:t>bảng</a:t>
            </a:r>
            <a:r>
              <a:rPr lang="en-US" altLang="en-US" sz="2400" dirty="0"/>
              <a:t> HTTH, </a:t>
            </a:r>
            <a:r>
              <a:rPr lang="en-US" altLang="en-US" sz="2400" i="1" dirty="0"/>
              <a:t>UNESCO</a:t>
            </a:r>
            <a:r>
              <a:rPr lang="en-US" altLang="en-US" sz="2400" b="1" i="1" dirty="0"/>
              <a:t> </a:t>
            </a:r>
            <a:r>
              <a:rPr lang="en-US" altLang="en-US" sz="2400" i="1" dirty="0" err="1"/>
              <a:t>nhận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định</a:t>
            </a:r>
            <a:r>
              <a:rPr lang="en-US" altLang="en-US" sz="2400" i="1" dirty="0"/>
              <a:t>: </a:t>
            </a:r>
            <a:r>
              <a:rPr lang="en-US" altLang="en-US" sz="2400" i="1" dirty="0">
                <a:solidFill>
                  <a:srgbClr val="0000FF"/>
                </a:solidFill>
              </a:rPr>
              <a:t>“</a:t>
            </a:r>
            <a:r>
              <a:rPr lang="en-US" altLang="en-US" sz="2400" i="1" dirty="0" err="1">
                <a:solidFill>
                  <a:srgbClr val="0000FF"/>
                </a:solidFill>
              </a:rPr>
              <a:t>Bảng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tuần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hoàn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các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nguyên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tố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hóa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học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là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một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cửa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sổ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trên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vũ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trụ</a:t>
            </a:r>
            <a:r>
              <a:rPr lang="en-US" altLang="en-US" sz="2400" i="1" dirty="0">
                <a:solidFill>
                  <a:srgbClr val="0000FF"/>
                </a:solidFill>
              </a:rPr>
              <a:t>, </a:t>
            </a:r>
            <a:r>
              <a:rPr lang="en-US" altLang="en-US" sz="2400" i="1" dirty="0" err="1">
                <a:solidFill>
                  <a:srgbClr val="0000FF"/>
                </a:solidFill>
              </a:rPr>
              <a:t>giúp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mở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rộng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hiểu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biết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của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chúng</a:t>
            </a:r>
            <a:r>
              <a:rPr lang="en-US" altLang="en-US" sz="2400" i="1" dirty="0">
                <a:solidFill>
                  <a:srgbClr val="0000FF"/>
                </a:solidFill>
              </a:rPr>
              <a:t> ta </a:t>
            </a:r>
            <a:r>
              <a:rPr lang="en-US" altLang="en-US" sz="2400" i="1" dirty="0" err="1">
                <a:solidFill>
                  <a:srgbClr val="0000FF"/>
                </a:solidFill>
              </a:rPr>
              <a:t>về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thế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giới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xung</a:t>
            </a:r>
            <a:r>
              <a:rPr lang="en-US" altLang="en-US" sz="2400" i="1" dirty="0">
                <a:solidFill>
                  <a:srgbClr val="0000FF"/>
                </a:solidFill>
              </a:rPr>
              <a:t> </a:t>
            </a:r>
            <a:r>
              <a:rPr lang="en-US" altLang="en-US" sz="2400" i="1" dirty="0" err="1">
                <a:solidFill>
                  <a:srgbClr val="0000FF"/>
                </a:solidFill>
              </a:rPr>
              <a:t>quanh</a:t>
            </a:r>
            <a:r>
              <a:rPr lang="en-US" altLang="en-US" sz="2400" i="1" dirty="0">
                <a:solidFill>
                  <a:srgbClr val="0000FF"/>
                </a:solidFill>
              </a:rPr>
              <a:t>”.</a:t>
            </a:r>
          </a:p>
        </p:txBody>
      </p:sp>
      <p:pic>
        <p:nvPicPr>
          <p:cNvPr id="11" name="Picture 4" descr="All images are by Damon Kowarsky and Hyunju Kim, and were commissioned by Quantum Victoria as part of a hexagon installation launched on 18 July 2019 at Quantum Victoria.&#10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2535" y="3969381"/>
            <a:ext cx="2654665" cy="2308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8559799" y="6331259"/>
            <a:ext cx="3632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400" dirty="0"/>
              <a:t>   </a:t>
            </a:r>
            <a:r>
              <a:rPr lang="en-US" altLang="en-US" sz="2800" b="1" dirty="0"/>
              <a:t>Dimitri Mendeleev </a:t>
            </a:r>
          </a:p>
        </p:txBody>
      </p:sp>
    </p:spTree>
    <p:extLst>
      <p:ext uri="{BB962C8B-B14F-4D97-AF65-F5344CB8AC3E}">
        <p14:creationId xmlns:p14="http://schemas.microsoft.com/office/powerpoint/2010/main" val="2175107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289415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7" name="Rectangle 6"/>
          <p:cNvSpPr/>
          <p:nvPr/>
        </p:nvSpPr>
        <p:spPr>
          <a:xfrm>
            <a:off x="73261" y="939815"/>
            <a:ext cx="5487925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endParaRPr lang="en-US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61963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Mendeleew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61963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03539" y="2586714"/>
            <a:ext cx="6690984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(HTTH) </a:t>
            </a:r>
          </a:p>
          <a:p>
            <a:pPr indent="461963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NTHH</a:t>
            </a:r>
          </a:p>
          <a:p>
            <a:pPr indent="461963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HTTH</a:t>
            </a:r>
            <a:endParaRPr lang="en-US" sz="28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4447" y="4125597"/>
            <a:ext cx="791695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HTHH</a:t>
            </a:r>
          </a:p>
          <a:p>
            <a:pPr indent="461963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</a:t>
            </a:r>
          </a:p>
          <a:p>
            <a:pPr indent="461963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61963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</a:t>
            </a:r>
          </a:p>
          <a:p>
            <a:pPr indent="461963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65364" y="6229306"/>
            <a:ext cx="35269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oxi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225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HTTH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gì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37994" y="1260105"/>
            <a:ext cx="577177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HTTH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liệt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ngtố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0D7F51-26E4-DF54-1046-0A722254B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0520"/>
            <a:ext cx="6045592" cy="531347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954754" y="3007882"/>
            <a:ext cx="34394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54754" y="3975356"/>
            <a:ext cx="34394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54754" y="4942831"/>
            <a:ext cx="51383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0199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tuần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hoàn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9" y="814176"/>
            <a:ext cx="4978070" cy="60438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283149" y="1052890"/>
            <a:ext cx="680911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Mendeleew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Rectangle 8"/>
          <p:cNvSpPr/>
          <p:nvPr/>
        </p:nvSpPr>
        <p:spPr>
          <a:xfrm>
            <a:off x="5549605" y="2451093"/>
            <a:ext cx="643726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1963" algn="just">
              <a:lnSpc>
                <a:spcPct val="150000"/>
              </a:lnSpc>
              <a:spcAft>
                <a:spcPts val="600"/>
              </a:spcAft>
            </a:pP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đơn-hợp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thiên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sz="2800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62500" y="3964903"/>
            <a:ext cx="732976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4825" lvl="4" indent="528638" algn="just">
              <a:lnSpc>
                <a:spcPct val="150000"/>
              </a:lnSpc>
              <a:buFontTx/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Theo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alt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258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altLang="zh-TW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altLang="zh-TW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HTTH</a:t>
            </a:r>
            <a:r>
              <a:rPr lang="en-US" altLang="zh-TW" sz="3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36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8322" y="679601"/>
            <a:ext cx="12052121" cy="5000254"/>
            <a:chOff x="72170" y="687555"/>
            <a:chExt cx="12052121" cy="5000254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170" y="687555"/>
              <a:ext cx="12052121" cy="5000254"/>
            </a:xfrm>
            <a:prstGeom prst="rect">
              <a:avLst/>
            </a:prstGeom>
          </p:spPr>
        </p:pic>
        <p:sp>
          <p:nvSpPr>
            <p:cNvPr id="10" name="Curved Up Arrow 9"/>
            <p:cNvSpPr/>
            <p:nvPr/>
          </p:nvSpPr>
          <p:spPr>
            <a:xfrm rot="16200000">
              <a:off x="2627368" y="4167220"/>
              <a:ext cx="1120156" cy="317538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Curved Up Arrow 42"/>
            <p:cNvSpPr/>
            <p:nvPr/>
          </p:nvSpPr>
          <p:spPr>
            <a:xfrm rot="16200000">
              <a:off x="2552134" y="4643325"/>
              <a:ext cx="1335521" cy="382433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3196424" y="3371353"/>
              <a:ext cx="3482672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3205697" y="3786144"/>
              <a:ext cx="3482672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3197750" y="4255274"/>
              <a:ext cx="3482672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8301162" y="2567830"/>
              <a:ext cx="2259495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8301162" y="2957793"/>
              <a:ext cx="2259495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>
              <a:off x="8301161" y="3375328"/>
              <a:ext cx="2259495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8301161" y="3799922"/>
              <a:ext cx="2259495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8301161" y="4216413"/>
              <a:ext cx="2259495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510390" y="4620096"/>
            <a:ext cx="6337411" cy="870783"/>
            <a:chOff x="3510390" y="4620096"/>
            <a:chExt cx="6337411" cy="870783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E1FED3E-2286-A340-FC20-68B4D64E8308}"/>
                </a:ext>
              </a:extLst>
            </p:cNvPr>
            <p:cNvSpPr/>
            <p:nvPr/>
          </p:nvSpPr>
          <p:spPr>
            <a:xfrm>
              <a:off x="3510390" y="4620096"/>
              <a:ext cx="633741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2400" b="1" u="sng" dirty="0">
                  <a:latin typeface="Arial" charset="0"/>
                  <a:cs typeface="Arial" charset="0"/>
                </a:rPr>
                <a:t>Chu </a:t>
              </a:r>
              <a:r>
                <a:rPr lang="en-US" sz="2400" b="1" u="sng" dirty="0" err="1" smtClean="0">
                  <a:latin typeface="Arial" charset="0"/>
                  <a:cs typeface="Arial" charset="0"/>
                </a:rPr>
                <a:t>kỳ</a:t>
              </a:r>
              <a:r>
                <a:rPr lang="en-US" sz="2400" b="1" dirty="0" smtClean="0">
                  <a:latin typeface="Arial" charset="0"/>
                  <a:cs typeface="Arial" charset="0"/>
                </a:rPr>
                <a:t>: </a:t>
              </a:r>
              <a:r>
                <a:rPr lang="en-US" sz="2400" dirty="0" smtClean="0">
                  <a:solidFill>
                    <a:srgbClr val="FF0000"/>
                  </a:solidFill>
                  <a:latin typeface="Arial" charset="0"/>
                  <a:cs typeface="Arial" charset="0"/>
                </a:rPr>
                <a:t>Kim </a:t>
              </a:r>
              <a:r>
                <a:rPr lang="en-US" sz="2400" dirty="0" err="1">
                  <a:solidFill>
                    <a:srgbClr val="FF0000"/>
                  </a:solidFill>
                  <a:latin typeface="Arial" charset="0"/>
                  <a:cs typeface="Arial" charset="0"/>
                </a:rPr>
                <a:t>loại</a:t>
              </a:r>
              <a:r>
                <a:rPr lang="en-US" sz="2400" dirty="0">
                  <a:latin typeface="Arial" charset="0"/>
                  <a:cs typeface="Arial" charset="0"/>
                </a:rPr>
                <a:t> ⇢ Phi </a:t>
              </a:r>
              <a:r>
                <a:rPr lang="en-US" sz="2400" dirty="0" err="1">
                  <a:latin typeface="Arial" charset="0"/>
                  <a:cs typeface="Arial" charset="0"/>
                </a:rPr>
                <a:t>kim</a:t>
              </a:r>
              <a:r>
                <a:rPr lang="en-US" sz="2400" dirty="0">
                  <a:latin typeface="Arial" charset="0"/>
                  <a:cs typeface="Arial" charset="0"/>
                </a:rPr>
                <a:t> ⇢ </a:t>
              </a:r>
              <a:r>
                <a:rPr lang="en-US" sz="2400" dirty="0" err="1">
                  <a:solidFill>
                    <a:schemeClr val="accent5"/>
                  </a:solidFill>
                  <a:latin typeface="Arial" charset="0"/>
                  <a:cs typeface="Arial" charset="0"/>
                </a:rPr>
                <a:t>Khí</a:t>
              </a:r>
              <a:r>
                <a:rPr lang="en-US" sz="2400" dirty="0">
                  <a:solidFill>
                    <a:schemeClr val="accent5"/>
                  </a:solidFill>
                  <a:latin typeface="Arial" charset="0"/>
                  <a:cs typeface="Arial" charset="0"/>
                </a:rPr>
                <a:t> </a:t>
              </a:r>
              <a:r>
                <a:rPr lang="en-US" sz="2400" dirty="0" err="1">
                  <a:solidFill>
                    <a:schemeClr val="accent5"/>
                  </a:solidFill>
                  <a:latin typeface="Arial" charset="0"/>
                  <a:cs typeface="Arial" charset="0"/>
                </a:rPr>
                <a:t>trơ</a:t>
              </a:r>
              <a:endParaRPr lang="en-US" sz="2400" dirty="0">
                <a:solidFill>
                  <a:schemeClr val="accent5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426379" y="5029214"/>
              <a:ext cx="332655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Ngoại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trừ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CK 1 (H, He))</a:t>
              </a: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0320" y="4456056"/>
            <a:ext cx="2993481" cy="2401944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1002475" y="5563393"/>
            <a:ext cx="8014304" cy="1078954"/>
            <a:chOff x="1002475" y="5563393"/>
            <a:chExt cx="8014304" cy="1078954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E1FED3E-2286-A340-FC20-68B4D64E8308}"/>
                </a:ext>
              </a:extLst>
            </p:cNvPr>
            <p:cNvSpPr/>
            <p:nvPr/>
          </p:nvSpPr>
          <p:spPr>
            <a:xfrm>
              <a:off x="3479907" y="5563393"/>
              <a:ext cx="55368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2400" b="1" u="sng" dirty="0" err="1">
                  <a:latin typeface="Arial" charset="0"/>
                  <a:cs typeface="Arial" charset="0"/>
                </a:rPr>
                <a:t>Nhóm</a:t>
              </a:r>
              <a:r>
                <a:rPr lang="en-US" sz="2400" b="1" dirty="0">
                  <a:latin typeface="Arial" charset="0"/>
                  <a:cs typeface="Arial" charset="0"/>
                </a:rPr>
                <a:t>: </a:t>
              </a:r>
              <a:r>
                <a:rPr lang="en-US" sz="2400" dirty="0" err="1" smtClean="0">
                  <a:solidFill>
                    <a:srgbClr val="CC00CC"/>
                  </a:solidFill>
                  <a:latin typeface="Arial" charset="0"/>
                  <a:cs typeface="Arial" charset="0"/>
                </a:rPr>
                <a:t>Cùng</a:t>
              </a:r>
              <a:r>
                <a:rPr lang="en-US" sz="2400" dirty="0" smtClean="0">
                  <a:solidFill>
                    <a:srgbClr val="CC00CC"/>
                  </a:solidFill>
                  <a:latin typeface="Arial" charset="0"/>
                  <a:cs typeface="Arial" charset="0"/>
                </a:rPr>
                <a:t> VEs </a:t>
              </a:r>
              <a:r>
                <a:rPr lang="en-US" sz="2400" dirty="0">
                  <a:latin typeface="Arial" charset="0"/>
                  <a:cs typeface="Arial" charset="0"/>
                </a:rPr>
                <a:t>⇢ </a:t>
              </a:r>
              <a:r>
                <a:rPr lang="en-US" sz="2400" dirty="0" smtClean="0">
                  <a:solidFill>
                    <a:srgbClr val="00B050"/>
                  </a:solidFill>
                  <a:latin typeface="Arial" charset="0"/>
                  <a:cs typeface="Arial" charset="0"/>
                </a:rPr>
                <a:t>Giống </a:t>
              </a:r>
              <a:r>
                <a:rPr lang="en-US" sz="2400" dirty="0" err="1" smtClean="0">
                  <a:solidFill>
                    <a:srgbClr val="00B050"/>
                  </a:solidFill>
                  <a:latin typeface="Arial" charset="0"/>
                  <a:cs typeface="Arial" charset="0"/>
                </a:rPr>
                <a:t>tính</a:t>
              </a:r>
              <a:r>
                <a:rPr lang="en-US" sz="2400" dirty="0" smtClean="0">
                  <a:solidFill>
                    <a:srgbClr val="00B050"/>
                  </a:solidFill>
                  <a:latin typeface="Arial" charset="0"/>
                  <a:cs typeface="Arial" charset="0"/>
                </a:rPr>
                <a:t> </a:t>
              </a:r>
              <a:r>
                <a:rPr lang="en-US" sz="2400" dirty="0" err="1" smtClean="0">
                  <a:solidFill>
                    <a:srgbClr val="00B050"/>
                  </a:solidFill>
                  <a:latin typeface="Arial" charset="0"/>
                  <a:cs typeface="Arial" charset="0"/>
                </a:rPr>
                <a:t>chất</a:t>
              </a:r>
              <a:r>
                <a:rPr lang="en-US" sz="2400" dirty="0" smtClean="0">
                  <a:solidFill>
                    <a:srgbClr val="00B050"/>
                  </a:solidFill>
                  <a:latin typeface="Arial" charset="0"/>
                  <a:cs typeface="Arial" charset="0"/>
                </a:rPr>
                <a:t>   </a:t>
              </a:r>
              <a:endParaRPr lang="en-US" sz="2400" dirty="0">
                <a:solidFill>
                  <a:srgbClr val="00B05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02475" y="6180682"/>
              <a:ext cx="78390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1A: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K/l </a:t>
              </a:r>
              <a:r>
                <a:rPr lang="en-US" sz="2400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kiềm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; </a:t>
              </a:r>
              <a:r>
                <a:rPr lang="en-US" sz="2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2A: 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K/l </a:t>
              </a:r>
              <a:r>
                <a:rPr lang="en-US" sz="2400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kiềm</a:t>
              </a:r>
              <a:r>
                <a:rPr lang="en-US" sz="2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thổ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; </a:t>
              </a:r>
              <a:r>
                <a:rPr lang="en-US" sz="2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7A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Halogen; </a:t>
              </a:r>
              <a:r>
                <a:rPr lang="en-US" sz="2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8A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2400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Khí</a:t>
              </a:r>
              <a:r>
                <a:rPr lang="en-US" sz="24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tr</a:t>
              </a:r>
              <a:r>
                <a:rPr lang="vi-VN" sz="2400" dirty="0" smtClean="0">
                  <a:cs typeface="Arial" panose="020B0604020202020204" pitchFamily="34" charset="0"/>
                </a:rPr>
                <a:t>ơ</a:t>
              </a:r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56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HTTH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7525" y="1277812"/>
            <a:ext cx="53993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NTHH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</a:t>
            </a:r>
            <a:r>
              <a:rPr lang="en-US" sz="2800" b="1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800" b="1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kiềm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CK1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3" name="Rectangle 2"/>
          <p:cNvSpPr/>
          <p:nvPr/>
        </p:nvSpPr>
        <p:spPr>
          <a:xfrm>
            <a:off x="151680" y="5709125"/>
            <a:ext cx="607767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HTTH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118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Z↑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2" name="Content Placeholder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328" y="1009650"/>
            <a:ext cx="6387844" cy="46093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7525" y="3876273"/>
            <a:ext cx="542223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NTHH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800" b="1" baseline="30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42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(s, p, d, f)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4">
            <a:extLst>
              <a:ext uri="{FF2B5EF4-FFF2-40B4-BE49-F238E27FC236}">
                <a16:creationId xmlns:a16="http://schemas.microsoft.com/office/drawing/2014/main" id="{963FC3DC-A707-0747-821F-4BF02DDF4B91}"/>
              </a:ext>
            </a:extLst>
          </p:cNvPr>
          <p:cNvSpPr/>
          <p:nvPr/>
        </p:nvSpPr>
        <p:spPr>
          <a:xfrm>
            <a:off x="745403" y="1671391"/>
            <a:ext cx="51929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1. </a:t>
            </a:r>
            <a:r>
              <a:rPr lang="en-US" altLang="zh-TW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</a:t>
            </a:r>
            <a:r>
              <a:rPr lang="en-US" altLang="zh-TW" sz="3200" b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guyên</a:t>
            </a:r>
            <a:r>
              <a:rPr lang="en-US" altLang="zh-TW" sz="32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tố</a:t>
            </a:r>
            <a:r>
              <a:rPr lang="en-US" altLang="zh-TW" sz="32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họ</a:t>
            </a:r>
            <a:r>
              <a:rPr lang="en-US" altLang="zh-TW" sz="32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s (n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</a:t>
            </a:r>
            <a:r>
              <a:rPr lang="en-US" altLang="zh-TW" sz="3200" b="1" u="sng" baseline="30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1,2</a:t>
            </a:r>
            <a:r>
              <a:rPr lang="en-US" altLang="zh-TW" sz="32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):</a:t>
            </a:r>
          </a:p>
        </p:txBody>
      </p:sp>
      <p:sp>
        <p:nvSpPr>
          <p:cNvPr id="28" name="矩形 4">
            <a:extLst>
              <a:ext uri="{FF2B5EF4-FFF2-40B4-BE49-F238E27FC236}">
                <a16:creationId xmlns:a16="http://schemas.microsoft.com/office/drawing/2014/main" id="{407C6CF9-EC15-E04A-9855-F2FC33B2E37B}"/>
              </a:ext>
            </a:extLst>
          </p:cNvPr>
          <p:cNvSpPr/>
          <p:nvPr/>
        </p:nvSpPr>
        <p:spPr>
          <a:xfrm>
            <a:off x="745403" y="2935151"/>
            <a:ext cx="58088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2. </a:t>
            </a:r>
            <a:r>
              <a:rPr lang="en-US" altLang="zh-TW" sz="3200" b="1" u="sng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3200" b="1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tố</a:t>
            </a:r>
            <a:r>
              <a:rPr lang="en-US" altLang="zh-TW" sz="3200" b="1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họ</a:t>
            </a:r>
            <a:r>
              <a:rPr lang="en-US" altLang="zh-TW" sz="3200" b="1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p (ns</a:t>
            </a:r>
            <a:r>
              <a:rPr lang="en-US" altLang="zh-TW" sz="3200" b="1" u="sng" baseline="30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3200" b="1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np</a:t>
            </a:r>
            <a:r>
              <a:rPr lang="en-US" altLang="zh-TW" sz="3200" b="1" u="sng" baseline="30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1-6</a:t>
            </a:r>
            <a:r>
              <a:rPr lang="en-US" altLang="zh-TW" sz="3200" b="1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51680" y="933021"/>
            <a:ext cx="11858084" cy="3328671"/>
            <a:chOff x="151680" y="933021"/>
            <a:chExt cx="11858084" cy="3328671"/>
          </a:xfrm>
        </p:grpSpPr>
        <p:sp>
          <p:nvSpPr>
            <p:cNvPr id="23" name="矩形 4">
              <a:extLst>
                <a:ext uri="{FF2B5EF4-FFF2-40B4-BE49-F238E27FC236}">
                  <a16:creationId xmlns:a16="http://schemas.microsoft.com/office/drawing/2014/main" id="{4142352F-FC7E-4B9F-9637-BBAFCD43BF79}"/>
                </a:ext>
              </a:extLst>
            </p:cNvPr>
            <p:cNvSpPr/>
            <p:nvPr/>
          </p:nvSpPr>
          <p:spPr>
            <a:xfrm>
              <a:off x="151680" y="933021"/>
              <a:ext cx="1185808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altLang="zh-TW" sz="32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3200" b="1" u="sng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Họ</a:t>
              </a:r>
              <a:r>
                <a:rPr lang="en-US" altLang="zh-TW" sz="3200" b="1" u="sng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3200" b="1" u="sng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các</a:t>
              </a:r>
              <a:r>
                <a:rPr lang="en-US" altLang="zh-TW" sz="3200" b="1" u="sng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3200" b="1" u="sng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nguyên</a:t>
              </a:r>
              <a:r>
                <a:rPr lang="en-US" altLang="zh-TW" sz="3200" b="1" u="sng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3200" b="1" u="sng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tố</a:t>
              </a:r>
              <a:r>
                <a:rPr lang="en-US" altLang="zh-TW" sz="32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: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là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tên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các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AO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có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e</a:t>
              </a:r>
              <a:r>
                <a:rPr lang="en-US" altLang="zh-TW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-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trên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phân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lớp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cuối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cùng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(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E</a:t>
              </a:r>
              <a:r>
                <a:rPr lang="en-US" altLang="zh-TW" sz="28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n,l</a:t>
              </a:r>
              <a:r>
                <a:rPr lang="en-US" altLang="zh-TW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= max)</a:t>
              </a:r>
              <a:endParaRPr lang="en-US" altLang="zh-TW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</p:txBody>
        </p:sp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34689" y="1621515"/>
              <a:ext cx="4842246" cy="2640177"/>
            </a:xfrm>
            <a:prstGeom prst="rect">
              <a:avLst/>
            </a:prstGeom>
          </p:spPr>
        </p:pic>
      </p:grpSp>
      <p:sp>
        <p:nvSpPr>
          <p:cNvPr id="15" name="矩形 4">
            <a:extLst>
              <a:ext uri="{FF2B5EF4-FFF2-40B4-BE49-F238E27FC236}">
                <a16:creationId xmlns:a16="http://schemas.microsoft.com/office/drawing/2014/main" id="{12D51868-8D5C-D843-87BA-5D4330000AF2}"/>
              </a:ext>
            </a:extLst>
          </p:cNvPr>
          <p:cNvSpPr/>
          <p:nvPr/>
        </p:nvSpPr>
        <p:spPr>
          <a:xfrm>
            <a:off x="745403" y="4405080"/>
            <a:ext cx="95501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3. </a:t>
            </a:r>
            <a:r>
              <a:rPr lang="en-US" altLang="zh-TW" sz="32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32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tố</a:t>
            </a:r>
            <a:r>
              <a:rPr lang="en-US" altLang="zh-TW" sz="32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họ</a:t>
            </a:r>
            <a:r>
              <a:rPr lang="en-US" altLang="zh-TW" sz="32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d ‹ns</a:t>
            </a:r>
            <a:r>
              <a:rPr lang="en-US" altLang="zh-TW" sz="3200" b="1" u="sng" baseline="30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32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(n-1)d</a:t>
            </a:r>
            <a:r>
              <a:rPr lang="en-US" altLang="zh-TW" sz="3200" b="1" u="sng" baseline="30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1-10</a:t>
            </a:r>
            <a:r>
              <a:rPr lang="en-US" altLang="zh-TW" sz="32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›</a:t>
            </a:r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kl </a:t>
            </a:r>
            <a:r>
              <a:rPr lang="en-US" altLang="zh-TW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chuyển</a:t>
            </a:r>
            <a:r>
              <a:rPr lang="en-US" altLang="zh-TW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tiếp</a:t>
            </a:r>
            <a:endParaRPr lang="en-US" altLang="zh-TW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6" name="矩形 4">
            <a:extLst>
              <a:ext uri="{FF2B5EF4-FFF2-40B4-BE49-F238E27FC236}">
                <a16:creationId xmlns:a16="http://schemas.microsoft.com/office/drawing/2014/main" id="{3B24E4A8-4824-3B42-AB90-E26E47581812}"/>
              </a:ext>
            </a:extLst>
          </p:cNvPr>
          <p:cNvSpPr/>
          <p:nvPr/>
        </p:nvSpPr>
        <p:spPr>
          <a:xfrm>
            <a:off x="745403" y="5875010"/>
            <a:ext cx="715292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4. </a:t>
            </a:r>
            <a:r>
              <a:rPr lang="en-US" altLang="zh-TW" sz="3200" b="1" u="sng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3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3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tố</a:t>
            </a:r>
            <a:r>
              <a:rPr lang="en-US" altLang="zh-TW" sz="3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họ</a:t>
            </a:r>
            <a:r>
              <a:rPr lang="en-US" altLang="zh-TW" sz="3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f: (n-2)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f</a:t>
            </a:r>
            <a:r>
              <a:rPr lang="en-US" altLang="zh-TW" sz="3200" b="1" u="sng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1-14</a:t>
            </a:r>
            <a:r>
              <a:rPr lang="en-US" altLang="zh-TW" sz="32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C6299FF-1A4C-6F40-B05D-397BB32A9C3F}"/>
                  </a:ext>
                </a:extLst>
              </p:cNvPr>
              <p:cNvSpPr txBox="1"/>
              <p:nvPr/>
            </p:nvSpPr>
            <p:spPr>
              <a:xfrm>
                <a:off x="1313730" y="2414415"/>
                <a:ext cx="2362920" cy="434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í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ụ: </m:t>
                    </m:r>
                    <m:sPre>
                      <m:sPre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sPre>
                  </m:oMath>
                </a14:m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sz="2800" b="1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C6299FF-1A4C-6F40-B05D-397BB32A9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730" y="2414415"/>
                <a:ext cx="2362920" cy="434991"/>
              </a:xfrm>
              <a:prstGeom prst="rect">
                <a:avLst/>
              </a:prstGeom>
              <a:blipFill rotWithShape="0">
                <a:blip r:embed="rId4"/>
                <a:stretch>
                  <a:fillRect t="-25352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C6299FF-1A4C-6F40-B05D-397BB32A9C3F}"/>
                  </a:ext>
                </a:extLst>
              </p:cNvPr>
              <p:cNvSpPr txBox="1"/>
              <p:nvPr/>
            </p:nvSpPr>
            <p:spPr>
              <a:xfrm>
                <a:off x="1313730" y="3769516"/>
                <a:ext cx="3486870" cy="4423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800" dirty="0" err="1"/>
                  <a:t>Ví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dụ</a:t>
                </a:r>
                <a:r>
                  <a:rPr lang="en-US" sz="2800" dirty="0"/>
                  <a:t>: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sPre>
                  </m:oMath>
                </a14:m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: 1s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2s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C6299FF-1A4C-6F40-B05D-397BB32A9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730" y="3769516"/>
                <a:ext cx="3486870" cy="442301"/>
              </a:xfrm>
              <a:prstGeom prst="rect">
                <a:avLst/>
              </a:prstGeom>
              <a:blipFill rotWithShape="0">
                <a:blip r:embed="rId5"/>
                <a:stretch>
                  <a:fillRect l="-6294" t="-24658" b="-493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C6299FF-1A4C-6F40-B05D-397BB32A9C3F}"/>
                  </a:ext>
                </a:extLst>
              </p:cNvPr>
              <p:cNvSpPr txBox="1"/>
              <p:nvPr/>
            </p:nvSpPr>
            <p:spPr>
              <a:xfrm>
                <a:off x="1313730" y="5298736"/>
                <a:ext cx="6441821" cy="439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í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ụ: </m:t>
                    </m:r>
                    <m:sPre>
                      <m:sPre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𝑇𝑖</m:t>
                        </m:r>
                      </m:e>
                    </m:sPre>
                  </m:oMath>
                </a14:m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: 1s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2s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2p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3s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3p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4s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r>
                  <a:rPr lang="en-US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r>
                  <a:rPr lang="en-US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C6299FF-1A4C-6F40-B05D-397BB32A9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730" y="5298736"/>
                <a:ext cx="6441821" cy="439608"/>
              </a:xfrm>
              <a:prstGeom prst="rect">
                <a:avLst/>
              </a:prstGeom>
              <a:blipFill rotWithShape="0">
                <a:blip r:embed="rId6"/>
                <a:stretch>
                  <a:fillRect t="-23611" b="-48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220439" y="5644177"/>
            <a:ext cx="2965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4f</a:t>
            </a:r>
            <a:r>
              <a:rPr lang="en-US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1-14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Lanthanide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0439" y="6392666"/>
            <a:ext cx="2442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5f</a:t>
            </a:r>
            <a:r>
              <a:rPr lang="en-US" sz="2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1-14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Actinide</a:t>
            </a:r>
          </a:p>
        </p:txBody>
      </p:sp>
      <p:cxnSp>
        <p:nvCxnSpPr>
          <p:cNvPr id="6" name="Straight Arrow Connector 5"/>
          <p:cNvCxnSpPr>
            <a:endCxn id="3" idx="1"/>
          </p:cNvCxnSpPr>
          <p:nvPr/>
        </p:nvCxnSpPr>
        <p:spPr>
          <a:xfrm flipV="1">
            <a:off x="6385838" y="5905787"/>
            <a:ext cx="834601" cy="3982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21" idx="1"/>
          </p:cNvCxnSpPr>
          <p:nvPr/>
        </p:nvCxnSpPr>
        <p:spPr>
          <a:xfrm>
            <a:off x="6385838" y="6334840"/>
            <a:ext cx="834601" cy="3194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37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15" grpId="0"/>
      <p:bldP spid="16" grpId="0"/>
      <p:bldP spid="17" grpId="0"/>
      <p:bldP spid="18" grpId="0"/>
      <p:bldP spid="20" grpId="0"/>
      <p:bldP spid="3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(Period)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19328" y="703859"/>
            <a:ext cx="73174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Chu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kỳ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HTTH. </a:t>
            </a:r>
            <a:endParaRPr lang="en-US" sz="32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BF185D-122F-664A-B224-791C0742C5EA}"/>
              </a:ext>
            </a:extLst>
          </p:cNvPr>
          <p:cNvSpPr/>
          <p:nvPr/>
        </p:nvSpPr>
        <p:spPr>
          <a:xfrm>
            <a:off x="1116544" y="2310161"/>
            <a:ext cx="4964178" cy="73866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9" name="Table 15">
            <a:extLst>
              <a:ext uri="{FF2B5EF4-FFF2-40B4-BE49-F238E27FC236}">
                <a16:creationId xmlns:a16="http://schemas.microsoft.com/office/drawing/2014/main" id="{2C065A8E-95F1-154A-B3E4-EF644860F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780859"/>
              </p:ext>
            </p:extLst>
          </p:nvPr>
        </p:nvGraphicFramePr>
        <p:xfrm>
          <a:off x="6475061" y="3790827"/>
          <a:ext cx="5733685" cy="3067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619">
                  <a:extLst>
                    <a:ext uri="{9D8B030D-6E8A-4147-A177-3AD203B41FA5}">
                      <a16:colId xmlns:a16="http://schemas.microsoft.com/office/drawing/2014/main" val="4024796620"/>
                    </a:ext>
                  </a:extLst>
                </a:gridCol>
                <a:gridCol w="763797">
                  <a:extLst>
                    <a:ext uri="{9D8B030D-6E8A-4147-A177-3AD203B41FA5}">
                      <a16:colId xmlns:a16="http://schemas.microsoft.com/office/drawing/2014/main" val="2148708545"/>
                    </a:ext>
                  </a:extLst>
                </a:gridCol>
                <a:gridCol w="3680490">
                  <a:extLst>
                    <a:ext uri="{9D8B030D-6E8A-4147-A177-3AD203B41FA5}">
                      <a16:colId xmlns:a16="http://schemas.microsoft.com/office/drawing/2014/main" val="3571360540"/>
                    </a:ext>
                  </a:extLst>
                </a:gridCol>
                <a:gridCol w="633779">
                  <a:extLst>
                    <a:ext uri="{9D8B030D-6E8A-4147-A177-3AD203B41FA5}">
                      <a16:colId xmlns:a16="http://schemas.microsoft.com/office/drawing/2014/main" val="3657263060"/>
                    </a:ext>
                  </a:extLst>
                </a:gridCol>
              </a:tblGrid>
              <a:tr h="384933">
                <a:tc gridSpan="2">
                  <a:txBody>
                    <a:bodyPr/>
                    <a:lstStyle/>
                    <a:p>
                      <a:pPr algn="ctr"/>
                      <a:r>
                        <a:rPr lang="x-none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 kỳ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x-none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nguyên tố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x-none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622315"/>
                  </a:ext>
                </a:extLst>
              </a:tr>
              <a:tr h="281985">
                <a:tc rowSpan="3">
                  <a:txBody>
                    <a:bodyPr/>
                    <a:lstStyle/>
                    <a:p>
                      <a:pPr algn="ctr"/>
                      <a:r>
                        <a:rPr lang="x-none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x-none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nhỏ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CK 1</a:t>
                      </a:r>
                      <a:endParaRPr lang="x-none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x-non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ngtố </a:t>
                      </a:r>
                      <a:r>
                        <a:rPr lang="x-none" sz="16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x-none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8662092"/>
                  </a:ext>
                </a:extLst>
              </a:tr>
              <a:tr h="281985">
                <a:tc vMerge="1">
                  <a:txBody>
                    <a:bodyPr/>
                    <a:lstStyle/>
                    <a:p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CK 2</a:t>
                      </a:r>
                      <a:endParaRPr lang="x-none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x-non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ngtố </a:t>
                      </a:r>
                      <a:r>
                        <a:rPr lang="x-none" sz="16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x-non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+ 6 ngtố </a:t>
                      </a:r>
                      <a:r>
                        <a:rPr lang="x-none" sz="16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x-none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1168569"/>
                  </a:ext>
                </a:extLst>
              </a:tr>
              <a:tr h="281985">
                <a:tc vMerge="1">
                  <a:txBody>
                    <a:bodyPr/>
                    <a:lstStyle/>
                    <a:p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CK 3</a:t>
                      </a:r>
                      <a:endParaRPr lang="x-none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2192205"/>
                  </a:ext>
                </a:extLst>
              </a:tr>
              <a:tr h="281985">
                <a:tc rowSpan="4">
                  <a:txBody>
                    <a:bodyPr/>
                    <a:lstStyle/>
                    <a:p>
                      <a:pPr algn="ctr"/>
                      <a:r>
                        <a:rPr lang="x-none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x-none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lớn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CK 4</a:t>
                      </a:r>
                      <a:endParaRPr lang="x-none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x-non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ngtố </a:t>
                      </a:r>
                      <a:r>
                        <a:rPr lang="x-none" sz="16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x-non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+ 10 ngtố </a:t>
                      </a:r>
                      <a:r>
                        <a:rPr lang="x-none" sz="16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x-non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+ 6 ngtố </a:t>
                      </a:r>
                      <a:r>
                        <a:rPr lang="x-none" sz="16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x-non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5239163"/>
                  </a:ext>
                </a:extLst>
              </a:tr>
              <a:tr h="281985">
                <a:tc vMerge="1">
                  <a:txBody>
                    <a:bodyPr/>
                    <a:lstStyle/>
                    <a:p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CK 5</a:t>
                      </a:r>
                      <a:endParaRPr lang="x-none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x-none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3370280"/>
                  </a:ext>
                </a:extLst>
              </a:tr>
              <a:tr h="281985">
                <a:tc vMerge="1">
                  <a:txBody>
                    <a:bodyPr/>
                    <a:lstStyle/>
                    <a:p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CK 6</a:t>
                      </a:r>
                      <a:endParaRPr lang="x-none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x-non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ngtố </a:t>
                      </a:r>
                      <a:r>
                        <a:rPr lang="x-none" sz="16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x-non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+ 10 ngtố </a:t>
                      </a:r>
                      <a:r>
                        <a:rPr lang="x-none" sz="16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x-non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+ 6 ngtố </a:t>
                      </a:r>
                      <a:r>
                        <a:rPr lang="x-none" sz="16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x-non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+ 14 ng tố </a:t>
                      </a:r>
                      <a:r>
                        <a:rPr lang="x-none" sz="16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x-non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x-none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1242446"/>
                  </a:ext>
                </a:extLst>
              </a:tr>
              <a:tr h="281985">
                <a:tc vMerge="1">
                  <a:txBody>
                    <a:bodyPr/>
                    <a:lstStyle/>
                    <a:p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CK 7</a:t>
                      </a:r>
                      <a:endParaRPr lang="x-none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x-none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8656460"/>
                  </a:ext>
                </a:extLst>
              </a:tr>
              <a:tr h="281985">
                <a:tc gridSpan="3">
                  <a:txBody>
                    <a:bodyPr/>
                    <a:lstStyle/>
                    <a:p>
                      <a:pPr algn="ctr"/>
                      <a:r>
                        <a:rPr lang="x-none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 cộng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x-non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368054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1" y="780802"/>
            <a:ext cx="4629149" cy="300119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53823" y="1601642"/>
            <a:ext cx="49897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+ 4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dirty="0"/>
          </a:p>
        </p:txBody>
      </p:sp>
      <p:sp>
        <p:nvSpPr>
          <p:cNvPr id="12" name="Rectangle 11"/>
          <p:cNvSpPr/>
          <p:nvPr/>
        </p:nvSpPr>
        <p:spPr>
          <a:xfrm>
            <a:off x="553823" y="3131523"/>
            <a:ext cx="718506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ngtố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vỏ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1FED3E-2286-A340-FC20-68B4D64E8308}"/>
              </a:ext>
            </a:extLst>
          </p:cNvPr>
          <p:cNvSpPr/>
          <p:nvPr/>
        </p:nvSpPr>
        <p:spPr>
          <a:xfrm>
            <a:off x="863289" y="5546071"/>
            <a:ext cx="50655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FF0000"/>
                </a:solidFill>
                <a:latin typeface="Arial" charset="0"/>
                <a:cs typeface="Arial" charset="0"/>
              </a:rPr>
              <a:t>Kim </a:t>
            </a:r>
            <a:r>
              <a:rPr lang="en-US" sz="2800" dirty="0" err="1">
                <a:solidFill>
                  <a:srgbClr val="FF0000"/>
                </a:solidFill>
                <a:latin typeface="Arial" charset="0"/>
                <a:cs typeface="Arial" charset="0"/>
              </a:rPr>
              <a:t>loại</a:t>
            </a:r>
            <a:r>
              <a:rPr lang="en-US" sz="2800" dirty="0">
                <a:latin typeface="Arial" charset="0"/>
                <a:cs typeface="Arial" charset="0"/>
              </a:rPr>
              <a:t> ⇢ Phi </a:t>
            </a:r>
            <a:r>
              <a:rPr lang="en-US" sz="2800" dirty="0" err="1">
                <a:latin typeface="Arial" charset="0"/>
                <a:cs typeface="Arial" charset="0"/>
              </a:rPr>
              <a:t>kim</a:t>
            </a:r>
            <a:r>
              <a:rPr lang="en-US" sz="2800" dirty="0">
                <a:latin typeface="Arial" charset="0"/>
                <a:cs typeface="Arial" charset="0"/>
              </a:rPr>
              <a:t> ⇢ </a:t>
            </a:r>
            <a:r>
              <a:rPr lang="en-US" sz="2800" dirty="0" err="1">
                <a:solidFill>
                  <a:schemeClr val="accent5"/>
                </a:solidFill>
                <a:latin typeface="Arial" charset="0"/>
                <a:cs typeface="Arial" charset="0"/>
              </a:rPr>
              <a:t>Khí</a:t>
            </a:r>
            <a:r>
              <a:rPr lang="en-US" sz="2800" dirty="0">
                <a:solidFill>
                  <a:schemeClr val="accent5"/>
                </a:solidFill>
                <a:latin typeface="Arial" charset="0"/>
                <a:cs typeface="Arial" charset="0"/>
              </a:rPr>
              <a:t> </a:t>
            </a:r>
            <a:r>
              <a:rPr lang="en-US" sz="2800" dirty="0" err="1">
                <a:solidFill>
                  <a:schemeClr val="accent5"/>
                </a:solidFill>
                <a:latin typeface="Arial" charset="0"/>
                <a:cs typeface="Arial" charset="0"/>
              </a:rPr>
              <a:t>trơ</a:t>
            </a:r>
            <a:endParaRPr lang="en-US" sz="2800" dirty="0">
              <a:solidFill>
                <a:schemeClr val="accent5"/>
              </a:solidFill>
              <a:latin typeface="Arial" charset="0"/>
              <a:cs typeface="Arial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94" y="4497375"/>
            <a:ext cx="5361726" cy="995137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1124737" y="4274147"/>
            <a:ext cx="5012338" cy="351063"/>
            <a:chOff x="957689" y="3998659"/>
            <a:chExt cx="5012338" cy="351063"/>
          </a:xfrm>
        </p:grpSpPr>
        <p:sp>
          <p:nvSpPr>
            <p:cNvPr id="17" name="TextBox 16"/>
            <p:cNvSpPr txBox="1"/>
            <p:nvPr/>
          </p:nvSpPr>
          <p:spPr>
            <a:xfrm>
              <a:off x="957689" y="3998659"/>
              <a:ext cx="4363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90215" y="4000195"/>
              <a:ext cx="4363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82693" y="4000195"/>
              <a:ext cx="7216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15219" y="4005298"/>
              <a:ext cx="7216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349083" y="4007903"/>
              <a:ext cx="7216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88280" y="4005298"/>
              <a:ext cx="7216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608803" y="4011168"/>
              <a:ext cx="7216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248355" y="3998659"/>
              <a:ext cx="7216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en-US" sz="1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-36316" y="4961175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baseline="-25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4737" y="6109226"/>
            <a:ext cx="38507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CK 1 (H, He))</a:t>
            </a:r>
          </a:p>
        </p:txBody>
      </p:sp>
      <p:cxnSp>
        <p:nvCxnSpPr>
          <p:cNvPr id="29" name="Curved Connector 28"/>
          <p:cNvCxnSpPr/>
          <p:nvPr/>
        </p:nvCxnSpPr>
        <p:spPr>
          <a:xfrm rot="5400000">
            <a:off x="5292867" y="2366111"/>
            <a:ext cx="2650740" cy="1165332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6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1" grpId="0"/>
      <p:bldP spid="12" grpId="0"/>
      <p:bldP spid="13" grpId="0"/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(Groups)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17876" y="920400"/>
            <a:ext cx="65603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HTTH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122" y="1752738"/>
            <a:ext cx="54859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18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( 8A + 8B)</a:t>
            </a:r>
            <a:endParaRPr lang="en-US" sz="2800" dirty="0"/>
          </a:p>
        </p:txBody>
      </p:sp>
      <p:sp>
        <p:nvSpPr>
          <p:cNvPr id="27" name="Rectangle 26"/>
          <p:cNvSpPr/>
          <p:nvPr/>
        </p:nvSpPr>
        <p:spPr>
          <a:xfrm>
            <a:off x="625122" y="2580537"/>
            <a:ext cx="571639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ngtố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srgbClr val="00B05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92" y="1283630"/>
            <a:ext cx="5617780" cy="3518639"/>
          </a:xfrm>
          <a:prstGeom prst="rect">
            <a:avLst/>
          </a:prstGeom>
        </p:spPr>
      </p:pic>
      <p:sp>
        <p:nvSpPr>
          <p:cNvPr id="28" name="矩形 4">
            <a:extLst>
              <a:ext uri="{FF2B5EF4-FFF2-40B4-BE49-F238E27FC236}">
                <a16:creationId xmlns:a16="http://schemas.microsoft.com/office/drawing/2014/main" id="{8449B61D-0AE5-2BAF-4679-EC68D7040A04}"/>
              </a:ext>
            </a:extLst>
          </p:cNvPr>
          <p:cNvSpPr/>
          <p:nvPr/>
        </p:nvSpPr>
        <p:spPr>
          <a:xfrm>
            <a:off x="6111042" y="5059284"/>
            <a:ext cx="5937999" cy="16927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B: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(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ngtố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họ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d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va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f):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ns</a:t>
            </a:r>
            <a:r>
              <a:rPr lang="en-US" altLang="zh-TW" sz="2600" baseline="30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(n-1)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</a:t>
            </a:r>
            <a:r>
              <a:rPr lang="en-US" altLang="zh-TW" sz="2600" baseline="30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</a:t>
            </a:r>
            <a:r>
              <a:rPr lang="en-US" altLang="zh-TW" sz="26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</a:p>
          <a:p>
            <a:r>
              <a:rPr lang="en-US" altLang="zh-TW" sz="26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   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Nếu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&lt; 6: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thứ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B = </a:t>
            </a:r>
            <a:r>
              <a:rPr lang="en-US" altLang="zh-TW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+ </a:t>
            </a:r>
            <a:r>
              <a:rPr lang="en-US" altLang="zh-TW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</a:t>
            </a:r>
            <a:r>
              <a:rPr lang="en-US" altLang="zh-TW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;</a:t>
            </a:r>
          </a:p>
          <a:p>
            <a:r>
              <a:rPr lang="en-US" altLang="zh-TW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             </a:t>
            </a:r>
            <a:r>
              <a:rPr lang="en-US" altLang="zh-TW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6 - 8: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thứ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B =</a:t>
            </a:r>
            <a:r>
              <a:rPr lang="en-US" altLang="zh-TW" sz="2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8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</a:t>
            </a:r>
          </a:p>
          <a:p>
            <a:r>
              <a:rPr lang="en-US" altLang="zh-TW" sz="2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             d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10: B-group = </a:t>
            </a:r>
            <a:r>
              <a:rPr lang="en-US" altLang="zh-TW" sz="2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1681" y="5593707"/>
            <a:ext cx="5726086" cy="49244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TW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A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(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ngtố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họ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s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p):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ns</a:t>
            </a:r>
            <a:r>
              <a:rPr lang="en-US" altLang="zh-TW" sz="2600" baseline="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a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np</a:t>
            </a:r>
            <a:r>
              <a:rPr lang="en-US" altLang="zh-TW" sz="2600" baseline="30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a + 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122" y="4672589"/>
            <a:ext cx="27577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0" name="Curved Right Arrow 9"/>
          <p:cNvSpPr/>
          <p:nvPr/>
        </p:nvSpPr>
        <p:spPr>
          <a:xfrm rot="21134160">
            <a:off x="798889" y="3583711"/>
            <a:ext cx="326138" cy="55788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161216" y="3781764"/>
            <a:ext cx="43237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endParaRPr lang="en-US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52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6" grpId="0"/>
      <p:bldP spid="27" grpId="0"/>
      <p:bldP spid="28" grpId="0" animBg="1"/>
      <p:bldP spid="29" grpId="0" animBg="1"/>
      <p:bldP spid="31" grpId="0"/>
      <p:bldP spid="10" grpId="0" animBg="1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1" y="6459785"/>
            <a:ext cx="5848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(A-groups)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BF185D-122F-664A-B224-791C0742C5EA}"/>
              </a:ext>
            </a:extLst>
          </p:cNvPr>
          <p:cNvSpPr/>
          <p:nvPr/>
        </p:nvSpPr>
        <p:spPr>
          <a:xfrm>
            <a:off x="151680" y="1064508"/>
            <a:ext cx="6915870" cy="3215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2400"/>
              </a:spcAft>
              <a:buFont typeface="Wingdings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NTHH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r>
              <a:rPr lang="en-US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en-US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1-6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342900" indent="-342900" algn="just">
              <a:lnSpc>
                <a:spcPct val="150000"/>
              </a:lnSpc>
              <a:spcAft>
                <a:spcPts val="2400"/>
              </a:spcAft>
              <a:buFont typeface="Wingdings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1A – 8A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42900" indent="-342900" algn="just">
              <a:lnSpc>
                <a:spcPct val="150000"/>
              </a:lnSpc>
              <a:spcAft>
                <a:spcPts val="2400"/>
              </a:spcAft>
              <a:buFont typeface="Wingdings" pitchFamily="2" charset="2"/>
              <a:buChar char="§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96DD98-82B6-0D47-8AC5-EE7750A7F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061095"/>
              </p:ext>
            </p:extLst>
          </p:nvPr>
        </p:nvGraphicFramePr>
        <p:xfrm>
          <a:off x="275893" y="4722290"/>
          <a:ext cx="11335413" cy="1937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64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6421">
                  <a:extLst>
                    <a:ext uri="{9D8B030D-6E8A-4147-A177-3AD203B41FA5}">
                      <a16:colId xmlns:a16="http://schemas.microsoft.com/office/drawing/2014/main" val="1009842714"/>
                    </a:ext>
                  </a:extLst>
                </a:gridCol>
                <a:gridCol w="1196421">
                  <a:extLst>
                    <a:ext uri="{9D8B030D-6E8A-4147-A177-3AD203B41FA5}">
                      <a16:colId xmlns:a16="http://schemas.microsoft.com/office/drawing/2014/main" val="1716362126"/>
                    </a:ext>
                  </a:extLst>
                </a:gridCol>
                <a:gridCol w="1196421">
                  <a:extLst>
                    <a:ext uri="{9D8B030D-6E8A-4147-A177-3AD203B41FA5}">
                      <a16:colId xmlns:a16="http://schemas.microsoft.com/office/drawing/2014/main" val="715509658"/>
                    </a:ext>
                  </a:extLst>
                </a:gridCol>
                <a:gridCol w="1196421">
                  <a:extLst>
                    <a:ext uri="{9D8B030D-6E8A-4147-A177-3AD203B41FA5}">
                      <a16:colId xmlns:a16="http://schemas.microsoft.com/office/drawing/2014/main" val="2699180106"/>
                    </a:ext>
                  </a:extLst>
                </a:gridCol>
              </a:tblGrid>
              <a:tr h="992296"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e-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hoá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endParaRPr lang="en-US" sz="2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lang="en-US" sz="2800" b="1" baseline="30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lang="en-US" sz="2800" b="1" baseline="30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19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nhóm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chính</a:t>
                      </a:r>
                      <a:endParaRPr 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3A</a:t>
                      </a:r>
                      <a:endParaRPr 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7326545" y="994019"/>
            <a:ext cx="4738766" cy="3348121"/>
            <a:chOff x="5638799" y="866991"/>
            <a:chExt cx="5930254" cy="4280741"/>
          </a:xfrm>
        </p:grpSpPr>
        <p:grpSp>
          <p:nvGrpSpPr>
            <p:cNvPr id="10" name="Group 9"/>
            <p:cNvGrpSpPr/>
            <p:nvPr/>
          </p:nvGrpSpPr>
          <p:grpSpPr>
            <a:xfrm>
              <a:off x="5638799" y="866991"/>
              <a:ext cx="5925795" cy="4280741"/>
              <a:chOff x="5638799" y="866991"/>
              <a:chExt cx="5925795" cy="4280741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C2309290-40C4-FB0A-DEFB-36D3370C43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0990" y="957115"/>
                <a:ext cx="5853604" cy="4190617"/>
              </a:xfrm>
              <a:prstGeom prst="rect">
                <a:avLst/>
              </a:prstGeom>
            </p:spPr>
          </p:pic>
          <p:sp>
            <p:nvSpPr>
              <p:cNvPr id="13" name="Rounded Rectangle 12"/>
              <p:cNvSpPr/>
              <p:nvPr/>
            </p:nvSpPr>
            <p:spPr>
              <a:xfrm>
                <a:off x="5638799" y="866991"/>
                <a:ext cx="846667" cy="3332476"/>
              </a:xfrm>
              <a:prstGeom prst="roundRect">
                <a:avLst/>
              </a:prstGeom>
              <a:noFill/>
              <a:ln w="571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noFill/>
                </a:endParaRPr>
              </a:p>
            </p:txBody>
          </p:sp>
        </p:grpSp>
        <p:sp>
          <p:nvSpPr>
            <p:cNvPr id="11" name="Rounded Rectangle 10"/>
            <p:cNvSpPr/>
            <p:nvPr/>
          </p:nvSpPr>
          <p:spPr>
            <a:xfrm>
              <a:off x="9520991" y="866991"/>
              <a:ext cx="2048062" cy="3332476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955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1" y="6459785"/>
            <a:ext cx="5848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7CC73-BAD6-244D-B9E0-C1A0BF42ADAB}"/>
              </a:ext>
            </a:extLst>
          </p:cNvPr>
          <p:cNvSpPr/>
          <p:nvPr/>
        </p:nvSpPr>
        <p:spPr>
          <a:xfrm>
            <a:off x="714557" y="3497454"/>
            <a:ext cx="754452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NTHH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1B – 8B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8B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STT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(B-groups)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058229" y="859029"/>
            <a:ext cx="6076950" cy="2638425"/>
            <a:chOff x="1123586" y="864155"/>
            <a:chExt cx="6076950" cy="2638425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3586" y="864155"/>
              <a:ext cx="6076950" cy="2638425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2227383" y="982975"/>
              <a:ext cx="37863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337570" y="1182399"/>
              <a:ext cx="37863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4B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560306" y="1308417"/>
              <a:ext cx="37863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815283" y="1299628"/>
              <a:ext cx="37863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6B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114225" y="1282041"/>
              <a:ext cx="37863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7B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23285" y="1036205"/>
              <a:ext cx="37863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8B</a:t>
              </a:r>
            </a:p>
          </p:txBody>
        </p:sp>
        <p:sp>
          <p:nvSpPr>
            <p:cNvPr id="21" name="Right Brace 20"/>
            <p:cNvSpPr/>
            <p:nvPr/>
          </p:nvSpPr>
          <p:spPr>
            <a:xfrm rot="16200000">
              <a:off x="3805826" y="989964"/>
              <a:ext cx="166371" cy="803273"/>
            </a:xfrm>
            <a:prstGeom prst="rightBrace">
              <a:avLst>
                <a:gd name="adj1" fmla="val 8333"/>
                <a:gd name="adj2" fmla="val 5218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240715" y="1231954"/>
              <a:ext cx="37863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1B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552174" y="1231954"/>
              <a:ext cx="37863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2B</a:t>
              </a:r>
            </a:p>
          </p:txBody>
        </p:sp>
      </p:grpSp>
      <p:graphicFrame>
        <p:nvGraphicFramePr>
          <p:cNvPr id="25" name="Group 14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9744759"/>
              </p:ext>
            </p:extLst>
          </p:nvPr>
        </p:nvGraphicFramePr>
        <p:xfrm>
          <a:off x="8582273" y="1083736"/>
          <a:ext cx="3261098" cy="5376049"/>
        </p:xfrm>
        <a:graphic>
          <a:graphicData uri="http://schemas.openxmlformats.org/drawingml/2006/table">
            <a:tbl>
              <a:tblPr/>
              <a:tblGrid>
                <a:gridCol w="136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9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5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Group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d-elements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IB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B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kumimoji="0" 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(n-1)d</a:t>
                      </a:r>
                      <a:r>
                        <a:rPr kumimoji="0" 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IIB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(n-1)d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IIIB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(n-1)d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IVB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(n-1)d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5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VB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(n-1)d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5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VIB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kumimoji="0" 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(n-1)d</a:t>
                      </a:r>
                      <a:r>
                        <a:rPr kumimoji="0" 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5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VIIB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(n-1)d</a:t>
                      </a:r>
                      <a:r>
                        <a:rPr kumimoji="0" lang="en-US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5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VIIIB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</a:t>
                      </a:r>
                      <a:r>
                        <a:rPr kumimoji="0" 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(n-1)d</a:t>
                      </a:r>
                      <a:r>
                        <a:rPr kumimoji="0" 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6,7,8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481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Tóm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tắt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1680" y="780739"/>
            <a:ext cx="7971413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118 NTHH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sắp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xếp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trong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HTTH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theo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thứ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Z↑</a:t>
            </a:r>
          </a:p>
        </p:txBody>
      </p:sp>
      <p:sp>
        <p:nvSpPr>
          <p:cNvPr id="3" name="Rectangle 2"/>
          <p:cNvSpPr/>
          <p:nvPr/>
        </p:nvSpPr>
        <p:spPr>
          <a:xfrm>
            <a:off x="151680" y="1519403"/>
            <a:ext cx="105325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HTHH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gồm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7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chu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kỳ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18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(8B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3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nhỏ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151680" y="2205625"/>
            <a:ext cx="8757863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Chu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kỳ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hàng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ngang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):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biến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đổi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tuần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hoàn</a:t>
            </a:r>
            <a:endParaRPr lang="en-US" altLang="zh-TW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  <a:p>
            <a:pPr marL="801688" indent="-395288" algn="just"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Kim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loại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⇢ Phi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kim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⇢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trơ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  <a:p>
            <a:pPr marL="801688" indent="-395288" algn="just"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kỳ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nhỏ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+ 4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kỳ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lớn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  <a:p>
            <a:pPr marL="801688" indent="-395288" algn="just"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thứ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CK =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</a:t>
            </a:r>
            <a:r>
              <a:rPr lang="en-US" altLang="zh-TW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max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D125D28B-5323-5C44-955F-CB5399998D61}"/>
              </a:ext>
            </a:extLst>
          </p:cNvPr>
          <p:cNvSpPr/>
          <p:nvPr/>
        </p:nvSpPr>
        <p:spPr>
          <a:xfrm>
            <a:off x="151680" y="4467783"/>
            <a:ext cx="12040320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q"/>
            </a:pP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hàng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dọc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):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cùng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lý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(e</a:t>
            </a:r>
            <a:r>
              <a:rPr lang="en-US" altLang="zh-TW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trị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</a:t>
            </a:r>
          </a:p>
          <a:p>
            <a:pPr marL="766763" indent="-407988" algn="just"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chính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(1-8A)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họ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s&amp;p</a:t>
            </a:r>
            <a:r>
              <a:rPr lang="en-US" altLang="zh-TW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n</a:t>
            </a:r>
            <a:r>
              <a:rPr lang="en-US" altLang="zh-TW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1,2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</a:t>
            </a:r>
            <a:r>
              <a:rPr lang="en-US" altLang="zh-TW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1-6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;</a:t>
            </a:r>
          </a:p>
          <a:p>
            <a:pPr marL="766763" indent="-407988" algn="just"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phụ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(1-8B)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họ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ns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</a:t>
            </a:r>
            <a:r>
              <a:rPr lang="en-US" altLang="zh-TW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</a:t>
            </a: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1-10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;</a:t>
            </a:r>
          </a:p>
          <a:p>
            <a:pPr marL="766763" indent="-407988" algn="just"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thứ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e</a:t>
            </a:r>
            <a:r>
              <a:rPr lang="en-US" altLang="zh-TW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trị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STT =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1B)</a:t>
            </a:r>
            <a:endParaRPr lang="en-US" altLang="zh-TW" sz="2800" i="1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</p:spTree>
    <p:extLst>
      <p:ext uri="{BB962C8B-B14F-4D97-AF65-F5344CB8AC3E}">
        <p14:creationId xmlns:p14="http://schemas.microsoft.com/office/powerpoint/2010/main" val="238683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4">
            <a:extLst>
              <a:ext uri="{FF2B5EF4-FFF2-40B4-BE49-F238E27FC236}">
                <a16:creationId xmlns:a16="http://schemas.microsoft.com/office/drawing/2014/main" id="{8449B61D-0AE5-2BAF-4679-EC68D7040A04}"/>
              </a:ext>
            </a:extLst>
          </p:cNvPr>
          <p:cNvSpPr/>
          <p:nvPr/>
        </p:nvSpPr>
        <p:spPr>
          <a:xfrm>
            <a:off x="412703" y="4046049"/>
            <a:ext cx="9628763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279400">
              <a:spcAft>
                <a:spcPts val="1800"/>
              </a:spcAft>
              <a:buFont typeface="Wingdings" pitchFamily="2" charset="2"/>
              <a:buChar char="Ø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B (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họ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d &amp; f):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ns</a:t>
            </a:r>
            <a:r>
              <a:rPr lang="en-US" altLang="zh-TW" sz="2800" b="1" baseline="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a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(n-1)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</a:t>
            </a:r>
            <a:r>
              <a:rPr lang="en-US" altLang="zh-TW" sz="2800" b="1" baseline="30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</a:t>
            </a:r>
            <a:r>
              <a:rPr lang="en-US" altLang="zh-TW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</a:p>
          <a:p>
            <a:pPr marL="342900">
              <a:spcAft>
                <a:spcPts val="1800"/>
              </a:spcAft>
            </a:pPr>
            <a:r>
              <a:rPr lang="en-US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 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nếu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&lt; 6: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+ 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b;</a:t>
            </a:r>
          </a:p>
          <a:p>
            <a:pPr marL="342900">
              <a:spcAft>
                <a:spcPts val="1800"/>
              </a:spcAft>
            </a:pP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            b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6 - 8: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8, 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10: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a</a:t>
            </a:r>
          </a:p>
        </p:txBody>
      </p:sp>
      <p:sp>
        <p:nvSpPr>
          <p:cNvPr id="11" name="矩形 4">
            <a:extLst>
              <a:ext uri="{FF2B5EF4-FFF2-40B4-BE49-F238E27FC236}">
                <a16:creationId xmlns:a16="http://schemas.microsoft.com/office/drawing/2014/main" id="{026A3264-EAEF-03FF-4BDA-45F8C1A9B7BB}"/>
              </a:ext>
            </a:extLst>
          </p:cNvPr>
          <p:cNvSpPr/>
          <p:nvPr/>
        </p:nvSpPr>
        <p:spPr>
          <a:xfrm>
            <a:off x="177440" y="6074117"/>
            <a:ext cx="104147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Biết</a:t>
            </a:r>
            <a:r>
              <a:rPr lang="en-US" altLang="zh-TW" sz="32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cấu</a:t>
            </a:r>
            <a:r>
              <a:rPr lang="en-US" altLang="zh-TW" sz="32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hình</a:t>
            </a:r>
            <a:r>
              <a:rPr lang="en-US" altLang="zh-TW" sz="32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ions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Chuyển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cation or anion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về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880" y="874000"/>
            <a:ext cx="5250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Biết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hiệu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(Z)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       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971502" y="1517265"/>
            <a:ext cx="10749471" cy="1488077"/>
            <a:chOff x="971502" y="1517265"/>
            <a:chExt cx="10749471" cy="1488077"/>
          </a:xfrm>
        </p:grpSpPr>
        <p:sp>
          <p:nvSpPr>
            <p:cNvPr id="12" name="Left Brace 11">
              <a:extLst>
                <a:ext uri="{FF2B5EF4-FFF2-40B4-BE49-F238E27FC236}">
                  <a16:creationId xmlns:a16="http://schemas.microsoft.com/office/drawing/2014/main" id="{E8FC0E42-757C-DEEA-A2E2-41F165806946}"/>
                </a:ext>
              </a:extLst>
            </p:cNvPr>
            <p:cNvSpPr/>
            <p:nvPr/>
          </p:nvSpPr>
          <p:spPr>
            <a:xfrm>
              <a:off x="2908471" y="1703461"/>
              <a:ext cx="220085" cy="1256732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" name="Rectangle 6"/>
            <p:cNvSpPr/>
            <p:nvPr/>
          </p:nvSpPr>
          <p:spPr>
            <a:xfrm>
              <a:off x="971502" y="2075847"/>
              <a:ext cx="187987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⇢ 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Viết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E</a:t>
              </a:r>
              <a:r>
                <a:rPr lang="en-US" altLang="zh-TW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endParaRPr lang="en-US" sz="28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128556" y="1517265"/>
              <a:ext cx="85924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- x/đ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</a:t>
              </a:r>
              <a:r>
                <a:rPr lang="en-US" altLang="zh-TW" sz="2800" b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max</a:t>
              </a:r>
              <a:r>
                <a:rPr lang="en-US" altLang="zh-TW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=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Số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chu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kỳ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(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ngoại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trừ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46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Pd ở CK5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với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</a:t>
              </a:r>
              <a:r>
                <a:rPr lang="en-US" altLang="zh-TW" sz="28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max</a:t>
              </a:r>
              <a:r>
                <a:rPr lang="en-US" altLang="zh-TW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= 4)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240425" y="2482122"/>
              <a:ext cx="486062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- x/đ </a:t>
              </a:r>
              <a:r>
                <a:rPr lang="en-US" altLang="zh-TW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e</a:t>
              </a:r>
              <a:r>
                <a:rPr lang="en-US" altLang="zh-TW" sz="2800" b="1" baseline="30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- </a:t>
              </a:r>
              <a:r>
                <a:rPr lang="en-US" altLang="zh-TW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hoá</a:t>
              </a:r>
              <a:r>
                <a:rPr lang="en-US" altLang="zh-TW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trị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= </a:t>
              </a:r>
              <a:r>
                <a:rPr lang="en-US" altLang="zh-TW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PLCC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+ </a:t>
              </a:r>
              <a:r>
                <a:rPr lang="en-US" altLang="zh-TW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LNC</a:t>
              </a:r>
              <a:r>
                <a:rPr lang="en-US" altLang="zh-TW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412704" y="3241511"/>
            <a:ext cx="94255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279400">
              <a:spcAft>
                <a:spcPts val="1800"/>
              </a:spcAft>
              <a:buFont typeface="Wingdings" pitchFamily="2" charset="2"/>
              <a:buChar char="Ø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A (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họ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s &amp; p) =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tổng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điện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lớp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ngoài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cùng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348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6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5F9FD201-3971-1A46-9B96-61DACAFEC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240292"/>
              </p:ext>
            </p:extLst>
          </p:nvPr>
        </p:nvGraphicFramePr>
        <p:xfrm>
          <a:off x="523326" y="1504526"/>
          <a:ext cx="11326085" cy="51841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689">
                  <a:extLst>
                    <a:ext uri="{9D8B030D-6E8A-4147-A177-3AD203B41FA5}">
                      <a16:colId xmlns:a16="http://schemas.microsoft.com/office/drawing/2014/main" val="828672668"/>
                    </a:ext>
                  </a:extLst>
                </a:gridCol>
                <a:gridCol w="3987093">
                  <a:extLst>
                    <a:ext uri="{9D8B030D-6E8A-4147-A177-3AD203B41FA5}">
                      <a16:colId xmlns:a16="http://schemas.microsoft.com/office/drawing/2014/main" val="1181239399"/>
                    </a:ext>
                  </a:extLst>
                </a:gridCol>
                <a:gridCol w="1334579">
                  <a:extLst>
                    <a:ext uri="{9D8B030D-6E8A-4147-A177-3AD203B41FA5}">
                      <a16:colId xmlns:a16="http://schemas.microsoft.com/office/drawing/2014/main" val="2380813499"/>
                    </a:ext>
                  </a:extLst>
                </a:gridCol>
                <a:gridCol w="777096">
                  <a:extLst>
                    <a:ext uri="{9D8B030D-6E8A-4147-A177-3AD203B41FA5}">
                      <a16:colId xmlns:a16="http://schemas.microsoft.com/office/drawing/2014/main" val="927067134"/>
                    </a:ext>
                  </a:extLst>
                </a:gridCol>
                <a:gridCol w="1131857">
                  <a:extLst>
                    <a:ext uri="{9D8B030D-6E8A-4147-A177-3AD203B41FA5}">
                      <a16:colId xmlns:a16="http://schemas.microsoft.com/office/drawing/2014/main" val="1228908245"/>
                    </a:ext>
                  </a:extLst>
                </a:gridCol>
                <a:gridCol w="1233209">
                  <a:extLst>
                    <a:ext uri="{9D8B030D-6E8A-4147-A177-3AD203B41FA5}">
                      <a16:colId xmlns:a16="http://schemas.microsoft.com/office/drawing/2014/main" val="2140423040"/>
                    </a:ext>
                  </a:extLst>
                </a:gridCol>
                <a:gridCol w="1655562">
                  <a:extLst>
                    <a:ext uri="{9D8B030D-6E8A-4147-A177-3AD203B41FA5}">
                      <a16:colId xmlns:a16="http://schemas.microsoft.com/office/drawing/2014/main" val="2914896832"/>
                    </a:ext>
                  </a:extLst>
                </a:gridCol>
              </a:tblGrid>
              <a:tr h="1222072">
                <a:tc>
                  <a:txBody>
                    <a:bodyPr/>
                    <a:lstStyle/>
                    <a:p>
                      <a:pPr algn="ctr"/>
                      <a:r>
                        <a:rPr lang="x-non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Cấu hình E</a:t>
                      </a:r>
                      <a:r>
                        <a:rPr lang="x-none" sz="2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x-none" sz="28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x-none" sz="28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x-non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hoá trị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 kỳ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 Nhóm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Nguyên tố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374918"/>
                  </a:ext>
                </a:extLst>
              </a:tr>
              <a:tr h="792413"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x-none" sz="2400" b="1" baseline="30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625508"/>
                  </a:ext>
                </a:extLst>
              </a:tr>
              <a:tr h="7924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x-none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x-none" sz="2400" b="1" baseline="30000" dirty="0">
                        <a:solidFill>
                          <a:srgbClr val="CC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baseline="30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135495"/>
                  </a:ext>
                </a:extLst>
              </a:tr>
              <a:tr h="792413"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753816"/>
                  </a:ext>
                </a:extLst>
              </a:tr>
              <a:tr h="792413"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x-none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baseline="30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999570"/>
                  </a:ext>
                </a:extLst>
              </a:tr>
              <a:tr h="792413"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x-none" sz="2400" b="1" baseline="30000" dirty="0">
                        <a:solidFill>
                          <a:srgbClr val="CC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baseline="30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x-none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8926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99EB57A-9D4F-1284-520E-00637258ED02}"/>
              </a:ext>
            </a:extLst>
          </p:cNvPr>
          <p:cNvSpPr txBox="1"/>
          <p:nvPr/>
        </p:nvSpPr>
        <p:spPr>
          <a:xfrm>
            <a:off x="87060" y="879359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 1: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25" y="2906616"/>
            <a:ext cx="1179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=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6195" y="2936885"/>
            <a:ext cx="2929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1s</a:t>
            </a:r>
            <a:r>
              <a:rPr lang="x-none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x-none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x-none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x-none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x-none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x-none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x-none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x-none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x-none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x-none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794758" y="2936885"/>
            <a:ext cx="1158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x-none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x-none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x-none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240859" y="2906616"/>
            <a:ext cx="345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x-none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46814" y="2936885"/>
            <a:ext cx="330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x-none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235201" y="2906616"/>
            <a:ext cx="871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6A</a:t>
            </a:r>
            <a:endParaRPr lang="x-none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632531" y="2906616"/>
            <a:ext cx="645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x-none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4092" y="3682307"/>
            <a:ext cx="1251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=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25</a:t>
            </a:r>
            <a:endParaRPr lang="x-none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1733120" y="3681316"/>
            <a:ext cx="9654280" cy="557432"/>
            <a:chOff x="2178105" y="2027785"/>
            <a:chExt cx="9562586" cy="375383"/>
          </a:xfrm>
        </p:grpSpPr>
        <p:sp>
          <p:nvSpPr>
            <p:cNvPr id="37" name="TextBox 36"/>
            <p:cNvSpPr txBox="1"/>
            <p:nvPr/>
          </p:nvSpPr>
          <p:spPr>
            <a:xfrm>
              <a:off x="2178105" y="2037516"/>
              <a:ext cx="3409277" cy="352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x-none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1s</a:t>
              </a:r>
              <a:r>
                <a:rPr lang="x-none" sz="2800" b="1" baseline="30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x-none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2s</a:t>
              </a:r>
              <a:r>
                <a:rPr lang="x-none" sz="2800" b="1" baseline="30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x-none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2p</a:t>
              </a:r>
              <a:r>
                <a:rPr lang="x-none" sz="2800" b="1" baseline="30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x-none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x-none" sz="2800" b="1" baseline="30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x-none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x-none" sz="2800" b="1" baseline="30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x-none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4s</a:t>
              </a:r>
              <a:r>
                <a:rPr lang="x-none" sz="2800" b="1" baseline="30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x-none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3d</a:t>
              </a:r>
              <a:r>
                <a:rPr lang="x-none" sz="2800" b="1" baseline="30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218303" y="2037516"/>
              <a:ext cx="1113350" cy="352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4s</a:t>
              </a:r>
              <a:r>
                <a:rPr lang="en-US" sz="2800" b="1" baseline="30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x-none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8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624348" y="2050824"/>
              <a:ext cx="381385" cy="352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x-none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530883" y="2027785"/>
              <a:ext cx="360743" cy="352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615900" y="2037516"/>
              <a:ext cx="597322" cy="352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7B</a:t>
              </a:r>
              <a:endPara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1024285" y="2028452"/>
              <a:ext cx="716406" cy="352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Mn</a:t>
              </a:r>
              <a:endPara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523328" y="4445209"/>
            <a:ext cx="1303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=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35</a:t>
            </a:r>
            <a:endParaRPr lang="x-none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1733503" y="4468248"/>
            <a:ext cx="9512832" cy="544641"/>
            <a:chOff x="2178105" y="2023091"/>
            <a:chExt cx="9422482" cy="366769"/>
          </a:xfrm>
        </p:grpSpPr>
        <p:sp>
          <p:nvSpPr>
            <p:cNvPr id="45" name="TextBox 44"/>
            <p:cNvSpPr txBox="1"/>
            <p:nvPr/>
          </p:nvSpPr>
          <p:spPr>
            <a:xfrm>
              <a:off x="2178105" y="2037516"/>
              <a:ext cx="4023748" cy="352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x-none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1s</a:t>
              </a:r>
              <a:r>
                <a:rPr lang="x-none" sz="2800" b="1" baseline="30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x-none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2s</a:t>
              </a:r>
              <a:r>
                <a:rPr lang="x-none" sz="2800" b="1" baseline="30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x-none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2p</a:t>
              </a:r>
              <a:r>
                <a:rPr lang="x-none" sz="2800" b="1" baseline="30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x-none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x-none" sz="2800" b="1" baseline="30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x-none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x-none" sz="2800" b="1" baseline="30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x-none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4s</a:t>
              </a:r>
              <a:r>
                <a:rPr lang="x-none" sz="2800" b="1" baseline="30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3d</a:t>
              </a:r>
              <a:r>
                <a:rPr lang="en-US" sz="2800" b="1" baseline="30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4p</a:t>
              </a:r>
              <a:r>
                <a:rPr lang="x-none" sz="2800" b="1" baseline="30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217924" y="2037516"/>
              <a:ext cx="1113350" cy="352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4s</a:t>
              </a:r>
              <a:r>
                <a:rPr lang="en-US" sz="2800" b="1" baseline="30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4p</a:t>
              </a:r>
              <a:r>
                <a:rPr lang="en-US" sz="28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625135" y="2037516"/>
              <a:ext cx="381385" cy="352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x-none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542876" y="2037516"/>
              <a:ext cx="360743" cy="352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605200" y="2023091"/>
              <a:ext cx="617964" cy="352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7A</a:t>
              </a:r>
              <a:endPara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023906" y="2037516"/>
              <a:ext cx="576681" cy="352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Br</a:t>
              </a:r>
              <a:endPara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7219239" y="5228561"/>
            <a:ext cx="330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x-none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199044" y="5298019"/>
            <a:ext cx="330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x-none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231815" y="5253534"/>
            <a:ext cx="688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2A</a:t>
            </a:r>
            <a:endParaRPr lang="x-none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49"/>
          <p:cNvSpPr txBox="1"/>
          <p:nvPr/>
        </p:nvSpPr>
        <p:spPr>
          <a:xfrm>
            <a:off x="10676702" y="5273846"/>
            <a:ext cx="658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</a:t>
            </a:r>
            <a:endParaRPr lang="x-none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49"/>
          <p:cNvSpPr txBox="1"/>
          <p:nvPr/>
        </p:nvSpPr>
        <p:spPr>
          <a:xfrm>
            <a:off x="1766195" y="5294955"/>
            <a:ext cx="1377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1s</a:t>
            </a:r>
            <a:r>
              <a:rPr lang="x-none" sz="2800" b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x-none" sz="2800" b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x-none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49"/>
          <p:cNvSpPr txBox="1"/>
          <p:nvPr/>
        </p:nvSpPr>
        <p:spPr>
          <a:xfrm>
            <a:off x="564092" y="5298019"/>
            <a:ext cx="1161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= 3</a:t>
            </a:r>
            <a:endParaRPr lang="x-none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49"/>
          <p:cNvSpPr txBox="1"/>
          <p:nvPr/>
        </p:nvSpPr>
        <p:spPr>
          <a:xfrm>
            <a:off x="5776369" y="5298019"/>
            <a:ext cx="712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x-none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x-none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49"/>
          <p:cNvSpPr txBox="1"/>
          <p:nvPr/>
        </p:nvSpPr>
        <p:spPr>
          <a:xfrm>
            <a:off x="5776369" y="6055571"/>
            <a:ext cx="1236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x-none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x-none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x-none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x-none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570655" y="6012060"/>
            <a:ext cx="10750775" cy="566047"/>
            <a:chOff x="602336" y="3670239"/>
            <a:chExt cx="10648667" cy="381185"/>
          </a:xfrm>
        </p:grpSpPr>
        <p:sp>
          <p:nvSpPr>
            <p:cNvPr id="60" name="TextBox 59"/>
            <p:cNvSpPr txBox="1"/>
            <p:nvPr/>
          </p:nvSpPr>
          <p:spPr>
            <a:xfrm>
              <a:off x="7201169" y="3687676"/>
              <a:ext cx="381385" cy="3523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118910" y="3699079"/>
              <a:ext cx="360743" cy="3523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5"/>
            <p:cNvSpPr txBox="1"/>
            <p:nvPr/>
          </p:nvSpPr>
          <p:spPr>
            <a:xfrm>
              <a:off x="9181235" y="3699079"/>
              <a:ext cx="597322" cy="3523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1B</a:t>
              </a:r>
              <a:endParaRPr 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Box 65"/>
            <p:cNvSpPr txBox="1"/>
            <p:nvPr/>
          </p:nvSpPr>
          <p:spPr>
            <a:xfrm>
              <a:off x="10612398" y="3699079"/>
              <a:ext cx="638605" cy="3523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</a:t>
              </a:r>
              <a:endParaRPr 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5"/>
            <p:cNvSpPr txBox="1"/>
            <p:nvPr/>
          </p:nvSpPr>
          <p:spPr>
            <a:xfrm>
              <a:off x="1786521" y="3670239"/>
              <a:ext cx="3528361" cy="3523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1s</a:t>
              </a:r>
              <a:r>
                <a:rPr lang="x-none" sz="2800" b="1" baseline="30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x-none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2s</a:t>
              </a:r>
              <a:r>
                <a:rPr lang="x-none" sz="2800" b="1" baseline="30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x-none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2p</a:t>
              </a:r>
              <a:r>
                <a:rPr lang="x-none" sz="2800" b="1" baseline="30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x-none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x-none" sz="2800" b="1" baseline="30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x-none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x-none" sz="2800" b="1" baseline="30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x-none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4s</a:t>
              </a:r>
              <a:r>
                <a:rPr lang="x-none" sz="2800" b="1" baseline="30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x-none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3d</a:t>
              </a:r>
              <a:r>
                <a:rPr lang="x-none" sz="2800" b="1" baseline="30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02336" y="3676615"/>
              <a:ext cx="1156220" cy="3523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 = 29</a:t>
              </a:r>
              <a:endParaRPr lang="x-none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915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4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43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2072A8-D776-DE50-81DB-2E469134D309}"/>
              </a:ext>
            </a:extLst>
          </p:cNvPr>
          <p:cNvSpPr txBox="1"/>
          <p:nvPr/>
        </p:nvSpPr>
        <p:spPr>
          <a:xfrm>
            <a:off x="1315826" y="5405906"/>
            <a:ext cx="99161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Cation A</a:t>
            </a:r>
            <a:r>
              <a:rPr lang="x-none" sz="3200" b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x-none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có PLCC là 3d</a:t>
            </a:r>
            <a:r>
              <a:rPr lang="x-none" sz="3200" b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x-none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⇢ </a:t>
            </a:r>
            <a:r>
              <a:rPr lang="x-none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A: </a:t>
            </a:r>
            <a:r>
              <a:rPr lang="x-none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x-none" sz="32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x-none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x-none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x-none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⇢ Z = 25 ⇢ </a:t>
            </a:r>
            <a:r>
              <a:rPr lang="x-none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x-none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276E59-E91E-2DF7-97B8-5982652D156D}"/>
              </a:ext>
            </a:extLst>
          </p:cNvPr>
          <p:cNvSpPr txBox="1"/>
          <p:nvPr/>
        </p:nvSpPr>
        <p:spPr>
          <a:xfrm>
            <a:off x="1315826" y="6180112"/>
            <a:ext cx="92366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Anion X</a:t>
            </a:r>
            <a:r>
              <a:rPr lang="x-none" sz="3200" b="1" baseline="30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</a:t>
            </a:r>
            <a:r>
              <a:rPr lang="x-none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có PLCC là 2p</a:t>
            </a:r>
            <a:r>
              <a:rPr lang="x-none" sz="3200" b="1" baseline="30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x-none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⇢ </a:t>
            </a:r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x-none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x-none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x-none" sz="32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x-none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x-none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x-none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⇢ Z = 7 ⇢ </a:t>
            </a:r>
            <a:r>
              <a:rPr lang="x-none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x-none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x-none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9EB57A-9D4F-1284-520E-00637258ED02}"/>
              </a:ext>
            </a:extLst>
          </p:cNvPr>
          <p:cNvSpPr txBox="1"/>
          <p:nvPr/>
        </p:nvSpPr>
        <p:spPr>
          <a:xfrm>
            <a:off x="87060" y="879359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 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x-none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" name="Rectangle 1"/>
          <p:cNvSpPr/>
          <p:nvPr/>
        </p:nvSpPr>
        <p:spPr>
          <a:xfrm>
            <a:off x="151680" y="1520063"/>
            <a:ext cx="122444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x-none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ngtố A có 4 số lượng tử của e</a:t>
            </a:r>
            <a:r>
              <a:rPr lang="x-none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x-none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cuối cùng: (n, l, m</a:t>
            </a:r>
            <a:r>
              <a:rPr lang="x-none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x-none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</a:t>
            </a:r>
            <a:r>
              <a:rPr lang="x-none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x-none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(3, 2, -2, -1/2)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128927" y="2361283"/>
            <a:ext cx="9743570" cy="1421375"/>
            <a:chOff x="331764" y="2412209"/>
            <a:chExt cx="9743570" cy="142137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EAB4356-9717-6C25-8061-31DFE85E1069}"/>
                </a:ext>
              </a:extLst>
            </p:cNvPr>
            <p:cNvGrpSpPr/>
            <p:nvPr/>
          </p:nvGrpSpPr>
          <p:grpSpPr>
            <a:xfrm>
              <a:off x="3234619" y="2412209"/>
              <a:ext cx="4196778" cy="1421375"/>
              <a:chOff x="4536494" y="5042326"/>
              <a:chExt cx="2037470" cy="626679"/>
            </a:xfrm>
          </p:grpSpPr>
          <p:sp>
            <p:nvSpPr>
              <p:cNvPr id="12" name="Flowchart: Process 130">
                <a:extLst>
                  <a:ext uri="{FF2B5EF4-FFF2-40B4-BE49-F238E27FC236}">
                    <a16:creationId xmlns:a16="http://schemas.microsoft.com/office/drawing/2014/main" id="{0363B49E-1ED1-D65B-F443-F0D164785BD3}"/>
                  </a:ext>
                </a:extLst>
              </p:cNvPr>
              <p:cNvSpPr/>
              <p:nvPr/>
            </p:nvSpPr>
            <p:spPr>
              <a:xfrm>
                <a:off x="4536494" y="5042326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r>
                  <a:rPr lang="en-US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↓</a:t>
                </a:r>
              </a:p>
            </p:txBody>
          </p:sp>
          <p:sp>
            <p:nvSpPr>
              <p:cNvPr id="13" name="Flowchart: Process 131">
                <a:extLst>
                  <a:ext uri="{FF2B5EF4-FFF2-40B4-BE49-F238E27FC236}">
                    <a16:creationId xmlns:a16="http://schemas.microsoft.com/office/drawing/2014/main" id="{56AFAF7F-8BA1-1384-05BE-EAC8944FDCF5}"/>
                  </a:ext>
                </a:extLst>
              </p:cNvPr>
              <p:cNvSpPr/>
              <p:nvPr/>
            </p:nvSpPr>
            <p:spPr>
              <a:xfrm>
                <a:off x="4950560" y="5042326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endPara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Flowchart: Process 132">
                <a:extLst>
                  <a:ext uri="{FF2B5EF4-FFF2-40B4-BE49-F238E27FC236}">
                    <a16:creationId xmlns:a16="http://schemas.microsoft.com/office/drawing/2014/main" id="{60905DB4-924B-5162-A1A1-ED2D1EBD65A5}"/>
                  </a:ext>
                </a:extLst>
              </p:cNvPr>
              <p:cNvSpPr/>
              <p:nvPr/>
            </p:nvSpPr>
            <p:spPr>
              <a:xfrm>
                <a:off x="5364627" y="5042326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endPara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426D33-AC37-A357-FBE5-DD61294878B5}"/>
                  </a:ext>
                </a:extLst>
              </p:cNvPr>
              <p:cNvSpPr txBox="1"/>
              <p:nvPr/>
            </p:nvSpPr>
            <p:spPr>
              <a:xfrm>
                <a:off x="4654774" y="5465377"/>
                <a:ext cx="214169" cy="203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-2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2B4210-0833-2BBB-D4CD-5290534DC826}"/>
                  </a:ext>
                </a:extLst>
              </p:cNvPr>
              <p:cNvSpPr txBox="1"/>
              <p:nvPr/>
            </p:nvSpPr>
            <p:spPr>
              <a:xfrm>
                <a:off x="5050508" y="5465377"/>
                <a:ext cx="214169" cy="203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DF0B14-3D4A-11E5-F8B0-3A5989E3AE5A}"/>
                  </a:ext>
                </a:extLst>
              </p:cNvPr>
              <p:cNvSpPr txBox="1"/>
              <p:nvPr/>
            </p:nvSpPr>
            <p:spPr>
              <a:xfrm>
                <a:off x="5495857" y="5465459"/>
                <a:ext cx="164363" cy="203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0" name="Flowchart: Process 137">
                <a:extLst>
                  <a:ext uri="{FF2B5EF4-FFF2-40B4-BE49-F238E27FC236}">
                    <a16:creationId xmlns:a16="http://schemas.microsoft.com/office/drawing/2014/main" id="{FC919820-E468-7084-F803-F139E11608F4}"/>
                  </a:ext>
                </a:extLst>
              </p:cNvPr>
              <p:cNvSpPr/>
              <p:nvPr/>
            </p:nvSpPr>
            <p:spPr>
              <a:xfrm>
                <a:off x="5762987" y="5042326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endPara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Flowchart: Process 138">
                <a:extLst>
                  <a:ext uri="{FF2B5EF4-FFF2-40B4-BE49-F238E27FC236}">
                    <a16:creationId xmlns:a16="http://schemas.microsoft.com/office/drawing/2014/main" id="{0C9FE3DF-6A4D-4769-5ED5-9B66908CD0D0}"/>
                  </a:ext>
                </a:extLst>
              </p:cNvPr>
              <p:cNvSpPr/>
              <p:nvPr/>
            </p:nvSpPr>
            <p:spPr>
              <a:xfrm>
                <a:off x="6159898" y="5042326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endPara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6C1DFF-E0B9-DAB0-6A35-5B52BCE90A74}"/>
                  </a:ext>
                </a:extLst>
              </p:cNvPr>
              <p:cNvSpPr txBox="1"/>
              <p:nvPr/>
            </p:nvSpPr>
            <p:spPr>
              <a:xfrm>
                <a:off x="5841159" y="5465377"/>
                <a:ext cx="249190" cy="203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36466C6-0AF0-0E1E-5EC6-E53CEEA84A18}"/>
                  </a:ext>
                </a:extLst>
              </p:cNvPr>
              <p:cNvSpPr txBox="1"/>
              <p:nvPr/>
            </p:nvSpPr>
            <p:spPr>
              <a:xfrm>
                <a:off x="6242335" y="5465377"/>
                <a:ext cx="249190" cy="203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+2</a:t>
                </a:r>
              </a:p>
            </p:txBody>
          </p:sp>
        </p:grpSp>
        <p:sp>
          <p:nvSpPr>
            <p:cNvPr id="3" name="Rectangle 2"/>
            <p:cNvSpPr/>
            <p:nvPr/>
          </p:nvSpPr>
          <p:spPr>
            <a:xfrm>
              <a:off x="331764" y="2484675"/>
              <a:ext cx="9743570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  <a:spcAft>
                  <a:spcPts val="1200"/>
                </a:spcAft>
              </a:pPr>
              <a:r>
                <a:rPr lang="x-none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⇢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x-none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PLCC: 3d ⇢           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x-none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</a:t>
              </a:r>
              <a:r>
                <a:rPr lang="x-none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⇢ 3d</a:t>
              </a:r>
              <a:r>
                <a:rPr lang="x-none" sz="28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 </a:t>
              </a:r>
              <a:r>
                <a:rPr lang="x-none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⇢ </a:t>
              </a:r>
              <a:r>
                <a:rPr lang="x-none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4s</a:t>
              </a:r>
              <a:r>
                <a:rPr lang="x-none" sz="28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x-none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3d</a:t>
              </a:r>
              <a:r>
                <a:rPr lang="x-none" sz="2800" b="1" baseline="30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x-none" sz="2800" b="1" i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Rectangle 4"/>
          <p:cNvSpPr/>
          <p:nvPr/>
        </p:nvSpPr>
        <p:spPr>
          <a:xfrm>
            <a:off x="3284060" y="3677593"/>
            <a:ext cx="575991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⇢ </a:t>
            </a:r>
            <a:r>
              <a:rPr lang="x-none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Họ: d, CK 4, PN: 8B, Z = 26 ⇢ </a:t>
            </a:r>
            <a:r>
              <a:rPr lang="x-none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endParaRPr lang="x-none" sz="2800" b="1" i="1" u="sng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9EB57A-9D4F-1284-520E-00637258ED02}"/>
              </a:ext>
            </a:extLst>
          </p:cNvPr>
          <p:cNvSpPr txBox="1"/>
          <p:nvPr/>
        </p:nvSpPr>
        <p:spPr>
          <a:xfrm>
            <a:off x="186562" y="4746837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 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x-none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9153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66" grpId="0"/>
      <p:bldP spid="2" grpId="0"/>
      <p:bldP spid="5" grpId="0"/>
      <p:bldP spid="6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6381" y="6459785"/>
            <a:ext cx="510839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66129" y="1376713"/>
            <a:ext cx="8348543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800"/>
              </a:spcAft>
            </a:pP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 phương án </a:t>
            </a:r>
            <a:r>
              <a:rPr lang="vi-V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Theo quy luật sắp xếp các nguyên tố vào bảng hệ thống tuần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hoàn, dự đoán điện tích hạt nhân của </a:t>
            </a:r>
            <a:r>
              <a:rPr lang="vi-V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 tố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halogen 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(7A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(chưa phát hiện) </a:t>
            </a:r>
            <a:r>
              <a:rPr lang="vi-V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chu kỳ 8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Aft>
                <a:spcPts val="1800"/>
              </a:spcAft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A. 119				B. 158	</a:t>
            </a:r>
          </a:p>
          <a:p>
            <a:pPr algn="just">
              <a:lnSpc>
                <a:spcPct val="150000"/>
              </a:lnSpc>
              <a:spcAft>
                <a:spcPts val="1800"/>
              </a:spcAft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C. 167				D. 162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9EB57A-9D4F-1284-520E-00637258ED02}"/>
              </a:ext>
            </a:extLst>
          </p:cNvPr>
          <p:cNvSpPr txBox="1"/>
          <p:nvPr/>
        </p:nvSpPr>
        <p:spPr>
          <a:xfrm>
            <a:off x="19328" y="869524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 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x-none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51AD0F-9B42-FCE5-919C-75976E6775AA}"/>
              </a:ext>
            </a:extLst>
          </p:cNvPr>
          <p:cNvSpPr txBox="1"/>
          <p:nvPr/>
        </p:nvSpPr>
        <p:spPr>
          <a:xfrm>
            <a:off x="3506565" y="5985646"/>
            <a:ext cx="2250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</a:t>
            </a:r>
            <a:endParaRPr lang="x-none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Aufbau Principle: Features, Diagram, Electronic configuration of Sulphur &amp;  Nitrogen | AES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038" y="1517864"/>
            <a:ext cx="2587625" cy="485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rved Right Arrow 11">
            <a:extLst>
              <a:ext uri="{FF2B5EF4-FFF2-40B4-BE49-F238E27FC236}">
                <a16:creationId xmlns:a16="http://schemas.microsoft.com/office/drawing/2014/main" id="{8B09FA53-5859-10FC-73DC-B7D199DA74EF}"/>
              </a:ext>
            </a:extLst>
          </p:cNvPr>
          <p:cNvSpPr/>
          <p:nvPr/>
        </p:nvSpPr>
        <p:spPr>
          <a:xfrm rot="18365151">
            <a:off x="10095622" y="5664483"/>
            <a:ext cx="208786" cy="508879"/>
          </a:xfrm>
          <a:prstGeom prst="curvedRightArrow">
            <a:avLst/>
          </a:prstGeom>
          <a:solidFill>
            <a:srgbClr val="00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n>
                <a:solidFill>
                  <a:srgbClr val="00FFCC"/>
                </a:solidFill>
              </a:ln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51AD0F-9B42-FCE5-919C-75976E6775AA}"/>
              </a:ext>
            </a:extLst>
          </p:cNvPr>
          <p:cNvSpPr txBox="1"/>
          <p:nvPr/>
        </p:nvSpPr>
        <p:spPr>
          <a:xfrm>
            <a:off x="10446239" y="5647130"/>
            <a:ext cx="981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118</a:t>
            </a:r>
            <a:endParaRPr lang="x-none" sz="36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73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2" grpId="0" animBg="1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6381" y="6459785"/>
            <a:ext cx="510839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NTHH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54661" y="814176"/>
            <a:ext cx="12052121" cy="5000254"/>
            <a:chOff x="72170" y="687555"/>
            <a:chExt cx="12052121" cy="5000254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170" y="687555"/>
              <a:ext cx="12052121" cy="5000254"/>
            </a:xfrm>
            <a:prstGeom prst="rect">
              <a:avLst/>
            </a:prstGeom>
          </p:spPr>
        </p:pic>
        <p:sp>
          <p:nvSpPr>
            <p:cNvPr id="12" name="Curved Up Arrow 11"/>
            <p:cNvSpPr/>
            <p:nvPr/>
          </p:nvSpPr>
          <p:spPr>
            <a:xfrm rot="16200000">
              <a:off x="2627368" y="4167220"/>
              <a:ext cx="1120156" cy="317538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Curved Up Arrow 12"/>
            <p:cNvSpPr/>
            <p:nvPr/>
          </p:nvSpPr>
          <p:spPr>
            <a:xfrm rot="16200000">
              <a:off x="2552134" y="4643325"/>
              <a:ext cx="1335521" cy="382433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3196424" y="3371353"/>
              <a:ext cx="3482672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3205697" y="3786144"/>
              <a:ext cx="3482672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3197750" y="4255274"/>
              <a:ext cx="3482672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8301162" y="2567830"/>
              <a:ext cx="2259495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8301162" y="2957793"/>
              <a:ext cx="2259495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8301161" y="3375328"/>
              <a:ext cx="2259495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8301161" y="3799922"/>
              <a:ext cx="2259495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8301161" y="4216413"/>
              <a:ext cx="2259495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3808675" y="4617756"/>
            <a:ext cx="4053725" cy="2240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>
              <a:buFont typeface="Times New Roman" pitchFamily="18" charset="0"/>
              <a:buAutoNum type="arabicPeriod"/>
            </a:pPr>
            <a:r>
              <a:rPr lang="en-US" sz="2800" dirty="0" err="1" smtClean="0">
                <a:solidFill>
                  <a:srgbClr val="7030A0"/>
                </a:solidFill>
                <a:latin typeface="Arial" charset="0"/>
                <a:cs typeface="Arial" charset="0"/>
              </a:rPr>
              <a:t>Tính</a:t>
            </a:r>
            <a:r>
              <a:rPr lang="en-US" sz="2800" dirty="0">
                <a:solidFill>
                  <a:srgbClr val="7030A0"/>
                </a:solidFill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solidFill>
                  <a:srgbClr val="7030A0"/>
                </a:solidFill>
                <a:latin typeface="Arial" charset="0"/>
                <a:cs typeface="Arial" charset="0"/>
              </a:rPr>
              <a:t>chất</a:t>
            </a:r>
            <a:r>
              <a:rPr lang="en-US" sz="2800" dirty="0" smtClean="0">
                <a:solidFill>
                  <a:srgbClr val="7030A0"/>
                </a:solidFill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solidFill>
                  <a:srgbClr val="7030A0"/>
                </a:solidFill>
                <a:latin typeface="Arial" charset="0"/>
                <a:cs typeface="Arial" charset="0"/>
              </a:rPr>
              <a:t>chung</a:t>
            </a:r>
            <a:endParaRPr lang="en-US" sz="2800" dirty="0">
              <a:solidFill>
                <a:srgbClr val="7030A0"/>
              </a:solidFill>
              <a:latin typeface="Arial" charset="0"/>
              <a:cs typeface="Arial" charset="0"/>
            </a:endParaRPr>
          </a:p>
          <a:p>
            <a:pPr marL="514350" indent="-514350">
              <a:buFont typeface="Times New Roman" pitchFamily="18" charset="0"/>
              <a:buAutoNum type="arabicPeriod"/>
            </a:pPr>
            <a:r>
              <a:rPr lang="en-US" sz="2800" dirty="0" err="1" smtClean="0">
                <a:solidFill>
                  <a:srgbClr val="FF0000"/>
                </a:solidFill>
                <a:latin typeface="Arial" charset="0"/>
                <a:cs typeface="Arial" charset="0"/>
              </a:rPr>
              <a:t>Bán</a:t>
            </a:r>
            <a:r>
              <a:rPr lang="en-US" sz="28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Arial" charset="0"/>
                <a:cs typeface="Arial" charset="0"/>
              </a:rPr>
              <a:t>kính</a:t>
            </a:r>
            <a:r>
              <a:rPr lang="en-US" sz="28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Arial" charset="0"/>
                <a:cs typeface="Arial" charset="0"/>
              </a:rPr>
              <a:t>ngtử</a:t>
            </a:r>
            <a:endParaRPr lang="en-US" sz="2800" dirty="0">
              <a:solidFill>
                <a:srgbClr val="FF0000"/>
              </a:solidFill>
              <a:latin typeface="Arial" charset="0"/>
              <a:cs typeface="Arial" charset="0"/>
            </a:endParaRPr>
          </a:p>
          <a:p>
            <a:pPr marL="514350" indent="-514350">
              <a:buFont typeface="Times New Roman" pitchFamily="18" charset="0"/>
              <a:buAutoNum type="arabicPeriod"/>
            </a:pPr>
            <a:r>
              <a:rPr lang="en-US" sz="2800" dirty="0" err="1" smtClean="0">
                <a:solidFill>
                  <a:srgbClr val="0000FF"/>
                </a:solidFill>
                <a:latin typeface="Arial" charset="0"/>
                <a:cs typeface="Arial" charset="0"/>
              </a:rPr>
              <a:t>Năng</a:t>
            </a:r>
            <a:r>
              <a:rPr lang="en-US" sz="28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 l</a:t>
            </a:r>
            <a:r>
              <a:rPr lang="vi-VN" sz="28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ượng</a:t>
            </a:r>
            <a:r>
              <a:rPr lang="en-US" sz="2800" dirty="0">
                <a:solidFill>
                  <a:srgbClr val="0000FF"/>
                </a:solidFill>
                <a:latin typeface="Arial" charset="0"/>
                <a:cs typeface="Arial" charset="0"/>
              </a:rPr>
              <a:t> ion </a:t>
            </a:r>
            <a:r>
              <a:rPr lang="en-US" sz="2800" dirty="0" err="1">
                <a:solidFill>
                  <a:srgbClr val="0000FF"/>
                </a:solidFill>
                <a:latin typeface="Arial" charset="0"/>
                <a:cs typeface="Arial" charset="0"/>
              </a:rPr>
              <a:t>hóa</a:t>
            </a:r>
            <a:r>
              <a:rPr lang="en-US" sz="2800" dirty="0" smtClean="0">
                <a:solidFill>
                  <a:srgbClr val="0000FF"/>
                </a:solidFill>
                <a:latin typeface="Arial" charset="0"/>
                <a:cs typeface="Arial" charset="0"/>
              </a:rPr>
              <a:t> </a:t>
            </a:r>
            <a:endParaRPr lang="en-US" sz="2800" dirty="0">
              <a:solidFill>
                <a:srgbClr val="0000FF"/>
              </a:solidFill>
              <a:latin typeface="Arial" charset="0"/>
              <a:cs typeface="Arial" charset="0"/>
            </a:endParaRPr>
          </a:p>
          <a:p>
            <a:pPr marL="514350" indent="-514350">
              <a:buFont typeface="Times New Roman" pitchFamily="18" charset="0"/>
              <a:buAutoNum type="arabicPeriod"/>
            </a:pPr>
            <a:r>
              <a:rPr lang="en-US" sz="2800" dirty="0" err="1" smtClean="0">
                <a:solidFill>
                  <a:srgbClr val="CC00CC"/>
                </a:solidFill>
                <a:latin typeface="Arial" charset="0"/>
                <a:cs typeface="Arial" charset="0"/>
              </a:rPr>
              <a:t>Ái</a:t>
            </a:r>
            <a:r>
              <a:rPr lang="en-US" sz="2800" dirty="0">
                <a:solidFill>
                  <a:srgbClr val="CC00CC"/>
                </a:solidFill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solidFill>
                  <a:srgbClr val="CC00CC"/>
                </a:solidFill>
                <a:latin typeface="Arial" charset="0"/>
                <a:cs typeface="Arial" charset="0"/>
              </a:rPr>
              <a:t>lực</a:t>
            </a:r>
            <a:r>
              <a:rPr lang="en-US" sz="2800" dirty="0" smtClean="0">
                <a:solidFill>
                  <a:srgbClr val="CC00CC"/>
                </a:solidFill>
                <a:latin typeface="Arial" charset="0"/>
                <a:cs typeface="Arial" charset="0"/>
              </a:rPr>
              <a:t> electron</a:t>
            </a:r>
            <a:endParaRPr lang="en-US" sz="2800" dirty="0">
              <a:solidFill>
                <a:srgbClr val="CC00CC"/>
              </a:solidFill>
              <a:latin typeface="Arial" charset="0"/>
              <a:cs typeface="Arial" charset="0"/>
            </a:endParaRPr>
          </a:p>
          <a:p>
            <a:pPr marL="514350" indent="-514350">
              <a:buFont typeface="Times New Roman" pitchFamily="18" charset="0"/>
              <a:buAutoNum type="arabicPeriod"/>
            </a:pPr>
            <a:r>
              <a:rPr lang="en-US" sz="2800" dirty="0" err="1" smtClean="0">
                <a:solidFill>
                  <a:srgbClr val="00B050"/>
                </a:solidFill>
                <a:latin typeface="Arial" charset="0"/>
                <a:cs typeface="Arial" charset="0"/>
              </a:rPr>
              <a:t>Độ</a:t>
            </a:r>
            <a:r>
              <a:rPr lang="en-US" sz="2800" dirty="0">
                <a:solidFill>
                  <a:srgbClr val="00B050"/>
                </a:solidFill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solidFill>
                  <a:srgbClr val="00B050"/>
                </a:solidFill>
                <a:latin typeface="Arial" charset="0"/>
                <a:cs typeface="Arial" charset="0"/>
              </a:rPr>
              <a:t>âm</a:t>
            </a:r>
            <a:r>
              <a:rPr lang="en-US" sz="2800" dirty="0">
                <a:solidFill>
                  <a:srgbClr val="00B050"/>
                </a:solidFill>
                <a:latin typeface="Arial" charset="0"/>
                <a:cs typeface="Arial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Arial" charset="0"/>
                <a:cs typeface="Arial" charset="0"/>
              </a:rPr>
              <a:t>điện</a:t>
            </a:r>
            <a:endParaRPr lang="en-US" sz="2800" dirty="0">
              <a:solidFill>
                <a:srgbClr val="00B050"/>
              </a:solidFill>
              <a:latin typeface="Arial" charset="0"/>
              <a:cs typeface="Arial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984800" y="4766400"/>
            <a:ext cx="4024964" cy="1985772"/>
            <a:chOff x="7984800" y="4766400"/>
            <a:chExt cx="4024964" cy="1985772"/>
          </a:xfrm>
        </p:grpSpPr>
        <p:grpSp>
          <p:nvGrpSpPr>
            <p:cNvPr id="25" name="Group 24"/>
            <p:cNvGrpSpPr/>
            <p:nvPr/>
          </p:nvGrpSpPr>
          <p:grpSpPr>
            <a:xfrm>
              <a:off x="7984800" y="4766400"/>
              <a:ext cx="3663752" cy="1958400"/>
              <a:chOff x="7984800" y="4766400"/>
              <a:chExt cx="3663752" cy="1958400"/>
            </a:xfrm>
          </p:grpSpPr>
          <p:sp>
            <p:nvSpPr>
              <p:cNvPr id="26" name="Right Brace 25"/>
              <p:cNvSpPr/>
              <p:nvPr/>
            </p:nvSpPr>
            <p:spPr>
              <a:xfrm>
                <a:off x="7984800" y="4766400"/>
                <a:ext cx="525600" cy="1958400"/>
              </a:xfrm>
              <a:prstGeom prst="rightBrac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 flipV="1">
                <a:off x="8796102" y="5184000"/>
                <a:ext cx="648000" cy="63043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ectangle 27"/>
              <p:cNvSpPr/>
              <p:nvPr/>
            </p:nvSpPr>
            <p:spPr>
              <a:xfrm>
                <a:off x="9444102" y="4815225"/>
                <a:ext cx="220445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200" b="1" dirty="0" err="1" smtClean="0">
                    <a:solidFill>
                      <a:schemeClr val="accent2"/>
                    </a:solidFill>
                    <a:latin typeface="Arial" charset="0"/>
                    <a:cs typeface="Arial" charset="0"/>
                  </a:rPr>
                  <a:t>Lớp</a:t>
                </a:r>
                <a:r>
                  <a:rPr lang="en-US" sz="3200" b="1" dirty="0">
                    <a:solidFill>
                      <a:schemeClr val="accent2"/>
                    </a:solidFill>
                    <a:latin typeface="Arial" charset="0"/>
                    <a:cs typeface="Arial" charset="0"/>
                  </a:rPr>
                  <a:t> </a:t>
                </a:r>
                <a:r>
                  <a:rPr lang="en-US" sz="3200" b="1" dirty="0" err="1" smtClean="0">
                    <a:solidFill>
                      <a:schemeClr val="accent2"/>
                    </a:solidFill>
                    <a:latin typeface="Arial" charset="0"/>
                    <a:cs typeface="Arial" charset="0"/>
                  </a:rPr>
                  <a:t>vỏ</a:t>
                </a:r>
                <a:r>
                  <a:rPr lang="en-US" sz="3200" b="1" dirty="0">
                    <a:solidFill>
                      <a:schemeClr val="accent2"/>
                    </a:solidFill>
                    <a:latin typeface="Arial" charset="0"/>
                    <a:cs typeface="Arial" charset="0"/>
                  </a:rPr>
                  <a:t> </a:t>
                </a:r>
                <a:r>
                  <a:rPr lang="en-US" sz="3200" b="1" dirty="0" smtClean="0">
                    <a:solidFill>
                      <a:schemeClr val="accent2"/>
                    </a:solidFill>
                    <a:latin typeface="Arial" charset="0"/>
                    <a:cs typeface="Arial" charset="0"/>
                  </a:rPr>
                  <a:t>(n)</a:t>
                </a:r>
                <a:endParaRPr lang="en-US" sz="3200" b="1" dirty="0">
                  <a:solidFill>
                    <a:schemeClr val="accent2"/>
                  </a:solidFill>
                </a:endParaRPr>
              </a:p>
            </p:txBody>
          </p:sp>
          <p:cxnSp>
            <p:nvCxnSpPr>
              <p:cNvPr id="29" name="Straight Arrow Connector 28"/>
              <p:cNvCxnSpPr>
                <a:endCxn id="30" idx="1"/>
              </p:cNvCxnSpPr>
              <p:nvPr/>
            </p:nvCxnSpPr>
            <p:spPr>
              <a:xfrm>
                <a:off x="8796102" y="5814430"/>
                <a:ext cx="62394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/>
              <p:cNvSpPr/>
              <p:nvPr/>
            </p:nvSpPr>
            <p:spPr>
              <a:xfrm>
                <a:off x="9420050" y="5522042"/>
                <a:ext cx="173316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200" b="1" dirty="0" err="1" smtClean="0">
                    <a:solidFill>
                      <a:schemeClr val="tx2"/>
                    </a:solidFill>
                    <a:latin typeface="Arial" charset="0"/>
                    <a:cs typeface="Arial" charset="0"/>
                  </a:rPr>
                  <a:t>Giá</a:t>
                </a:r>
                <a:r>
                  <a:rPr lang="en-US" sz="3200" b="1" dirty="0">
                    <a:solidFill>
                      <a:schemeClr val="tx2"/>
                    </a:solidFill>
                    <a:latin typeface="Arial" charset="0"/>
                    <a:cs typeface="Arial" charset="0"/>
                  </a:rPr>
                  <a:t> </a:t>
                </a:r>
                <a:r>
                  <a:rPr lang="en-US" sz="3200" b="1" dirty="0" err="1" smtClean="0">
                    <a:solidFill>
                      <a:schemeClr val="tx2"/>
                    </a:solidFill>
                    <a:latin typeface="Arial" charset="0"/>
                    <a:cs typeface="Arial" charset="0"/>
                  </a:rPr>
                  <a:t>trị</a:t>
                </a:r>
                <a:r>
                  <a:rPr lang="en-US" sz="3200" b="1" dirty="0" smtClean="0">
                    <a:solidFill>
                      <a:schemeClr val="tx2"/>
                    </a:solidFill>
                    <a:latin typeface="Arial" charset="0"/>
                    <a:cs typeface="Arial" charset="0"/>
                  </a:rPr>
                  <a:t> Z</a:t>
                </a:r>
                <a:endParaRPr lang="en-US" sz="3200" b="1" dirty="0">
                  <a:solidFill>
                    <a:schemeClr val="tx2"/>
                  </a:solidFill>
                </a:endParaRPr>
              </a:p>
            </p:txBody>
          </p:sp>
        </p:grpSp>
        <p:cxnSp>
          <p:nvCxnSpPr>
            <p:cNvPr id="31" name="Straight Arrow Connector 30"/>
            <p:cNvCxnSpPr/>
            <p:nvPr/>
          </p:nvCxnSpPr>
          <p:spPr>
            <a:xfrm>
              <a:off x="8798234" y="5814429"/>
              <a:ext cx="640771" cy="630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>
              <a:off x="9524788" y="6167397"/>
              <a:ext cx="248497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dirty="0" smtClean="0">
                  <a:solidFill>
                    <a:srgbClr val="7030A0"/>
                  </a:solidFill>
                  <a:latin typeface="Arial" charset="0"/>
                  <a:cs typeface="Arial" charset="0"/>
                </a:rPr>
                <a:t>Electron HT</a:t>
              </a:r>
              <a:endParaRPr lang="en-US" sz="3200" b="1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040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52494" y="804829"/>
            <a:ext cx="11857270" cy="5175949"/>
            <a:chOff x="152494" y="804829"/>
            <a:chExt cx="11857270" cy="5175949"/>
          </a:xfrm>
        </p:grpSpPr>
        <p:sp>
          <p:nvSpPr>
            <p:cNvPr id="16" name="矩形 4">
              <a:extLst>
                <a:ext uri="{FF2B5EF4-FFF2-40B4-BE49-F238E27FC236}">
                  <a16:creationId xmlns:a16="http://schemas.microsoft.com/office/drawing/2014/main" id="{E02292E3-E2BC-DD42-B4D2-B294809DE06F}"/>
                </a:ext>
              </a:extLst>
            </p:cNvPr>
            <p:cNvSpPr/>
            <p:nvPr/>
          </p:nvSpPr>
          <p:spPr>
            <a:xfrm>
              <a:off x="152494" y="804829"/>
              <a:ext cx="11857270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Tính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chất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các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NTHH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thay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đổi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tuần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hoàn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theo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3 </a:t>
              </a:r>
              <a:r>
                <a:rPr lang="en-US" altLang="zh-TW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chiều</a:t>
              </a:r>
              <a:r>
                <a:rPr lang="en-US" altLang="zh-TW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: </a:t>
              </a:r>
              <a:r>
                <a:rPr lang="en-US" altLang="zh-TW" sz="2800" b="1" i="1" u="sng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ngang</a:t>
              </a:r>
              <a:r>
                <a:rPr lang="en-US" altLang="zh-TW" sz="2800" b="1" i="1" u="sng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+ </a:t>
              </a:r>
              <a:r>
                <a:rPr lang="en-US" altLang="zh-TW" sz="2800" b="1" i="1" u="sng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dọc</a:t>
              </a:r>
              <a:r>
                <a:rPr lang="en-US" altLang="zh-TW" sz="2800" b="1" i="1" u="sng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+ </a:t>
              </a:r>
              <a:r>
                <a:rPr lang="en-US" altLang="zh-TW" sz="2800" b="1" i="1" u="sng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chéo</a:t>
              </a:r>
              <a:endParaRPr lang="en-US" altLang="zh-TW" sz="2800" b="1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8004410" y="2380718"/>
              <a:ext cx="4005354" cy="3600060"/>
              <a:chOff x="8004410" y="2380718"/>
              <a:chExt cx="4005354" cy="3600060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00FCA5A1-C9EA-5247-BADD-FD806587D3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04410" y="2380718"/>
                <a:ext cx="4005354" cy="3600060"/>
              </a:xfrm>
              <a:prstGeom prst="rect">
                <a:avLst/>
              </a:prstGeom>
            </p:spPr>
          </p:pic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56A08954-5D79-4046-9B23-1FB3BC3C20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55853" y="3640667"/>
                <a:ext cx="266228" cy="39585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4E46C93D-45CC-9841-892D-62E6BB9249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58476" y="3949451"/>
                <a:ext cx="440452" cy="666937"/>
              </a:xfrm>
              <a:prstGeom prst="straightConnector1">
                <a:avLst/>
              </a:prstGeom>
              <a:ln w="3810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Rectangle 19"/>
          <p:cNvSpPr/>
          <p:nvPr/>
        </p:nvSpPr>
        <p:spPr>
          <a:xfrm>
            <a:off x="0" y="1562036"/>
            <a:ext cx="967314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Chu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kỳ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n =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const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Z↑ ⇢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tăng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lực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hút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p</a:t>
            </a:r>
            <a:r>
              <a:rPr lang="en-US" altLang="zh-TW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+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ngoài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cùng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</a:p>
          <a:p>
            <a:pPr marL="285750" algn="just">
              <a:lnSpc>
                <a:spcPct val="150000"/>
              </a:lnSpc>
            </a:pP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 ⇢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Đi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từ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trái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qua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phải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</a:p>
          <a:p>
            <a:pPr marL="1608138" indent="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kim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loại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↓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phi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kim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↑;</a:t>
            </a:r>
          </a:p>
          <a:p>
            <a:pPr marL="1608138" indent="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giảm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oxi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tăng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59" y="4258235"/>
            <a:ext cx="801018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cùng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trị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n↑ ⇢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giảm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lực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hút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p</a:t>
            </a:r>
            <a:r>
              <a:rPr lang="en-US" altLang="zh-TW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+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ngoài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cùng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⇢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Đi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từ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trên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xuống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</a:p>
          <a:p>
            <a:pPr marL="1608138" indent="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kim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loại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↑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phi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kim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↓;</a:t>
            </a:r>
          </a:p>
          <a:p>
            <a:pPr marL="1608138" indent="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tăng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oxi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tăng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0893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" y="788283"/>
            <a:ext cx="1995738" cy="20031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205756" y="1331661"/>
                <a:ext cx="3292183" cy="6828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vertJc m:val="bot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đ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â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r>
                            <m:rPr>
                              <m:brk m:alnAt="2"/>
                            </m:rP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à 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ô 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ù</m:t>
                          </m:r>
                          <m: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𝒏𝒈</m:t>
                          </m:r>
                        </m:e>
                      </m:groupChr>
                    </m:oMath>
                  </m:oMathPara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756" y="1331661"/>
                <a:ext cx="3292183" cy="68287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935754" y="1019333"/>
            <a:ext cx="6231467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ion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(R)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E02292E3-E2BC-DD42-B4D2-B294809DE06F}"/>
              </a:ext>
            </a:extLst>
          </p:cNvPr>
          <p:cNvSpPr/>
          <p:nvPr/>
        </p:nvSpPr>
        <p:spPr>
          <a:xfrm>
            <a:off x="298739" y="2705006"/>
            <a:ext cx="1156396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Bán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kính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hiệu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dụng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(R) 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→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được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xác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định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dựa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trên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khoảng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cách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giữa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2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tạo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nên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tương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ứng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</a:t>
            </a:r>
            <a:endParaRPr 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8468" y="4114811"/>
            <a:ext cx="5044971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loại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bán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kính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gồm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4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loại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89921" y="4819609"/>
            <a:ext cx="10820333" cy="1901424"/>
            <a:chOff x="1234741" y="3530821"/>
            <a:chExt cx="10625824" cy="1672542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68130" y="3715444"/>
              <a:ext cx="1797480" cy="1119937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91704" y="3760439"/>
              <a:ext cx="2019300" cy="1057275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75244" y="3760439"/>
              <a:ext cx="1086887" cy="1080136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1234741" y="4895586"/>
              <a:ext cx="156789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 err="1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Bán</a:t>
              </a:r>
              <a:r>
                <a:rPr lang="en-US" sz="1400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kính</a:t>
              </a:r>
              <a:r>
                <a:rPr lang="en-US" sz="1400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kim</a:t>
              </a:r>
              <a:r>
                <a:rPr lang="en-US" sz="1400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loại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804342" y="4835381"/>
              <a:ext cx="1992775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 err="1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Bán</a:t>
              </a:r>
              <a:r>
                <a:rPr lang="en-US" sz="1400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kính</a:t>
              </a:r>
              <a:r>
                <a:rPr lang="en-US" sz="1400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cộng</a:t>
              </a:r>
              <a:r>
                <a:rPr lang="en-US" sz="1400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hóa</a:t>
              </a:r>
              <a:r>
                <a:rPr lang="en-US" sz="1400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trị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08336" y="4864411"/>
              <a:ext cx="215222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 err="1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Bán</a:t>
              </a:r>
              <a:r>
                <a:rPr lang="en-US" sz="1400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kính</a:t>
              </a:r>
              <a:r>
                <a:rPr lang="en-US" sz="1400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Van Der Waals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24588" y="3530821"/>
              <a:ext cx="1427647" cy="1286893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>
            <a:xfrm>
              <a:off x="7005398" y="4864551"/>
              <a:ext cx="1992775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 err="1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Bán</a:t>
              </a:r>
              <a:r>
                <a:rPr lang="en-US" sz="1400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kính</a:t>
              </a:r>
              <a:r>
                <a:rPr lang="en-US" sz="1400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ion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496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AA0E3BE6-7F03-C000-4DD4-84DF00945863}"/>
              </a:ext>
            </a:extLst>
          </p:cNvPr>
          <p:cNvSpPr/>
          <p:nvPr/>
        </p:nvSpPr>
        <p:spPr>
          <a:xfrm>
            <a:off x="76475" y="3864780"/>
            <a:ext cx="40285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Theo </a:t>
            </a:r>
            <a:r>
              <a:rPr lang="en-US" altLang="zh-TW" sz="3200" b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32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C998A1-9BF9-1484-A949-743058816CF9}"/>
              </a:ext>
            </a:extLst>
          </p:cNvPr>
          <p:cNvSpPr/>
          <p:nvPr/>
        </p:nvSpPr>
        <p:spPr>
          <a:xfrm>
            <a:off x="317502" y="4542030"/>
            <a:ext cx="6001796" cy="2116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algn="just">
              <a:lnSpc>
                <a:spcPct val="150000"/>
              </a:lnSpc>
              <a:spcAft>
                <a:spcPts val="600"/>
              </a:spcAft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VEs  = const, 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n↑ </a:t>
            </a:r>
          </a:p>
          <a:p>
            <a:pPr marL="285750" algn="just">
              <a:lnSpc>
                <a:spcPct val="150000"/>
              </a:lnSpc>
              <a:spcAft>
                <a:spcPts val="600"/>
              </a:spcAft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⇢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Giảm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lực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hút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</a:t>
            </a:r>
            <a:r>
              <a:rPr lang="en-US" altLang="zh-TW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+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&amp; e</a:t>
            </a:r>
            <a:r>
              <a:rPr lang="en-US" altLang="zh-TW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ngoài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cùng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</a:p>
          <a:p>
            <a:pPr marL="285750" algn="just">
              <a:lnSpc>
                <a:spcPct val="150000"/>
              </a:lnSpc>
              <a:spcAft>
                <a:spcPts val="600"/>
              </a:spcAft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⇢ </a:t>
            </a:r>
            <a:r>
              <a:rPr lang="en-US" altLang="zh-TW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R </a:t>
            </a:r>
            <a:r>
              <a:rPr lang="en-US" altLang="zh-TW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tăng</a:t>
            </a:r>
            <a:r>
              <a:rPr lang="en-US" altLang="zh-TW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</a:t>
            </a:r>
            <a:r>
              <a:rPr lang="en-US" altLang="zh-TW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đi</a:t>
            </a:r>
            <a:r>
              <a:rPr lang="en-US" altLang="zh-TW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từ</a:t>
            </a:r>
            <a:r>
              <a:rPr lang="en-US" altLang="zh-TW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trên</a:t>
            </a:r>
            <a:r>
              <a:rPr lang="en-US" altLang="zh-TW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xuống</a:t>
            </a:r>
            <a:r>
              <a:rPr lang="en-US" altLang="zh-TW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</a:t>
            </a:r>
            <a:endParaRPr lang="en-US" altLang="zh-TW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A8C4D7-1945-35C6-E81A-374F989E4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298" y="1695518"/>
            <a:ext cx="5690466" cy="3771489"/>
          </a:xfrm>
          <a:prstGeom prst="rect">
            <a:avLst/>
          </a:prstGeom>
        </p:spPr>
      </p:pic>
      <p:sp>
        <p:nvSpPr>
          <p:cNvPr id="2" name="矩形 4">
            <a:extLst>
              <a:ext uri="{FF2B5EF4-FFF2-40B4-BE49-F238E27FC236}">
                <a16:creationId xmlns:a16="http://schemas.microsoft.com/office/drawing/2014/main" id="{5883DB02-B2B1-3E70-8046-D7D658E1BE11}"/>
              </a:ext>
            </a:extLst>
          </p:cNvPr>
          <p:cNvSpPr/>
          <p:nvPr/>
        </p:nvSpPr>
        <p:spPr>
          <a:xfrm>
            <a:off x="76475" y="839585"/>
            <a:ext cx="40285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Theo chu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kỳ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  <a:endParaRPr lang="en-US" altLang="zh-TW" sz="32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475778-09D7-3CF9-EB3F-A917042BBE1F}"/>
              </a:ext>
            </a:extLst>
          </p:cNvPr>
          <p:cNvSpPr/>
          <p:nvPr/>
        </p:nvSpPr>
        <p:spPr>
          <a:xfrm>
            <a:off x="589201" y="1473507"/>
            <a:ext cx="5506799" cy="2107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 = const, 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Z↑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⇢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Tăng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lực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hút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</a:t>
            </a:r>
            <a:r>
              <a:rPr lang="en-US" altLang="zh-TW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+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&amp; e</a:t>
            </a:r>
            <a:r>
              <a:rPr lang="en-US" altLang="zh-TW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ngoài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cùng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→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Từ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trái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qua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phải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R </a:t>
            </a:r>
            <a:r>
              <a:rPr lang="en-US" altLang="zh-TW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giảm</a:t>
            </a:r>
            <a:endParaRPr lang="en-US" altLang="zh-TW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</p:spTree>
    <p:extLst>
      <p:ext uri="{BB962C8B-B14F-4D97-AF65-F5344CB8AC3E}">
        <p14:creationId xmlns:p14="http://schemas.microsoft.com/office/powerpoint/2010/main" val="149228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531EAF-E193-9FEA-1161-54F893E73E6A}"/>
              </a:ext>
            </a:extLst>
          </p:cNvPr>
          <p:cNvSpPr/>
          <p:nvPr/>
        </p:nvSpPr>
        <p:spPr>
          <a:xfrm>
            <a:off x="5366759" y="1052162"/>
            <a:ext cx="666237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3429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Chu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kỳ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nhỏ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R </a:t>
            </a:r>
            <a:r>
              <a:rPr lang="en-US" altLang="zh-TW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giảm</a:t>
            </a:r>
            <a:r>
              <a:rPr lang="en-US" altLang="zh-TW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rõ</a:t>
            </a:r>
            <a:r>
              <a:rPr lang="en-US" altLang="zh-TW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rệt</a:t>
            </a:r>
            <a:r>
              <a:rPr lang="en-US" altLang="zh-TW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đều</a:t>
            </a:r>
            <a:r>
              <a:rPr lang="en-US" altLang="zh-TW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đặn</a:t>
            </a:r>
            <a:endParaRPr lang="en-US" altLang="zh-TW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pic>
        <p:nvPicPr>
          <p:cNvPr id="11" name="Picture 1" descr="page10image44138496">
            <a:extLst>
              <a:ext uri="{FF2B5EF4-FFF2-40B4-BE49-F238E27FC236}">
                <a16:creationId xmlns:a16="http://schemas.microsoft.com/office/drawing/2014/main" id="{34BB1CE0-B9C3-F020-4618-75D7C6BC7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871561"/>
            <a:ext cx="5761364" cy="2781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C435C21-C748-872F-3F49-2C369C88A4F9}"/>
              </a:ext>
            </a:extLst>
          </p:cNvPr>
          <p:cNvSpPr/>
          <p:nvPr/>
        </p:nvSpPr>
        <p:spPr>
          <a:xfrm>
            <a:off x="220137" y="5782469"/>
            <a:ext cx="116543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indent="347663" algn="just"/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điền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vào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PLCC (d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f)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H/Ư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chắn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kém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→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lớp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co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lại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(co d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co f) → R↓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chậm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→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giống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nhau</a:t>
            </a: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53892" y="1788578"/>
            <a:ext cx="6806672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28650" indent="-3429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Chu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kỳ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lớn</a:t>
            </a:r>
            <a:r>
              <a:rPr lang="en-US" altLang="zh-TW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R </a:t>
            </a:r>
            <a:r>
              <a:rPr lang="en-US" altLang="zh-TW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giảm</a:t>
            </a:r>
            <a:r>
              <a:rPr lang="en-US" altLang="zh-TW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chậm</a:t>
            </a:r>
            <a:r>
              <a:rPr lang="en-US" altLang="zh-TW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không</a:t>
            </a:r>
            <a:r>
              <a:rPr lang="en-US" altLang="zh-TW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đều</a:t>
            </a:r>
            <a:endParaRPr lang="en-US" altLang="zh-TW" sz="2800" b="1" i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4C11BA-C2D4-1554-4B63-3F5CA00A0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88215"/>
            <a:ext cx="5524500" cy="435326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6F432A1-EBC0-D8D9-6D73-E2FA09C68BD8}"/>
              </a:ext>
            </a:extLst>
          </p:cNvPr>
          <p:cNvSpPr/>
          <p:nvPr/>
        </p:nvSpPr>
        <p:spPr>
          <a:xfrm>
            <a:off x="8369811" y="4089400"/>
            <a:ext cx="3263389" cy="1130300"/>
          </a:xfrm>
          <a:prstGeom prst="roundRect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29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2" grpId="0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9EC573-0CA4-FB77-39B1-125441497E9A}"/>
              </a:ext>
            </a:extLst>
          </p:cNvPr>
          <p:cNvSpPr txBox="1"/>
          <p:nvPr/>
        </p:nvSpPr>
        <p:spPr>
          <a:xfrm>
            <a:off x="614260" y="983178"/>
            <a:ext cx="9879054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61963" algn="just">
              <a:lnSpc>
                <a:spcPct val="150000"/>
              </a:lnSpc>
            </a:pPr>
            <a:r>
              <a:rPr lang="x-none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</a:t>
            </a:r>
            <a:r>
              <a:rPr lang="x-none" sz="2800" b="1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x-none" sz="2800" b="1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Sắp xếp các ng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trật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vi-V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(z=8), F(z=9), Ne (z=10), Al (z=13)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(z=16)  </a:t>
            </a:r>
            <a:endParaRPr lang="x-none" sz="2800" b="1" i="1" u="sng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urved Right Arrow 17">
            <a:extLst>
              <a:ext uri="{FF2B5EF4-FFF2-40B4-BE49-F238E27FC236}">
                <a16:creationId xmlns:a16="http://schemas.microsoft.com/office/drawing/2014/main" id="{8B09FA53-5859-10FC-73DC-B7D199DA74EF}"/>
              </a:ext>
            </a:extLst>
          </p:cNvPr>
          <p:cNvSpPr/>
          <p:nvPr/>
        </p:nvSpPr>
        <p:spPr>
          <a:xfrm>
            <a:off x="4167797" y="4469380"/>
            <a:ext cx="260678" cy="384122"/>
          </a:xfrm>
          <a:prstGeom prst="curvedRightArrow">
            <a:avLst/>
          </a:prstGeom>
          <a:solidFill>
            <a:srgbClr val="00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ln>
                <a:solidFill>
                  <a:srgbClr val="00FFCC"/>
                </a:solidFill>
              </a:ln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51AD0F-9B42-FCE5-919C-75976E6775AA}"/>
              </a:ext>
            </a:extLst>
          </p:cNvPr>
          <p:cNvSpPr txBox="1"/>
          <p:nvPr/>
        </p:nvSpPr>
        <p:spPr>
          <a:xfrm>
            <a:off x="4481743" y="4469380"/>
            <a:ext cx="2250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</a:t>
            </a:r>
            <a:endParaRPr lang="x-none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6442" y="2548268"/>
            <a:ext cx="3568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Al &lt; S &lt; Ne &lt; F &lt; 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442" y="3444322"/>
            <a:ext cx="35471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Ne &lt; F &lt; O &lt; S &lt; Al</a:t>
            </a:r>
          </a:p>
        </p:txBody>
      </p:sp>
      <p:sp>
        <p:nvSpPr>
          <p:cNvPr id="22" name="TextBox 1"/>
          <p:cNvSpPr txBox="1"/>
          <p:nvPr/>
        </p:nvSpPr>
        <p:spPr>
          <a:xfrm>
            <a:off x="5766850" y="2548268"/>
            <a:ext cx="35471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S &lt; Al &lt; O &lt; F &lt; Ne</a:t>
            </a:r>
          </a:p>
        </p:txBody>
      </p:sp>
      <p:sp>
        <p:nvSpPr>
          <p:cNvPr id="23" name="TextBox 1"/>
          <p:cNvSpPr txBox="1"/>
          <p:nvPr/>
        </p:nvSpPr>
        <p:spPr>
          <a:xfrm>
            <a:off x="5766850" y="3444943"/>
            <a:ext cx="3568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O &lt; F &lt; Ne &lt; S &lt; Al</a:t>
            </a:r>
          </a:p>
        </p:txBody>
      </p:sp>
    </p:spTree>
    <p:extLst>
      <p:ext uri="{BB962C8B-B14F-4D97-AF65-F5344CB8AC3E}">
        <p14:creationId xmlns:p14="http://schemas.microsoft.com/office/powerpoint/2010/main" val="115516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20" grpId="0"/>
      <p:bldP spid="2" grpId="0"/>
      <p:bldP spid="21" grpId="0"/>
      <p:bldP spid="22" grpId="0"/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ion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DA485A-9B78-9CCA-2D8F-80ABF2B28236}"/>
              </a:ext>
            </a:extLst>
          </p:cNvPr>
          <p:cNvSpPr/>
          <p:nvPr/>
        </p:nvSpPr>
        <p:spPr>
          <a:xfrm>
            <a:off x="273327" y="725625"/>
            <a:ext cx="77428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indent="-11113" algn="ctr">
              <a:lnSpc>
                <a:spcPct val="150000"/>
              </a:lnSpc>
              <a:spcAft>
                <a:spcPts val="600"/>
              </a:spcAft>
            </a:pP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Cation (A</a:t>
            </a:r>
            <a:r>
              <a:rPr lang="en-US" altLang="zh-TW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a+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):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giảm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⇢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F</a:t>
            </a:r>
            <a:r>
              <a:rPr lang="en-US" altLang="zh-TW" sz="28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</a:t>
            </a:r>
            <a:r>
              <a:rPr lang="en-US" altLang="zh-TW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+ vs. e- </a:t>
            </a:r>
            <a:r>
              <a:rPr lang="en-US" altLang="zh-TW" sz="28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ngoài</a:t>
            </a:r>
            <a:r>
              <a:rPr lang="en-US" altLang="zh-TW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cùng</a:t>
            </a:r>
            <a:r>
              <a:rPr lang="en-US" altLang="zh-TW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↑</a:t>
            </a:r>
            <a:r>
              <a:rPr lang="en-US" altLang="zh-TW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⇢ R↓ 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A97338D-3838-150E-E42C-F6D9B07DC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622" y="1607087"/>
            <a:ext cx="5409956" cy="173736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5CDF8BA-E513-11EF-B1F4-27677496123A}"/>
              </a:ext>
            </a:extLst>
          </p:cNvPr>
          <p:cNvSpPr/>
          <p:nvPr/>
        </p:nvSpPr>
        <p:spPr>
          <a:xfrm>
            <a:off x="3059285" y="6044286"/>
            <a:ext cx="72026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algn="just">
              <a:lnSpc>
                <a:spcPct val="150000"/>
              </a:lnSpc>
              <a:spcAft>
                <a:spcPts val="600"/>
              </a:spcAft>
            </a:pP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R (cation) &lt; R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&lt; R (anion) 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A1E69B-A65E-F0A3-0C70-A050C846F066}"/>
              </a:ext>
            </a:extLst>
          </p:cNvPr>
          <p:cNvSpPr/>
          <p:nvPr/>
        </p:nvSpPr>
        <p:spPr>
          <a:xfrm>
            <a:off x="695589" y="3365682"/>
            <a:ext cx="79640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625" algn="ctr">
              <a:lnSpc>
                <a:spcPct val="150000"/>
              </a:lnSpc>
              <a:spcAft>
                <a:spcPts val="600"/>
              </a:spcAft>
            </a:pP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Anion (B</a:t>
            </a:r>
            <a:r>
              <a:rPr lang="en-US" altLang="zh-TW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b-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):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tăng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⇢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Hiệu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ứng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chắn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↑</a:t>
            </a:r>
            <a:r>
              <a:rPr lang="en-US" altLang="zh-TW" sz="28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⇢ R↑ 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590" y="4284827"/>
            <a:ext cx="5424228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8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3201" y="6459785"/>
            <a:ext cx="534020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ion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5B6502-BB1B-1DF8-6FD7-A949D00B2AD6}"/>
              </a:ext>
            </a:extLst>
          </p:cNvPr>
          <p:cNvSpPr txBox="1"/>
          <p:nvPr/>
        </p:nvSpPr>
        <p:spPr>
          <a:xfrm>
            <a:off x="44295" y="5288835"/>
            <a:ext cx="121115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x-none" sz="3200" b="1" i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ion đẳng electron</a:t>
            </a:r>
            <a:r>
              <a:rPr lang="x-none" sz="3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(tổng electron bằng nhau): Z tăng 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⇢ R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giảm</a:t>
            </a:r>
            <a:endParaRPr lang="x-none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3A1F89-692D-6B8D-AD60-EFEC09CF4FFB}"/>
              </a:ext>
            </a:extLst>
          </p:cNvPr>
          <p:cNvSpPr txBox="1"/>
          <p:nvPr/>
        </p:nvSpPr>
        <p:spPr>
          <a:xfrm>
            <a:off x="253382" y="6020564"/>
            <a:ext cx="119138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  <a:r>
              <a:rPr lang="x-none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có 10 electron: </a:t>
            </a:r>
            <a:r>
              <a:rPr lang="x-none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x-none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x-none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</a:t>
            </a:r>
            <a:r>
              <a:rPr lang="x-none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x-none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x-none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x-none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x-none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x-none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x-none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x-none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x-none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x-none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3509F8-8F1E-ED3D-152C-C626A43FDEF1}"/>
              </a:ext>
            </a:extLst>
          </p:cNvPr>
          <p:cNvSpPr txBox="1"/>
          <p:nvPr/>
        </p:nvSpPr>
        <p:spPr>
          <a:xfrm>
            <a:off x="100383" y="951172"/>
            <a:ext cx="10330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32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cation cùng 1 nguyên </a:t>
            </a:r>
            <a:r>
              <a:rPr lang="vi-VN" sz="32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vi-V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Điện tích tăng ⇢ R giảm   </a:t>
            </a:r>
            <a:endParaRPr lang="x-none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1AC009-E2BB-7A21-1788-2B72564592A6}"/>
              </a:ext>
            </a:extLst>
          </p:cNvPr>
          <p:cNvSpPr txBox="1"/>
          <p:nvPr/>
        </p:nvSpPr>
        <p:spPr>
          <a:xfrm>
            <a:off x="1034133" y="1764446"/>
            <a:ext cx="66912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  <a:r>
              <a:rPr lang="x-none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x-none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r>
              <a:rPr lang="x-none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3+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x-none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r>
              <a:rPr lang="x-none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x-none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x-none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x-none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x-none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x-none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77926D-619A-10B6-2A57-F4A6728FF934}"/>
              </a:ext>
            </a:extLst>
          </p:cNvPr>
          <p:cNvSpPr txBox="1"/>
          <p:nvPr/>
        </p:nvSpPr>
        <p:spPr>
          <a:xfrm>
            <a:off x="44295" y="2546548"/>
            <a:ext cx="1003191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32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ion cùng phân nhóm &amp; điện tích</a:t>
            </a:r>
            <a:r>
              <a:rPr lang="vi-VN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 tăng ⇢ R tăng</a:t>
            </a:r>
            <a:endParaRPr lang="en-US" sz="32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vi-VN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(giống ngtố trong phân nhóm)  </a:t>
            </a:r>
            <a:endParaRPr lang="x-none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755DBC-A8D8-8275-475B-9395EBA37E33}"/>
              </a:ext>
            </a:extLst>
          </p:cNvPr>
          <p:cNvSpPr txBox="1"/>
          <p:nvPr/>
        </p:nvSpPr>
        <p:spPr>
          <a:xfrm>
            <a:off x="1034133" y="3678094"/>
            <a:ext cx="8462573" cy="14811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x-none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  <a:r>
              <a:rPr lang="x-none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(Be</a:t>
            </a:r>
            <a:r>
              <a:rPr lang="x-none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Mg</a:t>
            </a:r>
            <a:r>
              <a:rPr lang="x-none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 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Ca</a:t>
            </a:r>
            <a:r>
              <a:rPr lang="x-none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 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Sr</a:t>
            </a:r>
            <a:r>
              <a:rPr lang="x-none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 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Ba</a:t>
            </a:r>
            <a:r>
              <a:rPr lang="x-none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(F</a:t>
            </a:r>
            <a:r>
              <a:rPr lang="x-none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Cl</a:t>
            </a:r>
            <a:r>
              <a:rPr lang="x-none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Br</a:t>
            </a:r>
            <a:r>
              <a:rPr lang="x-none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I</a:t>
            </a:r>
            <a:r>
              <a:rPr lang="x-none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x-non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endParaRPr lang="x-none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65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5" grpId="0"/>
      <p:bldP spid="26" grpId="0"/>
      <p:bldP spid="27" grpId="0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ion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(I)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F0833A-9170-9059-5218-3E38BAE45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173550"/>
            <a:ext cx="4034163" cy="2104326"/>
          </a:xfrm>
          <a:prstGeom prst="rect">
            <a:avLst/>
          </a:prstGeom>
        </p:spPr>
      </p:pic>
      <p:sp>
        <p:nvSpPr>
          <p:cNvPr id="12" name="矩形 4">
            <a:extLst>
              <a:ext uri="{FF2B5EF4-FFF2-40B4-BE49-F238E27FC236}">
                <a16:creationId xmlns:a16="http://schemas.microsoft.com/office/drawing/2014/main" id="{31A2D957-B09F-A4CE-AE61-1C6D54456848}"/>
              </a:ext>
            </a:extLst>
          </p:cNvPr>
          <p:cNvSpPr/>
          <p:nvPr/>
        </p:nvSpPr>
        <p:spPr>
          <a:xfrm>
            <a:off x="1994493" y="3758275"/>
            <a:ext cx="4359984" cy="584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I</a:t>
            </a:r>
            <a:r>
              <a:rPr lang="en-US" altLang="zh-TW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&lt; I</a:t>
            </a:r>
            <a:r>
              <a:rPr lang="en-US" altLang="zh-TW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 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&lt; I</a:t>
            </a:r>
            <a:r>
              <a:rPr lang="en-US" altLang="zh-TW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 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&lt; … &lt; I</a:t>
            </a:r>
            <a:r>
              <a:rPr lang="en-US" altLang="zh-TW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</a:t>
            </a:r>
            <a:endParaRPr lang="en-US" altLang="zh-TW" sz="3200" i="1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5861" y="5736611"/>
            <a:ext cx="78045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→ I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75861" y="6357572"/>
            <a:ext cx="8665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→ I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endParaRPr lang="en-US" altLang="en-US" sz="2800" i="1" u="sng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4">
            <a:extLst>
              <a:ext uri="{FF2B5EF4-FFF2-40B4-BE49-F238E27FC236}">
                <a16:creationId xmlns:a16="http://schemas.microsoft.com/office/drawing/2014/main" id="{0B81C729-0F56-33A9-266F-A6CA9F4EF421}"/>
              </a:ext>
            </a:extLst>
          </p:cNvPr>
          <p:cNvSpPr/>
          <p:nvPr/>
        </p:nvSpPr>
        <p:spPr>
          <a:xfrm>
            <a:off x="185186" y="889622"/>
            <a:ext cx="738401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Định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nghĩa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tối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thiểu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cần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để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tách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 electron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khỏi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ở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khí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không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bị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kích</a:t>
            </a:r>
            <a:r>
              <a:rPr lang="en-US" altLang="zh-TW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thích</a:t>
            </a:r>
            <a:endParaRPr lang="en-US" altLang="zh-TW" sz="28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8" name="矩形 4">
            <a:extLst>
              <a:ext uri="{FF2B5EF4-FFF2-40B4-BE49-F238E27FC236}">
                <a16:creationId xmlns:a16="http://schemas.microsoft.com/office/drawing/2014/main" id="{B0F4C21A-9948-BEFB-62AA-F0015B37C17F}"/>
              </a:ext>
            </a:extLst>
          </p:cNvPr>
          <p:cNvSpPr/>
          <p:nvPr/>
        </p:nvSpPr>
        <p:spPr>
          <a:xfrm>
            <a:off x="171062" y="2572438"/>
            <a:ext cx="741226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Đối</a:t>
            </a:r>
            <a:r>
              <a:rPr lang="en-US" altLang="zh-TW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với</a:t>
            </a:r>
            <a:r>
              <a:rPr lang="en-US" altLang="zh-TW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ngtử</a:t>
            </a:r>
            <a:r>
              <a:rPr lang="en-US" altLang="zh-TW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nhiều</a:t>
            </a:r>
            <a:r>
              <a:rPr lang="en-US" altLang="zh-TW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electron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ngoài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ion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thứ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nhất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(I</a:t>
            </a:r>
            <a:r>
              <a:rPr lang="en-US" altLang="zh-TW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còn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I</a:t>
            </a:r>
            <a:r>
              <a:rPr lang="en-US" altLang="zh-TW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I</a:t>
            </a:r>
            <a:r>
              <a:rPr lang="en-US" altLang="zh-TW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…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Với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266" y="3507164"/>
            <a:ext cx="4108969" cy="3066519"/>
          </a:xfrm>
          <a:prstGeom prst="rect">
            <a:avLst/>
          </a:prstGeom>
        </p:spPr>
      </p:pic>
      <p:sp>
        <p:nvSpPr>
          <p:cNvPr id="20" name="矩形 4">
            <a:extLst>
              <a:ext uri="{FF2B5EF4-FFF2-40B4-BE49-F238E27FC236}">
                <a16:creationId xmlns:a16="http://schemas.microsoft.com/office/drawing/2014/main" id="{E805D5D2-117C-3FC9-7BA0-7211148D49FE}"/>
              </a:ext>
            </a:extLst>
          </p:cNvPr>
          <p:cNvSpPr/>
          <p:nvPr/>
        </p:nvSpPr>
        <p:spPr>
          <a:xfrm>
            <a:off x="151679" y="4595810"/>
            <a:ext cx="78239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Đặc</a:t>
            </a:r>
            <a:r>
              <a:rPr lang="en-US" altLang="zh-TW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trưng</a:t>
            </a:r>
            <a:r>
              <a:rPr lang="en-US" altLang="zh-TW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cho</a:t>
            </a:r>
            <a:r>
              <a:rPr lang="en-US" altLang="zh-TW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khả</a:t>
            </a:r>
            <a:r>
              <a:rPr lang="en-US" altLang="zh-TW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nhường</a:t>
            </a:r>
            <a:r>
              <a:rPr lang="en-US" altLang="zh-TW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3200" b="1" u="sng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I</a:t>
            </a:r>
            <a:r>
              <a:rPr lang="en-US" altLang="zh-TW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càng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nhỏ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→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dễ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cho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⇢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kim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loại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khử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càng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mạnh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</p:spTree>
    <p:extLst>
      <p:ext uri="{BB962C8B-B14F-4D97-AF65-F5344CB8AC3E}">
        <p14:creationId xmlns:p14="http://schemas.microsoft.com/office/powerpoint/2010/main" val="225418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/>
      <p:bldP spid="16" grpId="0"/>
      <p:bldP spid="17" grpId="0"/>
      <p:bldP spid="18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ion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(I)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402F01-EC6A-52EF-ED1D-C01EC18789B8}"/>
              </a:ext>
            </a:extLst>
          </p:cNvPr>
          <p:cNvSpPr/>
          <p:nvPr/>
        </p:nvSpPr>
        <p:spPr>
          <a:xfrm>
            <a:off x="340748" y="6282727"/>
            <a:ext cx="116757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x-none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Tăng </a:t>
            </a:r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đều trong phân lớp (s,p) </a:t>
            </a: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với phân lớp (d,f) do hiện tượng co d và f;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BD248DA-53C4-3B32-B64E-5084B829C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21401" y="1360379"/>
            <a:ext cx="6200027" cy="3808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矩形 4">
            <a:extLst>
              <a:ext uri="{FF2B5EF4-FFF2-40B4-BE49-F238E27FC236}">
                <a16:creationId xmlns:a16="http://schemas.microsoft.com/office/drawing/2014/main" id="{AB2C2F1B-753E-8BCD-0BBD-75F47F1DFD80}"/>
              </a:ext>
            </a:extLst>
          </p:cNvPr>
          <p:cNvSpPr/>
          <p:nvPr/>
        </p:nvSpPr>
        <p:spPr>
          <a:xfrm>
            <a:off x="-199890" y="845363"/>
            <a:ext cx="122096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Ngtử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lớp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bão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hoà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bán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bão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hoà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(s</a:t>
            </a:r>
            <a:r>
              <a:rPr lang="en-US" altLang="zh-TW" sz="2800" b="1" u="sng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p</a:t>
            </a:r>
            <a:r>
              <a:rPr lang="en-US" altLang="zh-TW" sz="2800" b="1" u="sng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 ⇢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bền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⇢ I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giá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trị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cao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D71CBF-A9BA-73E1-ACF9-2BF60D25BF8F}"/>
              </a:ext>
            </a:extLst>
          </p:cNvPr>
          <p:cNvSpPr txBox="1"/>
          <p:nvPr/>
        </p:nvSpPr>
        <p:spPr>
          <a:xfrm>
            <a:off x="3237744" y="5100604"/>
            <a:ext cx="8052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CK 2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(2s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Be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(2s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&lt; 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(2s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(2s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41216D-3ADA-2EB5-F0B3-E8ACC6584D80}"/>
              </a:ext>
            </a:extLst>
          </p:cNvPr>
          <p:cNvSpPr txBox="1"/>
          <p:nvPr/>
        </p:nvSpPr>
        <p:spPr>
          <a:xfrm>
            <a:off x="3237745" y="5661906"/>
            <a:ext cx="8216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CK 3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(3s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Mg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(3s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(3s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P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(3s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96128B-A6D1-B605-4375-D23C483917BE}"/>
              </a:ext>
            </a:extLst>
          </p:cNvPr>
          <p:cNvSpPr txBox="1"/>
          <p:nvPr/>
        </p:nvSpPr>
        <p:spPr>
          <a:xfrm>
            <a:off x="1351856" y="5449097"/>
            <a:ext cx="1689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A7E7FE-B0BD-484E-605A-BB24FBE1D1DF}"/>
              </a:ext>
            </a:extLst>
          </p:cNvPr>
          <p:cNvGrpSpPr/>
          <p:nvPr/>
        </p:nvGrpSpPr>
        <p:grpSpPr>
          <a:xfrm>
            <a:off x="1290347" y="1862803"/>
            <a:ext cx="10661503" cy="2629564"/>
            <a:chOff x="1290347" y="1862803"/>
            <a:chExt cx="10661503" cy="262956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868D0C3-3235-DA1F-A46B-87C85B88D288}"/>
                </a:ext>
              </a:extLst>
            </p:cNvPr>
            <p:cNvGrpSpPr/>
            <p:nvPr/>
          </p:nvGrpSpPr>
          <p:grpSpPr>
            <a:xfrm>
              <a:off x="6534036" y="1862803"/>
              <a:ext cx="5417814" cy="2237664"/>
              <a:chOff x="143589" y="2404549"/>
              <a:chExt cx="5952411" cy="1537564"/>
            </a:xfrm>
          </p:grpSpPr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42C51BA-2FA3-6DFF-508D-CE9A6DC32393}"/>
                  </a:ext>
                </a:extLst>
              </p:cNvPr>
              <p:cNvSpPr/>
              <p:nvPr/>
            </p:nvSpPr>
            <p:spPr>
              <a:xfrm>
                <a:off x="3395015" y="3477459"/>
                <a:ext cx="1365504" cy="464654"/>
              </a:xfrm>
              <a:prstGeom prst="roundRect">
                <a:avLst/>
              </a:prstGeom>
              <a:solidFill>
                <a:schemeClr val="bg1"/>
              </a:solidFill>
              <a:ln w="25400">
                <a:solidFill>
                  <a:srgbClr val="30F070"/>
                </a:solidFill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6896866E-FD30-8BA3-E7CB-31E46B905DDA}"/>
                  </a:ext>
                </a:extLst>
              </p:cNvPr>
              <p:cNvSpPr/>
              <p:nvPr/>
            </p:nvSpPr>
            <p:spPr>
              <a:xfrm>
                <a:off x="1557506" y="3467681"/>
                <a:ext cx="1365504" cy="464654"/>
              </a:xfrm>
              <a:prstGeom prst="roundRect">
                <a:avLst/>
              </a:prstGeom>
              <a:solidFill>
                <a:schemeClr val="bg1"/>
              </a:solidFill>
              <a:ln w="25400">
                <a:solidFill>
                  <a:srgbClr val="30F070"/>
                </a:solidFill>
                <a:prstDash val="sysDot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x-none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B67780D-2BBE-802D-677E-FB9184C87B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589" y="2404549"/>
                <a:ext cx="5952411" cy="1449165"/>
              </a:xfrm>
              <a:prstGeom prst="rect">
                <a:avLst/>
              </a:prstGeom>
            </p:spPr>
          </p:pic>
        </p:grp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2135FF4-FF3E-1C86-4036-B3390FA1643B}"/>
                </a:ext>
              </a:extLst>
            </p:cNvPr>
            <p:cNvSpPr/>
            <p:nvPr/>
          </p:nvSpPr>
          <p:spPr>
            <a:xfrm rot="1036102">
              <a:off x="1290347" y="2018332"/>
              <a:ext cx="870780" cy="2474035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</p:spTree>
    <p:extLst>
      <p:ext uri="{BB962C8B-B14F-4D97-AF65-F5344CB8AC3E}">
        <p14:creationId xmlns:p14="http://schemas.microsoft.com/office/powerpoint/2010/main" val="16264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/>
      <p:bldP spid="13" grpId="0"/>
      <p:bldP spid="15" grpId="0"/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ion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(I)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9EC573-0CA4-FB77-39B1-125441497E9A}"/>
              </a:ext>
            </a:extLst>
          </p:cNvPr>
          <p:cNvSpPr txBox="1"/>
          <p:nvPr/>
        </p:nvSpPr>
        <p:spPr>
          <a:xfrm>
            <a:off x="512120" y="814345"/>
            <a:ext cx="11055484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61963" algn="just">
              <a:lnSpc>
                <a:spcPct val="150000"/>
              </a:lnSpc>
            </a:pPr>
            <a:r>
              <a:rPr lang="x-none" sz="2800" b="1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Ví dụ:</a:t>
            </a:r>
            <a:r>
              <a:rPr lang="vi-V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Sắp xếp các ng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trật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vi-V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(z=11), Mg(z=12), Al (z=13), P (z=15)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(z=16)  </a:t>
            </a:r>
            <a:endParaRPr lang="x-none" sz="2800" b="1" i="1" u="sng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4302" y="2379435"/>
            <a:ext cx="3793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Na &lt; Mg &lt; Al &lt; P &lt;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4302" y="3275489"/>
            <a:ext cx="3872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 &lt; P &lt; Al &lt; Mg &lt; Na</a:t>
            </a:r>
          </a:p>
        </p:txBody>
      </p:sp>
      <p:sp>
        <p:nvSpPr>
          <p:cNvPr id="17" name="TextBox 1"/>
          <p:cNvSpPr txBox="1"/>
          <p:nvPr/>
        </p:nvSpPr>
        <p:spPr>
          <a:xfrm>
            <a:off x="5664710" y="2379435"/>
            <a:ext cx="3772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Na &lt; Al &lt; Mg &lt; P &lt; S</a:t>
            </a:r>
          </a:p>
        </p:txBody>
      </p:sp>
      <p:sp>
        <p:nvSpPr>
          <p:cNvPr id="18" name="TextBox 1"/>
          <p:cNvSpPr txBox="1"/>
          <p:nvPr/>
        </p:nvSpPr>
        <p:spPr>
          <a:xfrm>
            <a:off x="5664710" y="3276110"/>
            <a:ext cx="3806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Na &lt; Al &lt; Mg &lt; S &lt; P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54302" y="4055802"/>
            <a:ext cx="10489360" cy="1692771"/>
            <a:chOff x="954302" y="4055802"/>
            <a:chExt cx="10489360" cy="1692771"/>
          </a:xfrm>
        </p:grpSpPr>
        <p:sp>
          <p:nvSpPr>
            <p:cNvPr id="26" name="Rectangle 3"/>
            <p:cNvSpPr>
              <a:spLocks noChangeArrowheads="1"/>
            </p:cNvSpPr>
            <p:nvPr/>
          </p:nvSpPr>
          <p:spPr bwMode="auto">
            <a:xfrm>
              <a:off x="954302" y="4055802"/>
              <a:ext cx="5283920" cy="16927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28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Giải</a:t>
              </a:r>
              <a:r>
                <a:rPr 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Na (z = 11): 3s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Mg (z = 12): </a:t>
              </a:r>
              <a:r>
                <a:rPr lang="en-US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en-US" sz="2800" b="1" baseline="30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4390305" y="4640577"/>
              <a:ext cx="3093571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Al (z = 13): 3s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P (z=15): 3s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en-US" sz="28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350091" y="4640577"/>
              <a:ext cx="3093571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S (z = 16): 3s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D51AD0F-9B42-FCE5-919C-75976E6775AA}"/>
              </a:ext>
            </a:extLst>
          </p:cNvPr>
          <p:cNvSpPr txBox="1"/>
          <p:nvPr/>
        </p:nvSpPr>
        <p:spPr>
          <a:xfrm>
            <a:off x="3987599" y="6010182"/>
            <a:ext cx="2250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</a:t>
            </a:r>
            <a:endParaRPr lang="x-none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FB8333-24DF-A6BA-E17B-96B8D29F0129}"/>
              </a:ext>
            </a:extLst>
          </p:cNvPr>
          <p:cNvSpPr txBox="1"/>
          <p:nvPr/>
        </p:nvSpPr>
        <p:spPr>
          <a:xfrm>
            <a:off x="5670960" y="3273690"/>
            <a:ext cx="3806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Na &lt; Al &lt; Mg &lt; S &lt; P</a:t>
            </a:r>
          </a:p>
        </p:txBody>
      </p:sp>
    </p:spTree>
    <p:extLst>
      <p:ext uri="{BB962C8B-B14F-4D97-AF65-F5344CB8AC3E}">
        <p14:creationId xmlns:p14="http://schemas.microsoft.com/office/powerpoint/2010/main" val="89869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6" grpId="0"/>
      <p:bldP spid="17" grpId="0"/>
      <p:bldP spid="18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83015" y="6459785"/>
            <a:ext cx="484206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(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4">
            <a:extLst>
              <a:ext uri="{FF2B5EF4-FFF2-40B4-BE49-F238E27FC236}">
                <a16:creationId xmlns:a16="http://schemas.microsoft.com/office/drawing/2014/main" id="{44B37512-635B-8D1C-5AA7-44EA50C1E5B4}"/>
              </a:ext>
            </a:extLst>
          </p:cNvPr>
          <p:cNvSpPr/>
          <p:nvPr/>
        </p:nvSpPr>
        <p:spPr>
          <a:xfrm>
            <a:off x="151680" y="1012702"/>
            <a:ext cx="7107461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Định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nghĩa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toả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ra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Ea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&lt; 0) hay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thu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vào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Ea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&gt; 0)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khi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 electron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vào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ở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khí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không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bị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kích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thích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F66A466-E049-A3E9-4061-F28474E46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144" y="1012702"/>
            <a:ext cx="4603620" cy="2234363"/>
          </a:xfrm>
          <a:prstGeom prst="rect">
            <a:avLst/>
          </a:prstGeom>
        </p:spPr>
      </p:pic>
      <p:sp>
        <p:nvSpPr>
          <p:cNvPr id="29" name="矩形 4">
            <a:extLst>
              <a:ext uri="{FF2B5EF4-FFF2-40B4-BE49-F238E27FC236}">
                <a16:creationId xmlns:a16="http://schemas.microsoft.com/office/drawing/2014/main" id="{BD765CC6-46E9-E08B-7712-90AA20F89ABC}"/>
              </a:ext>
            </a:extLst>
          </p:cNvPr>
          <p:cNvSpPr/>
          <p:nvPr/>
        </p:nvSpPr>
        <p:spPr>
          <a:xfrm>
            <a:off x="151680" y="3409968"/>
            <a:ext cx="118580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Đặc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trưng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cho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khả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nhận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3200" b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⇢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thể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hiện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phi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kim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oxi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1680" y="4337002"/>
            <a:ext cx="47452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altLang="zh-TW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I</a:t>
            </a:r>
            <a:r>
              <a:rPr lang="en-US" altLang="zh-TW" sz="3200" b="1" i="1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càng</a:t>
            </a:r>
            <a:r>
              <a:rPr lang="en-US" altLang="zh-TW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âm</a:t>
            </a:r>
            <a:r>
              <a:rPr lang="en-US" altLang="zh-TW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→ </a:t>
            </a:r>
            <a:r>
              <a:rPr lang="en-US" altLang="zh-TW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dễ</a:t>
            </a:r>
            <a:r>
              <a:rPr lang="en-US" altLang="zh-TW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nhân</a:t>
            </a:r>
            <a:r>
              <a:rPr lang="en-US" altLang="zh-TW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3200" b="1" i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endParaRPr lang="en-US" altLang="zh-TW" sz="32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39" name="矩形 4">
            <a:extLst>
              <a:ext uri="{FF2B5EF4-FFF2-40B4-BE49-F238E27FC236}">
                <a16:creationId xmlns:a16="http://schemas.microsoft.com/office/drawing/2014/main" id="{83421A0D-8D7F-4282-A29C-7CB346B09300}"/>
              </a:ext>
            </a:extLst>
          </p:cNvPr>
          <p:cNvSpPr/>
          <p:nvPr/>
        </p:nvSpPr>
        <p:spPr>
          <a:xfrm>
            <a:off x="2574911" y="5264036"/>
            <a:ext cx="303002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Ái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lực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electron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phụ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thuộc</a:t>
            </a:r>
            <a:endParaRPr lang="en-US" altLang="zh-TW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2407A24A-687F-EC29-2C65-0FF1E46BD825}"/>
              </a:ext>
            </a:extLst>
          </p:cNvPr>
          <p:cNvSpPr/>
          <p:nvPr/>
        </p:nvSpPr>
        <p:spPr>
          <a:xfrm>
            <a:off x="5612881" y="4803348"/>
            <a:ext cx="417381" cy="196124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794746-2658-90CA-E100-CBF1B81EDFE0}"/>
              </a:ext>
            </a:extLst>
          </p:cNvPr>
          <p:cNvSpPr txBox="1"/>
          <p:nvPr/>
        </p:nvSpPr>
        <p:spPr>
          <a:xfrm>
            <a:off x="6100088" y="4626723"/>
            <a:ext cx="397576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Điện tích hạt nhân (Z);</a:t>
            </a:r>
          </a:p>
          <a:p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Bán kính nguyên tử (R);</a:t>
            </a:r>
          </a:p>
          <a:p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Cấu trúc bền electron.</a:t>
            </a:r>
          </a:p>
        </p:txBody>
      </p:sp>
    </p:spTree>
    <p:extLst>
      <p:ext uri="{BB962C8B-B14F-4D97-AF65-F5344CB8AC3E}">
        <p14:creationId xmlns:p14="http://schemas.microsoft.com/office/powerpoint/2010/main" val="236189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  <p:bldP spid="39" grpId="0"/>
      <p:bldP spid="40" grpId="0" animBg="1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83015" y="6459785"/>
            <a:ext cx="484206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DA485A-9B78-9CCA-2D8F-80ABF2B28236}"/>
              </a:ext>
            </a:extLst>
          </p:cNvPr>
          <p:cNvSpPr/>
          <p:nvPr/>
        </p:nvSpPr>
        <p:spPr>
          <a:xfrm>
            <a:off x="19328" y="4766414"/>
            <a:ext cx="687601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Ái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lực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electron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kim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loại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phi </a:t>
            </a:r>
            <a:r>
              <a:rPr lang="en-US" altLang="zh-TW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kim</a:t>
            </a:r>
            <a:endParaRPr lang="en-US" altLang="zh-TW" sz="2800" b="1" i="1" u="sng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1132" y="5563017"/>
            <a:ext cx="109735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→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tỏa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7473" y="6186091"/>
            <a:ext cx="117236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→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tỏa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US" altLang="en-US" sz="2800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en-US" altLang="en-US" sz="2800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800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800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endParaRPr lang="en-US" altLang="en-US" sz="2800" i="1" u="sng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(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C65930-9B6D-1763-BB43-50B4374086E7}"/>
              </a:ext>
            </a:extLst>
          </p:cNvPr>
          <p:cNvSpPr txBox="1"/>
          <p:nvPr/>
        </p:nvSpPr>
        <p:spPr>
          <a:xfrm>
            <a:off x="5127026" y="3146827"/>
            <a:ext cx="69324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x-none" sz="2400" b="1" u="sng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lang="x-none" sz="24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nhóm</a:t>
            </a:r>
            <a:r>
              <a:rPr lang="x-none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nhìn chung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x-none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giảm </a:t>
            </a:r>
            <a:r>
              <a:rPr 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ít khi đi từ trên xuống </a:t>
            </a:r>
          </a:p>
          <a:p>
            <a:pPr marL="508000" indent="-220663" algn="just">
              <a:buFont typeface="Wingdings" panose="05000000000000000000" pitchFamily="2" charset="2"/>
              <a:buChar char="§"/>
            </a:pPr>
            <a:r>
              <a:rPr 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tăng ⇢ R tăng Lực hút tĩnh điện↓ ⇢ Ái lực e</a:t>
            </a:r>
            <a:r>
              <a:rPr lang="x-none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x-non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9F23218-46CD-7741-C8AE-A0D50E5840FC}"/>
              </a:ext>
            </a:extLst>
          </p:cNvPr>
          <p:cNvGrpSpPr/>
          <p:nvPr/>
        </p:nvGrpSpPr>
        <p:grpSpPr>
          <a:xfrm>
            <a:off x="147744" y="766138"/>
            <a:ext cx="4727274" cy="3716295"/>
            <a:chOff x="573370" y="496496"/>
            <a:chExt cx="4335514" cy="318109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D5953B5-1F68-2CAC-2F02-A6B3A1D27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3370" y="945295"/>
              <a:ext cx="4130977" cy="2732300"/>
            </a:xfrm>
            <a:prstGeom prst="rect">
              <a:avLst/>
            </a:prstGeom>
          </p:spPr>
        </p:pic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BEB9F9E-F812-2DE2-405C-7C91A25A49DC}"/>
                </a:ext>
              </a:extLst>
            </p:cNvPr>
            <p:cNvCxnSpPr>
              <a:cxnSpLocks/>
            </p:cNvCxnSpPr>
            <p:nvPr/>
          </p:nvCxnSpPr>
          <p:spPr>
            <a:xfrm>
              <a:off x="573370" y="806118"/>
              <a:ext cx="4335514" cy="0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719C0F4-92EB-A223-E8C8-2D083A4513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2789" y="916306"/>
              <a:ext cx="0" cy="2512694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AF508CA-C21B-143E-BD09-5794C6D5054F}"/>
                </a:ext>
              </a:extLst>
            </p:cNvPr>
            <p:cNvSpPr txBox="1"/>
            <p:nvPr/>
          </p:nvSpPr>
          <p:spPr>
            <a:xfrm>
              <a:off x="1862727" y="496496"/>
              <a:ext cx="1580715" cy="316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x-none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Chiều tăng </a:t>
              </a:r>
              <a:r>
                <a:rPr lang="en-US" b="1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Ea</a:t>
              </a:r>
              <a:endParaRPr lang="x-none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F8AEBFA-87FD-1FA3-B0F5-617232F7DC5F}"/>
              </a:ext>
            </a:extLst>
          </p:cNvPr>
          <p:cNvSpPr/>
          <p:nvPr/>
        </p:nvSpPr>
        <p:spPr>
          <a:xfrm>
            <a:off x="700056" y="1919021"/>
            <a:ext cx="589549" cy="2589597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  <a:extLst>
              <a:ext uri="{C807C97D-BFC1-408E-A445-0C87EB9F89A2}">
                <ask:lineSketchStyleProps xmlns="" xmlns:ask="http://schemas.microsoft.com/office/drawing/2018/sketchyshapes" sd="4057322111">
                  <a:custGeom>
                    <a:avLst/>
                    <a:gdLst>
                      <a:gd name="connsiteX0" fmla="*/ 0 w 589549"/>
                      <a:gd name="connsiteY0" fmla="*/ 98260 h 2589597"/>
                      <a:gd name="connsiteX1" fmla="*/ 98260 w 589549"/>
                      <a:gd name="connsiteY1" fmla="*/ 0 h 2589597"/>
                      <a:gd name="connsiteX2" fmla="*/ 491289 w 589549"/>
                      <a:gd name="connsiteY2" fmla="*/ 0 h 2589597"/>
                      <a:gd name="connsiteX3" fmla="*/ 589549 w 589549"/>
                      <a:gd name="connsiteY3" fmla="*/ 98260 h 2589597"/>
                      <a:gd name="connsiteX4" fmla="*/ 589549 w 589549"/>
                      <a:gd name="connsiteY4" fmla="*/ 744391 h 2589597"/>
                      <a:gd name="connsiteX5" fmla="*/ 589549 w 589549"/>
                      <a:gd name="connsiteY5" fmla="*/ 1390522 h 2589597"/>
                      <a:gd name="connsiteX6" fmla="*/ 589549 w 589549"/>
                      <a:gd name="connsiteY6" fmla="*/ 2491337 h 2589597"/>
                      <a:gd name="connsiteX7" fmla="*/ 491289 w 589549"/>
                      <a:gd name="connsiteY7" fmla="*/ 2589597 h 2589597"/>
                      <a:gd name="connsiteX8" fmla="*/ 98260 w 589549"/>
                      <a:gd name="connsiteY8" fmla="*/ 2589597 h 2589597"/>
                      <a:gd name="connsiteX9" fmla="*/ 0 w 589549"/>
                      <a:gd name="connsiteY9" fmla="*/ 2491337 h 2589597"/>
                      <a:gd name="connsiteX10" fmla="*/ 0 w 589549"/>
                      <a:gd name="connsiteY10" fmla="*/ 1964860 h 2589597"/>
                      <a:gd name="connsiteX11" fmla="*/ 0 w 589549"/>
                      <a:gd name="connsiteY11" fmla="*/ 1342660 h 2589597"/>
                      <a:gd name="connsiteX12" fmla="*/ 0 w 589549"/>
                      <a:gd name="connsiteY12" fmla="*/ 720460 h 2589597"/>
                      <a:gd name="connsiteX13" fmla="*/ 0 w 589549"/>
                      <a:gd name="connsiteY13" fmla="*/ 98260 h 25895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589549" h="2589597" extrusionOk="0">
                        <a:moveTo>
                          <a:pt x="0" y="98260"/>
                        </a:moveTo>
                        <a:cubicBezTo>
                          <a:pt x="1837" y="46395"/>
                          <a:pt x="37328" y="-10544"/>
                          <a:pt x="98260" y="0"/>
                        </a:cubicBezTo>
                        <a:cubicBezTo>
                          <a:pt x="240283" y="-27622"/>
                          <a:pt x="395574" y="6190"/>
                          <a:pt x="491289" y="0"/>
                        </a:cubicBezTo>
                        <a:cubicBezTo>
                          <a:pt x="532915" y="8116"/>
                          <a:pt x="585256" y="47751"/>
                          <a:pt x="589549" y="98260"/>
                        </a:cubicBezTo>
                        <a:cubicBezTo>
                          <a:pt x="657047" y="231950"/>
                          <a:pt x="572126" y="434414"/>
                          <a:pt x="589549" y="744391"/>
                        </a:cubicBezTo>
                        <a:cubicBezTo>
                          <a:pt x="606972" y="1054368"/>
                          <a:pt x="523004" y="1145848"/>
                          <a:pt x="589549" y="1390522"/>
                        </a:cubicBezTo>
                        <a:cubicBezTo>
                          <a:pt x="656094" y="1635196"/>
                          <a:pt x="465019" y="1943388"/>
                          <a:pt x="589549" y="2491337"/>
                        </a:cubicBezTo>
                        <a:cubicBezTo>
                          <a:pt x="591060" y="2544082"/>
                          <a:pt x="548864" y="2590348"/>
                          <a:pt x="491289" y="2589597"/>
                        </a:cubicBezTo>
                        <a:cubicBezTo>
                          <a:pt x="407957" y="2594920"/>
                          <a:pt x="208346" y="2559809"/>
                          <a:pt x="98260" y="2589597"/>
                        </a:cubicBezTo>
                        <a:cubicBezTo>
                          <a:pt x="45863" y="2586784"/>
                          <a:pt x="-2695" y="2539356"/>
                          <a:pt x="0" y="2491337"/>
                        </a:cubicBezTo>
                        <a:cubicBezTo>
                          <a:pt x="-9391" y="2278485"/>
                          <a:pt x="58723" y="2152833"/>
                          <a:pt x="0" y="1964860"/>
                        </a:cubicBezTo>
                        <a:cubicBezTo>
                          <a:pt x="-58723" y="1776887"/>
                          <a:pt x="27849" y="1590758"/>
                          <a:pt x="0" y="1342660"/>
                        </a:cubicBezTo>
                        <a:cubicBezTo>
                          <a:pt x="-27849" y="1094562"/>
                          <a:pt x="46220" y="981703"/>
                          <a:pt x="0" y="720460"/>
                        </a:cubicBezTo>
                        <a:cubicBezTo>
                          <a:pt x="-46220" y="459217"/>
                          <a:pt x="68298" y="303169"/>
                          <a:pt x="0" y="9826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8815BF2-B9F1-FB42-47CA-DC17AE217564}"/>
              </a:ext>
            </a:extLst>
          </p:cNvPr>
          <p:cNvSpPr/>
          <p:nvPr/>
        </p:nvSpPr>
        <p:spPr>
          <a:xfrm>
            <a:off x="2450654" y="2012957"/>
            <a:ext cx="589549" cy="652079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  <a:extLst>
              <a:ext uri="{C807C97D-BFC1-408E-A445-0C87EB9F89A2}">
                <ask:lineSketchStyleProps xmlns="" xmlns:ask="http://schemas.microsoft.com/office/drawing/2018/sketchyshapes" sd="4057322111">
                  <a:custGeom>
                    <a:avLst/>
                    <a:gdLst>
                      <a:gd name="connsiteX0" fmla="*/ 0 w 589549"/>
                      <a:gd name="connsiteY0" fmla="*/ 98260 h 652079"/>
                      <a:gd name="connsiteX1" fmla="*/ 98260 w 589549"/>
                      <a:gd name="connsiteY1" fmla="*/ 0 h 652079"/>
                      <a:gd name="connsiteX2" fmla="*/ 491289 w 589549"/>
                      <a:gd name="connsiteY2" fmla="*/ 0 h 652079"/>
                      <a:gd name="connsiteX3" fmla="*/ 589549 w 589549"/>
                      <a:gd name="connsiteY3" fmla="*/ 98260 h 652079"/>
                      <a:gd name="connsiteX4" fmla="*/ 589549 w 589549"/>
                      <a:gd name="connsiteY4" fmla="*/ 553819 h 652079"/>
                      <a:gd name="connsiteX5" fmla="*/ 491289 w 589549"/>
                      <a:gd name="connsiteY5" fmla="*/ 652079 h 652079"/>
                      <a:gd name="connsiteX6" fmla="*/ 98260 w 589549"/>
                      <a:gd name="connsiteY6" fmla="*/ 652079 h 652079"/>
                      <a:gd name="connsiteX7" fmla="*/ 0 w 589549"/>
                      <a:gd name="connsiteY7" fmla="*/ 553819 h 652079"/>
                      <a:gd name="connsiteX8" fmla="*/ 0 w 589549"/>
                      <a:gd name="connsiteY8" fmla="*/ 98260 h 6520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589549" h="652079" extrusionOk="0">
                        <a:moveTo>
                          <a:pt x="0" y="98260"/>
                        </a:moveTo>
                        <a:cubicBezTo>
                          <a:pt x="1837" y="46395"/>
                          <a:pt x="37328" y="-10544"/>
                          <a:pt x="98260" y="0"/>
                        </a:cubicBezTo>
                        <a:cubicBezTo>
                          <a:pt x="240283" y="-27622"/>
                          <a:pt x="395574" y="6190"/>
                          <a:pt x="491289" y="0"/>
                        </a:cubicBezTo>
                        <a:cubicBezTo>
                          <a:pt x="532915" y="8116"/>
                          <a:pt x="585256" y="47751"/>
                          <a:pt x="589549" y="98260"/>
                        </a:cubicBezTo>
                        <a:cubicBezTo>
                          <a:pt x="637181" y="257858"/>
                          <a:pt x="583811" y="327246"/>
                          <a:pt x="589549" y="553819"/>
                        </a:cubicBezTo>
                        <a:cubicBezTo>
                          <a:pt x="589491" y="612825"/>
                          <a:pt x="532198" y="649443"/>
                          <a:pt x="491289" y="652079"/>
                        </a:cubicBezTo>
                        <a:cubicBezTo>
                          <a:pt x="389979" y="694544"/>
                          <a:pt x="191348" y="621669"/>
                          <a:pt x="98260" y="652079"/>
                        </a:cubicBezTo>
                        <a:cubicBezTo>
                          <a:pt x="34005" y="643666"/>
                          <a:pt x="-764" y="595585"/>
                          <a:pt x="0" y="553819"/>
                        </a:cubicBezTo>
                        <a:cubicBezTo>
                          <a:pt x="-27995" y="336275"/>
                          <a:pt x="28012" y="276291"/>
                          <a:pt x="0" y="9826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B7CBFCE-7A2F-3AD5-6A75-6075F583568D}"/>
              </a:ext>
            </a:extLst>
          </p:cNvPr>
          <p:cNvSpPr/>
          <p:nvPr/>
        </p:nvSpPr>
        <p:spPr>
          <a:xfrm>
            <a:off x="3515230" y="2034680"/>
            <a:ext cx="589549" cy="1258853"/>
          </a:xfrm>
          <a:prstGeom prst="roundRect">
            <a:avLst/>
          </a:prstGeom>
          <a:noFill/>
          <a:ln w="38100">
            <a:solidFill>
              <a:srgbClr val="0000FF"/>
            </a:solidFill>
            <a:prstDash val="sysDot"/>
            <a:extLst>
              <a:ext uri="{C807C97D-BFC1-408E-A445-0C87EB9F89A2}">
                <ask:lineSketchStyleProps xmlns="" xmlns:ask="http://schemas.microsoft.com/office/drawing/2018/sketchyshapes" sd="4057322111">
                  <a:custGeom>
                    <a:avLst/>
                    <a:gdLst>
                      <a:gd name="connsiteX0" fmla="*/ 0 w 589549"/>
                      <a:gd name="connsiteY0" fmla="*/ 98260 h 1258853"/>
                      <a:gd name="connsiteX1" fmla="*/ 98260 w 589549"/>
                      <a:gd name="connsiteY1" fmla="*/ 0 h 1258853"/>
                      <a:gd name="connsiteX2" fmla="*/ 491289 w 589549"/>
                      <a:gd name="connsiteY2" fmla="*/ 0 h 1258853"/>
                      <a:gd name="connsiteX3" fmla="*/ 589549 w 589549"/>
                      <a:gd name="connsiteY3" fmla="*/ 98260 h 1258853"/>
                      <a:gd name="connsiteX4" fmla="*/ 589549 w 589549"/>
                      <a:gd name="connsiteY4" fmla="*/ 650673 h 1258853"/>
                      <a:gd name="connsiteX5" fmla="*/ 589549 w 589549"/>
                      <a:gd name="connsiteY5" fmla="*/ 1160593 h 1258853"/>
                      <a:gd name="connsiteX6" fmla="*/ 491289 w 589549"/>
                      <a:gd name="connsiteY6" fmla="*/ 1258853 h 1258853"/>
                      <a:gd name="connsiteX7" fmla="*/ 98260 w 589549"/>
                      <a:gd name="connsiteY7" fmla="*/ 1258853 h 1258853"/>
                      <a:gd name="connsiteX8" fmla="*/ 0 w 589549"/>
                      <a:gd name="connsiteY8" fmla="*/ 1160593 h 1258853"/>
                      <a:gd name="connsiteX9" fmla="*/ 0 w 589549"/>
                      <a:gd name="connsiteY9" fmla="*/ 629427 h 1258853"/>
                      <a:gd name="connsiteX10" fmla="*/ 0 w 589549"/>
                      <a:gd name="connsiteY10" fmla="*/ 98260 h 12588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589549" h="1258853" extrusionOk="0">
                        <a:moveTo>
                          <a:pt x="0" y="98260"/>
                        </a:moveTo>
                        <a:cubicBezTo>
                          <a:pt x="1837" y="46395"/>
                          <a:pt x="37328" y="-10544"/>
                          <a:pt x="98260" y="0"/>
                        </a:cubicBezTo>
                        <a:cubicBezTo>
                          <a:pt x="240283" y="-27622"/>
                          <a:pt x="395574" y="6190"/>
                          <a:pt x="491289" y="0"/>
                        </a:cubicBezTo>
                        <a:cubicBezTo>
                          <a:pt x="532915" y="8116"/>
                          <a:pt x="585256" y="47751"/>
                          <a:pt x="589549" y="98260"/>
                        </a:cubicBezTo>
                        <a:cubicBezTo>
                          <a:pt x="608836" y="348034"/>
                          <a:pt x="537263" y="508384"/>
                          <a:pt x="589549" y="650673"/>
                        </a:cubicBezTo>
                        <a:cubicBezTo>
                          <a:pt x="641835" y="792962"/>
                          <a:pt x="560726" y="956341"/>
                          <a:pt x="589549" y="1160593"/>
                        </a:cubicBezTo>
                        <a:cubicBezTo>
                          <a:pt x="594992" y="1203803"/>
                          <a:pt x="545771" y="1256110"/>
                          <a:pt x="491289" y="1258853"/>
                        </a:cubicBezTo>
                        <a:cubicBezTo>
                          <a:pt x="312986" y="1302312"/>
                          <a:pt x="195815" y="1220292"/>
                          <a:pt x="98260" y="1258853"/>
                        </a:cubicBezTo>
                        <a:cubicBezTo>
                          <a:pt x="43673" y="1256199"/>
                          <a:pt x="6315" y="1219604"/>
                          <a:pt x="0" y="1160593"/>
                        </a:cubicBezTo>
                        <a:cubicBezTo>
                          <a:pt x="-26321" y="1054145"/>
                          <a:pt x="19994" y="760911"/>
                          <a:pt x="0" y="629427"/>
                        </a:cubicBezTo>
                        <a:cubicBezTo>
                          <a:pt x="-19994" y="497943"/>
                          <a:pt x="20577" y="270959"/>
                          <a:pt x="0" y="9826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rgbClr val="FFC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00056" y="1379287"/>
            <a:ext cx="6575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en-US" sz="2400" b="1" i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  <a:r>
              <a:rPr lang="en-US" altLang="en-US" sz="2400" b="1" i="1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altLang="en-US" sz="2400" i="1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184271" y="1379287"/>
            <a:ext cx="11464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en-US" sz="2400" b="1" i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  <a:r>
              <a:rPr lang="en-US" altLang="en-US" sz="2400" b="1" i="1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400" b="1" i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r>
              <a:rPr lang="en-US" altLang="en-US" sz="2400" b="1" i="1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en-US" sz="2400" i="1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823FF7-7A26-46D3-7729-5DF45673B8F4}"/>
              </a:ext>
            </a:extLst>
          </p:cNvPr>
          <p:cNvSpPr txBox="1"/>
          <p:nvPr/>
        </p:nvSpPr>
        <p:spPr>
          <a:xfrm>
            <a:off x="5141256" y="896964"/>
            <a:ext cx="6868497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v"/>
            </a:pPr>
            <a:r>
              <a:rPr lang="x-none" sz="24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chu kỳ</a:t>
            </a:r>
            <a:r>
              <a:rPr lang="x-none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nhìn chung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x-none" sz="2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tăng </a:t>
            </a:r>
            <a:r>
              <a:rPr lang="x-none" sz="2400">
                <a:latin typeface="Times New Roman" panose="02020603050405020304" pitchFamily="18" charset="0"/>
                <a:cs typeface="Times New Roman" panose="02020603050405020304" pitchFamily="18" charset="0"/>
              </a:rPr>
              <a:t>từ trái sang phải, mạnh nhất ở nhóm Halogen và </a:t>
            </a:r>
            <a:r>
              <a:rPr lang="x-none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yếu nhất là khí trơ</a:t>
            </a:r>
            <a:r>
              <a:rPr lang="x-none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08000" indent="-220663" algn="just">
              <a:spcAft>
                <a:spcPts val="1200"/>
              </a:spcAft>
              <a:buFont typeface="Wingdings" pitchFamily="2" charset="2"/>
              <a:buChar char="§"/>
            </a:pPr>
            <a:r>
              <a:rPr lang="x-none" sz="2400">
                <a:latin typeface="Times New Roman" panose="02020603050405020304" pitchFamily="18" charset="0"/>
                <a:cs typeface="Times New Roman" panose="02020603050405020304" pitchFamily="18" charset="0"/>
              </a:rPr>
              <a:t>Z tăng ⇢ Lực hút tĩnh điện ↑ ⇢ Ái lực e</a:t>
            </a:r>
            <a:r>
              <a:rPr lang="x-none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x-none" sz="2400">
                <a:latin typeface="Times New Roman" panose="02020603050405020304" pitchFamily="18" charset="0"/>
                <a:cs typeface="Times New Roman" panose="02020603050405020304" pitchFamily="18" charset="0"/>
              </a:rPr>
              <a:t> ↑</a:t>
            </a:r>
            <a:endParaRPr lang="x-non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80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/>
      <p:bldP spid="3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83015" y="6459785"/>
            <a:ext cx="484206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標題 1"/>
              <p:cNvSpPr txBox="1">
                <a:spLocks/>
              </p:cNvSpPr>
              <p:nvPr/>
            </p:nvSpPr>
            <p:spPr>
              <a:xfrm>
                <a:off x="151680" y="52053"/>
                <a:ext cx="11858084" cy="583448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85000"/>
                  </a:lnSpc>
                  <a:spcBef>
                    <a:spcPct val="0"/>
                  </a:spcBef>
                  <a:buNone/>
                  <a:defRPr sz="4800" kern="1200" spc="-5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Electronegativity (Độ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âm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4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điện</a:t>
                </a:r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_ </a:t>
                </a:r>
                <a14:m>
                  <m:oMath xmlns:m="http://schemas.openxmlformats.org/officeDocument/2006/math">
                    <m:r>
                      <a:rPr lang="en-US" altLang="zh-TW" sz="4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𝜒</m:t>
                    </m:r>
                    <m:r>
                      <a:rPr lang="en-US" altLang="zh-TW" sz="4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TW" sz="4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altLang="zh-TW" sz="4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endParaRPr lang="zh-TW" altLang="en-US" sz="4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標題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80" y="52053"/>
                <a:ext cx="11858084" cy="583448"/>
              </a:xfrm>
              <a:prstGeom prst="rect">
                <a:avLst/>
              </a:prstGeom>
              <a:blipFill rotWithShape="0">
                <a:blip r:embed="rId4"/>
                <a:stretch>
                  <a:fillRect l="-1851" t="-34737" b="-5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ine 5"/>
          <p:cNvSpPr>
            <a:spLocks noChangeShapeType="1"/>
          </p:cNvSpPr>
          <p:nvPr/>
        </p:nvSpPr>
        <p:spPr bwMode="auto">
          <a:xfrm>
            <a:off x="152494" y="601332"/>
            <a:ext cx="118872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7" name="矩形 4">
            <a:extLst>
              <a:ext uri="{FF2B5EF4-FFF2-40B4-BE49-F238E27FC236}">
                <a16:creationId xmlns:a16="http://schemas.microsoft.com/office/drawing/2014/main" id="{19EE6730-79C1-A304-AAFE-284C10900B87}"/>
              </a:ext>
            </a:extLst>
          </p:cNvPr>
          <p:cNvSpPr/>
          <p:nvPr/>
        </p:nvSpPr>
        <p:spPr>
          <a:xfrm>
            <a:off x="367693" y="776080"/>
            <a:ext cx="1142069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Định</a:t>
            </a:r>
            <a:r>
              <a:rPr lang="en-US" altLang="zh-TW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nghĩa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đại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đặc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trưng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cho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khả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hút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điện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về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phía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mình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khi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tạo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với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tố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khác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48" y="2043319"/>
            <a:ext cx="4801246" cy="35657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C65930-9B6D-1763-BB43-50B4374086E7}"/>
                  </a:ext>
                </a:extLst>
              </p:cNvPr>
              <p:cNvSpPr txBox="1"/>
              <p:nvPr/>
            </p:nvSpPr>
            <p:spPr>
              <a:xfrm>
                <a:off x="4862794" y="5225018"/>
                <a:ext cx="7457107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itchFamily="2" charset="2"/>
                  <a:buChar char="v"/>
                </a:pPr>
                <a:r>
                  <a:rPr lang="x-none" sz="2800" b="1" u="sng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phân nhóm</a:t>
                </a:r>
                <a:r>
                  <a:rPr lang="x-none" sz="24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𝝌</m:t>
                    </m:r>
                  </m:oMath>
                </a14:m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x-none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khi đi từ trên xuống </a:t>
                </a:r>
              </a:p>
              <a:p>
                <a:pPr marL="933450" indent="-215900" algn="just">
                  <a:buFont typeface="Arial" panose="020B0604020202020204" pitchFamily="34" charset="0"/>
                  <a:buChar char="•"/>
                </a:pP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tăng ⇢ R↑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</a:t>
                </a: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Lực hút tĩnh điện↓ ⇢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âm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điên</a:t>
                </a: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↓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FC65930-9B6D-1763-BB43-50B437408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794" y="5225018"/>
                <a:ext cx="7457107" cy="1107996"/>
              </a:xfrm>
              <a:prstGeom prst="rect">
                <a:avLst/>
              </a:prstGeom>
              <a:blipFill rotWithShape="0">
                <a:blip r:embed="rId6"/>
                <a:stretch>
                  <a:fillRect l="-1472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862794" y="3836363"/>
                <a:ext cx="7394830" cy="1261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spcAft>
                    <a:spcPts val="1200"/>
                  </a:spcAft>
                  <a:buFont typeface="Wingdings" pitchFamily="2" charset="2"/>
                  <a:buChar char="v"/>
                </a:pPr>
                <a:r>
                  <a:rPr lang="x-none" sz="2800" b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chu kỳ</a:t>
                </a: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nhìn chung </a:t>
                </a:r>
                <a14:m>
                  <m:oMath xmlns:m="http://schemas.openxmlformats.org/officeDocument/2006/math">
                    <m:r>
                      <a:rPr lang="en-US" altLang="zh-TW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𝝌</m:t>
                    </m:r>
                  </m:oMath>
                </a14:m>
                <a:r>
                  <a:rPr lang="x-none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tăng </a:t>
                </a: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 trái sang phải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x-non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8525" indent="-228600" algn="just">
                  <a:spcAft>
                    <a:spcPts val="1200"/>
                  </a:spcAft>
                  <a:buFont typeface="Wingdings" pitchFamily="2" charset="2"/>
                  <a:buChar char="§"/>
                </a:pP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tăng ⇢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↓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 hút tĩnh điện ↑ ⇢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âm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x-non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↑</a:t>
                </a: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794" y="3836363"/>
                <a:ext cx="7394830" cy="1261884"/>
              </a:xfrm>
              <a:prstGeom prst="rect">
                <a:avLst/>
              </a:prstGeom>
              <a:blipFill rotWithShape="0">
                <a:blip r:embed="rId7"/>
                <a:stretch>
                  <a:fillRect l="-1484" r="-742"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689050" y="2094912"/>
                <a:ext cx="7502950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Ø"/>
                </a:pPr>
                <a:r>
                  <a:rPr lang="x-none" sz="2800" b="1" u="sng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 </a:t>
                </a:r>
                <a:r>
                  <a:rPr lang="en-US" sz="2800" b="1" u="sng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LK</a:t>
                </a:r>
                <a:r>
                  <a:rPr lang="x-non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Ngtử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8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𝝌</m:t>
                    </m:r>
                  </m:oMath>
                </a14:m>
                <a:r>
                  <a:rPr lang="x-none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hút</a:t>
                </a:r>
                <a:r>
                  <a:rPr 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</a:t>
                </a:r>
                <a:r>
                  <a:rPr lang="en-US" sz="2800" b="1" baseline="30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x-none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ngtử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8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𝝌</m:t>
                    </m:r>
                  </m:oMath>
                </a14:m>
                <a:r>
                  <a:rPr lang="x-none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bé</a:t>
                </a:r>
                <a:endParaRPr lang="x-none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050" y="2094912"/>
                <a:ext cx="7502950" cy="738664"/>
              </a:xfrm>
              <a:prstGeom prst="rect">
                <a:avLst/>
              </a:prstGeom>
              <a:blipFill rotWithShape="0">
                <a:blip r:embed="rId8"/>
                <a:stretch>
                  <a:fillRect l="-1381" r="-1056" b="-12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4689050" y="3154284"/>
            <a:ext cx="33810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zh-TW" sz="2800" b="1" u="sng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Quy</a:t>
            </a:r>
            <a:r>
              <a:rPr lang="en-US" altLang="zh-TW" sz="28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luật</a:t>
            </a:r>
            <a:r>
              <a:rPr lang="en-US" altLang="zh-TW" sz="28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biến</a:t>
            </a:r>
            <a:r>
              <a:rPr lang="en-US" altLang="zh-TW" sz="2800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đổi</a:t>
            </a:r>
            <a:r>
              <a:rPr lang="en-US" altLang="zh-TW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4">
                <a:extLst>
                  <a:ext uri="{FF2B5EF4-FFF2-40B4-BE49-F238E27FC236}">
                    <a16:creationId xmlns:a16="http://schemas.microsoft.com/office/drawing/2014/main" id="{83421A0D-8D7F-4282-A29C-7CB346B09300}"/>
                  </a:ext>
                </a:extLst>
              </p:cNvPr>
              <p:cNvSpPr/>
              <p:nvPr/>
            </p:nvSpPr>
            <p:spPr>
              <a:xfrm>
                <a:off x="-2" y="5631749"/>
                <a:ext cx="406399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ctr">
                  <a:spcAft>
                    <a:spcPts val="18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TW" sz="2800" b="1" u="sng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Giá </a:t>
                </a:r>
                <a:r>
                  <a:rPr lang="en-US" altLang="zh-TW" sz="2800" b="1" u="sng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trị</a:t>
                </a:r>
                <a:r>
                  <a:rPr lang="en-US" altLang="zh-TW" sz="2800" b="1" u="sng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8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𝝌</m:t>
                    </m:r>
                    <m:r>
                      <a:rPr lang="en-US" altLang="zh-TW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:</m:t>
                    </m:r>
                  </m:oMath>
                </a14:m>
                <a:r>
                  <a:rPr lang="en-US" altLang="zh-TW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(P/p Pauling) </a:t>
                </a:r>
              </a:p>
            </p:txBody>
          </p:sp>
        </mc:Choice>
        <mc:Fallback xmlns="">
          <p:sp>
            <p:nvSpPr>
              <p:cNvPr id="29" name="矩形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3421A0D-8D7F-4282-A29C-7CB346B093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5631749"/>
                <a:ext cx="4063999" cy="523220"/>
              </a:xfrm>
              <a:prstGeom prst="rect">
                <a:avLst/>
              </a:prstGeom>
              <a:blipFill rotWithShape="0">
                <a:blip r:embed="rId9"/>
                <a:stretch>
                  <a:fillRect l="-2249" t="-12791" r="-5397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900403"/>
              </p:ext>
            </p:extLst>
          </p:nvPr>
        </p:nvGraphicFramePr>
        <p:xfrm>
          <a:off x="176908" y="6258183"/>
          <a:ext cx="4794251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quation" r:id="rId10" imgW="2489040" imgH="253800" progId="Equation.3">
                  <p:embed/>
                </p:oleObj>
              </mc:Choice>
              <mc:Fallback>
                <p:oleObj name="Equation" r:id="rId10" imgW="2489040" imgH="253800" progId="Equation.3">
                  <p:embed/>
                  <p:pic>
                    <p:nvPicPr>
                      <p:cNvPr id="3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908" y="6258183"/>
                        <a:ext cx="4794251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89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83015" y="6459785"/>
            <a:ext cx="484206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quát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0127" y="189449"/>
            <a:ext cx="10648673" cy="6537563"/>
            <a:chOff x="-594755" y="-75494"/>
            <a:chExt cx="8216112" cy="653756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D1955D-7105-03C8-1522-A115DE0867DA}"/>
                </a:ext>
              </a:extLst>
            </p:cNvPr>
            <p:cNvSpPr txBox="1"/>
            <p:nvPr/>
          </p:nvSpPr>
          <p:spPr>
            <a:xfrm>
              <a:off x="4344779" y="3126608"/>
              <a:ext cx="16241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Ái</a:t>
              </a:r>
              <a:r>
                <a:rPr lang="en-US" sz="16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b="1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lực</a:t>
              </a:r>
              <a:r>
                <a:rPr lang="en-US" sz="16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electron</a:t>
              </a:r>
              <a:endParaRPr lang="x-none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-594755" y="-75494"/>
              <a:ext cx="8216112" cy="6537563"/>
              <a:chOff x="-594755" y="-75494"/>
              <a:chExt cx="8216112" cy="6537563"/>
            </a:xfrm>
          </p:grpSpPr>
          <p:sp>
            <p:nvSpPr>
              <p:cNvPr id="26" name="Right Arrow 25"/>
              <p:cNvSpPr/>
              <p:nvPr/>
            </p:nvSpPr>
            <p:spPr>
              <a:xfrm>
                <a:off x="3020931" y="-75494"/>
                <a:ext cx="4019243" cy="3162447"/>
              </a:xfrm>
              <a:prstGeom prst="rightArrow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n =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hạt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nhân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algn="just"/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hút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tĩnh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algn="just"/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chắn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ít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thay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algn="just"/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Bán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ion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ái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</a:t>
                </a:r>
                <a:r>
                  <a:rPr lang="en-US" sz="2000" b="1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âm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27" name="Right Arrow 26"/>
              <p:cNvSpPr/>
              <p:nvPr/>
            </p:nvSpPr>
            <p:spPr>
              <a:xfrm rot="5400000">
                <a:off x="-1400619" y="2081854"/>
                <a:ext cx="4845126" cy="3233398"/>
              </a:xfrm>
              <a:prstGeom prst="rightArrow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 anchorCtr="0"/>
              <a:lstStyle/>
              <a:p>
                <a:pPr algn="just"/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n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hạt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nhân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algn="just"/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hút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tĩnh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algn="just"/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Hiệu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chắn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algn="just"/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Bán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ion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ái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</a:t>
                </a:r>
                <a:r>
                  <a:rPr lang="en-US" sz="2000" b="1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âm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giảm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  <p:grpSp>
            <p:nvGrpSpPr>
              <p:cNvPr id="28" name="Group 27"/>
              <p:cNvGrpSpPr/>
              <p:nvPr/>
            </p:nvGrpSpPr>
            <p:grpSpPr>
              <a:xfrm>
                <a:off x="2596514" y="3066869"/>
                <a:ext cx="4794059" cy="3395200"/>
                <a:chOff x="2811060" y="2981144"/>
                <a:chExt cx="4794059" cy="3395200"/>
              </a:xfrm>
            </p:grpSpPr>
            <p:pic>
              <p:nvPicPr>
                <p:cNvPr id="34" name="Picture 33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11060" y="3334436"/>
                  <a:ext cx="4563275" cy="2596346"/>
                </a:xfrm>
                <a:prstGeom prst="rect">
                  <a:avLst/>
                </a:prstGeom>
              </p:spPr>
            </p:pic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2CDDEDDF-7B19-22EB-BDA4-0102DD0125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21666" y="3655793"/>
                  <a:ext cx="0" cy="2286000"/>
                </a:xfrm>
                <a:prstGeom prst="straightConnector1">
                  <a:avLst/>
                </a:prstGeom>
                <a:ln w="38100">
                  <a:solidFill>
                    <a:srgbClr val="0000FF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D91AE837-874E-5C22-7024-988947FD66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18770" y="6013916"/>
                  <a:ext cx="4480560" cy="23874"/>
                </a:xfrm>
                <a:prstGeom prst="straightConnector1">
                  <a:avLst/>
                </a:prstGeom>
                <a:ln w="38100">
                  <a:solidFill>
                    <a:srgbClr val="0000FF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52C492F-7213-55C9-8C96-84603E89C897}"/>
                    </a:ext>
                  </a:extLst>
                </p:cNvPr>
                <p:cNvSpPr txBox="1"/>
                <p:nvPr/>
              </p:nvSpPr>
              <p:spPr>
                <a:xfrm>
                  <a:off x="3555886" y="6037790"/>
                  <a:ext cx="320632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x-none" sz="1600" b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Chiều tăng bán kính nguyên tử</a:t>
                  </a:r>
                </a:p>
              </p:txBody>
            </p: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87216E41-9F5F-75FB-F9AE-09EAB07FC5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22866" y="3483849"/>
                  <a:ext cx="4107459" cy="11255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AA59179C-F0CD-8220-0FD1-D2FC5FA1A0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382638" y="3503179"/>
                  <a:ext cx="22456" cy="2485339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3D1955D-7105-03C8-1522-A115DE0867DA}"/>
                    </a:ext>
                  </a:extLst>
                </p:cNvPr>
                <p:cNvSpPr txBox="1"/>
                <p:nvPr/>
              </p:nvSpPr>
              <p:spPr>
                <a:xfrm>
                  <a:off x="4020929" y="3483849"/>
                  <a:ext cx="214353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  <a:r>
                    <a:rPr lang="x-none" sz="1600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ăng lượng ion hoá</a:t>
                  </a:r>
                </a:p>
              </p:txBody>
            </p: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87216E41-9F5F-75FB-F9AE-09EAB07FC5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22891" y="2981144"/>
                  <a:ext cx="4107459" cy="11255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AA59179C-F0CD-8220-0FD1-D2FC5FA1A0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582663" y="3169804"/>
                  <a:ext cx="22456" cy="2485339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3D1955D-7105-03C8-1522-A115DE0867DA}"/>
                  </a:ext>
                </a:extLst>
              </p:cNvPr>
              <p:cNvSpPr txBox="1"/>
              <p:nvPr/>
            </p:nvSpPr>
            <p:spPr>
              <a:xfrm>
                <a:off x="6134462" y="2675095"/>
                <a:ext cx="129073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 err="1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Độ</a:t>
                </a:r>
                <a:r>
                  <a:rPr lang="en-US" sz="1600" b="1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 err="1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âm</a:t>
                </a:r>
                <a:r>
                  <a:rPr lang="en-US" sz="1600" b="1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 err="1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điện</a:t>
                </a:r>
                <a:endParaRPr lang="x-none" sz="1600" b="1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87216E41-9F5F-75FB-F9AE-09EAB07FC5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46470" y="2606610"/>
                <a:ext cx="4107459" cy="11255"/>
              </a:xfrm>
              <a:prstGeom prst="straightConnector1">
                <a:avLst/>
              </a:prstGeom>
              <a:ln w="38100">
                <a:solidFill>
                  <a:srgbClr val="CC00C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AA59179C-F0CD-8220-0FD1-D2FC5FA1A0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598901" y="2953488"/>
                <a:ext cx="22456" cy="2485339"/>
              </a:xfrm>
              <a:prstGeom prst="straightConnector1">
                <a:avLst/>
              </a:prstGeom>
              <a:ln w="38100">
                <a:solidFill>
                  <a:srgbClr val="CC00C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299602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58" y="1637784"/>
            <a:ext cx="5650902" cy="339768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83015" y="6459785"/>
            <a:ext cx="484206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DA485A-9B78-9CCA-2D8F-80ABF2B28236}"/>
              </a:ext>
            </a:extLst>
          </p:cNvPr>
          <p:cNvSpPr/>
          <p:nvPr/>
        </p:nvSpPr>
        <p:spPr>
          <a:xfrm>
            <a:off x="334410" y="755988"/>
            <a:ext cx="114926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trị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  <a: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3200" i="1" u="sng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305" y="1583823"/>
            <a:ext cx="2852957" cy="209776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84697" y="3813332"/>
            <a:ext cx="582506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alt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409" y="5308151"/>
            <a:ext cx="537212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en-US" sz="28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sz="28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ược xác định bằng số </a:t>
            </a:r>
            <a:r>
              <a:rPr lang="vi-VN" sz="2800" dirty="0">
                <a:solidFill>
                  <a:srgbClr val="0645A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tooltip="Liên kết hóa học"/>
              </a:rPr>
              <a:t>liên kết hóa học</a:t>
            </a:r>
            <a:r>
              <a:rPr lang="vi-VN" sz="28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mà một </a:t>
            </a:r>
            <a:r>
              <a:rPr lang="vi-VN" sz="2800" dirty="0">
                <a:solidFill>
                  <a:srgbClr val="0645A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 tooltip="Nguyên tử"/>
              </a:rPr>
              <a:t>nguyên tử</a:t>
            </a:r>
            <a:r>
              <a:rPr lang="vi-VN" sz="28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của nguyên tố đó tạo nên trong </a:t>
            </a:r>
            <a:r>
              <a:rPr lang="vi-VN" sz="2800" dirty="0">
                <a:solidFill>
                  <a:srgbClr val="0645A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 tooltip="Phân tử"/>
              </a:rPr>
              <a:t>phân tử</a:t>
            </a:r>
            <a:r>
              <a:rPr lang="en-US" sz="2800" dirty="0">
                <a:solidFill>
                  <a:srgbClr val="0645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urved Right Arrow 14"/>
          <p:cNvSpPr/>
          <p:nvPr/>
        </p:nvSpPr>
        <p:spPr>
          <a:xfrm rot="19312530">
            <a:off x="223813" y="5191349"/>
            <a:ext cx="360469" cy="536596"/>
          </a:xfrm>
          <a:prstGeom prst="curvedRightArrow">
            <a:avLst/>
          </a:prstGeom>
          <a:solidFill>
            <a:srgbClr val="30F07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640D9F-4413-7C05-88CB-B9623E9182A1}"/>
              </a:ext>
            </a:extLst>
          </p:cNvPr>
          <p:cNvSpPr txBox="1"/>
          <p:nvPr/>
        </p:nvSpPr>
        <p:spPr>
          <a:xfrm>
            <a:off x="6185745" y="5825364"/>
            <a:ext cx="564128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  <a:r>
              <a:rPr lang="x-none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→ H-O-H </a:t>
            </a:r>
          </a:p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→ H: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&amp; O: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endParaRPr lang="x-none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2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5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83015" y="6459785"/>
            <a:ext cx="484206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DA485A-9B78-9CCA-2D8F-80ABF2B28236}"/>
              </a:ext>
            </a:extLst>
          </p:cNvPr>
          <p:cNvSpPr/>
          <p:nvPr/>
        </p:nvSpPr>
        <p:spPr>
          <a:xfrm>
            <a:off x="334410" y="859772"/>
            <a:ext cx="11492623" cy="1399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oxi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  <a:r>
              <a:rPr lang="en-US" altLang="zh-TW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điện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tích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dương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hay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âm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tố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trong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được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với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giả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thiết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rằng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được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tạo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thành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từ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ion</a:t>
            </a:r>
            <a:endParaRPr lang="en-US" sz="2800" i="1" u="sng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4">
            <a:extLst>
              <a:ext uri="{FF2B5EF4-FFF2-40B4-BE49-F238E27FC236}">
                <a16:creationId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1051123" y="3944868"/>
            <a:ext cx="9746748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oxi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dương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cao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nhất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thứ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</a:t>
            </a:r>
            <a:r>
              <a:rPr lang="en-US" altLang="zh-TW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trừ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8A, 1B, 8B)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640D9F-4413-7C05-88CB-B9623E9182A1}"/>
              </a:ext>
            </a:extLst>
          </p:cNvPr>
          <p:cNvSpPr txBox="1"/>
          <p:nvPr/>
        </p:nvSpPr>
        <p:spPr>
          <a:xfrm>
            <a:off x="1610848" y="4692359"/>
            <a:ext cx="8728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  <a:r>
              <a:rPr lang="x-none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  <a:r>
              <a:rPr lang="en-US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(1A);                Mn</a:t>
            </a:r>
            <a:r>
              <a:rPr lang="en-US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7+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(7B);                  N</a:t>
            </a:r>
            <a:r>
              <a:rPr lang="en-US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+5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(5A)</a:t>
            </a:r>
            <a:endParaRPr lang="x-none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4">
            <a:extLst>
              <a:ext uri="{FF2B5EF4-FFF2-40B4-BE49-F238E27FC236}">
                <a16:creationId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1051123" y="5388466"/>
            <a:ext cx="7488578" cy="523220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oxi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âm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thấp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nhất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thứ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nhóm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- 8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640D9F-4413-7C05-88CB-B9623E9182A1}"/>
              </a:ext>
            </a:extLst>
          </p:cNvPr>
          <p:cNvSpPr txBox="1"/>
          <p:nvPr/>
        </p:nvSpPr>
        <p:spPr>
          <a:xfrm>
            <a:off x="1610848" y="6101506"/>
            <a:ext cx="86485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 dụ</a:t>
            </a:r>
            <a:r>
              <a:rPr lang="x-none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(5A);                  O</a:t>
            </a:r>
            <a:r>
              <a:rPr lang="en-US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(6A);                     Cl</a:t>
            </a:r>
            <a:r>
              <a:rPr lang="en-US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(7A)</a:t>
            </a:r>
            <a:endParaRPr lang="x-none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1080" y="2319839"/>
            <a:ext cx="1165868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2266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 animBg="1"/>
      <p:bldP spid="17" grpId="0"/>
      <p:bldP spid="18" grpId="0" animBg="1"/>
      <p:bldP spid="20" grpId="0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83015" y="6459785"/>
            <a:ext cx="484206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4">
            <a:extLst>
              <a:ext uri="{FF2B5EF4-FFF2-40B4-BE49-F238E27FC236}">
                <a16:creationId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156897" y="824376"/>
            <a:ext cx="97113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Quy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tắc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xác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định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oxi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  <a:endParaRPr lang="en-US" altLang="zh-TW" sz="3200" i="1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712962" y="1491872"/>
            <a:ext cx="10097708" cy="475196"/>
            <a:chOff x="839909" y="1314326"/>
            <a:chExt cx="10097708" cy="475196"/>
          </a:xfrm>
        </p:grpSpPr>
        <p:sp>
          <p:nvSpPr>
            <p:cNvPr id="15" name="矩形 4">
              <a:extLst>
                <a:ext uri="{FF2B5EF4-FFF2-40B4-BE49-F238E27FC236}">
                  <a16:creationId xmlns:a16="http://schemas.microsoft.com/office/drawing/2014/main" id="{4142352F-FC7E-4B9F-9637-BBAFCD43BF79}"/>
                </a:ext>
              </a:extLst>
            </p:cNvPr>
            <p:cNvSpPr/>
            <p:nvPr/>
          </p:nvSpPr>
          <p:spPr>
            <a:xfrm>
              <a:off x="839909" y="1314326"/>
              <a:ext cx="42026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altLang="zh-TW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Số</a:t>
              </a:r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ox.h</a:t>
              </a:r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nguyên</a:t>
              </a:r>
              <a:r>
                <a:rPr lang="en-US" altLang="zh-TW" sz="24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tử</a:t>
              </a:r>
              <a:r>
                <a:rPr lang="en-US" altLang="zh-TW" sz="24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 err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tự</a:t>
              </a:r>
              <a:r>
                <a:rPr lang="en-US" altLang="zh-TW" sz="24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do = 0</a:t>
              </a:r>
              <a:endParaRPr lang="en-US" altLang="zh-TW" sz="2400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</p:txBody>
        </p:sp>
        <p:sp>
          <p:nvSpPr>
            <p:cNvPr id="22" name="矩形 4">
              <a:extLst>
                <a:ext uri="{FF2B5EF4-FFF2-40B4-BE49-F238E27FC236}">
                  <a16:creationId xmlns:a16="http://schemas.microsoft.com/office/drawing/2014/main" id="{4142352F-FC7E-4B9F-9637-BBAFCD43BF79}"/>
                </a:ext>
              </a:extLst>
            </p:cNvPr>
            <p:cNvSpPr/>
            <p:nvPr/>
          </p:nvSpPr>
          <p:spPr>
            <a:xfrm>
              <a:off x="7835841" y="1327857"/>
              <a:ext cx="31017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zh-TW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Ví</a:t>
              </a:r>
              <a:r>
                <a:rPr lang="en-US" altLang="zh-TW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dụ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: Mg</a:t>
              </a:r>
              <a:r>
                <a:rPr lang="en-US" altLang="zh-TW" sz="24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0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, Fe</a:t>
              </a:r>
              <a:r>
                <a:rPr lang="en-US" altLang="zh-TW" sz="24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0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, …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12962" y="2057192"/>
            <a:ext cx="11199785" cy="461665"/>
            <a:chOff x="839908" y="1314326"/>
            <a:chExt cx="11199785" cy="461665"/>
          </a:xfrm>
        </p:grpSpPr>
        <p:sp>
          <p:nvSpPr>
            <p:cNvPr id="25" name="矩形 4">
              <a:extLst>
                <a:ext uri="{FF2B5EF4-FFF2-40B4-BE49-F238E27FC236}">
                  <a16:creationId xmlns:a16="http://schemas.microsoft.com/office/drawing/2014/main" id="{4142352F-FC7E-4B9F-9637-BBAFCD43BF79}"/>
                </a:ext>
              </a:extLst>
            </p:cNvPr>
            <p:cNvSpPr/>
            <p:nvPr/>
          </p:nvSpPr>
          <p:spPr>
            <a:xfrm>
              <a:off x="839908" y="1314326"/>
              <a:ext cx="629743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altLang="zh-TW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Số</a:t>
              </a:r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ox.h</a:t>
              </a:r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ion </a:t>
              </a:r>
              <a:r>
                <a:rPr lang="en-US" altLang="zh-TW" sz="24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nguyên</a:t>
              </a:r>
              <a:r>
                <a:rPr lang="en-US" altLang="zh-TW" sz="24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tử</a:t>
              </a:r>
              <a:r>
                <a:rPr lang="en-US" altLang="zh-TW" sz="24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 = </a:t>
              </a:r>
              <a:r>
                <a:rPr lang="en-US" altLang="zh-TW" sz="24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điện</a:t>
              </a:r>
              <a:r>
                <a:rPr lang="en-US" altLang="zh-TW" sz="24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tích</a:t>
              </a:r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ion </a:t>
              </a:r>
              <a:r>
                <a:rPr lang="en-US" altLang="zh-TW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đó</a:t>
              </a:r>
              <a:endPara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</p:txBody>
        </p:sp>
        <p:sp>
          <p:nvSpPr>
            <p:cNvPr id="26" name="矩形 4">
              <a:extLst>
                <a:ext uri="{FF2B5EF4-FFF2-40B4-BE49-F238E27FC236}">
                  <a16:creationId xmlns:a16="http://schemas.microsoft.com/office/drawing/2014/main" id="{4142352F-FC7E-4B9F-9637-BBAFCD43BF79}"/>
                </a:ext>
              </a:extLst>
            </p:cNvPr>
            <p:cNvSpPr/>
            <p:nvPr/>
          </p:nvSpPr>
          <p:spPr>
            <a:xfrm>
              <a:off x="7797746" y="1314326"/>
              <a:ext cx="424194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zh-TW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Ví</a:t>
              </a:r>
              <a:r>
                <a:rPr lang="en-US" altLang="zh-TW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dụ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: Mg</a:t>
              </a:r>
              <a:r>
                <a:rPr lang="en-US" altLang="zh-TW" sz="24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2+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(2+); Fe</a:t>
              </a:r>
              <a:r>
                <a:rPr lang="en-US" altLang="zh-TW" sz="24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3+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(3+), …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12962" y="2649057"/>
            <a:ext cx="11199785" cy="461665"/>
            <a:chOff x="839909" y="1314326"/>
            <a:chExt cx="11199785" cy="461665"/>
          </a:xfrm>
        </p:grpSpPr>
        <p:sp>
          <p:nvSpPr>
            <p:cNvPr id="28" name="矩形 4">
              <a:extLst>
                <a:ext uri="{FF2B5EF4-FFF2-40B4-BE49-F238E27FC236}">
                  <a16:creationId xmlns:a16="http://schemas.microsoft.com/office/drawing/2014/main" id="{4142352F-FC7E-4B9F-9637-BBAFCD43BF79}"/>
                </a:ext>
              </a:extLst>
            </p:cNvPr>
            <p:cNvSpPr/>
            <p:nvPr/>
          </p:nvSpPr>
          <p:spPr>
            <a:xfrm>
              <a:off x="839909" y="1314326"/>
              <a:ext cx="60265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altLang="zh-TW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Số</a:t>
              </a:r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ox.h</a:t>
              </a:r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k/l </a:t>
              </a:r>
              <a:r>
                <a:rPr lang="en-US" altLang="zh-TW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kiềm</a:t>
              </a:r>
              <a:r>
                <a:rPr lang="en-US" altLang="zh-TW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= 1 </a:t>
              </a:r>
              <a:r>
                <a:rPr lang="en-US" altLang="zh-TW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và</a:t>
              </a:r>
              <a:r>
                <a:rPr lang="en-US" altLang="zh-TW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k/l </a:t>
              </a:r>
              <a:r>
                <a:rPr lang="en-US" altLang="zh-TW" sz="24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kiềm</a:t>
              </a:r>
              <a:r>
                <a:rPr lang="en-US" altLang="zh-TW" sz="24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thổ</a:t>
              </a:r>
              <a:r>
                <a:rPr lang="en-US" altLang="zh-TW" sz="24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= 2</a:t>
              </a:r>
              <a:endParaRPr lang="en-US" altLang="zh-TW" sz="24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</p:txBody>
        </p:sp>
        <p:sp>
          <p:nvSpPr>
            <p:cNvPr id="29" name="矩形 4">
              <a:extLst>
                <a:ext uri="{FF2B5EF4-FFF2-40B4-BE49-F238E27FC236}">
                  <a16:creationId xmlns:a16="http://schemas.microsoft.com/office/drawing/2014/main" id="{4142352F-FC7E-4B9F-9637-BBAFCD43BF79}"/>
                </a:ext>
              </a:extLst>
            </p:cNvPr>
            <p:cNvSpPr/>
            <p:nvPr/>
          </p:nvSpPr>
          <p:spPr>
            <a:xfrm>
              <a:off x="7835842" y="1314326"/>
              <a:ext cx="42038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zh-TW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Ví</a:t>
              </a:r>
              <a:r>
                <a:rPr lang="en-US" altLang="zh-TW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dụ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: Na</a:t>
              </a:r>
              <a:r>
                <a:rPr lang="en-US" altLang="zh-TW" sz="24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1+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(1+); Ca</a:t>
              </a:r>
              <a:r>
                <a:rPr lang="en-US" altLang="zh-TW" sz="24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2+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(2+), …</a:t>
              </a:r>
            </a:p>
          </p:txBody>
        </p:sp>
      </p:grpSp>
      <p:sp>
        <p:nvSpPr>
          <p:cNvPr id="30" name="矩形 4">
            <a:extLst>
              <a:ext uri="{FF2B5EF4-FFF2-40B4-BE49-F238E27FC236}">
                <a16:creationId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734800" y="3266098"/>
            <a:ext cx="60265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ox.h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Oxy = -2 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(</a:t>
            </a: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trừ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H</a:t>
            </a:r>
            <a:r>
              <a:rPr lang="en-US" altLang="zh-TW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</a:t>
            </a:r>
            <a:r>
              <a:rPr lang="en-US" altLang="zh-TW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-1 </a:t>
            </a: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F</a:t>
            </a:r>
            <a:r>
              <a:rPr lang="en-US" altLang="zh-TW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O: +2) </a:t>
            </a: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31" name="矩形 4">
            <a:extLst>
              <a:ext uri="{FF2B5EF4-FFF2-40B4-BE49-F238E27FC236}">
                <a16:creationId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712962" y="3914805"/>
            <a:ext cx="104122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ox.h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30F07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Hydro = +1 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‹</a:t>
            </a: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trừ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hydride </a:t>
            </a: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k/l (</a:t>
            </a: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NaH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CaH</a:t>
            </a:r>
            <a:r>
              <a:rPr lang="en-US" altLang="zh-TW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…) = -1›</a:t>
            </a: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4">
                <a:extLst>
                  <a:ext uri="{FF2B5EF4-FFF2-40B4-BE49-F238E27FC236}">
                    <a16:creationId xmlns:a16="http://schemas.microsoft.com/office/drawing/2014/main" id="{4142352F-FC7E-4B9F-9637-BBAFCD43BF79}"/>
                  </a:ext>
                </a:extLst>
              </p:cNvPr>
              <p:cNvSpPr/>
              <p:nvPr/>
            </p:nvSpPr>
            <p:spPr>
              <a:xfrm>
                <a:off x="737607" y="4537429"/>
                <a:ext cx="11429614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altLang="zh-TW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Số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ox.h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của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nguyên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tố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trong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hợp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chất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cộng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hóa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trị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=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điện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tích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của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ng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tố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đó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khi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xem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cặp e</a:t>
                </a:r>
                <a:r>
                  <a:rPr lang="en-US" altLang="zh-TW" sz="2400" b="1" baseline="300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-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liên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kết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chuyển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về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ngtử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có</a:t>
                </a:r>
                <a:r>
                  <a:rPr lang="en-US" altLang="zh-TW" sz="24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𝝌</m:t>
                    </m:r>
                  </m:oMath>
                </a14:m>
                <a:r>
                  <a:rPr lang="en-US" altLang="zh-TW" sz="2400" i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b="1" i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lớn</a:t>
                </a:r>
                <a:r>
                  <a:rPr lang="en-US" altLang="zh-TW" sz="2400" b="1" i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.                                   </a:t>
                </a:r>
                <a:r>
                  <a:rPr lang="en-US" altLang="zh-TW" sz="2400" i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Ví</a:t>
                </a:r>
                <a:r>
                  <a:rPr lang="en-US" altLang="zh-TW" sz="2400" i="1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400" i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dụ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: NH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3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→ N </a:t>
                </a:r>
                <a:r>
                  <a:rPr lang="en-US" altLang="zh-TW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là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+3</a:t>
                </a:r>
              </a:p>
            </p:txBody>
          </p:sp>
        </mc:Choice>
        <mc:Fallback xmlns="">
          <p:sp>
            <p:nvSpPr>
              <p:cNvPr id="32" name="矩形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142352F-FC7E-4B9F-9637-BBAFCD43B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07" y="4537429"/>
                <a:ext cx="11429614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747" b="-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4">
            <a:extLst>
              <a:ext uri="{FF2B5EF4-FFF2-40B4-BE49-F238E27FC236}">
                <a16:creationId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151679" y="6059675"/>
            <a:ext cx="78797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“</a:t>
            </a:r>
            <a:r>
              <a:rPr lang="en-US" altLang="zh-TW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Tổng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oxy </a:t>
            </a:r>
            <a:r>
              <a:rPr lang="en-US" altLang="zh-TW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trong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trung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hòa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ngtố</a:t>
            </a:r>
            <a:r>
              <a:rPr lang="en-US" altLang="zh-TW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0”</a:t>
            </a:r>
            <a:endParaRPr lang="en-US" altLang="zh-TW" sz="2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8031402" y="5851727"/>
            <a:ext cx="4135819" cy="677900"/>
            <a:chOff x="8158348" y="5677336"/>
            <a:chExt cx="4135819" cy="677900"/>
          </a:xfrm>
        </p:grpSpPr>
        <p:sp>
          <p:nvSpPr>
            <p:cNvPr id="36" name="矩形 4">
              <a:extLst>
                <a:ext uri="{FF2B5EF4-FFF2-40B4-BE49-F238E27FC236}">
                  <a16:creationId xmlns:a16="http://schemas.microsoft.com/office/drawing/2014/main" id="{4142352F-FC7E-4B9F-9637-BBAFCD43BF79}"/>
                </a:ext>
              </a:extLst>
            </p:cNvPr>
            <p:cNvSpPr/>
            <p:nvPr/>
          </p:nvSpPr>
          <p:spPr>
            <a:xfrm>
              <a:off x="8158348" y="5832016"/>
              <a:ext cx="413581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zh-TW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Ví</a:t>
              </a:r>
              <a:r>
                <a:rPr lang="en-US" altLang="zh-TW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dụ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: </a:t>
              </a:r>
              <a:r>
                <a:rPr lang="en-US" altLang="zh-TW" sz="28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KMnO</a:t>
              </a:r>
              <a:r>
                <a:rPr lang="en-US" altLang="zh-TW" sz="28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4     </a:t>
              </a:r>
              <a:r>
                <a:rPr lang="en-US" altLang="zh-TW" sz="24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(</a:t>
              </a:r>
              <a:r>
                <a:rPr lang="en-US" altLang="zh-TW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1</a:t>
              </a:r>
              <a:r>
                <a:rPr lang="en-US" altLang="zh-TW" sz="24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+</a:t>
              </a:r>
              <a:r>
                <a:rPr lang="en-US" altLang="zh-TW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7</a:t>
              </a:r>
              <a:r>
                <a:rPr lang="en-US" altLang="zh-TW" sz="24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-</a:t>
              </a:r>
              <a:r>
                <a:rPr lang="en-US" altLang="zh-TW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2*4</a:t>
              </a:r>
              <a:r>
                <a:rPr lang="en-US" altLang="zh-TW" sz="2400" b="1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=0)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031226" y="5677336"/>
              <a:ext cx="4042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462777" y="5678814"/>
              <a:ext cx="4042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+7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817065" y="5678814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754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0" grpId="0"/>
      <p:bldP spid="31" grpId="0"/>
      <p:bldP spid="32" grpId="0"/>
      <p:bldP spid="3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83015" y="6459785"/>
            <a:ext cx="484206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phi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57A623-1522-B392-3CE9-24253691EEB0}"/>
              </a:ext>
            </a:extLst>
          </p:cNvPr>
          <p:cNvSpPr txBox="1"/>
          <p:nvPr/>
        </p:nvSpPr>
        <p:spPr>
          <a:xfrm>
            <a:off x="325547" y="814176"/>
            <a:ext cx="9237553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(VEs):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5F9FE9-E82F-192F-9EDE-2AD6DF013057}"/>
              </a:ext>
            </a:extLst>
          </p:cNvPr>
          <p:cNvSpPr txBox="1"/>
          <p:nvPr/>
        </p:nvSpPr>
        <p:spPr>
          <a:xfrm>
            <a:off x="922447" y="1672411"/>
            <a:ext cx="6583253" cy="75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VEs = 1, 2, 3 ⇢ Kim </a:t>
            </a:r>
            <a:r>
              <a:rPr lang="en-US" sz="32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B7CD67-0791-DD03-D0EB-BBFFC44A79BE}"/>
              </a:ext>
            </a:extLst>
          </p:cNvPr>
          <p:cNvSpPr txBox="1"/>
          <p:nvPr/>
        </p:nvSpPr>
        <p:spPr>
          <a:xfrm>
            <a:off x="1024047" y="3239160"/>
            <a:ext cx="5484329" cy="75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VEs = 5, 6, 7 ⇢ Phi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DD1034-330F-D0A3-B56F-77CF0504F5E3}"/>
              </a:ext>
            </a:extLst>
          </p:cNvPr>
          <p:cNvSpPr txBox="1"/>
          <p:nvPr/>
        </p:nvSpPr>
        <p:spPr>
          <a:xfrm>
            <a:off x="1024047" y="5392622"/>
            <a:ext cx="2203247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VEs =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7966B4-FFD2-4169-FD4D-30D2B7797584}"/>
              </a:ext>
            </a:extLst>
          </p:cNvPr>
          <p:cNvSpPr txBox="1"/>
          <p:nvPr/>
        </p:nvSpPr>
        <p:spPr>
          <a:xfrm>
            <a:off x="3858931" y="4923979"/>
            <a:ext cx="36467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Chu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: Phi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endParaRPr lang="en-VN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A37076-DD79-43D7-8355-3C16912CE2B8}"/>
              </a:ext>
            </a:extLst>
          </p:cNvPr>
          <p:cNvSpPr txBox="1"/>
          <p:nvPr/>
        </p:nvSpPr>
        <p:spPr>
          <a:xfrm>
            <a:off x="3858931" y="6048733"/>
            <a:ext cx="4679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Chu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: Kim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endParaRPr lang="en-VN" sz="2800" dirty="0"/>
          </a:p>
        </p:txBody>
      </p:sp>
      <p:sp>
        <p:nvSpPr>
          <p:cNvPr id="18" name="矩形 4">
            <a:extLst>
              <a:ext uri="{FF2B5EF4-FFF2-40B4-BE49-F238E27FC236}">
                <a16:creationId xmlns:a16="http://schemas.microsoft.com/office/drawing/2014/main" id="{284C87A5-6C22-4F68-9D24-82A8ABEF8360}"/>
              </a:ext>
            </a:extLst>
          </p:cNvPr>
          <p:cNvSpPr/>
          <p:nvPr/>
        </p:nvSpPr>
        <p:spPr>
          <a:xfrm>
            <a:off x="1451882" y="2601081"/>
            <a:ext cx="46482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Ví</a:t>
            </a:r>
            <a:r>
              <a:rPr lang="en-US" altLang="zh-TW" sz="24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dụ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K (19):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4s</a:t>
            </a:r>
            <a:r>
              <a:rPr lang="en-US" altLang="zh-TW" sz="2400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Al (13):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3s</a:t>
            </a:r>
            <a:r>
              <a:rPr lang="en-US" altLang="zh-TW" sz="2400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3p</a:t>
            </a:r>
            <a:r>
              <a:rPr lang="en-US" altLang="zh-TW" sz="2400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</a:t>
            </a:r>
            <a:endParaRPr lang="en-US" altLang="zh-TW" sz="2400" i="1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20" name="矩形 4">
            <a:extLst>
              <a:ext uri="{FF2B5EF4-FFF2-40B4-BE49-F238E27FC236}">
                <a16:creationId xmlns:a16="http://schemas.microsoft.com/office/drawing/2014/main" id="{44B9EB0E-43C8-7130-BFD4-79879089F8B7}"/>
              </a:ext>
            </a:extLst>
          </p:cNvPr>
          <p:cNvSpPr/>
          <p:nvPr/>
        </p:nvSpPr>
        <p:spPr>
          <a:xfrm>
            <a:off x="1525898" y="4136673"/>
            <a:ext cx="46482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Ví</a:t>
            </a:r>
            <a:r>
              <a:rPr lang="en-US" altLang="zh-TW" sz="24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dụ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O (8): 2s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2p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Cl (17): 3s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2p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5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29BC25D-429A-1509-31C1-F83B88168A3E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 flipV="1">
            <a:off x="3227294" y="5185589"/>
            <a:ext cx="631637" cy="576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B36136F-54D5-645E-FBB6-2ADD371B18A5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3227294" y="5762499"/>
            <a:ext cx="631637" cy="547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4">
            <a:extLst>
              <a:ext uri="{FF2B5EF4-FFF2-40B4-BE49-F238E27FC236}">
                <a16:creationId xmlns:a16="http://schemas.microsoft.com/office/drawing/2014/main" id="{D9AD76C7-0C12-4ECB-46CD-19CB1BD5691B}"/>
              </a:ext>
            </a:extLst>
          </p:cNvPr>
          <p:cNvSpPr/>
          <p:nvPr/>
        </p:nvSpPr>
        <p:spPr>
          <a:xfrm>
            <a:off x="8000994" y="4930957"/>
            <a:ext cx="2716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Ví</a:t>
            </a:r>
            <a:r>
              <a:rPr lang="en-US" altLang="zh-TW" sz="24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dụ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C (6): 2s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2p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</a:p>
        </p:txBody>
      </p:sp>
      <p:sp>
        <p:nvSpPr>
          <p:cNvPr id="30" name="矩形 4">
            <a:extLst>
              <a:ext uri="{FF2B5EF4-FFF2-40B4-BE49-F238E27FC236}">
                <a16:creationId xmlns:a16="http://schemas.microsoft.com/office/drawing/2014/main" id="{3329D3F4-9F4B-D1BC-8F8F-AEC5C364E34B}"/>
              </a:ext>
            </a:extLst>
          </p:cNvPr>
          <p:cNvSpPr/>
          <p:nvPr/>
        </p:nvSpPr>
        <p:spPr>
          <a:xfrm>
            <a:off x="8000993" y="6086550"/>
            <a:ext cx="31669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Ví</a:t>
            </a:r>
            <a:r>
              <a:rPr lang="en-US" altLang="zh-TW" sz="24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dụ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Sn (50): 5s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5p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8813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3" grpId="0"/>
      <p:bldP spid="16" grpId="0"/>
      <p:bldP spid="17" grpId="0"/>
      <p:bldP spid="18" grpId="0"/>
      <p:bldP spid="20" grpId="0"/>
      <p:bldP spid="28" grpId="0"/>
      <p:bldP spid="3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83015" y="6459785"/>
            <a:ext cx="484206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4653" y="804265"/>
            <a:ext cx="18934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Khái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niệm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642" y="1193058"/>
            <a:ext cx="1114147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vật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moment 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ngtử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sắp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xếp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ngược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quay - spin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4653" y="2087017"/>
            <a:ext cx="1893445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118238" y="5391245"/>
            <a:ext cx="6230198" cy="1158875"/>
            <a:chOff x="839908" y="1314326"/>
            <a:chExt cx="12065120" cy="1158875"/>
          </a:xfrm>
        </p:grpSpPr>
        <p:sp>
          <p:nvSpPr>
            <p:cNvPr id="18" name="矩形 4">
              <a:extLst>
                <a:ext uri="{FF2B5EF4-FFF2-40B4-BE49-F238E27FC236}">
                  <a16:creationId xmlns:a16="http://schemas.microsoft.com/office/drawing/2014/main" id="{4142352F-FC7E-4B9F-9637-BBAFCD43BF79}"/>
                </a:ext>
              </a:extLst>
            </p:cNvPr>
            <p:cNvSpPr/>
            <p:nvPr/>
          </p:nvSpPr>
          <p:spPr>
            <a:xfrm>
              <a:off x="839908" y="1314326"/>
              <a:ext cx="11642905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algn="just"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altLang="zh-TW" sz="2000" b="1" i="1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Sắt</a:t>
              </a:r>
              <a:r>
                <a:rPr lang="en-US" altLang="zh-TW" sz="2000" b="1" i="1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 </a:t>
              </a:r>
              <a:r>
                <a:rPr lang="en-US" altLang="zh-TW" sz="2000" b="1" i="1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từ</a:t>
              </a:r>
              <a:r>
                <a:rPr lang="en-US" altLang="zh-TW" sz="2000" b="1" i="1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 (Ferromagnetism):  </a:t>
              </a:r>
              <a:r>
                <a:rPr lang="en-US" altLang="zh-TW" sz="2000" i="1" dirty="0" err="1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lực</a:t>
              </a:r>
              <a:r>
                <a:rPr lang="en-US" altLang="zh-TW" sz="2000" i="1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 </a:t>
              </a:r>
              <a:r>
                <a:rPr lang="en-US" altLang="zh-TW" sz="2000" i="1" dirty="0" err="1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từ</a:t>
              </a:r>
              <a:r>
                <a:rPr lang="en-US" altLang="zh-TW" sz="2000" i="1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 </a:t>
              </a:r>
              <a:r>
                <a:rPr lang="en-US" altLang="zh-TW" sz="2000" i="1" dirty="0" err="1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yếu</a:t>
              </a:r>
              <a:r>
                <a:rPr lang="en-US" altLang="zh-TW" sz="2000" i="1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, </a:t>
              </a:r>
              <a:r>
                <a:rPr lang="en-US" altLang="zh-TW" sz="2000" b="1" i="1" dirty="0" err="1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không</a:t>
              </a:r>
              <a:r>
                <a:rPr lang="en-US" altLang="zh-TW" sz="2000" b="1" i="1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 </a:t>
              </a:r>
              <a:r>
                <a:rPr lang="en-US" altLang="zh-TW" sz="2000" b="1" i="1" dirty="0" err="1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có</a:t>
              </a:r>
              <a:r>
                <a:rPr lang="en-US" altLang="zh-TW" sz="2000" b="1" i="1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 e</a:t>
              </a:r>
              <a:r>
                <a:rPr lang="en-US" altLang="zh-TW" sz="2000" b="1" i="1" baseline="30000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-</a:t>
              </a:r>
              <a:r>
                <a:rPr lang="en-US" altLang="zh-TW" sz="2000" b="1" i="1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 </a:t>
              </a:r>
              <a:r>
                <a:rPr lang="en-US" altLang="zh-TW" sz="2000" b="1" i="1" dirty="0" err="1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tự</a:t>
              </a:r>
              <a:r>
                <a:rPr lang="en-US" altLang="zh-TW" sz="2000" b="1" i="1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 do</a:t>
              </a:r>
              <a:r>
                <a:rPr lang="en-US" altLang="zh-TW" sz="2000" i="1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, </a:t>
              </a:r>
              <a:r>
                <a:rPr lang="en-US" altLang="zh-TW" sz="2000" b="1" i="1" dirty="0" err="1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ngược</a:t>
              </a:r>
              <a:r>
                <a:rPr lang="en-US" altLang="zh-TW" sz="2000" b="1" i="1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 </a:t>
              </a:r>
              <a:r>
                <a:rPr lang="en-US" altLang="zh-TW" sz="2000" b="1" i="1" dirty="0" err="1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chiều</a:t>
              </a:r>
              <a:r>
                <a:rPr lang="en-US" altLang="zh-TW" sz="2000" b="1" i="1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 </a:t>
              </a:r>
              <a:r>
                <a:rPr lang="en-US" altLang="zh-TW" sz="2000" i="1" dirty="0" err="1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với</a:t>
              </a:r>
              <a:r>
                <a:rPr lang="en-US" altLang="zh-TW" sz="2000" i="1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 </a:t>
              </a:r>
              <a:r>
                <a:rPr lang="en-US" altLang="zh-TW" sz="2000" i="1" dirty="0" err="1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từ</a:t>
              </a:r>
              <a:r>
                <a:rPr lang="en-US" altLang="zh-TW" sz="2000" i="1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 </a:t>
              </a:r>
              <a:r>
                <a:rPr lang="en-US" altLang="zh-TW" sz="2000" i="1" dirty="0" err="1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trường</a:t>
              </a:r>
              <a:r>
                <a:rPr lang="en-US" altLang="zh-TW" sz="2000" i="1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 </a:t>
              </a:r>
              <a:r>
                <a:rPr lang="en-US" altLang="zh-TW" sz="2000" i="1" dirty="0" err="1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ngoài</a:t>
              </a:r>
              <a:endParaRPr lang="en-US" altLang="zh-TW" sz="2000" i="1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endParaRPr>
            </a:p>
          </p:txBody>
        </p:sp>
        <p:sp>
          <p:nvSpPr>
            <p:cNvPr id="20" name="矩形 4">
              <a:extLst>
                <a:ext uri="{FF2B5EF4-FFF2-40B4-BE49-F238E27FC236}">
                  <a16:creationId xmlns:a16="http://schemas.microsoft.com/office/drawing/2014/main" id="{4142352F-FC7E-4B9F-9637-BBAFCD43BF79}"/>
                </a:ext>
              </a:extLst>
            </p:cNvPr>
            <p:cNvSpPr/>
            <p:nvPr/>
          </p:nvSpPr>
          <p:spPr>
            <a:xfrm>
              <a:off x="2020238" y="2073091"/>
              <a:ext cx="1088479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zh-TW" sz="2000" i="1" u="sng" dirty="0" err="1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Ví</a:t>
              </a:r>
              <a:r>
                <a:rPr lang="en-US" altLang="zh-TW" sz="2000" i="1" u="sng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 </a:t>
              </a:r>
              <a:r>
                <a:rPr lang="en-US" altLang="zh-TW" sz="2000" i="1" u="sng" dirty="0" err="1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dụ</a:t>
              </a:r>
              <a:r>
                <a:rPr lang="en-US" altLang="zh-TW" sz="2000" i="1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rPr>
                <a:t>: Fe, Co, Ni, …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45174" y="4018365"/>
            <a:ext cx="11335783" cy="1158875"/>
            <a:chOff x="831437" y="3798234"/>
            <a:chExt cx="11335783" cy="1158875"/>
          </a:xfrm>
        </p:grpSpPr>
        <p:grpSp>
          <p:nvGrpSpPr>
            <p:cNvPr id="22" name="Group 21"/>
            <p:cNvGrpSpPr/>
            <p:nvPr/>
          </p:nvGrpSpPr>
          <p:grpSpPr>
            <a:xfrm>
              <a:off x="831437" y="3798234"/>
              <a:ext cx="6230198" cy="1158875"/>
              <a:chOff x="839908" y="1314326"/>
              <a:chExt cx="12065120" cy="1158875"/>
            </a:xfrm>
          </p:grpSpPr>
          <p:sp>
            <p:nvSpPr>
              <p:cNvPr id="24" name="矩形 4">
                <a:extLst>
                  <a:ext uri="{FF2B5EF4-FFF2-40B4-BE49-F238E27FC236}">
                    <a16:creationId xmlns:a16="http://schemas.microsoft.com/office/drawing/2014/main" id="{4142352F-FC7E-4B9F-9637-BBAFCD43BF79}"/>
                  </a:ext>
                </a:extLst>
              </p:cNvPr>
              <p:cNvSpPr/>
              <p:nvPr/>
            </p:nvSpPr>
            <p:spPr>
              <a:xfrm>
                <a:off x="839908" y="1314326"/>
                <a:ext cx="11642905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altLang="zh-TW" sz="2000" b="1" i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Thuận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từ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 (</a:t>
                </a:r>
                <a:r>
                  <a:rPr lang="en-US" altLang="zh-TW" sz="2000" b="1" i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Paramagnetism</a:t>
                </a:r>
                <a:r>
                  <a:rPr lang="en-US" altLang="zh-TW" sz="2000" b="1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):  </a:t>
                </a:r>
                <a:r>
                  <a:rPr lang="en-US" altLang="zh-TW" sz="2000" i="1" dirty="0" err="1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lực</a:t>
                </a:r>
                <a:r>
                  <a: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từ</a:t>
                </a:r>
                <a:r>
                  <a: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yếu</a:t>
                </a:r>
                <a:r>
                  <a: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, </a:t>
                </a:r>
                <a:r>
                  <a:rPr lang="en-US" altLang="zh-TW" sz="2000" b="1" i="1" dirty="0" err="1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không</a:t>
                </a:r>
                <a:r>
                  <a:rPr lang="en-US" altLang="zh-TW" sz="2000" b="1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có</a:t>
                </a:r>
                <a:r>
                  <a:rPr lang="en-US" altLang="zh-TW" sz="2000" b="1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 e</a:t>
                </a:r>
                <a:r>
                  <a:rPr lang="en-US" altLang="zh-TW" sz="2000" b="1" i="1" baseline="30000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-</a:t>
                </a:r>
                <a:r>
                  <a:rPr lang="en-US" altLang="zh-TW" sz="2000" b="1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tự</a:t>
                </a:r>
                <a:r>
                  <a:rPr lang="en-US" altLang="zh-TW" sz="2000" b="1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 do</a:t>
                </a:r>
                <a:r>
                  <a: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, </a:t>
                </a:r>
                <a:r>
                  <a:rPr lang="en-US" altLang="zh-TW" sz="2000" b="1" i="1" dirty="0" err="1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ngược</a:t>
                </a:r>
                <a:r>
                  <a:rPr lang="en-US" altLang="zh-TW" sz="2000" b="1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 </a:t>
                </a:r>
                <a:r>
                  <a:rPr lang="en-US" altLang="zh-TW" sz="2000" b="1" i="1" dirty="0" err="1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chiều</a:t>
                </a:r>
                <a:r>
                  <a:rPr lang="en-US" altLang="zh-TW" sz="2000" b="1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với</a:t>
                </a:r>
                <a:r>
                  <a: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từ</a:t>
                </a:r>
                <a:r>
                  <a: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trường</a:t>
                </a:r>
                <a:r>
                  <a: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 </a:t>
                </a:r>
                <a:r>
                  <a:rPr lang="en-US" altLang="zh-TW" sz="2000" i="1" dirty="0" err="1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ngoài</a:t>
                </a:r>
                <a:endParaRPr lang="en-US" altLang="zh-TW" sz="2000" i="1" dirty="0">
                  <a:latin typeface="Arial" panose="020B0604020202020204" pitchFamily="34" charset="0"/>
                  <a:cs typeface="Arial" panose="020B0604020202020204" pitchFamily="34" charset="0"/>
                  <a:sym typeface="Permanent Marker"/>
                </a:endParaRPr>
              </a:p>
            </p:txBody>
          </p:sp>
          <p:sp>
            <p:nvSpPr>
              <p:cNvPr id="25" name="矩形 4">
                <a:extLst>
                  <a:ext uri="{FF2B5EF4-FFF2-40B4-BE49-F238E27FC236}">
                    <a16:creationId xmlns:a16="http://schemas.microsoft.com/office/drawing/2014/main" id="{4142352F-FC7E-4B9F-9637-BBAFCD43BF79}"/>
                  </a:ext>
                </a:extLst>
              </p:cNvPr>
              <p:cNvSpPr/>
              <p:nvPr/>
            </p:nvSpPr>
            <p:spPr>
              <a:xfrm>
                <a:off x="2020238" y="2073091"/>
                <a:ext cx="108847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TW" sz="2000" i="1" u="sng" dirty="0" err="1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Ví</a:t>
                </a:r>
                <a:r>
                  <a:rPr lang="en-US" altLang="zh-TW" sz="2000" i="1" u="sng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 </a:t>
                </a:r>
                <a:r>
                  <a:rPr lang="en-US" altLang="zh-TW" sz="2000" i="1" u="sng" dirty="0" err="1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dụ</a:t>
                </a:r>
                <a:r>
                  <a: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: Ag (5s</a:t>
                </a:r>
                <a:r>
                  <a:rPr lang="en-US" altLang="zh-TW" sz="2000" i="1" baseline="30000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1</a:t>
                </a:r>
                <a:r>
                  <a: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4d</a:t>
                </a:r>
                <a:r>
                  <a:rPr lang="en-US" altLang="zh-TW" sz="2000" i="1" baseline="30000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10</a:t>
                </a:r>
                <a:r>
                  <a: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), Al (3s</a:t>
                </a:r>
                <a:r>
                  <a:rPr lang="en-US" altLang="zh-TW" sz="2000" i="1" baseline="30000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2</a:t>
                </a:r>
                <a:r>
                  <a: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3p</a:t>
                </a:r>
                <a:r>
                  <a:rPr lang="en-US" altLang="zh-TW" sz="2000" i="1" baseline="30000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1</a:t>
                </a:r>
                <a:r>
                  <a: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rPr>
                  <a:t>), …  </a:t>
                </a: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78871" y="3832024"/>
              <a:ext cx="4288349" cy="1097280"/>
            </a:xfrm>
            <a:prstGeom prst="rect">
              <a:avLst/>
            </a:prstGeom>
          </p:spPr>
        </p:pic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085" y="5365529"/>
            <a:ext cx="4446872" cy="1097280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35673" y="2073905"/>
            <a:ext cx="11945284" cy="1722355"/>
            <a:chOff x="221936" y="1853774"/>
            <a:chExt cx="11945284" cy="1722355"/>
          </a:xfrm>
        </p:grpSpPr>
        <p:grpSp>
          <p:nvGrpSpPr>
            <p:cNvPr id="28" name="Group 27"/>
            <p:cNvGrpSpPr/>
            <p:nvPr/>
          </p:nvGrpSpPr>
          <p:grpSpPr>
            <a:xfrm>
              <a:off x="221936" y="2417254"/>
              <a:ext cx="11945284" cy="1158875"/>
              <a:chOff x="221936" y="2417254"/>
              <a:chExt cx="11945284" cy="1158875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221936" y="2417254"/>
                <a:ext cx="6230199" cy="1158875"/>
                <a:chOff x="839906" y="1314326"/>
                <a:chExt cx="12065122" cy="1158875"/>
              </a:xfrm>
            </p:grpSpPr>
            <p:sp>
              <p:nvSpPr>
                <p:cNvPr id="34" name="矩形 4">
                  <a:extLst>
                    <a:ext uri="{FF2B5EF4-FFF2-40B4-BE49-F238E27FC236}">
                      <a16:creationId xmlns:a16="http://schemas.microsoft.com/office/drawing/2014/main" id="{4142352F-FC7E-4B9F-9637-BBAFCD43BF79}"/>
                    </a:ext>
                  </a:extLst>
                </p:cNvPr>
                <p:cNvSpPr/>
                <p:nvPr/>
              </p:nvSpPr>
              <p:spPr>
                <a:xfrm>
                  <a:off x="839906" y="1314326"/>
                  <a:ext cx="11690623" cy="7078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342900" indent="-342900" algn="just">
                    <a:spcAft>
                      <a:spcPts val="600"/>
                    </a:spcAft>
                    <a:buFont typeface="Wingdings" panose="05000000000000000000" pitchFamily="2" charset="2"/>
                    <a:buChar char="§"/>
                  </a:pPr>
                  <a:r>
                    <a:rPr lang="en-US" altLang="zh-TW" sz="2000" b="1" i="1" dirty="0" err="1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Nghich</a:t>
                  </a:r>
                  <a:r>
                    <a:rPr lang="en-US" altLang="zh-TW" sz="2000" b="1" i="1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 </a:t>
                  </a:r>
                  <a:r>
                    <a:rPr lang="en-US" altLang="zh-TW" sz="2000" b="1" i="1" dirty="0" err="1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từ</a:t>
                  </a:r>
                  <a:r>
                    <a:rPr lang="en-US" altLang="zh-TW" sz="2000" b="1" i="1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 (Diamagnetism): </a:t>
                  </a:r>
                  <a:r>
                    <a:rPr lang="en-US" altLang="zh-TW" sz="2000" b="1" i="1" dirty="0" err="1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không</a:t>
                  </a:r>
                  <a:r>
                    <a:rPr lang="en-US" altLang="zh-TW" sz="2000" b="1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 </a:t>
                  </a:r>
                  <a:r>
                    <a:rPr lang="en-US" altLang="zh-TW" sz="2000" b="1" i="1" dirty="0" err="1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có</a:t>
                  </a:r>
                  <a:r>
                    <a:rPr lang="en-US" altLang="zh-TW" sz="2000" b="1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 e</a:t>
                  </a:r>
                  <a:r>
                    <a:rPr lang="en-US" altLang="zh-TW" sz="2000" b="1" i="1" baseline="30000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-</a:t>
                  </a:r>
                  <a:r>
                    <a:rPr lang="en-US" altLang="zh-TW" sz="2000" b="1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 </a:t>
                  </a:r>
                  <a:r>
                    <a:rPr lang="en-US" altLang="zh-TW" sz="2000" b="1" i="1" dirty="0" err="1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tự</a:t>
                  </a:r>
                  <a:r>
                    <a:rPr lang="en-US" altLang="zh-TW" sz="2000" b="1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 do</a:t>
                  </a:r>
                  <a:r>
                    <a:rPr lang="en-US" altLang="zh-TW" sz="2000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, </a:t>
                  </a:r>
                  <a:r>
                    <a:rPr lang="en-US" altLang="zh-TW" sz="2000" b="1" i="1" dirty="0" err="1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ngược</a:t>
                  </a:r>
                  <a:r>
                    <a:rPr lang="en-US" altLang="zh-TW" sz="2000" b="1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 </a:t>
                  </a:r>
                  <a:r>
                    <a:rPr lang="en-US" altLang="zh-TW" sz="2000" b="1" i="1" dirty="0" err="1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chiều</a:t>
                  </a:r>
                  <a:r>
                    <a:rPr lang="en-US" altLang="zh-TW" sz="2000" b="1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 </a:t>
                  </a:r>
                  <a:r>
                    <a:rPr lang="en-US" altLang="zh-TW" sz="2000" i="1" dirty="0" err="1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với</a:t>
                  </a:r>
                  <a:r>
                    <a:rPr lang="en-US" altLang="zh-TW" sz="2000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 </a:t>
                  </a:r>
                  <a:r>
                    <a:rPr lang="en-US" altLang="zh-TW" sz="2000" i="1" dirty="0" err="1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từ</a:t>
                  </a:r>
                  <a:r>
                    <a:rPr lang="en-US" altLang="zh-TW" sz="2000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 </a:t>
                  </a:r>
                  <a:r>
                    <a:rPr lang="en-US" altLang="zh-TW" sz="2000" i="1" dirty="0" err="1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trường</a:t>
                  </a:r>
                  <a:r>
                    <a:rPr lang="en-US" altLang="zh-TW" sz="2000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 </a:t>
                  </a:r>
                  <a:r>
                    <a:rPr lang="en-US" altLang="zh-TW" sz="2000" i="1" dirty="0" err="1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ngoài</a:t>
                  </a:r>
                  <a:endParaRPr lang="en-US" altLang="zh-TW" sz="2000" i="1" dirty="0">
                    <a:latin typeface="Arial" panose="020B0604020202020204" pitchFamily="34" charset="0"/>
                    <a:cs typeface="Arial" panose="020B0604020202020204" pitchFamily="34" charset="0"/>
                    <a:sym typeface="Permanent Marker"/>
                  </a:endParaRPr>
                </a:p>
              </p:txBody>
            </p:sp>
            <p:sp>
              <p:nvSpPr>
                <p:cNvPr id="35" name="矩形 4">
                  <a:extLst>
                    <a:ext uri="{FF2B5EF4-FFF2-40B4-BE49-F238E27FC236}">
                      <a16:creationId xmlns:a16="http://schemas.microsoft.com/office/drawing/2014/main" id="{4142352F-FC7E-4B9F-9637-BBAFCD43BF79}"/>
                    </a:ext>
                  </a:extLst>
                </p:cNvPr>
                <p:cNvSpPr/>
                <p:nvPr/>
              </p:nvSpPr>
              <p:spPr>
                <a:xfrm>
                  <a:off x="2020238" y="2073091"/>
                  <a:ext cx="10884790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altLang="zh-TW" sz="2000" i="1" u="sng" dirty="0" err="1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Ví</a:t>
                  </a:r>
                  <a:r>
                    <a:rPr lang="en-US" altLang="zh-TW" sz="2000" i="1" u="sng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 </a:t>
                  </a:r>
                  <a:r>
                    <a:rPr lang="en-US" altLang="zh-TW" sz="2000" i="1" u="sng" dirty="0" err="1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dụ</a:t>
                  </a:r>
                  <a:r>
                    <a:rPr lang="en-US" altLang="zh-TW" sz="2000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: Zn (4s</a:t>
                  </a:r>
                  <a:r>
                    <a:rPr lang="en-US" altLang="zh-TW" sz="2000" i="1" baseline="30000" dirty="0">
                      <a:solidFill>
                        <a:srgbClr val="00B0F0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2</a:t>
                  </a:r>
                  <a:r>
                    <a:rPr lang="en-US" altLang="zh-TW" sz="2000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3d</a:t>
                  </a:r>
                  <a:r>
                    <a:rPr lang="en-US" altLang="zh-TW" sz="2000" i="1" baseline="30000" dirty="0">
                      <a:solidFill>
                        <a:srgbClr val="00B0F0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10</a:t>
                  </a:r>
                  <a:r>
                    <a:rPr lang="en-US" altLang="zh-TW" sz="2000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), Zn</a:t>
                  </a:r>
                  <a:r>
                    <a:rPr lang="en-US" altLang="zh-TW" sz="2000" i="1" baseline="30000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2+</a:t>
                  </a:r>
                  <a:r>
                    <a:rPr lang="en-US" altLang="zh-TW" sz="2000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 (4s</a:t>
                  </a:r>
                  <a:r>
                    <a:rPr lang="en-US" altLang="zh-TW" sz="2000" i="1" baseline="30000" dirty="0">
                      <a:solidFill>
                        <a:srgbClr val="00B0F0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0</a:t>
                  </a:r>
                  <a:r>
                    <a:rPr lang="en-US" altLang="zh-TW" sz="2000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3d</a:t>
                  </a:r>
                  <a:r>
                    <a:rPr lang="en-US" altLang="zh-TW" sz="2000" i="1" baseline="30000" dirty="0">
                      <a:solidFill>
                        <a:srgbClr val="00B0F0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10</a:t>
                  </a:r>
                  <a:r>
                    <a:rPr lang="en-US" altLang="zh-TW" sz="2000" i="1" baseline="30000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)</a:t>
                  </a:r>
                  <a:r>
                    <a:rPr lang="en-US" altLang="zh-TW" sz="2000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, Ag</a:t>
                  </a:r>
                  <a:r>
                    <a:rPr lang="en-US" altLang="zh-TW" sz="2000" i="1" baseline="30000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+</a:t>
                  </a:r>
                  <a:r>
                    <a:rPr lang="en-US" altLang="zh-TW" sz="2000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 (4d</a:t>
                  </a:r>
                  <a:r>
                    <a:rPr lang="en-US" altLang="zh-TW" sz="2000" i="1" baseline="30000" dirty="0">
                      <a:solidFill>
                        <a:srgbClr val="00B0F0"/>
                      </a:solidFill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10</a:t>
                  </a:r>
                  <a:r>
                    <a:rPr lang="en-US" altLang="zh-TW" sz="2000" i="1" dirty="0">
                      <a:latin typeface="Arial" panose="020B0604020202020204" pitchFamily="34" charset="0"/>
                      <a:cs typeface="Arial" panose="020B0604020202020204" pitchFamily="34" charset="0"/>
                      <a:sym typeface="Permanent Marker"/>
                    </a:rPr>
                    <a:t>), … </a:t>
                  </a:r>
                </a:p>
              </p:txBody>
            </p:sp>
          </p:grpSp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56477" y="2454663"/>
                <a:ext cx="4310743" cy="1097280"/>
              </a:xfrm>
              <a:prstGeom prst="rect">
                <a:avLst/>
              </a:prstGeom>
            </p:spPr>
          </p:pic>
        </p:grpSp>
        <p:grpSp>
          <p:nvGrpSpPr>
            <p:cNvPr id="29" name="Group 28"/>
            <p:cNvGrpSpPr/>
            <p:nvPr/>
          </p:nvGrpSpPr>
          <p:grpSpPr>
            <a:xfrm>
              <a:off x="9016211" y="1853774"/>
              <a:ext cx="3067871" cy="523220"/>
              <a:chOff x="9016211" y="1853774"/>
              <a:chExt cx="3067871" cy="523220"/>
            </a:xfrm>
          </p:grpSpPr>
          <p:sp>
            <p:nvSpPr>
              <p:cNvPr id="30" name="TextBox 29"/>
              <p:cNvSpPr txBox="1"/>
              <p:nvPr/>
            </p:nvSpPr>
            <p:spPr>
              <a:xfrm>
                <a:off x="9016211" y="1853774"/>
                <a:ext cx="14150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 Applied Magnetic Field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0669031" y="1853774"/>
                <a:ext cx="14150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Applied Magnetic Field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5298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9AFB7-2A9A-49A4-A9B3-704D1B3C6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650" y="563559"/>
            <a:ext cx="11355510" cy="37335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BÀI TẬP CHƯƠNG 2 (</a:t>
            </a:r>
            <a:r>
              <a:rPr lang="en-US" sz="4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Chương</a:t>
            </a: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3 </a:t>
            </a:r>
            <a:r>
              <a:rPr lang="en-US" sz="4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4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Sách</a:t>
            </a: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</a:t>
            </a:r>
            <a:b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HỆ THỐNG TUẦN HOÀN</a:t>
            </a:r>
            <a:br>
              <a:rPr 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</a:br>
            <a:r>
              <a:rPr 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CÁC NGUYÊN TỐ HÓA HỌC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A84169-B9A5-837C-38A7-2F54AA732C0D}"/>
              </a:ext>
            </a:extLst>
          </p:cNvPr>
          <p:cNvSpPr txBox="1"/>
          <p:nvPr/>
        </p:nvSpPr>
        <p:spPr>
          <a:xfrm>
            <a:off x="1307372" y="4515478"/>
            <a:ext cx="96520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CÂU: 3.1-4; 3.19-27; 3.32-34; 3.38-39.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  <a:sym typeface="Symbol"/>
              </a:rPr>
              <a:t> NỘI DUNG NÀY KHÔNG THI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5667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0689" y="3909316"/>
            <a:ext cx="113717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a) 1, 2.              b) 3, 4.              c) 2,3.</a:t>
            </a:r>
            <a:r>
              <a:rPr lang="vi-VN" sz="32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            d) 1, 4.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1450" y="197344"/>
            <a:ext cx="116109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3.1.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ở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thái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cơ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bản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đúng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hai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thuộc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nhóm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VIA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VIB: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0209" y="1877991"/>
            <a:ext cx="4362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1. 1s</a:t>
            </a:r>
            <a:r>
              <a:rPr lang="en-US" sz="28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28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28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28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28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sz="28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28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1828559"/>
            <a:ext cx="343852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2. 1s</a:t>
            </a:r>
            <a:r>
              <a:rPr lang="en-US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09260" y="2848115"/>
            <a:ext cx="4343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 1s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2848115"/>
            <a:ext cx="333851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4. 1s</a:t>
            </a:r>
            <a:r>
              <a:rPr lang="en-US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9C699C-A272-4B6A-AD16-A8B69479028F}"/>
              </a:ext>
            </a:extLst>
          </p:cNvPr>
          <p:cNvSpPr/>
          <p:nvPr/>
        </p:nvSpPr>
        <p:spPr>
          <a:xfrm>
            <a:off x="5976937" y="3914940"/>
            <a:ext cx="628651" cy="62856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3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1455" y="343120"/>
            <a:ext cx="116252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3.2.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Cho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20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Ca, 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26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Fe, 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33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As, 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50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Sn, 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53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ion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khí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trơ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gần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nhất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72690" y="2027118"/>
            <a:ext cx="388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a) </a:t>
            </a:r>
            <a:r>
              <a:rPr lang="en-US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Ca</a:t>
            </a:r>
            <a:r>
              <a:rPr lang="en-US" sz="32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 </a:t>
            </a:r>
            <a:r>
              <a:rPr lang="en-US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As</a:t>
            </a:r>
            <a:r>
              <a:rPr lang="en-US" sz="32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3-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 </a:t>
            </a:r>
            <a:r>
              <a:rPr lang="en-US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Sn</a:t>
            </a:r>
            <a:r>
              <a:rPr lang="en-US" sz="32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9415" y="2027118"/>
            <a:ext cx="38457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b) </a:t>
            </a:r>
            <a:r>
              <a:rPr lang="en-US" sz="3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en-US" sz="32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 As</a:t>
            </a:r>
            <a:r>
              <a:rPr lang="en-US" sz="3200" baseline="30000" dirty="0">
                <a:latin typeface="Arial" pitchFamily="34" charset="0"/>
                <a:cs typeface="Arial" pitchFamily="34" charset="0"/>
              </a:rPr>
              <a:t>3+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 </a:t>
            </a:r>
            <a:r>
              <a:rPr lang="en-US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Sn</a:t>
            </a:r>
            <a:r>
              <a:rPr lang="en-US" sz="32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4+</a:t>
            </a:r>
            <a:r>
              <a:rPr lang="vi-VN" sz="3200" dirty="0">
                <a:latin typeface="Arial" pitchFamily="34" charset="0"/>
                <a:cs typeface="Arial" pitchFamily="34" charset="0"/>
              </a:rPr>
              <a:t>.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  </a:t>
            </a:r>
            <a:endParaRPr lang="en-US" sz="32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2690" y="3306859"/>
            <a:ext cx="4562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c) </a:t>
            </a:r>
            <a:r>
              <a:rPr lang="en-US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Ca</a:t>
            </a:r>
            <a:r>
              <a:rPr lang="en-US" sz="32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 Fe</a:t>
            </a:r>
            <a:r>
              <a:rPr lang="en-US" sz="3200" baseline="30000" dirty="0">
                <a:latin typeface="Arial" pitchFamily="34" charset="0"/>
                <a:cs typeface="Arial" pitchFamily="34" charset="0"/>
              </a:rPr>
              <a:t>2+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  </a:t>
            </a:r>
            <a:r>
              <a:rPr lang="en-US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As</a:t>
            </a:r>
            <a:r>
              <a:rPr lang="en-US" sz="32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3-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  I</a:t>
            </a:r>
            <a:r>
              <a:rPr lang="en-US" sz="3200" baseline="30000" dirty="0">
                <a:latin typeface="Arial" pitchFamily="34" charset="0"/>
                <a:cs typeface="Arial" pitchFamily="34" charset="0"/>
              </a:rPr>
              <a:t>-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9415" y="3306858"/>
            <a:ext cx="3609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d) </a:t>
            </a:r>
            <a:r>
              <a:rPr lang="en-US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Ca</a:t>
            </a:r>
            <a:r>
              <a:rPr lang="en-US" sz="32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  </a:t>
            </a:r>
            <a:r>
              <a:rPr lang="en-US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As</a:t>
            </a:r>
            <a:r>
              <a:rPr lang="en-US" sz="32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3-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   I</a:t>
            </a:r>
            <a:r>
              <a:rPr lang="en-US" sz="3200" baseline="30000" dirty="0">
                <a:latin typeface="Arial" pitchFamily="34" charset="0"/>
                <a:cs typeface="Arial" pitchFamily="34" charset="0"/>
              </a:rPr>
              <a:t>-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3" name="Oval 2"/>
          <p:cNvSpPr/>
          <p:nvPr/>
        </p:nvSpPr>
        <p:spPr>
          <a:xfrm>
            <a:off x="6695567" y="3386808"/>
            <a:ext cx="542925" cy="5048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58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73843" y="177671"/>
            <a:ext cx="112776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3.3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câu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err="1">
                <a:latin typeface="Arial" pitchFamily="34" charset="0"/>
                <a:cs typeface="Arial" pitchFamily="34" charset="0"/>
              </a:rPr>
              <a:t>đúng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: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Cho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tố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baseline="-25000" dirty="0">
                <a:latin typeface="Arial" pitchFamily="34" charset="0"/>
                <a:cs typeface="Arial" pitchFamily="34" charset="0"/>
              </a:rPr>
              <a:t>20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Ca, </a:t>
            </a:r>
            <a:r>
              <a:rPr lang="fr-FR" sz="2800" baseline="-25000" dirty="0">
                <a:latin typeface="Arial" pitchFamily="34" charset="0"/>
                <a:cs typeface="Arial" pitchFamily="34" charset="0"/>
              </a:rPr>
              <a:t>26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Fe, </a:t>
            </a:r>
            <a:r>
              <a:rPr lang="fr-FR" sz="2800" baseline="-25000" dirty="0">
                <a:latin typeface="Arial" pitchFamily="34" charset="0"/>
                <a:cs typeface="Arial" pitchFamily="34" charset="0"/>
              </a:rPr>
              <a:t>48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Cd, </a:t>
            </a:r>
            <a:r>
              <a:rPr lang="fr-FR" sz="2800" baseline="-25000" dirty="0">
                <a:latin typeface="Arial" pitchFamily="34" charset="0"/>
                <a:cs typeface="Arial" pitchFamily="34" charset="0"/>
              </a:rPr>
              <a:t>57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La. </a:t>
            </a:r>
            <a:endParaRPr lang="vi-VN" sz="2800" dirty="0">
              <a:latin typeface="Arial" pitchFamily="34" charset="0"/>
              <a:cs typeface="Arial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lang="fr-FR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ion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vỏ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electron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giống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khí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trơ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gần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nó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là: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90572" y="1981825"/>
            <a:ext cx="287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a) </a:t>
            </a:r>
            <a:r>
              <a:rPr lang="en-US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Ca</a:t>
            </a:r>
            <a:r>
              <a:rPr lang="en-US" sz="32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La</a:t>
            </a:r>
            <a:r>
              <a:rPr lang="en-US" sz="32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3+</a:t>
            </a:r>
            <a:r>
              <a:rPr lang="vi-VN" sz="32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55088" y="1949588"/>
            <a:ext cx="28098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b) </a:t>
            </a:r>
            <a:r>
              <a:rPr lang="en-US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Ca</a:t>
            </a:r>
            <a:r>
              <a:rPr lang="en-US" sz="32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en-US" sz="3200" b="1" baseline="300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32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n-US" b="1" baseline="30000" dirty="0"/>
              <a:t>	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03023" y="3320121"/>
            <a:ext cx="2781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c) </a:t>
            </a:r>
            <a:r>
              <a:rPr lang="en-US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La</a:t>
            </a:r>
            <a:r>
              <a:rPr lang="en-US" sz="32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Cd</a:t>
            </a:r>
            <a:r>
              <a:rPr lang="en-US" sz="32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32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32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55088" y="3320121"/>
            <a:ext cx="2781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d) </a:t>
            </a:r>
            <a:r>
              <a:rPr lang="en-US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Ca</a:t>
            </a:r>
            <a:r>
              <a:rPr lang="en-US" sz="32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Cd</a:t>
            </a:r>
            <a:r>
              <a:rPr lang="en-US" sz="32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32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703023" y="2059052"/>
            <a:ext cx="542925" cy="5048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7624" y="79801"/>
            <a:ext cx="1219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3.4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Cho c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ác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: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A</a:t>
            </a:r>
            <a:r>
              <a:rPr lang="fr-FR" sz="2800" baseline="-25000" dirty="0">
                <a:latin typeface="Arial" pitchFamily="34" charset="0"/>
                <a:cs typeface="Arial" pitchFamily="34" charset="0"/>
              </a:rPr>
              <a:t>1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(Z=1), A</a:t>
            </a:r>
            <a:r>
              <a:rPr lang="fr-FR" sz="28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(Z=7), A</a:t>
            </a:r>
            <a:r>
              <a:rPr lang="fr-FR" sz="2800" baseline="-25000" dirty="0">
                <a:latin typeface="Arial" pitchFamily="34" charset="0"/>
                <a:cs typeface="Arial" pitchFamily="34" charset="0"/>
              </a:rPr>
              <a:t>3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(Z=22), A</a:t>
            </a:r>
            <a:r>
              <a:rPr lang="fr-FR" sz="2800" baseline="-25000" dirty="0">
                <a:latin typeface="Arial" pitchFamily="34" charset="0"/>
                <a:cs typeface="Arial" pitchFamily="34" charset="0"/>
              </a:rPr>
              <a:t>4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(Z=35), A</a:t>
            </a:r>
            <a:r>
              <a:rPr lang="fr-FR" sz="2800" baseline="-25000" dirty="0">
                <a:latin typeface="Arial" pitchFamily="34" charset="0"/>
                <a:cs typeface="Arial" pitchFamily="34" charset="0"/>
              </a:rPr>
              <a:t>5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(Z=13)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và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A</a:t>
            </a:r>
            <a:r>
              <a:rPr lang="fr-FR" sz="2800" baseline="-25000" dirty="0">
                <a:latin typeface="Arial" pitchFamily="34" charset="0"/>
                <a:cs typeface="Arial" pitchFamily="34" charset="0"/>
              </a:rPr>
              <a:t>6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(Z=30).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Tập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hợp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tiểu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đều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e </a:t>
            </a:r>
            <a:r>
              <a:rPr lang="fr-FR" sz="2800" b="1" dirty="0" err="1">
                <a:latin typeface="Arial" pitchFamily="34" charset="0"/>
                <a:cs typeface="Arial" pitchFamily="34" charset="0"/>
              </a:rPr>
              <a:t>không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err="1">
                <a:latin typeface="Arial" pitchFamily="34" charset="0"/>
                <a:cs typeface="Arial" pitchFamily="34" charset="0"/>
              </a:rPr>
              <a:t>phải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khí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trơ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:</a:t>
            </a:r>
            <a:endParaRPr lang="vi-VN" sz="2800" dirty="0"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94651" y="1948580"/>
                <a:ext cx="2509839" cy="628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a)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vi-VN" sz="32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𝟐</m:t>
                        </m:r>
                      </m:sub>
                      <m:sup>
                        <m:r>
                          <a:rPr lang="vi-VN" sz="3200" b="1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𝟑</m:t>
                        </m:r>
                        <m:r>
                          <a:rPr lang="en-US" sz="3200" b="1" i="1">
                            <a:solidFill>
                              <a:srgbClr val="00B050"/>
                            </a:solidFill>
                            <a:latin typeface="Cambria Math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 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solidFill>
                              <a:srgbClr val="CC00FF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3200" b="1" i="1">
                            <a:solidFill>
                              <a:srgbClr val="CC00FF"/>
                            </a:solidFill>
                            <a:latin typeface="Cambria Math"/>
                          </a:rPr>
                          <m:t>𝟑</m:t>
                        </m:r>
                      </m:sub>
                      <m:sup>
                        <m:r>
                          <a:rPr lang="en-US" sz="3200" b="1" i="1">
                            <a:solidFill>
                              <a:srgbClr val="CC00FF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vi-VN" sz="3200" b="1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. </a:t>
                </a:r>
                <a:endParaRPr lang="en-US" sz="32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51" y="1948580"/>
                <a:ext cx="2509839" cy="628377"/>
              </a:xfrm>
              <a:prstGeom prst="rect">
                <a:avLst/>
              </a:prstGeom>
              <a:blipFill>
                <a:blip r:embed="rId2"/>
                <a:stretch>
                  <a:fillRect l="-6068" t="-8738" r="-8738" b="-28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719886" y="1945804"/>
                <a:ext cx="2790825" cy="628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b)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solidFill>
                              <a:srgbClr val="CC00FF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sz="3200" b="1" i="1">
                            <a:solidFill>
                              <a:srgbClr val="CC00FF"/>
                            </a:solidFill>
                            <a:latin typeface="Cambria Math"/>
                          </a:rPr>
                          <m:t>𝟑</m:t>
                        </m:r>
                      </m:sub>
                      <m:sup>
                        <m:r>
                          <a:rPr lang="en-US" sz="3200" b="1" i="1">
                            <a:solidFill>
                              <a:srgbClr val="CC00FF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vi-VN" sz="3200" b="1" i="1" smtClean="0">
                            <a:solidFill>
                              <a:srgbClr val="CC00FF"/>
                            </a:solidFill>
                            <a:latin typeface="Cambria Math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 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solidFill>
                              <a:srgbClr val="006600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vi-VN" sz="3200" b="1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𝟔</m:t>
                        </m:r>
                      </m:sub>
                      <m:sup>
                        <m:r>
                          <a:rPr lang="en-US" sz="3200" b="1" i="1">
                            <a:solidFill>
                              <a:srgbClr val="006600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vi-VN" sz="3200" b="1" i="1" smtClean="0">
                            <a:solidFill>
                              <a:srgbClr val="006600"/>
                            </a:solidFill>
                            <a:latin typeface="Cambria Math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. </a:t>
                </a:r>
                <a:endParaRPr lang="en-US" sz="32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886" y="1945804"/>
                <a:ext cx="2790825" cy="628377"/>
              </a:xfrm>
              <a:prstGeom prst="rect">
                <a:avLst/>
              </a:prstGeom>
              <a:blipFill>
                <a:blip r:embed="rId3"/>
                <a:stretch>
                  <a:fillRect l="-5459" t="-8738" b="-28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743104" y="3207762"/>
                <a:ext cx="2487216" cy="631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d)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vi-VN" sz="32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𝟒</m:t>
                        </m:r>
                      </m:sub>
                      <m:sup>
                        <m:r>
                          <a:rPr lang="en-US" sz="32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 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vi-VN" sz="3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𝟓</m:t>
                        </m:r>
                      </m:sub>
                      <m:sup>
                        <m:r>
                          <a:rPr lang="vi-VN" sz="3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𝟑</m:t>
                        </m:r>
                        <m:r>
                          <a:rPr lang="vi-VN" sz="32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 . </a:t>
                </a:r>
                <a:endParaRPr lang="en-US" sz="32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104" y="3207762"/>
                <a:ext cx="2487216" cy="631070"/>
              </a:xfrm>
              <a:prstGeom prst="rect">
                <a:avLst/>
              </a:prstGeom>
              <a:blipFill>
                <a:blip r:embed="rId4"/>
                <a:stretch>
                  <a:fillRect l="-6127" t="-7692" r="-7353" b="-27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994651" y="3136612"/>
                <a:ext cx="229552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c)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vi-VN" sz="3200" b="1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sz="3200" b="1" i="1">
                            <a:solidFill>
                              <a:srgbClr val="0000FF"/>
                            </a:solidFill>
                            <a:latin typeface="Cambria Math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 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vi-VN" sz="32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𝟒</m:t>
                        </m:r>
                      </m:sub>
                      <m:sup>
                        <m:r>
                          <a:rPr lang="vi-VN" sz="32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vi-VN" sz="3200" dirty="0">
                    <a:latin typeface="Arial" pitchFamily="34" charset="0"/>
                    <a:cs typeface="Arial" pitchFamily="34" charset="0"/>
                  </a:rPr>
                  <a:t> . </a:t>
                </a:r>
                <a:endParaRPr lang="en-US" sz="32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51" y="3136612"/>
                <a:ext cx="2295525" cy="584775"/>
              </a:xfrm>
              <a:prstGeom prst="rect">
                <a:avLst/>
              </a:prstGeom>
              <a:blipFill>
                <a:blip r:embed="rId5"/>
                <a:stretch>
                  <a:fillRect l="-6631" t="-14737" r="-7427" b="-3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6684167" y="2023762"/>
            <a:ext cx="542925" cy="5048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8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530" y="357623"/>
            <a:ext cx="10515600" cy="1325563"/>
          </a:xfrm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455" y="716216"/>
            <a:ext cx="11687174" cy="1651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>
                <a:solidFill>
                  <a:srgbClr val="006600"/>
                </a:solidFill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3.5</a:t>
            </a:r>
            <a:r>
              <a:rPr lang="vi-VN" sz="3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Cho </a:t>
            </a:r>
            <a:r>
              <a:rPr lang="en-US" sz="36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3600" baseline="-25000" dirty="0">
                <a:latin typeface="Arial" pitchFamily="34" charset="0"/>
                <a:cs typeface="Arial" pitchFamily="34" charset="0"/>
              </a:rPr>
              <a:t>51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Sb, </a:t>
            </a:r>
            <a:r>
              <a:rPr lang="en-US" sz="3600" baseline="-25000" dirty="0">
                <a:latin typeface="Arial" pitchFamily="34" charset="0"/>
                <a:cs typeface="Arial" pitchFamily="34" charset="0"/>
              </a:rPr>
              <a:t>52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Te, </a:t>
            </a:r>
            <a:r>
              <a:rPr lang="en-US" sz="3600" baseline="-25000" dirty="0">
                <a:latin typeface="Arial" pitchFamily="34" charset="0"/>
                <a:cs typeface="Arial" pitchFamily="34" charset="0"/>
              </a:rPr>
              <a:t>53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I, </a:t>
            </a:r>
            <a:r>
              <a:rPr lang="en-US" sz="3600" baseline="-25000" dirty="0">
                <a:latin typeface="Arial" pitchFamily="34" charset="0"/>
                <a:cs typeface="Arial" pitchFamily="34" charset="0"/>
              </a:rPr>
              <a:t>55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Cs, </a:t>
            </a:r>
            <a:r>
              <a:rPr lang="en-US" sz="3600" baseline="-25000" dirty="0">
                <a:latin typeface="Arial" pitchFamily="34" charset="0"/>
                <a:cs typeface="Arial" pitchFamily="34" charset="0"/>
              </a:rPr>
              <a:t>56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Ba. </a:t>
            </a:r>
            <a:r>
              <a:rPr lang="en-US" sz="36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ion </a:t>
            </a:r>
            <a:r>
              <a:rPr lang="vi-VN" sz="3600" dirty="0">
                <a:latin typeface="Arial" pitchFamily="34" charset="0"/>
                <a:cs typeface="Arial" pitchFamily="34" charset="0"/>
              </a:rPr>
              <a:t>đều </a:t>
            </a:r>
            <a:r>
              <a:rPr lang="en-US" sz="36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3600" dirty="0">
                <a:latin typeface="Arial" pitchFamily="34" charset="0"/>
                <a:cs typeface="Arial" pitchFamily="34" charset="0"/>
              </a:rPr>
              <a:t>electron </a:t>
            </a:r>
            <a:r>
              <a:rPr lang="en-US" sz="3600" dirty="0" err="1">
                <a:latin typeface="Arial" pitchFamily="34" charset="0"/>
                <a:cs typeface="Arial" pitchFamily="34" charset="0"/>
              </a:rPr>
              <a:t>giống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ion I</a:t>
            </a:r>
            <a:r>
              <a:rPr lang="en-US" sz="3600" baseline="30000" dirty="0">
                <a:latin typeface="Arial" pitchFamily="34" charset="0"/>
                <a:cs typeface="Arial" pitchFamily="34" charset="0"/>
              </a:rPr>
              <a:t>-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753" y="3114319"/>
            <a:ext cx="4476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a) </a:t>
            </a:r>
            <a:r>
              <a:rPr lang="en-US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Sb</a:t>
            </a:r>
            <a:r>
              <a:rPr lang="en-US" sz="32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3-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Te</a:t>
            </a:r>
            <a:r>
              <a:rPr lang="en-US" sz="32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2-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Cs</a:t>
            </a:r>
            <a:r>
              <a:rPr lang="en-US" sz="32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</a:t>
            </a:r>
            <a:r>
              <a:rPr lang="en-US" sz="32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364" y="4342871"/>
            <a:ext cx="4476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b) </a:t>
            </a:r>
            <a:r>
              <a:rPr lang="en-US" sz="32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Sb</a:t>
            </a:r>
            <a:r>
              <a:rPr lang="en-US" sz="32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3-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Te</a:t>
            </a:r>
            <a:r>
              <a:rPr lang="en-US" sz="3200" baseline="30000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Cs</a:t>
            </a:r>
            <a:r>
              <a:rPr lang="en-US" sz="32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</a:t>
            </a:r>
            <a:r>
              <a:rPr lang="en-US" sz="32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2255" y="3160485"/>
            <a:ext cx="45958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c) </a:t>
            </a:r>
            <a:r>
              <a:rPr lang="en-US" sz="3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Sb</a:t>
            </a:r>
            <a:r>
              <a:rPr lang="en-US" sz="3200" baseline="300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3+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Te</a:t>
            </a:r>
            <a:r>
              <a:rPr lang="en-US" sz="3200" baseline="30000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Cs</a:t>
            </a:r>
            <a:r>
              <a:rPr lang="en-US" sz="3200" baseline="30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Ba</a:t>
            </a:r>
            <a:r>
              <a:rPr lang="en-US" sz="32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2-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  	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2255" y="4333137"/>
            <a:ext cx="47148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d) </a:t>
            </a:r>
            <a:r>
              <a:rPr lang="en-US" sz="32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Sb</a:t>
            </a:r>
            <a:r>
              <a:rPr lang="en-US" sz="3200" baseline="300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3+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Te</a:t>
            </a:r>
            <a:r>
              <a:rPr lang="en-US" sz="3200" baseline="30000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Cs</a:t>
            </a:r>
            <a:r>
              <a:rPr lang="en-US" sz="32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</a:t>
            </a:r>
            <a:r>
              <a:rPr lang="en-US" sz="32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 </a:t>
            </a:r>
          </a:p>
          <a:p>
            <a:endParaRPr lang="en-US" dirty="0"/>
          </a:p>
        </p:txBody>
      </p:sp>
      <p:sp>
        <p:nvSpPr>
          <p:cNvPr id="32" name="Oval 31"/>
          <p:cNvSpPr/>
          <p:nvPr/>
        </p:nvSpPr>
        <p:spPr>
          <a:xfrm>
            <a:off x="477465" y="3197237"/>
            <a:ext cx="542925" cy="5048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2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472607"/>
            <a:ext cx="11188937" cy="109728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514350" indent="-514350">
              <a:lnSpc>
                <a:spcPct val="170000"/>
              </a:lnSpc>
              <a:buAutoNum type="alphaLcParenR"/>
            </a:pPr>
            <a:r>
              <a:rPr lang="fr-FR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X(CK3, PN VIIB, KL); Y(CK4, PN VA, PK); T(CK5, PN IA, KL).</a:t>
            </a:r>
          </a:p>
          <a:p>
            <a:pPr marL="514350" indent="-514350">
              <a:lnSpc>
                <a:spcPct val="170000"/>
              </a:lnSpc>
              <a:buAutoNum type="alphaLcParenR"/>
            </a:pPr>
            <a:r>
              <a:rPr lang="fr-FR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X(CK4, PN IIB, KL); Y(CK3, PN VIIA, PK); T(CK5, PN IA, KL).</a:t>
            </a:r>
          </a:p>
          <a:p>
            <a:pPr marL="514350" indent="-514350">
              <a:lnSpc>
                <a:spcPct val="170000"/>
              </a:lnSpc>
              <a:buAutoNum type="alphaLcParenR"/>
            </a:pPr>
            <a:r>
              <a:rPr lang="fr-FR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X(CK3, PN VIIIB, KL); Y(CK4, PN VIIB, KL); T(CK5, PN IA, KL).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fr-FR" dirty="0">
                <a:latin typeface="Arial" pitchFamily="34" charset="0"/>
                <a:cs typeface="Arial" pitchFamily="34" charset="0"/>
              </a:rPr>
              <a:t>d) X(CK4, PN VIIIB, KL); Y(CK4, PN VIIA, PK); T(CK5, PN IA, KL).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" y="269403"/>
            <a:ext cx="11468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3.6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Xác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định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vị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bảng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hệ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thống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tuần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hoàn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biết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chúng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kim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loại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hay phi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kim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</a:t>
            </a:r>
            <a:endParaRPr lang="vi-VN" sz="2800" dirty="0">
              <a:latin typeface="Arial" pitchFamily="34" charset="0"/>
              <a:cs typeface="Arial" pitchFamily="34" charset="0"/>
            </a:endParaRPr>
          </a:p>
          <a:p>
            <a:pPr marL="0" lvl="1">
              <a:lnSpc>
                <a:spcPct val="150000"/>
              </a:lnSpc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1831081"/>
            <a:ext cx="1928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X: 4s</a:t>
            </a:r>
            <a:r>
              <a:rPr lang="en-US" sz="28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28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7</a:t>
            </a:r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3713534" y="1832553"/>
            <a:ext cx="2562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Y: 4s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5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8695819" y="1769999"/>
            <a:ext cx="2085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T: 5s</a:t>
            </a:r>
            <a:r>
              <a:rPr lang="en-US" sz="28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endParaRPr lang="en-US" sz="2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227181" y="5268266"/>
            <a:ext cx="542925" cy="5048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6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063" y="306886"/>
            <a:ext cx="119538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3.7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Ion M</a:t>
            </a:r>
            <a:r>
              <a:rPr lang="fr-FR" sz="2800" baseline="30000" dirty="0">
                <a:latin typeface="Arial" pitchFamily="34" charset="0"/>
                <a:cs typeface="Arial" pitchFamily="34" charset="0"/>
              </a:rPr>
              <a:t>3+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ion X</a:t>
            </a:r>
            <a:r>
              <a:rPr lang="fr-FR" sz="2800" baseline="30000" dirty="0">
                <a:latin typeface="Arial" pitchFamily="34" charset="0"/>
                <a:cs typeface="Arial" pitchFamily="34" charset="0"/>
              </a:rPr>
              <a:t>2-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cuối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lần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lượt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là 2p</a:t>
            </a:r>
            <a:r>
              <a:rPr lang="fr-FR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4p</a:t>
            </a:r>
            <a:r>
              <a:rPr lang="fr-FR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Hãy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xác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định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vị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trí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M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X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bảng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loại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tuần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hoàn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bản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chất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là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kim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loại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hay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phi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kim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. 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9112" y="2212793"/>
            <a:ext cx="1018131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lphaLcParenR"/>
            </a:pP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M(CK2, PN IIIB, KL) ; X(CK4, PN VIIIA,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khí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hiếm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).</a:t>
            </a:r>
            <a:endParaRPr lang="fr-FR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>
              <a:lnSpc>
                <a:spcPct val="150000"/>
              </a:lnSpc>
              <a:buAutoNum type="alphaLcParenR"/>
            </a:pP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M(CK3, PN IIIA, KL) ; X(CK4, PN VIA, PK).</a:t>
            </a:r>
          </a:p>
          <a:p>
            <a:pPr marL="514350" indent="-514350">
              <a:lnSpc>
                <a:spcPct val="150000"/>
              </a:lnSpc>
              <a:buAutoNum type="alphaLcParenR"/>
            </a:pP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M(CK2, PN VIIIA,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khí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hiếm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 ; X(CK2, PN IIA, KL).</a:t>
            </a:r>
          </a:p>
          <a:p>
            <a:pPr marL="514350" indent="-514350">
              <a:lnSpc>
                <a:spcPct val="150000"/>
              </a:lnSpc>
              <a:buAutoNum type="alphaLcParenR"/>
            </a:pPr>
            <a:r>
              <a:rPr lang="en-US" sz="28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M(CK3, PN VA, PK) ; X(CK4, PN VIA, KL).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432476" y="3021225"/>
            <a:ext cx="542925" cy="5048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4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4775" y="276971"/>
            <a:ext cx="120777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3.8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chu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kỳ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4,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tố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nào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ở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trạng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thái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cơ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bản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3 e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độc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thân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?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Cho: </a:t>
            </a:r>
            <a:r>
              <a:rPr lang="en-US" sz="28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23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24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Cr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25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Mn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 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26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800" baseline="-250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27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800" baseline="-250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28</a:t>
            </a:r>
            <a:r>
              <a:rPr lang="en-US" sz="2800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Ni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 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aseline="-25000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32</a:t>
            </a:r>
            <a:r>
              <a:rPr lang="en-US" sz="2800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Ge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   </a:t>
            </a:r>
            <a:r>
              <a:rPr lang="en-US" sz="2800" baseline="-25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33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</a:t>
            </a:r>
            <a:r>
              <a:rPr lang="vi-VN" sz="28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   </a:t>
            </a:r>
            <a:r>
              <a:rPr lang="en-US" sz="2800" baseline="-25000" dirty="0">
                <a:solidFill>
                  <a:srgbClr val="9933FF"/>
                </a:solidFill>
                <a:latin typeface="Arial" pitchFamily="34" charset="0"/>
                <a:cs typeface="Arial" pitchFamily="34" charset="0"/>
              </a:rPr>
              <a:t>34</a:t>
            </a:r>
            <a:r>
              <a:rPr lang="en-US" sz="2800" dirty="0">
                <a:solidFill>
                  <a:srgbClr val="9933FF"/>
                </a:solidFill>
                <a:latin typeface="Arial" pitchFamily="34" charset="0"/>
                <a:cs typeface="Arial" pitchFamily="34" charset="0"/>
              </a:rPr>
              <a:t>Se</a:t>
            </a:r>
            <a:r>
              <a:rPr lang="vi-VN" sz="2800" dirty="0">
                <a:solidFill>
                  <a:srgbClr val="9933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  </a:t>
            </a:r>
            <a:r>
              <a:rPr lang="en-US" sz="2800" baseline="-250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35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Br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47698" y="2092720"/>
            <a:ext cx="5906804" cy="2955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lphaLcParenR"/>
            </a:pPr>
            <a:r>
              <a:rPr lang="en-US" sz="3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V,</a:t>
            </a:r>
            <a:r>
              <a:rPr lang="en-US" sz="3200" dirty="0">
                <a:solidFill>
                  <a:srgbClr val="9933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Fe,</a:t>
            </a:r>
            <a:r>
              <a:rPr lang="en-US" sz="3200" dirty="0">
                <a:solidFill>
                  <a:srgbClr val="9933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As.</a:t>
            </a:r>
          </a:p>
          <a:p>
            <a:pPr marL="514350" indent="-514350">
              <a:lnSpc>
                <a:spcPct val="150000"/>
              </a:lnSpc>
              <a:buAutoNum type="alphaLcParenR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Mn,</a:t>
            </a:r>
            <a:r>
              <a:rPr lang="en-US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>
                <a:solidFill>
                  <a:srgbClr val="9933FF"/>
                </a:solidFill>
                <a:latin typeface="Arial" pitchFamily="34" charset="0"/>
                <a:cs typeface="Arial" pitchFamily="34" charset="0"/>
              </a:rPr>
              <a:t>Ni,</a:t>
            </a:r>
            <a:r>
              <a:rPr lang="en-US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Ge,</a:t>
            </a:r>
            <a:r>
              <a:rPr lang="en-US" sz="32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>
                <a:solidFill>
                  <a:srgbClr val="9933FF"/>
                </a:solidFill>
                <a:latin typeface="Arial" pitchFamily="34" charset="0"/>
                <a:cs typeface="Arial" pitchFamily="34" charset="0"/>
              </a:rPr>
              <a:t>Se.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c) </a:t>
            </a:r>
            <a:r>
              <a:rPr lang="en-US" sz="3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V,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Co,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d) </a:t>
            </a:r>
            <a:r>
              <a:rPr lang="en-US" sz="32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Cr,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Co,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As.</a:t>
            </a:r>
          </a:p>
        </p:txBody>
      </p:sp>
      <p:sp>
        <p:nvSpPr>
          <p:cNvPr id="59" name="Oval 58"/>
          <p:cNvSpPr/>
          <p:nvPr/>
        </p:nvSpPr>
        <p:spPr>
          <a:xfrm>
            <a:off x="1984443" y="3715966"/>
            <a:ext cx="656833" cy="63918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5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47247" y="2551272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 án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</a:t>
            </a:r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91674" y="5861654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500" y="36582"/>
            <a:ext cx="115824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3.9.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câu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đúng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thuận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từ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từ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riêng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ion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được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giải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thích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do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chứa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độc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càng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nhiều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độc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thì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từ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càng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mạnh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cơ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sở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hãy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mỗi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cặp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hợp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chất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ion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hợp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chất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ion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nào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bị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nam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châm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hút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mạnh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nhất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? (Cho Z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Cℓ, Ti, Fe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lần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lượt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17, 22, 26) 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843462" y="3279667"/>
            <a:ext cx="2905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ℓ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và 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Cℓ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3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37484" y="5846236"/>
            <a:ext cx="2962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b)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TiC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ℓ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và FeCℓ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3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8666" y="3937545"/>
            <a:ext cx="1528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en-US" sz="24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: 3d</a:t>
            </a:r>
            <a:r>
              <a:rPr lang="en-US" sz="2400" baseline="30000" dirty="0">
                <a:latin typeface="Arial" pitchFamily="34" charset="0"/>
                <a:cs typeface="Arial" pitchFamily="34" charset="0"/>
              </a:rPr>
              <a:t>6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36483" y="3388755"/>
            <a:ext cx="350519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87002" y="3386584"/>
            <a:ext cx="350519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34188" y="3386584"/>
            <a:ext cx="350519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88040" y="3386584"/>
            <a:ext cx="350519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346181" y="3388727"/>
            <a:ext cx="350519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69190" y="4695825"/>
            <a:ext cx="350519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8666" y="4695825"/>
            <a:ext cx="350519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42180" y="4695825"/>
            <a:ext cx="350519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37431" y="3389144"/>
            <a:ext cx="350519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986913" y="3389144"/>
            <a:ext cx="350519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08734" y="3386584"/>
            <a:ext cx="350519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36394" y="3389144"/>
            <a:ext cx="350519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1999" y="3389144"/>
            <a:ext cx="523876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ym typeface="Symbol"/>
              </a:rPr>
              <a:t></a:t>
            </a:r>
            <a:endParaRPr lang="en-US" sz="20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9883615" y="3935938"/>
            <a:ext cx="1498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Fe</a:t>
            </a:r>
            <a:r>
              <a:rPr lang="en-US" sz="24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3+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: 3d</a:t>
            </a:r>
            <a:r>
              <a:rPr lang="en-US" sz="2400" baseline="30000" dirty="0">
                <a:latin typeface="Arial" pitchFamily="34" charset="0"/>
                <a:cs typeface="Arial" pitchFamily="34" charset="0"/>
              </a:rPr>
              <a:t>5 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36490" y="3937545"/>
            <a:ext cx="40786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số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e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độc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thân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= 4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20383" y="3906767"/>
            <a:ext cx="3917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&lt; 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số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e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độc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thân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= 5 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</a:t>
            </a:r>
            <a:endParaRPr lang="en-US" sz="2800" dirty="0"/>
          </a:p>
        </p:txBody>
      </p:sp>
      <p:sp>
        <p:nvSpPr>
          <p:cNvPr id="38" name="TextBox 37"/>
          <p:cNvSpPr txBox="1"/>
          <p:nvPr/>
        </p:nvSpPr>
        <p:spPr>
          <a:xfrm>
            <a:off x="5920383" y="3279667"/>
            <a:ext cx="39647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17439" y="5188863"/>
            <a:ext cx="3321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số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e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độc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thân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= 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2</a:t>
            </a:r>
            <a:endParaRPr lang="en-US" sz="2800" dirty="0">
              <a:solidFill>
                <a:srgbClr val="CC00F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12644" y="5184399"/>
            <a:ext cx="3917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&lt; 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số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e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độc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thân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= 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0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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962525" y="4695825"/>
            <a:ext cx="3028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Ti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Cl</a:t>
            </a:r>
            <a:r>
              <a:rPr lang="vi-VN" sz="28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và </a:t>
            </a:r>
            <a:r>
              <a:rPr lang="vi-VN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Ti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Cl</a:t>
            </a:r>
            <a:r>
              <a:rPr lang="vi-VN" sz="2800" baseline="-25000" dirty="0">
                <a:latin typeface="Arial" pitchFamily="34" charset="0"/>
                <a:cs typeface="Arial" pitchFamily="34" charset="0"/>
              </a:rPr>
              <a:t>4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60107" y="5188863"/>
            <a:ext cx="1760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Ti</a:t>
            </a:r>
            <a:r>
              <a:rPr lang="vi-VN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vi-VN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: 3d</a:t>
            </a:r>
            <a:r>
              <a:rPr lang="vi-VN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800" dirty="0"/>
          </a:p>
        </p:txBody>
      </p:sp>
      <p:sp>
        <p:nvSpPr>
          <p:cNvPr id="44" name="TextBox 43"/>
          <p:cNvSpPr txBox="1"/>
          <p:nvPr/>
        </p:nvSpPr>
        <p:spPr>
          <a:xfrm>
            <a:off x="9754790" y="5167611"/>
            <a:ext cx="2321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Ti</a:t>
            </a:r>
            <a:r>
              <a:rPr lang="vi-VN" sz="28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4+</a:t>
            </a:r>
            <a:r>
              <a:rPr lang="vi-VN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: 3s</a:t>
            </a:r>
            <a:r>
              <a:rPr lang="vi-VN" sz="28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vi-VN" sz="28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</a:t>
            </a:r>
            <a:endParaRPr lang="en-US" sz="2800" baseline="30000" dirty="0"/>
          </a:p>
        </p:txBody>
      </p:sp>
      <p:sp>
        <p:nvSpPr>
          <p:cNvPr id="45" name="TextBox 44"/>
          <p:cNvSpPr txBox="1"/>
          <p:nvPr/>
        </p:nvSpPr>
        <p:spPr>
          <a:xfrm>
            <a:off x="1878327" y="4695825"/>
            <a:ext cx="350519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527808" y="4695825"/>
            <a:ext cx="350519" cy="40011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20383" y="4604088"/>
            <a:ext cx="39647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</a:t>
            </a:r>
            <a:endParaRPr lang="en-US" sz="3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31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8" grpId="0"/>
      <p:bldP spid="9" grpId="0"/>
      <p:bldP spid="11" grpId="0"/>
      <p:bldP spid="1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7" grpId="0"/>
      <p:bldP spid="38" grpId="0" animBg="1"/>
      <p:bldP spid="40" grpId="0"/>
      <p:bldP spid="41" grpId="0"/>
      <p:bldP spid="42" grpId="0"/>
      <p:bldP spid="43" grpId="0"/>
      <p:bldP spid="44" grpId="0"/>
      <p:bldP spid="45" grpId="0" animBg="1"/>
      <p:bldP spid="46" grpId="0" animBg="1"/>
      <p:bldP spid="3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572374" y="769678"/>
            <a:ext cx="48101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 án b) Chỉ 2,4. 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105649" y="5505442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323849" y="130445"/>
            <a:ext cx="1182052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phương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án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đúng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X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5 electron ở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ngoài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thuộc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4.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3349" y="2766803"/>
            <a:ext cx="732472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1)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hóa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trị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X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4s</a:t>
            </a:r>
            <a:r>
              <a:rPr lang="en-US" sz="28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28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251" y="3698124"/>
            <a:ext cx="54911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2) X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điện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tích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hạt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nhân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Z = 33.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4530113"/>
            <a:ext cx="1199197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3) X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thuộc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chu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kỳ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4,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nhóm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chính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VB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bảng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hệ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thống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tuần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hoàn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5251" y="5505442"/>
            <a:ext cx="712946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4)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oxy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hóa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dương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cao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nhất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X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+5.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09573" y="1783369"/>
            <a:ext cx="6581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X: 4s</a:t>
            </a:r>
            <a:r>
              <a:rPr lang="vi-VN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vi-VN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725274" y="4517515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9261" y="3680620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10423" y="2766803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072" y="1842816"/>
            <a:ext cx="677227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X:                                          4s</a:t>
            </a:r>
            <a:r>
              <a:rPr lang="vi-VN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 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vi-VN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14419" y="1842635"/>
            <a:ext cx="847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1s</a:t>
            </a:r>
            <a:r>
              <a:rPr lang="vi-VN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76411" y="1842816"/>
            <a:ext cx="847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vi-VN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16967" y="1837498"/>
            <a:ext cx="847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vi-VN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52760" y="1861562"/>
            <a:ext cx="847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vi-VN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00461" y="1861562"/>
            <a:ext cx="847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vi-VN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76729" y="1861562"/>
            <a:ext cx="847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vi-VN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10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67485" y="1842635"/>
            <a:ext cx="2066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Z = 33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070" y="1567925"/>
            <a:ext cx="9867906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X: 4s</a:t>
            </a:r>
            <a:r>
              <a:rPr lang="vi-VN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vi-VN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có: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phân lớp cuối cùng  4p  nguyên tố p  VA</a:t>
            </a:r>
          </a:p>
          <a:p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                     n</a:t>
            </a:r>
            <a:r>
              <a:rPr lang="vi-VN" sz="28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max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= 4  chu kỳ 4 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162675" y="4530113"/>
            <a:ext cx="542925" cy="5048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5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7" grpId="0"/>
      <p:bldP spid="8" grpId="0"/>
      <p:bldP spid="9" grpId="0"/>
      <p:bldP spid="10" grpId="0"/>
      <p:bldP spid="13" grpId="0"/>
      <p:bldP spid="15" grpId="0"/>
      <p:bldP spid="16" grpId="0"/>
      <p:bldP spid="17" grpId="0"/>
      <p:bldP spid="18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19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77350" y="729079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 án a 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150" y="36582"/>
            <a:ext cx="117967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câu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sai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Cho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là:   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1s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2s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2p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3s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3p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4s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3d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10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4p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823205"/>
            <a:ext cx="117538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a)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Vị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trí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bảng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HTTH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chu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kỳ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4, PN IIIA, ô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33.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784933"/>
            <a:ext cx="11796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b) Ở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trạng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thái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cơ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bản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3 e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độc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thân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71437" y="4576998"/>
            <a:ext cx="121586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c)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OXH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dương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cao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nhất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+5,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OXH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âm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thấp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nhất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-3.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5503174"/>
            <a:ext cx="1165859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d)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khuynh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hướng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thể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hiện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phi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kim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hơn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kim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loại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19617" y="1647438"/>
            <a:ext cx="119723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Symbol"/>
              <a:buChar char="®"/>
            </a:pP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Z = 33 ; n</a:t>
            </a:r>
            <a:r>
              <a:rPr lang="vi-VN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max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= 4  chu kỳ 4 </a:t>
            </a:r>
          </a:p>
          <a:p>
            <a:pPr marL="457200" indent="-457200">
              <a:buFont typeface="Symbol"/>
              <a:buChar char="®"/>
            </a:pP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C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ấu hình e hóa trị: 4s</a:t>
            </a:r>
            <a:r>
              <a:rPr lang="vi-VN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vi-VN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, phân lớp cuối cùng 4p 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 nguyên tố p, VA.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796713" y="4725083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44173" y="2823205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6243" y="3784933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615736" y="5486938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317" y="1376422"/>
            <a:ext cx="731520" cy="523220"/>
          </a:xfrm>
          <a:prstGeom prst="rect">
            <a:avLst/>
          </a:prstGeom>
          <a:solidFill>
            <a:schemeClr val="bg1"/>
          </a:solidFill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42797" y="1385828"/>
            <a:ext cx="731520" cy="523220"/>
          </a:xfrm>
          <a:prstGeom prst="rect">
            <a:avLst/>
          </a:prstGeom>
          <a:solidFill>
            <a:schemeClr val="bg1"/>
          </a:solidFill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11277" y="1385828"/>
            <a:ext cx="731520" cy="523220"/>
          </a:xfrm>
          <a:prstGeom prst="rect">
            <a:avLst/>
          </a:prstGeom>
          <a:solidFill>
            <a:schemeClr val="bg1"/>
          </a:solidFill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58712" y="2042668"/>
            <a:ext cx="712851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phân lớp 4p</a:t>
            </a:r>
            <a:r>
              <a:rPr lang="vi-VN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 có 3e độc thân.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465818" y="2823205"/>
            <a:ext cx="542925" cy="5048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2" grpId="0"/>
      <p:bldP spid="13" grpId="0"/>
      <p:bldP spid="14" grpId="0"/>
      <p:bldP spid="15" grpId="0"/>
      <p:bldP spid="16" grpId="0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35576" y="1000779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 án a 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96274" y="5828999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266700" y="264526"/>
            <a:ext cx="123824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trường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hợp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đúng</a:t>
            </a:r>
            <a:r>
              <a:rPr lang="vi-VN" sz="2800" b="1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Cho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X,Y,Z,T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: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1822" y="1123890"/>
            <a:ext cx="761762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X: 1s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2s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2p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3s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3p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3d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10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4s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4p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4d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10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5s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5p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4f</a:t>
            </a:r>
            <a:r>
              <a:rPr lang="en-US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6s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82165" y="4039641"/>
            <a:ext cx="823912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a) X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kim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loại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chuyển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tiếp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f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thuộc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nhóm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IIIB.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82165" y="4664273"/>
            <a:ext cx="79712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b) Y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kim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loại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chuyển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tiếp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thuộc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nhóm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VB.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165" y="5218270"/>
            <a:ext cx="674906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c) Z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kim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loại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kiềm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thuộc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nhóm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IA.</a:t>
            </a: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2165" y="5843578"/>
            <a:ext cx="823912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d) T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kim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loại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chuyển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tiếp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thuộc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nhóm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VIIIB.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7394" y="1688276"/>
            <a:ext cx="113847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Phân lớp cuối cùng 4f 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vi-VN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nguyên tố f, phân nhóm IIIB, kim loại chuyển tiếp f.</a:t>
            </a:r>
          </a:p>
          <a:p>
            <a:r>
              <a:rPr lang="vi-VN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n</a:t>
            </a:r>
            <a:r>
              <a:rPr lang="vi-VN" sz="24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max</a:t>
            </a:r>
            <a:r>
              <a:rPr lang="vi-VN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= 6 </a:t>
            </a:r>
            <a:r>
              <a:rPr 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vi-VN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chu kỳ 6 </a:t>
            </a:r>
            <a:r>
              <a:rPr 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vi-VN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họ lantanid. </a:t>
            </a:r>
          </a:p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805612" y="5226423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0060" y="4664273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3" y="4039641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5274" y="1719200"/>
            <a:ext cx="11552633" cy="8002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Y: 1s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2s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2p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3s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3p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3d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10</a:t>
            </a:r>
            <a:r>
              <a:rPr lang="vi-VN" sz="2800" baseline="30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baseline="30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en-US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805458" y="2222776"/>
            <a:ext cx="89987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Phân lớp cuối cùng 4p 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vi-VN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nguyên tố p, phân nhóm VA, phi kim.</a:t>
            </a:r>
          </a:p>
          <a:p>
            <a:r>
              <a:rPr lang="vi-VN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n</a:t>
            </a:r>
            <a:r>
              <a:rPr lang="vi-VN" sz="24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max</a:t>
            </a:r>
            <a:r>
              <a:rPr lang="vi-VN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= 4 </a:t>
            </a:r>
            <a:r>
              <a:rPr 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vi-VN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chu kỳ 4. 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95274" y="2242274"/>
            <a:ext cx="9224367" cy="8002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Z: 1s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2s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2p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3s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3p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3d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10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4s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4p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4d</a:t>
            </a:r>
            <a:r>
              <a:rPr lang="en-US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5s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731043" y="2773678"/>
            <a:ext cx="107561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Phân lớp cuối cùng 4d 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vi-VN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nguyên tố d, phân nhóm IB, kim loại chuyển tiếp d.</a:t>
            </a:r>
          </a:p>
          <a:p>
            <a:r>
              <a:rPr lang="vi-VN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n</a:t>
            </a:r>
            <a:r>
              <a:rPr lang="vi-VN" sz="24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max</a:t>
            </a:r>
            <a:r>
              <a:rPr lang="vi-VN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= 5 </a:t>
            </a:r>
            <a:r>
              <a:rPr 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vi-VN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chu kỳ 5. 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01822" y="2807195"/>
            <a:ext cx="11066860" cy="8002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T: 1s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2s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2p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3s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3p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88776" y="3218462"/>
            <a:ext cx="106799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Phân lớp cuối cùng 3d 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vi-VN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nguyên tố d, phân nhóm IIB, kim loại chuyển tiếp d.</a:t>
            </a:r>
          </a:p>
          <a:p>
            <a:r>
              <a:rPr lang="vi-VN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n</a:t>
            </a:r>
            <a:r>
              <a:rPr lang="vi-VN" sz="24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max</a:t>
            </a:r>
            <a:r>
              <a:rPr lang="vi-VN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= 4 </a:t>
            </a:r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vi-VN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 chu kỳ 4. </a:t>
            </a:r>
          </a:p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01822" y="3224145"/>
            <a:ext cx="11485960" cy="914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2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7" grpId="0"/>
      <p:bldP spid="8" grpId="0"/>
      <p:bldP spid="10" grpId="0"/>
      <p:bldP spid="12" grpId="0"/>
      <p:bldP spid="14" grpId="0"/>
      <p:bldP spid="15" grpId="0"/>
      <p:bldP spid="17" grpId="0"/>
      <p:bldP spid="18" grpId="0"/>
      <p:bldP spid="19" grpId="0"/>
      <p:bldP spid="9" grpId="0" animBg="1"/>
      <p:bldP spid="16" grpId="0"/>
      <p:bldP spid="11" grpId="0" animBg="1"/>
      <p:bldP spid="20" grpId="0"/>
      <p:bldP spid="13" grpId="0" animBg="1"/>
      <p:bldP spid="21" grpId="0"/>
      <p:bldP spid="2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43472" y="784265"/>
            <a:ext cx="4343401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 án </a:t>
            </a:r>
            <a:r>
              <a:rPr lang="fr-FR" sz="3600" b="1" dirty="0">
                <a:solidFill>
                  <a:srgbClr val="FF0000"/>
                </a:solidFill>
              </a:rPr>
              <a:t>d) 1,2,3,4.</a:t>
            </a:r>
            <a:endParaRPr lang="en-US" sz="3200" b="1" dirty="0">
              <a:solidFill>
                <a:srgbClr val="FF0000"/>
              </a:solidFill>
            </a:endParaRPr>
          </a:p>
          <a:p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-371478" y="42802"/>
            <a:ext cx="1163955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phương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án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err="1">
                <a:latin typeface="Arial" pitchFamily="34" charset="0"/>
                <a:cs typeface="Arial" pitchFamily="34" charset="0"/>
              </a:rPr>
              <a:t>không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err="1">
                <a:latin typeface="Arial" pitchFamily="34" charset="0"/>
                <a:cs typeface="Arial" pitchFamily="34" charset="0"/>
              </a:rPr>
              <a:t>chính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err="1">
                <a:latin typeface="Arial" pitchFamily="34" charset="0"/>
                <a:cs typeface="Arial" pitchFamily="34" charset="0"/>
              </a:rPr>
              <a:t>xác</a:t>
            </a:r>
            <a:r>
              <a:rPr lang="vi-VN" sz="2800" b="1" dirty="0">
                <a:latin typeface="Arial" pitchFamily="34" charset="0"/>
                <a:cs typeface="Arial" pitchFamily="34" charset="0"/>
              </a:rPr>
              <a:t>.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tố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electron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ngoài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ns</a:t>
            </a:r>
            <a:r>
              <a:rPr lang="fr-FR" sz="2800" baseline="30000" dirty="0">
                <a:latin typeface="Arial" pitchFamily="34" charset="0"/>
                <a:cs typeface="Arial" pitchFamily="34" charset="0"/>
              </a:rPr>
              <a:t>1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: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4800" y="1629430"/>
            <a:ext cx="2981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1) </a:t>
            </a:r>
            <a:r>
              <a:rPr lang="vi-VN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hỉ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là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kim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loại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" y="2569012"/>
            <a:ext cx="407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2) </a:t>
            </a:r>
            <a:r>
              <a:rPr lang="vi-VN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hỉ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oxy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hóa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+1.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0500" y="3638490"/>
            <a:ext cx="369570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3) 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à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tố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họ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s.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90500" y="4695825"/>
            <a:ext cx="446722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4) </a:t>
            </a:r>
            <a:r>
              <a:rPr lang="vi-VN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hỉ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1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electron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hóa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trị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429000" y="1629430"/>
            <a:ext cx="3133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aseline="-25000" dirty="0">
                <a:latin typeface="Arial" pitchFamily="34" charset="0"/>
                <a:cs typeface="Arial" pitchFamily="34" charset="0"/>
              </a:rPr>
              <a:t>1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H: 1s</a:t>
            </a:r>
            <a:r>
              <a:rPr lang="vi-VN" sz="2800" baseline="30000" dirty="0">
                <a:latin typeface="Arial" pitchFamily="34" charset="0"/>
                <a:cs typeface="Arial" pitchFamily="34" charset="0"/>
              </a:rPr>
              <a:t>1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là phi kim.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33775" y="1607225"/>
            <a:ext cx="334327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Không chính xác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76738" y="2549962"/>
            <a:ext cx="5934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24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Cr: 3d</a:t>
            </a:r>
            <a:r>
              <a:rPr lang="vi-VN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vi-VN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số OXH: +2, +3, +6 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6738" y="2547224"/>
            <a:ext cx="587692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Không chính xác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10024" y="3628905"/>
            <a:ext cx="4943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29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Cu: 3d</a:t>
            </a:r>
            <a:r>
              <a:rPr lang="vi-VN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vi-VN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 nguyên tố d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10123" y="4695825"/>
            <a:ext cx="5934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24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Cr: 3d</a:t>
            </a:r>
            <a:r>
              <a:rPr lang="vi-VN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vi-VN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 có 6 electron hóa trị 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62397" y="3629973"/>
            <a:ext cx="475297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Không chính xác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91087" y="4695825"/>
            <a:ext cx="600551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Không chính xác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2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6" grpId="0"/>
      <p:bldP spid="19" grpId="0" animBg="1"/>
      <p:bldP spid="20" grpId="0"/>
      <p:bldP spid="18" grpId="0" animBg="1"/>
      <p:bldP spid="21" grpId="0"/>
      <p:bldP spid="22" grpId="0"/>
      <p:bldP spid="17" grpId="0" animBg="1"/>
      <p:bldP spid="1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029450" y="4788359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 án d 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1180147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. Q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ui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ước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orbital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theo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thứ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tự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m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từ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-ℓ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đến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+ℓ,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điền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spin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dương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trước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âm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)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.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Ion X</a:t>
            </a:r>
            <a:r>
              <a:rPr lang="fr-FR" sz="2800" baseline="30000" dirty="0">
                <a:latin typeface="Arial" pitchFamily="34" charset="0"/>
                <a:cs typeface="Arial" pitchFamily="34" charset="0"/>
              </a:rPr>
              <a:t>2+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electron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cuối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là 3d</a:t>
            </a:r>
            <a:r>
              <a:rPr lang="fr-FR" sz="2800" baseline="30000" dirty="0">
                <a:latin typeface="Arial" pitchFamily="34" charset="0"/>
                <a:cs typeface="Arial" pitchFamily="34" charset="0"/>
              </a:rPr>
              <a:t>5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Hỏi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electron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cuối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của X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bộ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4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là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gì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? 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777152" y="4048905"/>
            <a:ext cx="5095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 =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3, ℓ =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2, m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=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+2,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-25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=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+½.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4325" y="2693045"/>
            <a:ext cx="9886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6600"/>
                </a:solidFill>
              </a:rPr>
              <a:t>X</a:t>
            </a:r>
            <a:r>
              <a:rPr lang="vi-VN" sz="2800" baseline="30000" dirty="0">
                <a:solidFill>
                  <a:srgbClr val="006600"/>
                </a:solidFill>
              </a:rPr>
              <a:t>2+</a:t>
            </a:r>
            <a:r>
              <a:rPr lang="vi-VN" sz="2800" dirty="0">
                <a:solidFill>
                  <a:srgbClr val="006600"/>
                </a:solidFill>
              </a:rPr>
              <a:t> : 3d</a:t>
            </a:r>
            <a:r>
              <a:rPr lang="vi-VN" sz="2800" baseline="30000" dirty="0">
                <a:solidFill>
                  <a:srgbClr val="006600"/>
                </a:solidFill>
              </a:rPr>
              <a:t>5</a:t>
            </a:r>
            <a:r>
              <a:rPr lang="vi-VN" sz="2800" dirty="0">
                <a:solidFill>
                  <a:srgbClr val="006600"/>
                </a:solidFill>
              </a:rPr>
              <a:t> </a:t>
            </a:r>
            <a:r>
              <a:rPr lang="vi-VN" sz="2800" dirty="0">
                <a:solidFill>
                  <a:srgbClr val="006600"/>
                </a:solidFill>
                <a:sym typeface="Symbol"/>
              </a:rPr>
              <a:t> X: 3d</a:t>
            </a:r>
            <a:r>
              <a:rPr lang="vi-VN" sz="2800" baseline="30000" dirty="0">
                <a:solidFill>
                  <a:srgbClr val="006600"/>
                </a:solidFill>
                <a:sym typeface="Symbol"/>
              </a:rPr>
              <a:t>5</a:t>
            </a:r>
            <a:r>
              <a:rPr lang="vi-VN" sz="2800" dirty="0">
                <a:solidFill>
                  <a:srgbClr val="006600"/>
                </a:solidFill>
                <a:sym typeface="Symbol"/>
              </a:rPr>
              <a:t>4s</a:t>
            </a:r>
            <a:r>
              <a:rPr lang="vi-VN" sz="2800" baseline="30000" dirty="0">
                <a:solidFill>
                  <a:srgbClr val="006600"/>
                </a:solidFill>
                <a:sym typeface="Symbol"/>
              </a:rPr>
              <a:t>2</a:t>
            </a:r>
            <a:r>
              <a:rPr lang="vi-VN" sz="2800" dirty="0">
                <a:solidFill>
                  <a:srgbClr val="006600"/>
                </a:solidFill>
                <a:sym typeface="Symbol"/>
              </a:rPr>
              <a:t>  3d</a:t>
            </a:r>
            <a:r>
              <a:rPr lang="vi-VN" sz="2800" baseline="30000" dirty="0">
                <a:solidFill>
                  <a:srgbClr val="006600"/>
                </a:solidFill>
                <a:sym typeface="Symbol"/>
              </a:rPr>
              <a:t>5</a:t>
            </a:r>
            <a:r>
              <a:rPr lang="vi-VN" sz="2800" dirty="0">
                <a:solidFill>
                  <a:srgbClr val="006600"/>
                </a:solidFill>
                <a:sym typeface="Symbol"/>
              </a:rPr>
              <a:t> là phân lớp cuối cùng của X.</a:t>
            </a:r>
            <a:endParaRPr lang="en-US" sz="2800" dirty="0">
              <a:solidFill>
                <a:srgbClr val="0066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61121" y="4295862"/>
            <a:ext cx="649605" cy="52322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10726" y="4301783"/>
            <a:ext cx="649605" cy="52322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60331" y="4307704"/>
            <a:ext cx="649605" cy="52322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09936" y="4307704"/>
            <a:ext cx="649605" cy="52322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58588" y="4307704"/>
            <a:ext cx="649605" cy="52322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75545" y="5019658"/>
            <a:ext cx="1019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vi-VN" sz="32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vi-VN" sz="3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32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9609" y="3424741"/>
            <a:ext cx="4254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CC00FF"/>
                </a:solidFill>
              </a:rPr>
              <a:t>m</a:t>
            </a:r>
            <a:r>
              <a:rPr lang="en-US" sz="2800" baseline="-25000" dirty="0">
                <a:solidFill>
                  <a:srgbClr val="CC00FF"/>
                </a:solidFill>
              </a:rPr>
              <a:t>ℓ</a:t>
            </a:r>
            <a:r>
              <a:rPr lang="vi-VN" sz="2800" dirty="0">
                <a:solidFill>
                  <a:srgbClr val="CC00FF"/>
                </a:solidFill>
              </a:rPr>
              <a:t> :  -2   -1    0    +1   +2</a:t>
            </a:r>
            <a:endParaRPr lang="en-US" sz="2800" baseline="-25000" dirty="0">
              <a:solidFill>
                <a:srgbClr val="CC00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35904" y="4288654"/>
            <a:ext cx="300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  <a:sym typeface="Symbol"/>
              </a:rPr>
              <a:t>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85509" y="4301783"/>
            <a:ext cx="300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  <a:sym typeface="Symbol"/>
              </a:rPr>
              <a:t>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06780" y="4295862"/>
            <a:ext cx="300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  <a:sym typeface="Symbol"/>
              </a:rPr>
              <a:t>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84719" y="4294382"/>
            <a:ext cx="300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  <a:sym typeface="Symbol"/>
              </a:rPr>
              <a:t>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33371" y="4294382"/>
            <a:ext cx="300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</a:t>
            </a:r>
            <a:endParaRPr lang="en-US" sz="2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4319587" y="3771900"/>
            <a:ext cx="1538288" cy="803142"/>
          </a:xfrm>
          <a:prstGeom prst="straightConnector1">
            <a:avLst/>
          </a:prstGeom>
          <a:ln w="158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05953" y="3385408"/>
            <a:ext cx="6143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Electron cuối cùng có 4 số lượng tử: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37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200775" y="1579961"/>
            <a:ext cx="5845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 án a) Chu kỳ 4 và 5. 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9551" y="282446"/>
            <a:ext cx="119824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6600"/>
                </a:solidFill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3.15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Những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AO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hóa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trị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giá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trị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n + ℓ = 5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thuộc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về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7825" y="1038225"/>
            <a:ext cx="78009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AO hóa trị có n + 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= 5 , vì n &gt; 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 →  3 ≤  n ≤ 5</a:t>
            </a:r>
            <a:endParaRPr lang="en-US" sz="28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09551" y="1841720"/>
            <a:ext cx="1198244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Khi n = 3 →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= 2 → AO hóa trị là 3d. </a:t>
            </a:r>
          </a:p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→ Cấu hình electron hóa trị : 3d </a:t>
            </a:r>
            <a:r>
              <a:rPr lang="vi-VN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1-10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4s</a:t>
            </a:r>
            <a:r>
              <a:rPr lang="vi-VN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1,2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→ Nguyên tố thuộc chu kỳ 4. 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66689" y="3271689"/>
            <a:ext cx="1192053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Khi n = 4 →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= 1 → AO hóa trị là 4p.</a:t>
            </a:r>
          </a:p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→ Cấu hình electron hóa trị : 4s</a:t>
            </a:r>
            <a:r>
              <a:rPr lang="vi-VN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vi-VN" sz="28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1-6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→ Nguyên tố thuộc chu kỳ 4. </a:t>
            </a:r>
            <a:endParaRPr lang="en-US" sz="28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61926" y="4781282"/>
            <a:ext cx="11691936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Khi n = 5 →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= 0 → AO hóa trị là 5s.  </a:t>
            </a:r>
          </a:p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→ Cấu hình electron hóa trị : 5s</a:t>
            </a:r>
            <a:r>
              <a:rPr lang="vi-VN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1-2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5p</a:t>
            </a:r>
            <a:r>
              <a:rPr lang="vi-VN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0-6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→ Nguyên tố thuộc chu kỳ 5. 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98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372224" y="1797967"/>
            <a:ext cx="3238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 án c) 50. 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09575" y="371475"/>
            <a:ext cx="117824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3.16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đáp án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đúng</a:t>
            </a:r>
            <a:r>
              <a:rPr lang="vi-VN" sz="2800" b="1" dirty="0">
                <a:latin typeface="Arial" pitchFamily="34" charset="0"/>
                <a:cs typeface="Arial" pitchFamily="34" charset="0"/>
              </a:rPr>
              <a:t>.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Dựa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tắc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xây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dựng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bảng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HTTH,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hãy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dự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đoán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hóa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học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tối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ở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8 (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nếu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)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là: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5226" y="2634947"/>
            <a:ext cx="804081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vi-VN" sz="26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Theo qui tắc Kleskopxki thì chu kì 8 gồm các phân lớp: 8s</a:t>
            </a:r>
            <a:r>
              <a:rPr lang="vi-VN" sz="26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6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6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đầu</a:t>
            </a:r>
            <a:r>
              <a:rPr lang="en-US" sz="26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chu</a:t>
            </a:r>
            <a:r>
              <a:rPr lang="en-US" sz="26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kỳ</a:t>
            </a:r>
            <a:r>
              <a:rPr lang="en-US" sz="26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vi-VN" sz="26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, 5g</a:t>
            </a:r>
            <a:r>
              <a:rPr lang="vi-VN" sz="26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18</a:t>
            </a:r>
            <a:r>
              <a:rPr lang="vi-VN" sz="26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, 6f</a:t>
            </a:r>
            <a:r>
              <a:rPr lang="vi-VN" sz="26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14</a:t>
            </a:r>
            <a:r>
              <a:rPr lang="vi-VN" sz="26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, 7d</a:t>
            </a:r>
            <a:r>
              <a:rPr lang="vi-VN" sz="26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n-US" sz="26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6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, 8p</a:t>
            </a:r>
            <a:r>
              <a:rPr lang="vi-VN" sz="26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6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6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cuối</a:t>
            </a:r>
            <a:r>
              <a:rPr lang="en-US" sz="26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CK).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3824" y="4109632"/>
            <a:ext cx="81153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dirty="0">
                <a:solidFill>
                  <a:srgbClr val="0000FF"/>
                </a:solidFill>
              </a:rPr>
              <a:t>→ 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ố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tố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hóa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học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tối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đa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ở chu kì 8: </a:t>
            </a:r>
          </a:p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(s) + 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(d) + 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14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(f) + 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18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(g) + 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(p) = 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50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nguyên tố.</a:t>
            </a:r>
          </a:p>
          <a:p>
            <a:endParaRPr lang="en-US" dirty="0"/>
          </a:p>
        </p:txBody>
      </p:sp>
      <p:pic>
        <p:nvPicPr>
          <p:cNvPr id="10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" y="1726231"/>
            <a:ext cx="3381375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19125" y="4755962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4525" y="4239585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6024" y="3863549"/>
            <a:ext cx="63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1813" y="3494217"/>
            <a:ext cx="790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348" y="4752411"/>
            <a:ext cx="24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0686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3" grpId="0"/>
      <p:bldP spid="11" grpId="0"/>
      <p:bldP spid="12" grpId="0"/>
      <p:bldP spid="13" grpId="0"/>
      <p:bldP spid="1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38612" y="1692829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 án a) 119. 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0975" y="291971"/>
            <a:ext cx="1126807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3.17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Dựa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quy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tắc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xây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dựng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bảng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HTTH,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dự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đoán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điện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tích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hạt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kim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loại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kiềm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chưa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phát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hiện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) ở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8. 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52412" y="2695456"/>
            <a:ext cx="88773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Nguyên tố kim loại kiềm chu kì 7 (7s</a:t>
            </a:r>
            <a:r>
              <a:rPr lang="vi-VN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)  có z = 87.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80975" y="3532167"/>
            <a:ext cx="120110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Chu kì 7 bao gồm các phân lớp: 7s</a:t>
            </a:r>
            <a:r>
              <a:rPr lang="vi-VN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1+1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, 6d</a:t>
            </a:r>
            <a:r>
              <a:rPr lang="vi-VN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, 5f</a:t>
            </a:r>
            <a:r>
              <a:rPr lang="vi-VN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14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, 7p</a:t>
            </a:r>
            <a:r>
              <a:rPr lang="vi-VN" sz="28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có 32 nguyên tố.   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2412" y="4295775"/>
            <a:ext cx="1160145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Nguyên tố kim loại kiềm ở chu kì 8 (8s</a:t>
            </a:r>
            <a:r>
              <a:rPr lang="vi-VN" sz="28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 có điện tích hạt nhân :</a:t>
            </a:r>
            <a:endParaRPr lang="en-US" sz="28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Z = 87+  31 + 1(8s</a:t>
            </a:r>
            <a:r>
              <a:rPr lang="vi-VN" sz="28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 = 119 </a:t>
            </a:r>
            <a:endParaRPr lang="en-US" sz="28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55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25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F1CE5C92EF93654ABEEEC0E4817C999F" ma:contentTypeVersion="11" ma:contentTypeDescription="Tạo tài liệu mới." ma:contentTypeScope="" ma:versionID="7cd46180d53ef57f8f15ef7b32be0c01">
  <xsd:schema xmlns:xsd="http://www.w3.org/2001/XMLSchema" xmlns:xs="http://www.w3.org/2001/XMLSchema" xmlns:p="http://schemas.microsoft.com/office/2006/metadata/properties" xmlns:ns3="3e938420-8c97-46ce-a2e8-40c02b4fa026" targetNamespace="http://schemas.microsoft.com/office/2006/metadata/properties" ma:root="true" ma:fieldsID="c715c92bbd2da65c606104f2a45fda19" ns3:_="">
    <xsd:import namespace="3e938420-8c97-46ce-a2e8-40c02b4fa0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938420-8c97-46ce-a2e8-40c02b4fa0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4F5BD4-0E3E-4FF3-B28D-5ECDCBD81BD8}">
  <ds:schemaRefs>
    <ds:schemaRef ds:uri="http://www.w3.org/XML/1998/namespace"/>
    <ds:schemaRef ds:uri="http://schemas.microsoft.com/office/2006/documentManagement/types"/>
    <ds:schemaRef ds:uri="3e938420-8c97-46ce-a2e8-40c02b4fa026"/>
    <ds:schemaRef ds:uri="http://purl.org/dc/terms/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B551663-701F-451D-8E00-32410EB1F0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A3F13D-8B62-4846-83DA-EE08456865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938420-8c97-46ce-a2e8-40c02b4fa0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139141</TotalTime>
  <Words>5426</Words>
  <Application>Microsoft Office PowerPoint</Application>
  <PresentationFormat>Widescreen</PresentationFormat>
  <Paragraphs>688</Paragraphs>
  <Slides>54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7" baseType="lpstr">
      <vt:lpstr>Arial</vt:lpstr>
      <vt:lpstr>Calibri</vt:lpstr>
      <vt:lpstr>Calibri Light</vt:lpstr>
      <vt:lpstr>Cambria Math</vt:lpstr>
      <vt:lpstr>Courier New</vt:lpstr>
      <vt:lpstr>MS Mincho</vt:lpstr>
      <vt:lpstr>Permanent Marker</vt:lpstr>
      <vt:lpstr>新細明體</vt:lpstr>
      <vt:lpstr>Symbol</vt:lpstr>
      <vt:lpstr>Times New Roman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 CHƯƠNG 2 (Chương 3 trong Sách) HỆ THỐNG TUẦN HOÀN CÁC NGUYÊN TỐ HÓA HỌC</vt:lpstr>
      <vt:lpstr> </vt:lpstr>
      <vt:lpstr> </vt:lpstr>
      <vt:lpstr> </vt:lpstr>
      <vt:lpstr> </vt:lpstr>
      <vt:lpstr> </vt:lpstr>
      <vt:lpstr> </vt:lpstr>
      <vt:lpstr>PowerPoint Presentation</vt:lpstr>
      <vt:lpstr> </vt:lpstr>
      <vt:lpstr> </vt:lpstr>
      <vt:lpstr>PowerPoint Presentation</vt:lpstr>
      <vt:lpstr> </vt:lpstr>
      <vt:lpstr> </vt:lpstr>
      <vt:lpstr>PowerPoint Presentation</vt:lpstr>
      <vt:lpstr>PowerPoint Presentation</vt:lpstr>
      <vt:lpstr> </vt:lpstr>
      <vt:lpstr>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VERNUS</dc:creator>
  <cp:lastModifiedBy>Minh Hieu</cp:lastModifiedBy>
  <cp:revision>2160</cp:revision>
  <cp:lastPrinted>2022-04-05T11:02:26Z</cp:lastPrinted>
  <dcterms:created xsi:type="dcterms:W3CDTF">2019-11-21T08:08:13Z</dcterms:created>
  <dcterms:modified xsi:type="dcterms:W3CDTF">2023-10-06T04:33:08Z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0x010100F1CE5C92EF93654ABEEEC0E4817C999F</vt:lpwstr>
  </property>
</Properties>
</file>