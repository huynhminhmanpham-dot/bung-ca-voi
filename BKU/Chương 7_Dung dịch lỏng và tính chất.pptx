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91"/>
  </p:notesMasterIdLst>
  <p:handoutMasterIdLst>
    <p:handoutMasterId r:id="rId92"/>
  </p:handoutMasterIdLst>
  <p:sldIdLst>
    <p:sldId id="256" r:id="rId5"/>
    <p:sldId id="435" r:id="rId6"/>
    <p:sldId id="664" r:id="rId7"/>
    <p:sldId id="534" r:id="rId8"/>
    <p:sldId id="661" r:id="rId9"/>
    <p:sldId id="596" r:id="rId10"/>
    <p:sldId id="593" r:id="rId11"/>
    <p:sldId id="594" r:id="rId12"/>
    <p:sldId id="598" r:id="rId13"/>
    <p:sldId id="595" r:id="rId14"/>
    <p:sldId id="597" r:id="rId15"/>
    <p:sldId id="666" r:id="rId16"/>
    <p:sldId id="600" r:id="rId17"/>
    <p:sldId id="602" r:id="rId18"/>
    <p:sldId id="607" r:id="rId19"/>
    <p:sldId id="604" r:id="rId20"/>
    <p:sldId id="605" r:id="rId21"/>
    <p:sldId id="606" r:id="rId22"/>
    <p:sldId id="610" r:id="rId23"/>
    <p:sldId id="603" r:id="rId24"/>
    <p:sldId id="608" r:id="rId25"/>
    <p:sldId id="611" r:id="rId26"/>
    <p:sldId id="609" r:id="rId27"/>
    <p:sldId id="612" r:id="rId28"/>
    <p:sldId id="614" r:id="rId29"/>
    <p:sldId id="613" r:id="rId30"/>
    <p:sldId id="624" r:id="rId31"/>
    <p:sldId id="616" r:id="rId32"/>
    <p:sldId id="618" r:id="rId33"/>
    <p:sldId id="617" r:id="rId34"/>
    <p:sldId id="601" r:id="rId35"/>
    <p:sldId id="665" r:id="rId36"/>
    <p:sldId id="619" r:id="rId37"/>
    <p:sldId id="620" r:id="rId38"/>
    <p:sldId id="621" r:id="rId39"/>
    <p:sldId id="671" r:id="rId40"/>
    <p:sldId id="623" r:id="rId41"/>
    <p:sldId id="644" r:id="rId42"/>
    <p:sldId id="625" r:id="rId43"/>
    <p:sldId id="667" r:id="rId44"/>
    <p:sldId id="670" r:id="rId45"/>
    <p:sldId id="628" r:id="rId46"/>
    <p:sldId id="668" r:id="rId47"/>
    <p:sldId id="672" r:id="rId48"/>
    <p:sldId id="673" r:id="rId49"/>
    <p:sldId id="674" r:id="rId50"/>
    <p:sldId id="631" r:id="rId51"/>
    <p:sldId id="630" r:id="rId52"/>
    <p:sldId id="675" r:id="rId53"/>
    <p:sldId id="629" r:id="rId54"/>
    <p:sldId id="677" r:id="rId55"/>
    <p:sldId id="632" r:id="rId56"/>
    <p:sldId id="633" r:id="rId57"/>
    <p:sldId id="678" r:id="rId58"/>
    <p:sldId id="637" r:id="rId59"/>
    <p:sldId id="627" r:id="rId60"/>
    <p:sldId id="626" r:id="rId61"/>
    <p:sldId id="634" r:id="rId62"/>
    <p:sldId id="635" r:id="rId63"/>
    <p:sldId id="641" r:id="rId64"/>
    <p:sldId id="642" r:id="rId65"/>
    <p:sldId id="636" r:id="rId66"/>
    <p:sldId id="640" r:id="rId67"/>
    <p:sldId id="643" r:id="rId68"/>
    <p:sldId id="639" r:id="rId69"/>
    <p:sldId id="648" r:id="rId70"/>
    <p:sldId id="645" r:id="rId71"/>
    <p:sldId id="646" r:id="rId72"/>
    <p:sldId id="663" r:id="rId73"/>
    <p:sldId id="647" r:id="rId74"/>
    <p:sldId id="649" r:id="rId75"/>
    <p:sldId id="650" r:id="rId76"/>
    <p:sldId id="655" r:id="rId77"/>
    <p:sldId id="656" r:id="rId78"/>
    <p:sldId id="652" r:id="rId79"/>
    <p:sldId id="653" r:id="rId80"/>
    <p:sldId id="651" r:id="rId81"/>
    <p:sldId id="654" r:id="rId82"/>
    <p:sldId id="657" r:id="rId83"/>
    <p:sldId id="658" r:id="rId84"/>
    <p:sldId id="659" r:id="rId85"/>
    <p:sldId id="679" r:id="rId86"/>
    <p:sldId id="680" r:id="rId87"/>
    <p:sldId id="681" r:id="rId88"/>
    <p:sldId id="682" r:id="rId89"/>
    <p:sldId id="662" r:id="rId9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CC"/>
    <a:srgbClr val="FF0000"/>
    <a:srgbClr val="A27B00"/>
    <a:srgbClr val="993366"/>
    <a:srgbClr val="30F070"/>
    <a:srgbClr val="FFFF99"/>
    <a:srgbClr val="00FFCC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1" autoAdjust="0"/>
    <p:restoredTop sz="95007" autoAdjust="0"/>
  </p:normalViewPr>
  <p:slideViewPr>
    <p:cSldViewPr snapToGrid="0">
      <p:cViewPr varScale="1">
        <p:scale>
          <a:sx n="101" d="100"/>
          <a:sy n="101" d="100"/>
        </p:scale>
        <p:origin x="138" y="216"/>
      </p:cViewPr>
      <p:guideLst>
        <p:guide orient="horz" pos="211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68C8A3CB-4B19-AC4D-8E82-2EC1F34B356A}"/>
    <pc:docChg chg="custSel addSld modSld">
      <pc:chgData name="Hieu Do" userId="8091c26b-a61d-4e97-addd-a670c191ef7c" providerId="ADAL" clId="{68C8A3CB-4B19-AC4D-8E82-2EC1F34B356A}" dt="2022-08-08T06:49:31.787" v="403"/>
      <pc:docMkLst>
        <pc:docMk/>
      </pc:docMkLst>
      <pc:sldChg chg="modSp mod">
        <pc:chgData name="Hieu Do" userId="8091c26b-a61d-4e97-addd-a670c191ef7c" providerId="ADAL" clId="{68C8A3CB-4B19-AC4D-8E82-2EC1F34B356A}" dt="2022-08-08T06:05:24.036" v="248" actId="20577"/>
        <pc:sldMkLst>
          <pc:docMk/>
          <pc:sldMk cId="2480971885" sldId="580"/>
        </pc:sldMkLst>
        <pc:spChg chg="mod">
          <ac:chgData name="Hieu Do" userId="8091c26b-a61d-4e97-addd-a670c191ef7c" providerId="ADAL" clId="{68C8A3CB-4B19-AC4D-8E82-2EC1F34B356A}" dt="2022-08-08T06:05:24.036" v="248" actId="20577"/>
          <ac:spMkLst>
            <pc:docMk/>
            <pc:sldMk cId="2480971885" sldId="580"/>
            <ac:spMk id="6" creationId="{00000000-0000-0000-0000-000000000000}"/>
          </ac:spMkLst>
        </pc:spChg>
      </pc:sldChg>
      <pc:sldChg chg="addSp delSp modSp add mod">
        <pc:chgData name="Hieu Do" userId="8091c26b-a61d-4e97-addd-a670c191ef7c" providerId="ADAL" clId="{68C8A3CB-4B19-AC4D-8E82-2EC1F34B356A}" dt="2022-08-08T06:49:31.787" v="403"/>
        <pc:sldMkLst>
          <pc:docMk/>
          <pc:sldMk cId="2213003754" sldId="591"/>
        </pc:sldMkLst>
        <pc:spChg chg="add mod">
          <ac:chgData name="Hieu Do" userId="8091c26b-a61d-4e97-addd-a670c191ef7c" providerId="ADAL" clId="{68C8A3CB-4B19-AC4D-8E82-2EC1F34B356A}" dt="2022-08-08T06:03:24.110" v="230" actId="20577"/>
          <ac:spMkLst>
            <pc:docMk/>
            <pc:sldMk cId="2213003754" sldId="591"/>
            <ac:spMk id="3" creationId="{2CC44D83-48ED-3B98-4AD7-9F42BD8E0C35}"/>
          </ac:spMkLst>
        </pc:spChg>
        <pc:spChg chg="del">
          <ac:chgData name="Hieu Do" userId="8091c26b-a61d-4e97-addd-a670c191ef7c" providerId="ADAL" clId="{68C8A3CB-4B19-AC4D-8E82-2EC1F34B356A}" dt="2022-08-08T06:02:23.494" v="85" actId="478"/>
          <ac:spMkLst>
            <pc:docMk/>
            <pc:sldMk cId="2213003754" sldId="591"/>
            <ac:spMk id="6" creationId="{00000000-0000-0000-0000-000000000000}"/>
          </ac:spMkLst>
        </pc:spChg>
        <pc:spChg chg="add mod">
          <ac:chgData name="Hieu Do" userId="8091c26b-a61d-4e97-addd-a670c191ef7c" providerId="ADAL" clId="{68C8A3CB-4B19-AC4D-8E82-2EC1F34B356A}" dt="2022-08-08T06:33:32.987" v="363" actId="20577"/>
          <ac:spMkLst>
            <pc:docMk/>
            <pc:sldMk cId="2213003754" sldId="591"/>
            <ac:spMk id="75" creationId="{17EF4397-7E00-958D-690F-71D2928B19C0}"/>
          </ac:spMkLst>
        </pc:spChg>
        <pc:spChg chg="add mod">
          <ac:chgData name="Hieu Do" userId="8091c26b-a61d-4e97-addd-a670c191ef7c" providerId="ADAL" clId="{68C8A3CB-4B19-AC4D-8E82-2EC1F34B356A}" dt="2022-08-08T06:49:14.068" v="399" actId="20577"/>
          <ac:spMkLst>
            <pc:docMk/>
            <pc:sldMk cId="2213003754" sldId="591"/>
            <ac:spMk id="90" creationId="{87F25AAC-4672-AD1F-78F4-0F0D1E8F1E8E}"/>
          </ac:spMkLst>
        </pc:spChg>
        <pc:grpChg chg="mod">
          <ac:chgData name="Hieu Do" userId="8091c26b-a61d-4e97-addd-a670c191ef7c" providerId="ADAL" clId="{68C8A3CB-4B19-AC4D-8E82-2EC1F34B356A}" dt="2022-08-08T06:29:52.944" v="253"/>
          <ac:grpSpMkLst>
            <pc:docMk/>
            <pc:sldMk cId="2213003754" sldId="591"/>
            <ac:grpSpMk id="11" creationId="{36575475-A05D-745E-E4D8-6D53083D9A8C}"/>
          </ac:grpSpMkLst>
        </pc:grpChg>
        <pc:grpChg chg="del mod">
          <ac:chgData name="Hieu Do" userId="8091c26b-a61d-4e97-addd-a670c191ef7c" providerId="ADAL" clId="{68C8A3CB-4B19-AC4D-8E82-2EC1F34B356A}" dt="2022-08-08T06:30:25.932" v="259"/>
          <ac:grpSpMkLst>
            <pc:docMk/>
            <pc:sldMk cId="2213003754" sldId="591"/>
            <ac:grpSpMk id="16" creationId="{6D92DFAA-2060-9B59-D030-AC9A6C68EDE9}"/>
          </ac:grpSpMkLst>
        </pc:grpChg>
        <pc:grpChg chg="del mod">
          <ac:chgData name="Hieu Do" userId="8091c26b-a61d-4e97-addd-a670c191ef7c" providerId="ADAL" clId="{68C8A3CB-4B19-AC4D-8E82-2EC1F34B356A}" dt="2022-08-08T06:30:29.125" v="261"/>
          <ac:grpSpMkLst>
            <pc:docMk/>
            <pc:sldMk cId="2213003754" sldId="591"/>
            <ac:grpSpMk id="18" creationId="{8902B670-A094-7CBE-2FA3-501045808907}"/>
          </ac:grpSpMkLst>
        </pc:grpChg>
        <pc:grpChg chg="del mod">
          <ac:chgData name="Hieu Do" userId="8091c26b-a61d-4e97-addd-a670c191ef7c" providerId="ADAL" clId="{68C8A3CB-4B19-AC4D-8E82-2EC1F34B356A}" dt="2022-08-08T06:30:30.162" v="263"/>
          <ac:grpSpMkLst>
            <pc:docMk/>
            <pc:sldMk cId="2213003754" sldId="591"/>
            <ac:grpSpMk id="21" creationId="{79046020-86BC-0E35-1F5B-768C43895346}"/>
          </ac:grpSpMkLst>
        </pc:grpChg>
        <pc:grpChg chg="mod">
          <ac:chgData name="Hieu Do" userId="8091c26b-a61d-4e97-addd-a670c191ef7c" providerId="ADAL" clId="{68C8A3CB-4B19-AC4D-8E82-2EC1F34B356A}" dt="2022-08-08T06:30:30.162" v="263"/>
          <ac:grpSpMkLst>
            <pc:docMk/>
            <pc:sldMk cId="2213003754" sldId="591"/>
            <ac:grpSpMk id="23" creationId="{8DFF480E-F38E-8CF7-3BAF-F4105C2AF8B4}"/>
          </ac:grpSpMkLst>
        </pc:grpChg>
        <pc:grpChg chg="del mod">
          <ac:chgData name="Hieu Do" userId="8091c26b-a61d-4e97-addd-a670c191ef7c" providerId="ADAL" clId="{68C8A3CB-4B19-AC4D-8E82-2EC1F34B356A}" dt="2022-08-08T06:49:30.054" v="401"/>
          <ac:grpSpMkLst>
            <pc:docMk/>
            <pc:sldMk cId="2213003754" sldId="591"/>
            <ac:grpSpMk id="26" creationId="{C77D7EF3-3D8A-2DCC-ABF4-8BE48DA18F2D}"/>
          </ac:grpSpMkLst>
        </pc:grpChg>
        <pc:grpChg chg="del mod">
          <ac:chgData name="Hieu Do" userId="8091c26b-a61d-4e97-addd-a670c191ef7c" providerId="ADAL" clId="{68C8A3CB-4B19-AC4D-8E82-2EC1F34B356A}" dt="2022-08-08T06:31:01.335" v="273"/>
          <ac:grpSpMkLst>
            <pc:docMk/>
            <pc:sldMk cId="2213003754" sldId="591"/>
            <ac:grpSpMk id="31" creationId="{BDA9A644-E71B-CF07-5D7A-AEBD39C23EB8}"/>
          </ac:grpSpMkLst>
        </pc:grpChg>
        <pc:grpChg chg="mod">
          <ac:chgData name="Hieu Do" userId="8091c26b-a61d-4e97-addd-a670c191ef7c" providerId="ADAL" clId="{68C8A3CB-4B19-AC4D-8E82-2EC1F34B356A}" dt="2022-08-08T06:31:01.335" v="273"/>
          <ac:grpSpMkLst>
            <pc:docMk/>
            <pc:sldMk cId="2213003754" sldId="591"/>
            <ac:grpSpMk id="33" creationId="{D948A991-5C23-43AD-09EF-A25EFDE6B39B}"/>
          </ac:grpSpMkLst>
        </pc:grpChg>
        <pc:grpChg chg="del mod">
          <ac:chgData name="Hieu Do" userId="8091c26b-a61d-4e97-addd-a670c191ef7c" providerId="ADAL" clId="{68C8A3CB-4B19-AC4D-8E82-2EC1F34B356A}" dt="2022-08-08T06:31:10.568" v="278"/>
          <ac:grpSpMkLst>
            <pc:docMk/>
            <pc:sldMk cId="2213003754" sldId="591"/>
            <ac:grpSpMk id="36" creationId="{C6DF49B6-FB41-B489-7EFA-52AD24032261}"/>
          </ac:grpSpMkLst>
        </pc:grpChg>
        <pc:grpChg chg="mod">
          <ac:chgData name="Hieu Do" userId="8091c26b-a61d-4e97-addd-a670c191ef7c" providerId="ADAL" clId="{68C8A3CB-4B19-AC4D-8E82-2EC1F34B356A}" dt="2022-08-08T06:31:10.568" v="278"/>
          <ac:grpSpMkLst>
            <pc:docMk/>
            <pc:sldMk cId="2213003754" sldId="591"/>
            <ac:grpSpMk id="38" creationId="{B64E61F2-1052-D54E-54DE-B3CD32501424}"/>
          </ac:grpSpMkLst>
        </pc:grpChg>
        <pc:grpChg chg="mod">
          <ac:chgData name="Hieu Do" userId="8091c26b-a61d-4e97-addd-a670c191ef7c" providerId="ADAL" clId="{68C8A3CB-4B19-AC4D-8E82-2EC1F34B356A}" dt="2022-08-08T06:31:17.530" v="282"/>
          <ac:grpSpMkLst>
            <pc:docMk/>
            <pc:sldMk cId="2213003754" sldId="591"/>
            <ac:grpSpMk id="42" creationId="{445FF08D-0288-8946-DFB4-3B77446E86A6}"/>
          </ac:grpSpMkLst>
        </pc:grpChg>
        <pc:grpChg chg="mod">
          <ac:chgData name="Hieu Do" userId="8091c26b-a61d-4e97-addd-a670c191ef7c" providerId="ADAL" clId="{68C8A3CB-4B19-AC4D-8E82-2EC1F34B356A}" dt="2022-08-08T06:32:02.290" v="287"/>
          <ac:grpSpMkLst>
            <pc:docMk/>
            <pc:sldMk cId="2213003754" sldId="591"/>
            <ac:grpSpMk id="47" creationId="{F6590F17-289C-3429-99B1-7D811C7538F1}"/>
          </ac:grpSpMkLst>
        </pc:grpChg>
        <pc:grpChg chg="mod">
          <ac:chgData name="Hieu Do" userId="8091c26b-a61d-4e97-addd-a670c191ef7c" providerId="ADAL" clId="{68C8A3CB-4B19-AC4D-8E82-2EC1F34B356A}" dt="2022-08-08T06:32:05.930" v="290"/>
          <ac:grpSpMkLst>
            <pc:docMk/>
            <pc:sldMk cId="2213003754" sldId="591"/>
            <ac:grpSpMk id="50" creationId="{AD654849-9865-897F-527C-1108ADC12531}"/>
          </ac:grpSpMkLst>
        </pc:grpChg>
        <pc:grpChg chg="del mod">
          <ac:chgData name="Hieu Do" userId="8091c26b-a61d-4e97-addd-a670c191ef7c" providerId="ADAL" clId="{68C8A3CB-4B19-AC4D-8E82-2EC1F34B356A}" dt="2022-08-08T06:32:24.897" v="296"/>
          <ac:grpSpMkLst>
            <pc:docMk/>
            <pc:sldMk cId="2213003754" sldId="591"/>
            <ac:grpSpMk id="54" creationId="{6BE44E02-8E85-8826-80AA-79846F2A2472}"/>
          </ac:grpSpMkLst>
        </pc:grpChg>
        <pc:grpChg chg="del mod">
          <ac:chgData name="Hieu Do" userId="8091c26b-a61d-4e97-addd-a670c191ef7c" providerId="ADAL" clId="{68C8A3CB-4B19-AC4D-8E82-2EC1F34B356A}" dt="2022-08-08T06:32:27.349" v="298"/>
          <ac:grpSpMkLst>
            <pc:docMk/>
            <pc:sldMk cId="2213003754" sldId="591"/>
            <ac:grpSpMk id="56" creationId="{D590E372-62BF-C910-0FC4-7CC34DBCBD4C}"/>
          </ac:grpSpMkLst>
        </pc:grpChg>
        <pc:grpChg chg="del mod">
          <ac:chgData name="Hieu Do" userId="8091c26b-a61d-4e97-addd-a670c191ef7c" providerId="ADAL" clId="{68C8A3CB-4B19-AC4D-8E82-2EC1F34B356A}" dt="2022-08-08T06:32:28.436" v="300"/>
          <ac:grpSpMkLst>
            <pc:docMk/>
            <pc:sldMk cId="2213003754" sldId="591"/>
            <ac:grpSpMk id="58" creationId="{DA3A2F40-271D-35D2-A022-FC58810E8C5E}"/>
          </ac:grpSpMkLst>
        </pc:grpChg>
        <pc:grpChg chg="mod">
          <ac:chgData name="Hieu Do" userId="8091c26b-a61d-4e97-addd-a670c191ef7c" providerId="ADAL" clId="{68C8A3CB-4B19-AC4D-8E82-2EC1F34B356A}" dt="2022-08-08T06:32:28.436" v="300"/>
          <ac:grpSpMkLst>
            <pc:docMk/>
            <pc:sldMk cId="2213003754" sldId="591"/>
            <ac:grpSpMk id="60" creationId="{247E5608-A895-9852-19B6-2FF652FD5E57}"/>
          </ac:grpSpMkLst>
        </pc:grpChg>
        <pc:grpChg chg="del mod">
          <ac:chgData name="Hieu Do" userId="8091c26b-a61d-4e97-addd-a670c191ef7c" providerId="ADAL" clId="{68C8A3CB-4B19-AC4D-8E82-2EC1F34B356A}" dt="2022-08-08T06:32:41.158" v="305"/>
          <ac:grpSpMkLst>
            <pc:docMk/>
            <pc:sldMk cId="2213003754" sldId="591"/>
            <ac:grpSpMk id="63" creationId="{95B2010A-6D93-85F9-B93B-D7752C823EFF}"/>
          </ac:grpSpMkLst>
        </pc:grpChg>
        <pc:grpChg chg="mod">
          <ac:chgData name="Hieu Do" userId="8091c26b-a61d-4e97-addd-a670c191ef7c" providerId="ADAL" clId="{68C8A3CB-4B19-AC4D-8E82-2EC1F34B356A}" dt="2022-08-08T06:32:41.158" v="305"/>
          <ac:grpSpMkLst>
            <pc:docMk/>
            <pc:sldMk cId="2213003754" sldId="591"/>
            <ac:grpSpMk id="65" creationId="{F843EEAA-55EE-071A-A5A1-29EC1187A743}"/>
          </ac:grpSpMkLst>
        </pc:grpChg>
        <pc:grpChg chg="del mod">
          <ac:chgData name="Hieu Do" userId="8091c26b-a61d-4e97-addd-a670c191ef7c" providerId="ADAL" clId="{68C8A3CB-4B19-AC4D-8E82-2EC1F34B356A}" dt="2022-08-08T06:33:03.365" v="310"/>
          <ac:grpSpMkLst>
            <pc:docMk/>
            <pc:sldMk cId="2213003754" sldId="591"/>
            <ac:grpSpMk id="68" creationId="{694D00E1-8AD5-102F-28AA-728FED1E662F}"/>
          </ac:grpSpMkLst>
        </pc:grpChg>
        <pc:grpChg chg="del mod">
          <ac:chgData name="Hieu Do" userId="8091c26b-a61d-4e97-addd-a670c191ef7c" providerId="ADAL" clId="{68C8A3CB-4B19-AC4D-8E82-2EC1F34B356A}" dt="2022-08-08T06:33:07.721" v="312"/>
          <ac:grpSpMkLst>
            <pc:docMk/>
            <pc:sldMk cId="2213003754" sldId="591"/>
            <ac:grpSpMk id="70" creationId="{13F2464A-6D46-A543-835E-FFBAC0FAE035}"/>
          </ac:grpSpMkLst>
        </pc:grpChg>
        <pc:grpChg chg="del mod">
          <ac:chgData name="Hieu Do" userId="8091c26b-a61d-4e97-addd-a670c191ef7c" providerId="ADAL" clId="{68C8A3CB-4B19-AC4D-8E82-2EC1F34B356A}" dt="2022-08-08T06:33:09.281" v="314"/>
          <ac:grpSpMkLst>
            <pc:docMk/>
            <pc:sldMk cId="2213003754" sldId="591"/>
            <ac:grpSpMk id="72" creationId="{6324A5AD-A74D-36EC-3FFC-FD6B240FC4F7}"/>
          </ac:grpSpMkLst>
        </pc:grpChg>
        <pc:grpChg chg="mod">
          <ac:chgData name="Hieu Do" userId="8091c26b-a61d-4e97-addd-a670c191ef7c" providerId="ADAL" clId="{68C8A3CB-4B19-AC4D-8E82-2EC1F34B356A}" dt="2022-08-08T06:33:09.281" v="314"/>
          <ac:grpSpMkLst>
            <pc:docMk/>
            <pc:sldMk cId="2213003754" sldId="591"/>
            <ac:grpSpMk id="74" creationId="{FFDE8EF5-DD41-103E-BEE1-5F55FAA96FA4}"/>
          </ac:grpSpMkLst>
        </pc:grpChg>
        <pc:grpChg chg="mod">
          <ac:chgData name="Hieu Do" userId="8091c26b-a61d-4e97-addd-a670c191ef7c" providerId="ADAL" clId="{68C8A3CB-4B19-AC4D-8E82-2EC1F34B356A}" dt="2022-08-08T06:33:43.858" v="366"/>
          <ac:grpSpMkLst>
            <pc:docMk/>
            <pc:sldMk cId="2213003754" sldId="591"/>
            <ac:grpSpMk id="78" creationId="{B08AD17E-00DC-587C-171A-73BF63D6D35B}"/>
          </ac:grpSpMkLst>
        </pc:grpChg>
        <pc:grpChg chg="del mod">
          <ac:chgData name="Hieu Do" userId="8091c26b-a61d-4e97-addd-a670c191ef7c" providerId="ADAL" clId="{68C8A3CB-4B19-AC4D-8E82-2EC1F34B356A}" dt="2022-08-08T06:33:50.569" v="372"/>
          <ac:grpSpMkLst>
            <pc:docMk/>
            <pc:sldMk cId="2213003754" sldId="591"/>
            <ac:grpSpMk id="81" creationId="{27ABBFF9-C02D-0F44-0A3D-3CE7D22C4CC1}"/>
          </ac:grpSpMkLst>
        </pc:grpChg>
        <pc:grpChg chg="del mod">
          <ac:chgData name="Hieu Do" userId="8091c26b-a61d-4e97-addd-a670c191ef7c" providerId="ADAL" clId="{68C8A3CB-4B19-AC4D-8E82-2EC1F34B356A}" dt="2022-08-08T06:33:52.900" v="375"/>
          <ac:grpSpMkLst>
            <pc:docMk/>
            <pc:sldMk cId="2213003754" sldId="591"/>
            <ac:grpSpMk id="84" creationId="{B3591D9E-9811-0620-EFA7-50D549050C42}"/>
          </ac:grpSpMkLst>
        </pc:grpChg>
        <pc:grpChg chg="del mod">
          <ac:chgData name="Hieu Do" userId="8091c26b-a61d-4e97-addd-a670c191ef7c" providerId="ADAL" clId="{68C8A3CB-4B19-AC4D-8E82-2EC1F34B356A}" dt="2022-08-08T06:33:54.193" v="377"/>
          <ac:grpSpMkLst>
            <pc:docMk/>
            <pc:sldMk cId="2213003754" sldId="591"/>
            <ac:grpSpMk id="87" creationId="{445FB92B-8F5E-439C-D59F-07410DF07702}"/>
          </ac:grpSpMkLst>
        </pc:grpChg>
        <pc:grpChg chg="mod">
          <ac:chgData name="Hieu Do" userId="8091c26b-a61d-4e97-addd-a670c191ef7c" providerId="ADAL" clId="{68C8A3CB-4B19-AC4D-8E82-2EC1F34B356A}" dt="2022-08-08T06:33:54.193" v="377"/>
          <ac:grpSpMkLst>
            <pc:docMk/>
            <pc:sldMk cId="2213003754" sldId="591"/>
            <ac:grpSpMk id="89" creationId="{27C1D88C-7B1F-330F-C7AC-CC0D7F111DCA}"/>
          </ac:grpSpMkLst>
        </pc:grpChg>
        <pc:grpChg chg="del mod">
          <ac:chgData name="Hieu Do" userId="8091c26b-a61d-4e97-addd-a670c191ef7c" providerId="ADAL" clId="{68C8A3CB-4B19-AC4D-8E82-2EC1F34B356A}" dt="2022-08-08T06:49:31.787" v="403"/>
          <ac:grpSpMkLst>
            <pc:docMk/>
            <pc:sldMk cId="2213003754" sldId="591"/>
            <ac:grpSpMk id="92" creationId="{7B19BCAE-973B-3973-8986-A3FD9CB7E49A}"/>
          </ac:grpSpMkLst>
        </pc:grpChg>
        <pc:grpChg chg="mod">
          <ac:chgData name="Hieu Do" userId="8091c26b-a61d-4e97-addd-a670c191ef7c" providerId="ADAL" clId="{68C8A3CB-4B19-AC4D-8E82-2EC1F34B356A}" dt="2022-08-08T06:49:31.787" v="403"/>
          <ac:grpSpMkLst>
            <pc:docMk/>
            <pc:sldMk cId="2213003754" sldId="591"/>
            <ac:grpSpMk id="94" creationId="{B4293DDE-5906-9859-B570-CB68555E411D}"/>
          </ac:grpSpMkLst>
        </pc:grpChg>
        <pc:picChg chg="del">
          <ac:chgData name="Hieu Do" userId="8091c26b-a61d-4e97-addd-a670c191ef7c" providerId="ADAL" clId="{68C8A3CB-4B19-AC4D-8E82-2EC1F34B356A}" dt="2022-08-08T06:02:24.492" v="86" actId="478"/>
          <ac:picMkLst>
            <pc:docMk/>
            <pc:sldMk cId="2213003754" sldId="591"/>
            <ac:picMk id="2" creationId="{00000000-0000-0000-0000-000000000000}"/>
          </ac:picMkLst>
        </pc:picChg>
        <pc:inkChg chg="add">
          <ac:chgData name="Hieu Do" userId="8091c26b-a61d-4e97-addd-a670c191ef7c" providerId="ADAL" clId="{68C8A3CB-4B19-AC4D-8E82-2EC1F34B356A}" dt="2022-08-08T06:29:44.313" v="249" actId="9405"/>
          <ac:inkMkLst>
            <pc:docMk/>
            <pc:sldMk cId="2213003754" sldId="591"/>
            <ac:inkMk id="5" creationId="{5707CCF7-9AD5-F140-45B2-73B94D598432}"/>
          </ac:inkMkLst>
        </pc:inkChg>
        <pc:inkChg chg="add">
          <ac:chgData name="Hieu Do" userId="8091c26b-a61d-4e97-addd-a670c191ef7c" providerId="ADAL" clId="{68C8A3CB-4B19-AC4D-8E82-2EC1F34B356A}" dt="2022-08-08T06:29:48.211" v="250" actId="9405"/>
          <ac:inkMkLst>
            <pc:docMk/>
            <pc:sldMk cId="2213003754" sldId="591"/>
            <ac:inkMk id="8" creationId="{EE7D3BC8-C8FD-3D44-3A00-645A762F1D4E}"/>
          </ac:inkMkLst>
        </pc:inkChg>
        <pc:inkChg chg="add mod">
          <ac:chgData name="Hieu Do" userId="8091c26b-a61d-4e97-addd-a670c191ef7c" providerId="ADAL" clId="{68C8A3CB-4B19-AC4D-8E82-2EC1F34B356A}" dt="2022-08-08T06:29:52.944" v="253"/>
          <ac:inkMkLst>
            <pc:docMk/>
            <pc:sldMk cId="2213003754" sldId="591"/>
            <ac:inkMk id="9" creationId="{15964303-420D-E53A-23EE-9AC055A590D2}"/>
          </ac:inkMkLst>
        </pc:inkChg>
        <pc:inkChg chg="add mod">
          <ac:chgData name="Hieu Do" userId="8091c26b-a61d-4e97-addd-a670c191ef7c" providerId="ADAL" clId="{68C8A3CB-4B19-AC4D-8E82-2EC1F34B356A}" dt="2022-08-08T06:29:52.944" v="253"/>
          <ac:inkMkLst>
            <pc:docMk/>
            <pc:sldMk cId="2213003754" sldId="591"/>
            <ac:inkMk id="10" creationId="{D83DF88C-B25D-BB11-35BF-07D180C829B6}"/>
          </ac:inkMkLst>
        </pc:inkChg>
        <pc:inkChg chg="add">
          <ac:chgData name="Hieu Do" userId="8091c26b-a61d-4e97-addd-a670c191ef7c" providerId="ADAL" clId="{68C8A3CB-4B19-AC4D-8E82-2EC1F34B356A}" dt="2022-08-08T06:30:02.723" v="254" actId="9405"/>
          <ac:inkMkLst>
            <pc:docMk/>
            <pc:sldMk cId="2213003754" sldId="591"/>
            <ac:inkMk id="12" creationId="{C34C9DC6-9215-2D88-49AA-26C006801AE6}"/>
          </ac:inkMkLst>
        </pc:inkChg>
        <pc:inkChg chg="add mod">
          <ac:chgData name="Hieu Do" userId="8091c26b-a61d-4e97-addd-a670c191ef7c" providerId="ADAL" clId="{68C8A3CB-4B19-AC4D-8E82-2EC1F34B356A}" dt="2022-08-08T06:30:30.162" v="263"/>
          <ac:inkMkLst>
            <pc:docMk/>
            <pc:sldMk cId="2213003754" sldId="591"/>
            <ac:inkMk id="13" creationId="{D0BE4E35-FB03-7BE3-246F-52AA90E9FE01}"/>
          </ac:inkMkLst>
        </pc:inkChg>
        <pc:inkChg chg="add mod">
          <ac:chgData name="Hieu Do" userId="8091c26b-a61d-4e97-addd-a670c191ef7c" providerId="ADAL" clId="{68C8A3CB-4B19-AC4D-8E82-2EC1F34B356A}" dt="2022-08-08T06:30:30.162" v="263"/>
          <ac:inkMkLst>
            <pc:docMk/>
            <pc:sldMk cId="2213003754" sldId="591"/>
            <ac:inkMk id="15" creationId="{5B8C553E-E470-6351-C5BA-BED4F36A1D44}"/>
          </ac:inkMkLst>
        </pc:inkChg>
        <pc:inkChg chg="add mod">
          <ac:chgData name="Hieu Do" userId="8091c26b-a61d-4e97-addd-a670c191ef7c" providerId="ADAL" clId="{68C8A3CB-4B19-AC4D-8E82-2EC1F34B356A}" dt="2022-08-08T06:30:30.162" v="263"/>
          <ac:inkMkLst>
            <pc:docMk/>
            <pc:sldMk cId="2213003754" sldId="591"/>
            <ac:inkMk id="17" creationId="{BD80FA2B-F612-75BE-125E-42692FEB0874}"/>
          </ac:inkMkLst>
        </pc:inkChg>
        <pc:inkChg chg="add mod">
          <ac:chgData name="Hieu Do" userId="8091c26b-a61d-4e97-addd-a670c191ef7c" providerId="ADAL" clId="{68C8A3CB-4B19-AC4D-8E82-2EC1F34B356A}" dt="2022-08-08T06:30:30.162" v="263"/>
          <ac:inkMkLst>
            <pc:docMk/>
            <pc:sldMk cId="2213003754" sldId="591"/>
            <ac:inkMk id="20" creationId="{C92D0665-35D5-CE01-2A99-AA56C8147854}"/>
          </ac:inkMkLst>
        </pc:inkChg>
        <pc:inkChg chg="add mod">
          <ac:chgData name="Hieu Do" userId="8091c26b-a61d-4e97-addd-a670c191ef7c" providerId="ADAL" clId="{68C8A3CB-4B19-AC4D-8E82-2EC1F34B356A}" dt="2022-08-08T06:30:30.162" v="263"/>
          <ac:inkMkLst>
            <pc:docMk/>
            <pc:sldMk cId="2213003754" sldId="591"/>
            <ac:inkMk id="22" creationId="{4012DCB6-55FB-B131-1DCC-CE4FED74EC16}"/>
          </ac:inkMkLst>
        </pc:inkChg>
        <pc:inkChg chg="add mod">
          <ac:chgData name="Hieu Do" userId="8091c26b-a61d-4e97-addd-a670c191ef7c" providerId="ADAL" clId="{68C8A3CB-4B19-AC4D-8E82-2EC1F34B356A}" dt="2022-08-08T06:49:31.787" v="403"/>
          <ac:inkMkLst>
            <pc:docMk/>
            <pc:sldMk cId="2213003754" sldId="591"/>
            <ac:inkMk id="24" creationId="{6AB4F4BE-3B8F-15D7-4D63-CCA915FF590A}"/>
          </ac:inkMkLst>
        </pc:inkChg>
        <pc:inkChg chg="add mod">
          <ac:chgData name="Hieu Do" userId="8091c26b-a61d-4e97-addd-a670c191ef7c" providerId="ADAL" clId="{68C8A3CB-4B19-AC4D-8E82-2EC1F34B356A}" dt="2022-08-08T06:49:31.787" v="403"/>
          <ac:inkMkLst>
            <pc:docMk/>
            <pc:sldMk cId="2213003754" sldId="591"/>
            <ac:inkMk id="25" creationId="{D8641226-5E6A-A3C2-F205-5DF232654314}"/>
          </ac:inkMkLst>
        </pc:inkChg>
        <pc:inkChg chg="add">
          <ac:chgData name="Hieu Do" userId="8091c26b-a61d-4e97-addd-a670c191ef7c" providerId="ADAL" clId="{68C8A3CB-4B19-AC4D-8E82-2EC1F34B356A}" dt="2022-08-08T06:30:50.063" v="267" actId="9405"/>
          <ac:inkMkLst>
            <pc:docMk/>
            <pc:sldMk cId="2213003754" sldId="591"/>
            <ac:inkMk id="27" creationId="{D10F3F36-C335-3A30-8A5C-AF22F48E2A74}"/>
          </ac:inkMkLst>
        </pc:inkChg>
        <pc:inkChg chg="add">
          <ac:chgData name="Hieu Do" userId="8091c26b-a61d-4e97-addd-a670c191ef7c" providerId="ADAL" clId="{68C8A3CB-4B19-AC4D-8E82-2EC1F34B356A}" dt="2022-08-08T06:30:51.774" v="268" actId="9405"/>
          <ac:inkMkLst>
            <pc:docMk/>
            <pc:sldMk cId="2213003754" sldId="591"/>
            <ac:inkMk id="28" creationId="{875DB812-05A2-10E5-7CA1-4CC1D488A208}"/>
          </ac:inkMkLst>
        </pc:inkChg>
        <pc:inkChg chg="add mod">
          <ac:chgData name="Hieu Do" userId="8091c26b-a61d-4e97-addd-a670c191ef7c" providerId="ADAL" clId="{68C8A3CB-4B19-AC4D-8E82-2EC1F34B356A}" dt="2022-08-08T06:31:01.335" v="273"/>
          <ac:inkMkLst>
            <pc:docMk/>
            <pc:sldMk cId="2213003754" sldId="591"/>
            <ac:inkMk id="29" creationId="{58C68D41-40F0-E0DC-CBAC-93C517AB585F}"/>
          </ac:inkMkLst>
        </pc:inkChg>
        <pc:inkChg chg="add mod">
          <ac:chgData name="Hieu Do" userId="8091c26b-a61d-4e97-addd-a670c191ef7c" providerId="ADAL" clId="{68C8A3CB-4B19-AC4D-8E82-2EC1F34B356A}" dt="2022-08-08T06:31:01.335" v="273"/>
          <ac:inkMkLst>
            <pc:docMk/>
            <pc:sldMk cId="2213003754" sldId="591"/>
            <ac:inkMk id="30" creationId="{5CAA1BD1-94A6-65F6-55CA-2B5CB6241507}"/>
          </ac:inkMkLst>
        </pc:inkChg>
        <pc:inkChg chg="add mod">
          <ac:chgData name="Hieu Do" userId="8091c26b-a61d-4e97-addd-a670c191ef7c" providerId="ADAL" clId="{68C8A3CB-4B19-AC4D-8E82-2EC1F34B356A}" dt="2022-08-08T06:31:01.335" v="273"/>
          <ac:inkMkLst>
            <pc:docMk/>
            <pc:sldMk cId="2213003754" sldId="591"/>
            <ac:inkMk id="32" creationId="{C451845E-644E-5DC4-869B-BD12D29BF65B}"/>
          </ac:inkMkLst>
        </pc:inkChg>
        <pc:inkChg chg="add mod">
          <ac:chgData name="Hieu Do" userId="8091c26b-a61d-4e97-addd-a670c191ef7c" providerId="ADAL" clId="{68C8A3CB-4B19-AC4D-8E82-2EC1F34B356A}" dt="2022-08-08T06:31:10.568" v="278"/>
          <ac:inkMkLst>
            <pc:docMk/>
            <pc:sldMk cId="2213003754" sldId="591"/>
            <ac:inkMk id="34" creationId="{1E39D51B-5A3B-6D69-4A94-A9F154259261}"/>
          </ac:inkMkLst>
        </pc:inkChg>
        <pc:inkChg chg="add mod">
          <ac:chgData name="Hieu Do" userId="8091c26b-a61d-4e97-addd-a670c191ef7c" providerId="ADAL" clId="{68C8A3CB-4B19-AC4D-8E82-2EC1F34B356A}" dt="2022-08-08T06:31:10.568" v="278"/>
          <ac:inkMkLst>
            <pc:docMk/>
            <pc:sldMk cId="2213003754" sldId="591"/>
            <ac:inkMk id="35" creationId="{24132562-38DE-7EE6-1B51-13DA94D0363A}"/>
          </ac:inkMkLst>
        </pc:inkChg>
        <pc:inkChg chg="add mod">
          <ac:chgData name="Hieu Do" userId="8091c26b-a61d-4e97-addd-a670c191ef7c" providerId="ADAL" clId="{68C8A3CB-4B19-AC4D-8E82-2EC1F34B356A}" dt="2022-08-08T06:31:10.568" v="278"/>
          <ac:inkMkLst>
            <pc:docMk/>
            <pc:sldMk cId="2213003754" sldId="591"/>
            <ac:inkMk id="37" creationId="{57DA3233-6B2A-FF07-3843-9BBF5084EB75}"/>
          </ac:inkMkLst>
        </pc:inkChg>
        <pc:inkChg chg="add mod">
          <ac:chgData name="Hieu Do" userId="8091c26b-a61d-4e97-addd-a670c191ef7c" providerId="ADAL" clId="{68C8A3CB-4B19-AC4D-8E82-2EC1F34B356A}" dt="2022-08-08T06:31:17.530" v="282"/>
          <ac:inkMkLst>
            <pc:docMk/>
            <pc:sldMk cId="2213003754" sldId="591"/>
            <ac:inkMk id="39" creationId="{4044D786-1C51-5BDE-5F27-56D1381F69E6}"/>
          </ac:inkMkLst>
        </pc:inkChg>
        <pc:inkChg chg="add mod">
          <ac:chgData name="Hieu Do" userId="8091c26b-a61d-4e97-addd-a670c191ef7c" providerId="ADAL" clId="{68C8A3CB-4B19-AC4D-8E82-2EC1F34B356A}" dt="2022-08-08T06:31:17.530" v="282"/>
          <ac:inkMkLst>
            <pc:docMk/>
            <pc:sldMk cId="2213003754" sldId="591"/>
            <ac:inkMk id="40" creationId="{51BE1FB1-55E0-AF44-57DE-EF343BC83A63}"/>
          </ac:inkMkLst>
        </pc:inkChg>
        <pc:inkChg chg="add mod">
          <ac:chgData name="Hieu Do" userId="8091c26b-a61d-4e97-addd-a670c191ef7c" providerId="ADAL" clId="{68C8A3CB-4B19-AC4D-8E82-2EC1F34B356A}" dt="2022-08-08T06:31:17.530" v="282"/>
          <ac:inkMkLst>
            <pc:docMk/>
            <pc:sldMk cId="2213003754" sldId="591"/>
            <ac:inkMk id="41" creationId="{FF32EFC5-2CE2-182C-07C7-36A3CE96A1A2}"/>
          </ac:inkMkLst>
        </pc:inkChg>
        <pc:inkChg chg="add">
          <ac:chgData name="Hieu Do" userId="8091c26b-a61d-4e97-addd-a670c191ef7c" providerId="ADAL" clId="{68C8A3CB-4B19-AC4D-8E82-2EC1F34B356A}" dt="2022-08-08T06:31:47.761" v="283" actId="9405"/>
          <ac:inkMkLst>
            <pc:docMk/>
            <pc:sldMk cId="2213003754" sldId="591"/>
            <ac:inkMk id="43" creationId="{4072EDCE-9E5E-09B4-A291-AD87953FACC8}"/>
          </ac:inkMkLst>
        </pc:inkChg>
        <pc:inkChg chg="add">
          <ac:chgData name="Hieu Do" userId="8091c26b-a61d-4e97-addd-a670c191ef7c" providerId="ADAL" clId="{68C8A3CB-4B19-AC4D-8E82-2EC1F34B356A}" dt="2022-08-08T06:31:52.152" v="284" actId="9405"/>
          <ac:inkMkLst>
            <pc:docMk/>
            <pc:sldMk cId="2213003754" sldId="591"/>
            <ac:inkMk id="44" creationId="{AA200E3D-950D-5144-4EFB-BEF5AF1C7A4D}"/>
          </ac:inkMkLst>
        </pc:inkChg>
        <pc:inkChg chg="add mod">
          <ac:chgData name="Hieu Do" userId="8091c26b-a61d-4e97-addd-a670c191ef7c" providerId="ADAL" clId="{68C8A3CB-4B19-AC4D-8E82-2EC1F34B356A}" dt="2022-08-08T06:32:02.290" v="287"/>
          <ac:inkMkLst>
            <pc:docMk/>
            <pc:sldMk cId="2213003754" sldId="591"/>
            <ac:inkMk id="45" creationId="{542E6620-4ABD-76B5-9D24-6D60F5703377}"/>
          </ac:inkMkLst>
        </pc:inkChg>
        <pc:inkChg chg="add mod">
          <ac:chgData name="Hieu Do" userId="8091c26b-a61d-4e97-addd-a670c191ef7c" providerId="ADAL" clId="{68C8A3CB-4B19-AC4D-8E82-2EC1F34B356A}" dt="2022-08-08T06:32:02.290" v="287"/>
          <ac:inkMkLst>
            <pc:docMk/>
            <pc:sldMk cId="2213003754" sldId="591"/>
            <ac:inkMk id="46" creationId="{8FE0F781-E8D3-3BAA-F04D-02FBC8A03E11}"/>
          </ac:inkMkLst>
        </pc:inkChg>
        <pc:inkChg chg="add mod">
          <ac:chgData name="Hieu Do" userId="8091c26b-a61d-4e97-addd-a670c191ef7c" providerId="ADAL" clId="{68C8A3CB-4B19-AC4D-8E82-2EC1F34B356A}" dt="2022-08-08T06:32:05.930" v="290"/>
          <ac:inkMkLst>
            <pc:docMk/>
            <pc:sldMk cId="2213003754" sldId="591"/>
            <ac:inkMk id="48" creationId="{DBFF3FB2-E7C6-5E63-6FEA-9310AA92D339}"/>
          </ac:inkMkLst>
        </pc:inkChg>
        <pc:inkChg chg="add mod">
          <ac:chgData name="Hieu Do" userId="8091c26b-a61d-4e97-addd-a670c191ef7c" providerId="ADAL" clId="{68C8A3CB-4B19-AC4D-8E82-2EC1F34B356A}" dt="2022-08-08T06:32:05.930" v="290"/>
          <ac:inkMkLst>
            <pc:docMk/>
            <pc:sldMk cId="2213003754" sldId="591"/>
            <ac:inkMk id="49" creationId="{69B15EE8-7207-2BCD-D437-DD3B96BC71EB}"/>
          </ac:inkMkLst>
        </pc:inkChg>
        <pc:inkChg chg="add">
          <ac:chgData name="Hieu Do" userId="8091c26b-a61d-4e97-addd-a670c191ef7c" providerId="ADAL" clId="{68C8A3CB-4B19-AC4D-8E82-2EC1F34B356A}" dt="2022-08-08T06:32:16.151" v="291" actId="9405"/>
          <ac:inkMkLst>
            <pc:docMk/>
            <pc:sldMk cId="2213003754" sldId="591"/>
            <ac:inkMk id="51" creationId="{B048E508-2131-199E-00C7-E1FCBDC703E3}"/>
          </ac:inkMkLst>
        </pc:inkChg>
        <pc:inkChg chg="add mod">
          <ac:chgData name="Hieu Do" userId="8091c26b-a61d-4e97-addd-a670c191ef7c" providerId="ADAL" clId="{68C8A3CB-4B19-AC4D-8E82-2EC1F34B356A}" dt="2022-08-08T06:32:28.436" v="300"/>
          <ac:inkMkLst>
            <pc:docMk/>
            <pc:sldMk cId="2213003754" sldId="591"/>
            <ac:inkMk id="52" creationId="{2EAB6A60-01E0-2C77-AF5C-C7786E4FA045}"/>
          </ac:inkMkLst>
        </pc:inkChg>
        <pc:inkChg chg="add mod">
          <ac:chgData name="Hieu Do" userId="8091c26b-a61d-4e97-addd-a670c191ef7c" providerId="ADAL" clId="{68C8A3CB-4B19-AC4D-8E82-2EC1F34B356A}" dt="2022-08-08T06:32:28.436" v="300"/>
          <ac:inkMkLst>
            <pc:docMk/>
            <pc:sldMk cId="2213003754" sldId="591"/>
            <ac:inkMk id="53" creationId="{0B3C873D-DEC2-EA77-4E0F-681671C0393A}"/>
          </ac:inkMkLst>
        </pc:inkChg>
        <pc:inkChg chg="add mod">
          <ac:chgData name="Hieu Do" userId="8091c26b-a61d-4e97-addd-a670c191ef7c" providerId="ADAL" clId="{68C8A3CB-4B19-AC4D-8E82-2EC1F34B356A}" dt="2022-08-08T06:32:28.436" v="300"/>
          <ac:inkMkLst>
            <pc:docMk/>
            <pc:sldMk cId="2213003754" sldId="591"/>
            <ac:inkMk id="55" creationId="{FEC2CDAE-219C-CACF-74A8-359ECD202093}"/>
          </ac:inkMkLst>
        </pc:inkChg>
        <pc:inkChg chg="add mod">
          <ac:chgData name="Hieu Do" userId="8091c26b-a61d-4e97-addd-a670c191ef7c" providerId="ADAL" clId="{68C8A3CB-4B19-AC4D-8E82-2EC1F34B356A}" dt="2022-08-08T06:32:28.436" v="300"/>
          <ac:inkMkLst>
            <pc:docMk/>
            <pc:sldMk cId="2213003754" sldId="591"/>
            <ac:inkMk id="57" creationId="{4D73BCB1-230C-146D-7180-95F4FC58A185}"/>
          </ac:inkMkLst>
        </pc:inkChg>
        <pc:inkChg chg="add mod">
          <ac:chgData name="Hieu Do" userId="8091c26b-a61d-4e97-addd-a670c191ef7c" providerId="ADAL" clId="{68C8A3CB-4B19-AC4D-8E82-2EC1F34B356A}" dt="2022-08-08T06:32:28.436" v="300"/>
          <ac:inkMkLst>
            <pc:docMk/>
            <pc:sldMk cId="2213003754" sldId="591"/>
            <ac:inkMk id="59" creationId="{8A0463CD-937F-0F22-E40C-FAAB9CB0612D}"/>
          </ac:inkMkLst>
        </pc:inkChg>
        <pc:inkChg chg="add mod">
          <ac:chgData name="Hieu Do" userId="8091c26b-a61d-4e97-addd-a670c191ef7c" providerId="ADAL" clId="{68C8A3CB-4B19-AC4D-8E82-2EC1F34B356A}" dt="2022-08-08T06:32:41.158" v="305"/>
          <ac:inkMkLst>
            <pc:docMk/>
            <pc:sldMk cId="2213003754" sldId="591"/>
            <ac:inkMk id="61" creationId="{C5F014B4-DDCF-FAD6-30CB-EDF3194F42B8}"/>
          </ac:inkMkLst>
        </pc:inkChg>
        <pc:inkChg chg="add mod">
          <ac:chgData name="Hieu Do" userId="8091c26b-a61d-4e97-addd-a670c191ef7c" providerId="ADAL" clId="{68C8A3CB-4B19-AC4D-8E82-2EC1F34B356A}" dt="2022-08-08T06:32:41.158" v="305"/>
          <ac:inkMkLst>
            <pc:docMk/>
            <pc:sldMk cId="2213003754" sldId="591"/>
            <ac:inkMk id="62" creationId="{BFE4CE55-EDD5-64F3-F674-ED1775588F1C}"/>
          </ac:inkMkLst>
        </pc:inkChg>
        <pc:inkChg chg="add mod">
          <ac:chgData name="Hieu Do" userId="8091c26b-a61d-4e97-addd-a670c191ef7c" providerId="ADAL" clId="{68C8A3CB-4B19-AC4D-8E82-2EC1F34B356A}" dt="2022-08-08T06:32:41.158" v="305"/>
          <ac:inkMkLst>
            <pc:docMk/>
            <pc:sldMk cId="2213003754" sldId="591"/>
            <ac:inkMk id="64" creationId="{A284DF9E-281B-B869-B221-901B14ED5A14}"/>
          </ac:inkMkLst>
        </pc:inkChg>
        <pc:inkChg chg="add mod">
          <ac:chgData name="Hieu Do" userId="8091c26b-a61d-4e97-addd-a670c191ef7c" providerId="ADAL" clId="{68C8A3CB-4B19-AC4D-8E82-2EC1F34B356A}" dt="2022-08-08T06:33:09.281" v="314"/>
          <ac:inkMkLst>
            <pc:docMk/>
            <pc:sldMk cId="2213003754" sldId="591"/>
            <ac:inkMk id="66" creationId="{97AC9833-6419-22AA-D95D-1FCAFCB0D623}"/>
          </ac:inkMkLst>
        </pc:inkChg>
        <pc:inkChg chg="add mod">
          <ac:chgData name="Hieu Do" userId="8091c26b-a61d-4e97-addd-a670c191ef7c" providerId="ADAL" clId="{68C8A3CB-4B19-AC4D-8E82-2EC1F34B356A}" dt="2022-08-08T06:33:09.281" v="314"/>
          <ac:inkMkLst>
            <pc:docMk/>
            <pc:sldMk cId="2213003754" sldId="591"/>
            <ac:inkMk id="67" creationId="{F21917C8-F3BE-4512-477F-B58298941E99}"/>
          </ac:inkMkLst>
        </pc:inkChg>
        <pc:inkChg chg="add mod">
          <ac:chgData name="Hieu Do" userId="8091c26b-a61d-4e97-addd-a670c191ef7c" providerId="ADAL" clId="{68C8A3CB-4B19-AC4D-8E82-2EC1F34B356A}" dt="2022-08-08T06:33:09.281" v="314"/>
          <ac:inkMkLst>
            <pc:docMk/>
            <pc:sldMk cId="2213003754" sldId="591"/>
            <ac:inkMk id="69" creationId="{314CD6F8-9C0E-BCF0-2F82-28409B3279E0}"/>
          </ac:inkMkLst>
        </pc:inkChg>
        <pc:inkChg chg="add mod">
          <ac:chgData name="Hieu Do" userId="8091c26b-a61d-4e97-addd-a670c191ef7c" providerId="ADAL" clId="{68C8A3CB-4B19-AC4D-8E82-2EC1F34B356A}" dt="2022-08-08T06:33:09.281" v="314"/>
          <ac:inkMkLst>
            <pc:docMk/>
            <pc:sldMk cId="2213003754" sldId="591"/>
            <ac:inkMk id="71" creationId="{FDA5EA6F-EC61-990F-D9C2-71D8CFEA03EA}"/>
          </ac:inkMkLst>
        </pc:inkChg>
        <pc:inkChg chg="add mod">
          <ac:chgData name="Hieu Do" userId="8091c26b-a61d-4e97-addd-a670c191ef7c" providerId="ADAL" clId="{68C8A3CB-4B19-AC4D-8E82-2EC1F34B356A}" dt="2022-08-08T06:33:09.281" v="314"/>
          <ac:inkMkLst>
            <pc:docMk/>
            <pc:sldMk cId="2213003754" sldId="591"/>
            <ac:inkMk id="73" creationId="{EDB50607-5AC4-CB75-5FED-B07B6AC99713}"/>
          </ac:inkMkLst>
        </pc:inkChg>
        <pc:inkChg chg="add mod">
          <ac:chgData name="Hieu Do" userId="8091c26b-a61d-4e97-addd-a670c191ef7c" providerId="ADAL" clId="{68C8A3CB-4B19-AC4D-8E82-2EC1F34B356A}" dt="2022-08-08T06:33:43.858" v="366"/>
          <ac:inkMkLst>
            <pc:docMk/>
            <pc:sldMk cId="2213003754" sldId="591"/>
            <ac:inkMk id="76" creationId="{82418A0F-E006-9469-35F8-99688B5AA6E6}"/>
          </ac:inkMkLst>
        </pc:inkChg>
        <pc:inkChg chg="add mod">
          <ac:chgData name="Hieu Do" userId="8091c26b-a61d-4e97-addd-a670c191ef7c" providerId="ADAL" clId="{68C8A3CB-4B19-AC4D-8E82-2EC1F34B356A}" dt="2022-08-08T06:33:43.858" v="366"/>
          <ac:inkMkLst>
            <pc:docMk/>
            <pc:sldMk cId="2213003754" sldId="591"/>
            <ac:inkMk id="77" creationId="{9ABA3AE2-CFA8-9B28-7681-9E2A95D5997F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79" creationId="{20DFD405-32D0-E37C-8B69-621E4EE8C195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0" creationId="{0199463A-CAE2-3256-453E-E28D508DA6AC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2" creationId="{EF9FB03F-286A-8FB0-B1B8-B6BD840D4974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3" creationId="{4ED84DDD-114A-6C90-DAA2-3C7894A5D88D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5" creationId="{F6CE9C8D-3AC3-5B76-61F6-C307EC640E3A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6" creationId="{AFE2CBA4-E074-510B-2197-0112F831D8D2}"/>
          </ac:inkMkLst>
        </pc:inkChg>
        <pc:inkChg chg="add mod">
          <ac:chgData name="Hieu Do" userId="8091c26b-a61d-4e97-addd-a670c191ef7c" providerId="ADAL" clId="{68C8A3CB-4B19-AC4D-8E82-2EC1F34B356A}" dt="2022-08-08T06:33:54.193" v="377"/>
          <ac:inkMkLst>
            <pc:docMk/>
            <pc:sldMk cId="2213003754" sldId="591"/>
            <ac:inkMk id="88" creationId="{8876EF22-64A1-B90B-B3C8-1640E5E1B280}"/>
          </ac:inkMkLst>
        </pc:inkChg>
        <pc:inkChg chg="add mod">
          <ac:chgData name="Hieu Do" userId="8091c26b-a61d-4e97-addd-a670c191ef7c" providerId="ADAL" clId="{68C8A3CB-4B19-AC4D-8E82-2EC1F34B356A}" dt="2022-08-08T06:49:31.787" v="403"/>
          <ac:inkMkLst>
            <pc:docMk/>
            <pc:sldMk cId="2213003754" sldId="591"/>
            <ac:inkMk id="91" creationId="{0BBF632F-DB49-9C01-0B31-88BEB0F8D541}"/>
          </ac:inkMkLst>
        </pc:inkChg>
        <pc:inkChg chg="add mod">
          <ac:chgData name="Hieu Do" userId="8091c26b-a61d-4e97-addd-a670c191ef7c" providerId="ADAL" clId="{68C8A3CB-4B19-AC4D-8E82-2EC1F34B356A}" dt="2022-08-08T06:49:31.787" v="403"/>
          <ac:inkMkLst>
            <pc:docMk/>
            <pc:sldMk cId="2213003754" sldId="591"/>
            <ac:inkMk id="93" creationId="{310F72EB-6641-C641-6C33-6A5D73042EA5}"/>
          </ac:inkMkLst>
        </pc:inkChg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932127E5-FEE8-574E-A661-CA08198A5000}"/>
    <pc:docChg chg="undo custSel addSld modSld">
      <pc:chgData name="Hieu Do" userId="8091c26b-a61d-4e97-addd-a670c191ef7c" providerId="ADAL" clId="{932127E5-FEE8-574E-A661-CA08198A5000}" dt="2022-11-21T01:22:34.245" v="2312" actId="20577"/>
      <pc:docMkLst>
        <pc:docMk/>
      </pc:docMkLst>
      <pc:sldChg chg="modSp mod">
        <pc:chgData name="Hieu Do" userId="8091c26b-a61d-4e97-addd-a670c191ef7c" providerId="ADAL" clId="{932127E5-FEE8-574E-A661-CA08198A5000}" dt="2022-11-03T05:40:57.752" v="1546" actId="20577"/>
        <pc:sldMkLst>
          <pc:docMk/>
          <pc:sldMk cId="1355225653" sldId="435"/>
        </pc:sldMkLst>
        <pc:spChg chg="mod">
          <ac:chgData name="Hieu Do" userId="8091c26b-a61d-4e97-addd-a670c191ef7c" providerId="ADAL" clId="{932127E5-FEE8-574E-A661-CA08198A5000}" dt="2022-11-03T05:40:27.296" v="1525" actId="1076"/>
          <ac:spMkLst>
            <pc:docMk/>
            <pc:sldMk cId="1355225653" sldId="435"/>
            <ac:spMk id="6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05:40:57.752" v="1546" actId="20577"/>
          <ac:spMkLst>
            <pc:docMk/>
            <pc:sldMk cId="1355225653" sldId="435"/>
            <ac:spMk id="24" creationId="{00000000-0000-0000-0000-000000000000}"/>
          </ac:spMkLst>
        </pc:spChg>
      </pc:sldChg>
      <pc:sldChg chg="addSp delSp modSp mod delAnim modAnim">
        <pc:chgData name="Hieu Do" userId="8091c26b-a61d-4e97-addd-a670c191ef7c" providerId="ADAL" clId="{932127E5-FEE8-574E-A661-CA08198A5000}" dt="2022-11-03T14:29:28.161" v="2278"/>
        <pc:sldMkLst>
          <pc:docMk/>
          <pc:sldMk cId="1632588312" sldId="534"/>
        </pc:sldMkLst>
        <pc:spChg chg="add mod">
          <ac:chgData name="Hieu Do" userId="8091c26b-a61d-4e97-addd-a670c191ef7c" providerId="ADAL" clId="{932127E5-FEE8-574E-A661-CA08198A5000}" dt="2022-11-03T14:22:31.945" v="2154" actId="1076"/>
          <ac:spMkLst>
            <pc:docMk/>
            <pc:sldMk cId="1632588312" sldId="534"/>
            <ac:spMk id="4" creationId="{40814191-5E57-A736-FA1A-E305969E1B3B}"/>
          </ac:spMkLst>
        </pc:spChg>
        <pc:spChg chg="mod">
          <ac:chgData name="Hieu Do" userId="8091c26b-a61d-4e97-addd-a670c191ef7c" providerId="ADAL" clId="{932127E5-FEE8-574E-A661-CA08198A5000}" dt="2022-11-03T14:09:28.069" v="2123" actId="1076"/>
          <ac:spMkLst>
            <pc:docMk/>
            <pc:sldMk cId="1632588312" sldId="534"/>
            <ac:spMk id="10" creationId="{1D09C1C5-FA6D-704E-A539-B517548C9FC6}"/>
          </ac:spMkLst>
        </pc:spChg>
        <pc:spChg chg="add mod">
          <ac:chgData name="Hieu Do" userId="8091c26b-a61d-4e97-addd-a670c191ef7c" providerId="ADAL" clId="{932127E5-FEE8-574E-A661-CA08198A5000}" dt="2022-11-03T14:28:47.160" v="2274" actId="164"/>
          <ac:spMkLst>
            <pc:docMk/>
            <pc:sldMk cId="1632588312" sldId="534"/>
            <ac:spMk id="11" creationId="{03D6F50A-32BC-F7E8-0E10-AEA9F5223EB9}"/>
          </ac:spMkLst>
        </pc:spChg>
        <pc:spChg chg="add mod">
          <ac:chgData name="Hieu Do" userId="8091c26b-a61d-4e97-addd-a670c191ef7c" providerId="ADAL" clId="{932127E5-FEE8-574E-A661-CA08198A5000}" dt="2022-11-03T14:28:47.160" v="2274" actId="164"/>
          <ac:spMkLst>
            <pc:docMk/>
            <pc:sldMk cId="1632588312" sldId="534"/>
            <ac:spMk id="17" creationId="{156D5C3F-50B3-962C-4EA4-D2694B8F3434}"/>
          </ac:spMkLst>
        </pc:spChg>
        <pc:spChg chg="add mod">
          <ac:chgData name="Hieu Do" userId="8091c26b-a61d-4e97-addd-a670c191ef7c" providerId="ADAL" clId="{932127E5-FEE8-574E-A661-CA08198A5000}" dt="2022-11-03T14:28:47.160" v="2274" actId="164"/>
          <ac:spMkLst>
            <pc:docMk/>
            <pc:sldMk cId="1632588312" sldId="534"/>
            <ac:spMk id="22" creationId="{8418A3F3-B57A-98E8-FAA8-5545A906D69B}"/>
          </ac:spMkLst>
        </pc:spChg>
        <pc:grpChg chg="add mod">
          <ac:chgData name="Hieu Do" userId="8091c26b-a61d-4e97-addd-a670c191ef7c" providerId="ADAL" clId="{932127E5-FEE8-574E-A661-CA08198A5000}" dt="2022-11-03T14:28:47.160" v="2274" actId="164"/>
          <ac:grpSpMkLst>
            <pc:docMk/>
            <pc:sldMk cId="1632588312" sldId="534"/>
            <ac:grpSpMk id="23" creationId="{49645EE6-B98C-1791-83A0-982DD17C8787}"/>
          </ac:grpSpMkLst>
        </pc:grpChg>
        <pc:graphicFrameChg chg="del modGraphic">
          <ac:chgData name="Hieu Do" userId="8091c26b-a61d-4e97-addd-a670c191ef7c" providerId="ADAL" clId="{932127E5-FEE8-574E-A661-CA08198A5000}" dt="2022-11-03T14:09:01.616" v="2118" actId="478"/>
          <ac:graphicFrameMkLst>
            <pc:docMk/>
            <pc:sldMk cId="1632588312" sldId="534"/>
            <ac:graphicFrameMk id="2" creationId="{00000000-0000-0000-0000-000000000000}"/>
          </ac:graphicFrameMkLst>
        </pc:graphicFrameChg>
        <pc:picChg chg="add mod">
          <ac:chgData name="Hieu Do" userId="8091c26b-a61d-4e97-addd-a670c191ef7c" providerId="ADAL" clId="{932127E5-FEE8-574E-A661-CA08198A5000}" dt="2022-11-03T14:28:47.160" v="2274" actId="164"/>
          <ac:picMkLst>
            <pc:docMk/>
            <pc:sldMk cId="1632588312" sldId="534"/>
            <ac:picMk id="5" creationId="{843B8FE4-5412-3187-0E9E-46C0AF5920F0}"/>
          </ac:picMkLst>
        </pc:picChg>
        <pc:cxnChg chg="add mod">
          <ac:chgData name="Hieu Do" userId="8091c26b-a61d-4e97-addd-a670c191ef7c" providerId="ADAL" clId="{932127E5-FEE8-574E-A661-CA08198A5000}" dt="2022-11-03T14:28:47.160" v="2274" actId="164"/>
          <ac:cxnSpMkLst>
            <pc:docMk/>
            <pc:sldMk cId="1632588312" sldId="534"/>
            <ac:cxnSpMk id="8" creationId="{21296A3B-DE8B-58C3-3F48-D10A8D450FAF}"/>
          </ac:cxnSpMkLst>
        </pc:cxnChg>
        <pc:cxnChg chg="add mod">
          <ac:chgData name="Hieu Do" userId="8091c26b-a61d-4e97-addd-a670c191ef7c" providerId="ADAL" clId="{932127E5-FEE8-574E-A661-CA08198A5000}" dt="2022-11-03T14:28:47.160" v="2274" actId="164"/>
          <ac:cxnSpMkLst>
            <pc:docMk/>
            <pc:sldMk cId="1632588312" sldId="534"/>
            <ac:cxnSpMk id="13" creationId="{1CF42455-C37E-44A4-6FF6-D01E1C2CD4B1}"/>
          </ac:cxnSpMkLst>
        </pc:cxnChg>
        <pc:cxnChg chg="add mod">
          <ac:chgData name="Hieu Do" userId="8091c26b-a61d-4e97-addd-a670c191ef7c" providerId="ADAL" clId="{932127E5-FEE8-574E-A661-CA08198A5000}" dt="2022-11-03T14:28:47.160" v="2274" actId="164"/>
          <ac:cxnSpMkLst>
            <pc:docMk/>
            <pc:sldMk cId="1632588312" sldId="534"/>
            <ac:cxnSpMk id="18" creationId="{A8B745A4-9954-5F76-B4C7-C808FC291BB2}"/>
          </ac:cxnSpMkLst>
        </pc:cxnChg>
      </pc:sldChg>
      <pc:sldChg chg="modSp mod modAnim">
        <pc:chgData name="Hieu Do" userId="8091c26b-a61d-4e97-addd-a670c191ef7c" providerId="ADAL" clId="{932127E5-FEE8-574E-A661-CA08198A5000}" dt="2022-11-03T05:50:25.163" v="1647"/>
        <pc:sldMkLst>
          <pc:docMk/>
          <pc:sldMk cId="2392088207" sldId="593"/>
        </pc:sldMkLst>
        <pc:spChg chg="mod">
          <ac:chgData name="Hieu Do" userId="8091c26b-a61d-4e97-addd-a670c191ef7c" providerId="ADAL" clId="{932127E5-FEE8-574E-A661-CA08198A5000}" dt="2022-11-03T05:49:39.489" v="1639" actId="20577"/>
          <ac:spMkLst>
            <pc:docMk/>
            <pc:sldMk cId="2392088207" sldId="593"/>
            <ac:spMk id="2" creationId="{00000000-0000-0000-0000-000000000000}"/>
          </ac:spMkLst>
        </pc:spChg>
      </pc:sldChg>
      <pc:sldChg chg="modSp mod modAnim">
        <pc:chgData name="Hieu Do" userId="8091c26b-a61d-4e97-addd-a670c191ef7c" providerId="ADAL" clId="{932127E5-FEE8-574E-A661-CA08198A5000}" dt="2022-11-03T05:51:25.288" v="1657"/>
        <pc:sldMkLst>
          <pc:docMk/>
          <pc:sldMk cId="3287243753" sldId="594"/>
        </pc:sldMkLst>
        <pc:spChg chg="mod">
          <ac:chgData name="Hieu Do" userId="8091c26b-a61d-4e97-addd-a670c191ef7c" providerId="ADAL" clId="{932127E5-FEE8-574E-A661-CA08198A5000}" dt="2022-11-03T05:50:36.753" v="1650" actId="20577"/>
          <ac:spMkLst>
            <pc:docMk/>
            <pc:sldMk cId="3287243753" sldId="594"/>
            <ac:spMk id="6" creationId="{1D09C1C5-FA6D-704E-A539-B517548C9FC6}"/>
          </ac:spMkLst>
        </pc:spChg>
      </pc:sldChg>
      <pc:sldChg chg="modAnim">
        <pc:chgData name="Hieu Do" userId="8091c26b-a61d-4e97-addd-a670c191ef7c" providerId="ADAL" clId="{932127E5-FEE8-574E-A661-CA08198A5000}" dt="2022-11-03T05:53:03.475" v="1667"/>
        <pc:sldMkLst>
          <pc:docMk/>
          <pc:sldMk cId="1897122441" sldId="595"/>
        </pc:sldMkLst>
      </pc:sldChg>
      <pc:sldChg chg="modAnim">
        <pc:chgData name="Hieu Do" userId="8091c26b-a61d-4e97-addd-a670c191ef7c" providerId="ADAL" clId="{932127E5-FEE8-574E-A661-CA08198A5000}" dt="2022-11-03T05:48:16.392" v="1556"/>
        <pc:sldMkLst>
          <pc:docMk/>
          <pc:sldMk cId="3880373539" sldId="596"/>
        </pc:sldMkLst>
      </pc:sldChg>
      <pc:sldChg chg="modAnim">
        <pc:chgData name="Hieu Do" userId="8091c26b-a61d-4e97-addd-a670c191ef7c" providerId="ADAL" clId="{932127E5-FEE8-574E-A661-CA08198A5000}" dt="2022-11-03T06:05:44.889" v="1672"/>
        <pc:sldMkLst>
          <pc:docMk/>
          <pc:sldMk cId="3224287193" sldId="597"/>
        </pc:sldMkLst>
      </pc:sldChg>
      <pc:sldChg chg="modAnim">
        <pc:chgData name="Hieu Do" userId="8091c26b-a61d-4e97-addd-a670c191ef7c" providerId="ADAL" clId="{932127E5-FEE8-574E-A661-CA08198A5000}" dt="2022-11-03T05:51:57.703" v="1659"/>
        <pc:sldMkLst>
          <pc:docMk/>
          <pc:sldMk cId="25786553" sldId="598"/>
        </pc:sldMkLst>
      </pc:sldChg>
      <pc:sldChg chg="modAnim">
        <pc:chgData name="Hieu Do" userId="8091c26b-a61d-4e97-addd-a670c191ef7c" providerId="ADAL" clId="{932127E5-FEE8-574E-A661-CA08198A5000}" dt="2022-11-03T06:06:24.932" v="1676"/>
        <pc:sldMkLst>
          <pc:docMk/>
          <pc:sldMk cId="1548652681" sldId="599"/>
        </pc:sldMkLst>
      </pc:sldChg>
      <pc:sldChg chg="modSp modAnim">
        <pc:chgData name="Hieu Do" userId="8091c26b-a61d-4e97-addd-a670c191ef7c" providerId="ADAL" clId="{932127E5-FEE8-574E-A661-CA08198A5000}" dt="2022-11-03T06:07:25.817" v="1682"/>
        <pc:sldMkLst>
          <pc:docMk/>
          <pc:sldMk cId="1864878335" sldId="600"/>
        </pc:sldMkLst>
        <pc:spChg chg="mod">
          <ac:chgData name="Hieu Do" userId="8091c26b-a61d-4e97-addd-a670c191ef7c" providerId="ADAL" clId="{932127E5-FEE8-574E-A661-CA08198A5000}" dt="2022-10-28T07:58:40.542" v="802" actId="207"/>
          <ac:spMkLst>
            <pc:docMk/>
            <pc:sldMk cId="1864878335" sldId="600"/>
            <ac:spMk id="18" creationId="{1D09C1C5-FA6D-704E-A539-B517548C9FC6}"/>
          </ac:spMkLst>
        </pc:spChg>
      </pc:sldChg>
      <pc:sldChg chg="modAnim">
        <pc:chgData name="Hieu Do" userId="8091c26b-a61d-4e97-addd-a670c191ef7c" providerId="ADAL" clId="{932127E5-FEE8-574E-A661-CA08198A5000}" dt="2022-11-03T07:37:13.242" v="1866"/>
        <pc:sldMkLst>
          <pc:docMk/>
          <pc:sldMk cId="4188615621" sldId="601"/>
        </pc:sldMkLst>
      </pc:sldChg>
      <pc:sldChg chg="addSp delSp modSp mod modAnim">
        <pc:chgData name="Hieu Do" userId="8091c26b-a61d-4e97-addd-a670c191ef7c" providerId="ADAL" clId="{932127E5-FEE8-574E-A661-CA08198A5000}" dt="2022-11-03T06:08:40.046" v="1687"/>
        <pc:sldMkLst>
          <pc:docMk/>
          <pc:sldMk cId="1641709923" sldId="602"/>
        </pc:sldMkLst>
        <pc:spChg chg="del">
          <ac:chgData name="Hieu Do" userId="8091c26b-a61d-4e97-addd-a670c191ef7c" providerId="ADAL" clId="{932127E5-FEE8-574E-A661-CA08198A5000}" dt="2022-10-28T02:22:13.125" v="198" actId="478"/>
          <ac:spMkLst>
            <pc:docMk/>
            <pc:sldMk cId="1641709923" sldId="602"/>
            <ac:spMk id="5" creationId="{00000000-0000-0000-0000-000000000000}"/>
          </ac:spMkLst>
        </pc:spChg>
        <pc:spChg chg="add 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6" creationId="{A0128846-C04F-1081-E2B7-6CBADA403C5C}"/>
          </ac:spMkLst>
        </pc:spChg>
        <pc:spChg chg="add 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8" creationId="{5B5B4E1C-3B29-CD52-922A-7B31D10CB94D}"/>
          </ac:spMkLst>
        </pc:spChg>
        <pc:spChg chg="mod">
          <ac:chgData name="Hieu Do" userId="8091c26b-a61d-4e97-addd-a670c191ef7c" providerId="ADAL" clId="{932127E5-FEE8-574E-A661-CA08198A5000}" dt="2022-10-28T02:45:45.463" v="704" actId="207"/>
          <ac:spMkLst>
            <pc:docMk/>
            <pc:sldMk cId="1641709923" sldId="602"/>
            <ac:spMk id="13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06:08:20.240" v="1685" actId="14100"/>
          <ac:spMkLst>
            <pc:docMk/>
            <pc:sldMk cId="1641709923" sldId="602"/>
            <ac:spMk id="15" creationId="{1D09C1C5-FA6D-704E-A539-B517548C9FC6}"/>
          </ac:spMkLst>
        </pc:spChg>
        <pc:spChg chg="add 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16" creationId="{F65C5361-406F-E2CA-1211-0D98641FF002}"/>
          </ac:spMkLst>
        </pc:spChg>
        <pc:spChg chg="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21" creationId="{1D09C1C5-FA6D-704E-A539-B517548C9FC6}"/>
          </ac:spMkLst>
        </pc:spChg>
        <pc:spChg chg="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22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0-28T02:17:33.143" v="51" actId="1036"/>
          <ac:spMkLst>
            <pc:docMk/>
            <pc:sldMk cId="1641709923" sldId="602"/>
            <ac:spMk id="23" creationId="{1D09C1C5-FA6D-704E-A539-B517548C9FC6}"/>
          </ac:spMkLst>
        </pc:spChg>
        <pc:spChg chg="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24" creationId="{1D09C1C5-FA6D-704E-A539-B517548C9FC6}"/>
          </ac:spMkLst>
        </pc:spChg>
        <pc:spChg chg="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25" creationId="{1D09C1C5-FA6D-704E-A539-B517548C9FC6}"/>
          </ac:spMkLst>
        </pc:spChg>
        <pc:spChg chg="add 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27" creationId="{C18B8EEA-3FED-15B0-36AD-5BA92049B9E5}"/>
          </ac:spMkLst>
        </pc:spChg>
        <pc:spChg chg="add del mod">
          <ac:chgData name="Hieu Do" userId="8091c26b-a61d-4e97-addd-a670c191ef7c" providerId="ADAL" clId="{932127E5-FEE8-574E-A661-CA08198A5000}" dt="2022-10-28T02:44:57.188" v="699" actId="478"/>
          <ac:spMkLst>
            <pc:docMk/>
            <pc:sldMk cId="1641709923" sldId="602"/>
            <ac:spMk id="32" creationId="{6CF4DF6C-562C-81A5-B6F7-D28FEADE2752}"/>
          </ac:spMkLst>
        </pc:spChg>
        <pc:spChg chg="add del mod">
          <ac:chgData name="Hieu Do" userId="8091c26b-a61d-4e97-addd-a670c191ef7c" providerId="ADAL" clId="{932127E5-FEE8-574E-A661-CA08198A5000}" dt="2022-10-28T02:44:53.995" v="698" actId="478"/>
          <ac:spMkLst>
            <pc:docMk/>
            <pc:sldMk cId="1641709923" sldId="602"/>
            <ac:spMk id="33" creationId="{24757881-693F-0A14-AA0F-97AF28E621BC}"/>
          </ac:spMkLst>
        </pc:spChg>
        <pc:spChg chg="add mod">
          <ac:chgData name="Hieu Do" userId="8091c26b-a61d-4e97-addd-a670c191ef7c" providerId="ADAL" clId="{932127E5-FEE8-574E-A661-CA08198A5000}" dt="2022-10-28T02:47:40.035" v="799" actId="207"/>
          <ac:spMkLst>
            <pc:docMk/>
            <pc:sldMk cId="1641709923" sldId="602"/>
            <ac:spMk id="34" creationId="{036F7917-1262-2CBB-5D8F-5FC8146C268C}"/>
          </ac:spMkLst>
        </pc:spChg>
        <pc:spChg chg="add mod">
          <ac:chgData name="Hieu Do" userId="8091c26b-a61d-4e97-addd-a670c191ef7c" providerId="ADAL" clId="{932127E5-FEE8-574E-A661-CA08198A5000}" dt="2022-10-28T02:46:02.863" v="706" actId="207"/>
          <ac:spMkLst>
            <pc:docMk/>
            <pc:sldMk cId="1641709923" sldId="602"/>
            <ac:spMk id="35" creationId="{B5B805E7-0214-F29F-4D21-9B5FF3A75A9D}"/>
          </ac:spMkLst>
        </pc:spChg>
        <pc:spChg chg="add mod">
          <ac:chgData name="Hieu Do" userId="8091c26b-a61d-4e97-addd-a670c191ef7c" providerId="ADAL" clId="{932127E5-FEE8-574E-A661-CA08198A5000}" dt="2022-10-28T02:45:31.031" v="702" actId="1076"/>
          <ac:spMkLst>
            <pc:docMk/>
            <pc:sldMk cId="1641709923" sldId="602"/>
            <ac:spMk id="36" creationId="{D22FA1D4-7E40-94BD-EA96-DC703CB46742}"/>
          </ac:spMkLst>
        </pc:spChg>
        <pc:spChg chg="add mod">
          <ac:chgData name="Hieu Do" userId="8091c26b-a61d-4e97-addd-a670c191ef7c" providerId="ADAL" clId="{932127E5-FEE8-574E-A661-CA08198A5000}" dt="2022-10-28T02:45:31.031" v="702" actId="1076"/>
          <ac:spMkLst>
            <pc:docMk/>
            <pc:sldMk cId="1641709923" sldId="602"/>
            <ac:spMk id="37" creationId="{BA7DBB51-6E6B-516E-AA10-FCB75F75812B}"/>
          </ac:spMkLst>
        </pc:spChg>
        <pc:spChg chg="add mod">
          <ac:chgData name="Hieu Do" userId="8091c26b-a61d-4e97-addd-a670c191ef7c" providerId="ADAL" clId="{932127E5-FEE8-574E-A661-CA08198A5000}" dt="2022-10-28T02:47:46.743" v="801" actId="113"/>
          <ac:spMkLst>
            <pc:docMk/>
            <pc:sldMk cId="1641709923" sldId="602"/>
            <ac:spMk id="38" creationId="{90B0685C-B90A-7103-2D14-552AC5AE17AD}"/>
          </ac:spMkLst>
        </pc:spChg>
        <pc:cxnChg chg="add del mod">
          <ac:chgData name="Hieu Do" userId="8091c26b-a61d-4e97-addd-a670c191ef7c" providerId="ADAL" clId="{932127E5-FEE8-574E-A661-CA08198A5000}" dt="2022-10-28T02:44:53.995" v="698" actId="478"/>
          <ac:cxnSpMkLst>
            <pc:docMk/>
            <pc:sldMk cId="1641709923" sldId="602"/>
            <ac:cxnSpMk id="3" creationId="{71739FE0-C206-0127-247B-DFC26B515614}"/>
          </ac:cxnSpMkLst>
        </pc:cxnChg>
        <pc:cxnChg chg="add del mod">
          <ac:chgData name="Hieu Do" userId="8091c26b-a61d-4e97-addd-a670c191ef7c" providerId="ADAL" clId="{932127E5-FEE8-574E-A661-CA08198A5000}" dt="2022-10-28T02:44:53.995" v="698" actId="478"/>
          <ac:cxnSpMkLst>
            <pc:docMk/>
            <pc:sldMk cId="1641709923" sldId="602"/>
            <ac:cxnSpMk id="9" creationId="{BC6F87C9-4792-FDB7-0BD8-9357D18FDACC}"/>
          </ac:cxnSpMkLst>
        </pc:cxnChg>
        <pc:cxnChg chg="add del mod">
          <ac:chgData name="Hieu Do" userId="8091c26b-a61d-4e97-addd-a670c191ef7c" providerId="ADAL" clId="{932127E5-FEE8-574E-A661-CA08198A5000}" dt="2022-10-28T02:44:53.995" v="698" actId="478"/>
          <ac:cxnSpMkLst>
            <pc:docMk/>
            <pc:sldMk cId="1641709923" sldId="602"/>
            <ac:cxnSpMk id="12" creationId="{A3F375A9-F16F-5748-E953-AB693B28D0FD}"/>
          </ac:cxnSpMkLst>
        </pc:cxnChg>
        <pc:cxnChg chg="add del mod">
          <ac:chgData name="Hieu Do" userId="8091c26b-a61d-4e97-addd-a670c191ef7c" providerId="ADAL" clId="{932127E5-FEE8-574E-A661-CA08198A5000}" dt="2022-10-28T02:44:53.995" v="698" actId="478"/>
          <ac:cxnSpMkLst>
            <pc:docMk/>
            <pc:sldMk cId="1641709923" sldId="602"/>
            <ac:cxnSpMk id="17" creationId="{5CECF9E9-2A98-3F22-4E36-DE56F692BFB3}"/>
          </ac:cxnSpMkLst>
        </pc:cxnChg>
      </pc:sldChg>
      <pc:sldChg chg="delSp modSp add mod modAnim">
        <pc:chgData name="Hieu Do" userId="8091c26b-a61d-4e97-addd-a670c191ef7c" providerId="ADAL" clId="{932127E5-FEE8-574E-A661-CA08198A5000}" dt="2022-11-03T07:12:02.139" v="1793"/>
        <pc:sldMkLst>
          <pc:docMk/>
          <pc:sldMk cId="2150182478" sldId="603"/>
        </pc:sldMkLst>
        <pc:spChg chg="mod">
          <ac:chgData name="Hieu Do" userId="8091c26b-a61d-4e97-addd-a670c191ef7c" providerId="ADAL" clId="{932127E5-FEE8-574E-A661-CA08198A5000}" dt="2022-10-28T02:23:37.921" v="210" actId="1076"/>
          <ac:spMkLst>
            <pc:docMk/>
            <pc:sldMk cId="2150182478" sldId="603"/>
            <ac:spMk id="5" creationId="{00000000-0000-0000-0000-000000000000}"/>
          </ac:spMkLst>
        </pc:spChg>
        <pc:spChg chg="del">
          <ac:chgData name="Hieu Do" userId="8091c26b-a61d-4e97-addd-a670c191ef7c" providerId="ADAL" clId="{932127E5-FEE8-574E-A661-CA08198A5000}" dt="2022-10-28T02:23:21.756" v="207" actId="478"/>
          <ac:spMkLst>
            <pc:docMk/>
            <pc:sldMk cId="2150182478" sldId="603"/>
            <ac:spMk id="13" creationId="{00000000-0000-0000-0000-000000000000}"/>
          </ac:spMkLst>
        </pc:spChg>
        <pc:spChg chg="del">
          <ac:chgData name="Hieu Do" userId="8091c26b-a61d-4e97-addd-a670c191ef7c" providerId="ADAL" clId="{932127E5-FEE8-574E-A661-CA08198A5000}" dt="2022-10-28T02:23:16.259" v="206" actId="478"/>
          <ac:spMkLst>
            <pc:docMk/>
            <pc:sldMk cId="2150182478" sldId="603"/>
            <ac:spMk id="20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23:48.593" v="212" actId="20577"/>
          <ac:spMkLst>
            <pc:docMk/>
            <pc:sldMk cId="2150182478" sldId="603"/>
            <ac:spMk id="21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23:37.921" v="210" actId="1076"/>
          <ac:spMkLst>
            <pc:docMk/>
            <pc:sldMk cId="2150182478" sldId="603"/>
            <ac:spMk id="22" creationId="{00000000-0000-0000-0000-000000000000}"/>
          </ac:spMkLst>
        </pc:spChg>
        <pc:spChg chg="del">
          <ac:chgData name="Hieu Do" userId="8091c26b-a61d-4e97-addd-a670c191ef7c" providerId="ADAL" clId="{932127E5-FEE8-574E-A661-CA08198A5000}" dt="2022-10-28T02:23:24.258" v="208" actId="478"/>
          <ac:spMkLst>
            <pc:docMk/>
            <pc:sldMk cId="2150182478" sldId="603"/>
            <ac:spMk id="23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23:37.921" v="210" actId="1076"/>
          <ac:spMkLst>
            <pc:docMk/>
            <pc:sldMk cId="2150182478" sldId="603"/>
            <ac:spMk id="24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23:37.921" v="210" actId="1076"/>
          <ac:spMkLst>
            <pc:docMk/>
            <pc:sldMk cId="2150182478" sldId="603"/>
            <ac:spMk id="25" creationId="{1D09C1C5-FA6D-704E-A539-B517548C9FC6}"/>
          </ac:spMkLst>
        </pc:spChg>
      </pc:sldChg>
      <pc:sldChg chg="addSp delSp modSp add mod modAnim">
        <pc:chgData name="Hieu Do" userId="8091c26b-a61d-4e97-addd-a670c191ef7c" providerId="ADAL" clId="{932127E5-FEE8-574E-A661-CA08198A5000}" dt="2022-11-03T07:05:49.359" v="1709" actId="14100"/>
        <pc:sldMkLst>
          <pc:docMk/>
          <pc:sldMk cId="1424295984" sldId="604"/>
        </pc:sldMkLst>
        <pc:spChg chg="add mod">
          <ac:chgData name="Hieu Do" userId="8091c26b-a61d-4e97-addd-a670c191ef7c" providerId="ADAL" clId="{932127E5-FEE8-574E-A661-CA08198A5000}" dt="2022-10-28T08:43:23.329" v="905" actId="207"/>
          <ac:spMkLst>
            <pc:docMk/>
            <pc:sldMk cId="1424295984" sldId="604"/>
            <ac:spMk id="2" creationId="{4ACBE65E-00C1-5FA3-DC60-EF20A84A663B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6" creationId="{A0128846-C04F-1081-E2B7-6CBADA403C5C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8" creationId="{5B5B4E1C-3B29-CD52-922A-7B31D10CB94D}"/>
          </ac:spMkLst>
        </pc:spChg>
        <pc:spChg chg="del">
          <ac:chgData name="Hieu Do" userId="8091c26b-a61d-4e97-addd-a670c191ef7c" providerId="ADAL" clId="{932127E5-FEE8-574E-A661-CA08198A5000}" dt="2022-10-28T02:46:21.843" v="707" actId="478"/>
          <ac:spMkLst>
            <pc:docMk/>
            <pc:sldMk cId="1424295984" sldId="604"/>
            <ac:spMk id="13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16" creationId="{F65C5361-406F-E2CA-1211-0D98641FF002}"/>
          </ac:spMkLst>
        </pc:spChg>
        <pc:spChg chg="del">
          <ac:chgData name="Hieu Do" userId="8091c26b-a61d-4e97-addd-a670c191ef7c" providerId="ADAL" clId="{932127E5-FEE8-574E-A661-CA08198A5000}" dt="2022-10-28T02:46:21.843" v="707" actId="478"/>
          <ac:spMkLst>
            <pc:docMk/>
            <pc:sldMk cId="1424295984" sldId="604"/>
            <ac:spMk id="20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47:28.629" v="796" actId="1036"/>
          <ac:spMkLst>
            <pc:docMk/>
            <pc:sldMk cId="1424295984" sldId="604"/>
            <ac:spMk id="21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22" creationId="{00000000-0000-0000-0000-000000000000}"/>
          </ac:spMkLst>
        </pc:spChg>
        <pc:spChg chg="del">
          <ac:chgData name="Hieu Do" userId="8091c26b-a61d-4e97-addd-a670c191ef7c" providerId="ADAL" clId="{932127E5-FEE8-574E-A661-CA08198A5000}" dt="2022-10-28T02:46:21.843" v="707" actId="478"/>
          <ac:spMkLst>
            <pc:docMk/>
            <pc:sldMk cId="1424295984" sldId="604"/>
            <ac:spMk id="23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24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25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27" creationId="{C18B8EEA-3FED-15B0-36AD-5BA92049B9E5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32" creationId="{6CF4DF6C-562C-81A5-B6F7-D28FEADE2752}"/>
          </ac:spMkLst>
        </pc:spChg>
        <pc:spChg chg="mod">
          <ac:chgData name="Hieu Do" userId="8091c26b-a61d-4e97-addd-a670c191ef7c" providerId="ADAL" clId="{932127E5-FEE8-574E-A661-CA08198A5000}" dt="2022-10-28T02:47:14.736" v="786" actId="1035"/>
          <ac:spMkLst>
            <pc:docMk/>
            <pc:sldMk cId="1424295984" sldId="604"/>
            <ac:spMk id="33" creationId="{24757881-693F-0A14-AA0F-97AF28E621BC}"/>
          </ac:spMkLst>
        </pc:spChg>
        <pc:cxnChg chg="mod">
          <ac:chgData name="Hieu Do" userId="8091c26b-a61d-4e97-addd-a670c191ef7c" providerId="ADAL" clId="{932127E5-FEE8-574E-A661-CA08198A5000}" dt="2022-10-28T02:47:14.736" v="786" actId="1035"/>
          <ac:cxnSpMkLst>
            <pc:docMk/>
            <pc:sldMk cId="1424295984" sldId="604"/>
            <ac:cxnSpMk id="3" creationId="{71739FE0-C206-0127-247B-DFC26B515614}"/>
          </ac:cxnSpMkLst>
        </pc:cxnChg>
        <pc:cxnChg chg="mod">
          <ac:chgData name="Hieu Do" userId="8091c26b-a61d-4e97-addd-a670c191ef7c" providerId="ADAL" clId="{932127E5-FEE8-574E-A661-CA08198A5000}" dt="2022-10-28T02:47:14.736" v="786" actId="1035"/>
          <ac:cxnSpMkLst>
            <pc:docMk/>
            <pc:sldMk cId="1424295984" sldId="604"/>
            <ac:cxnSpMk id="9" creationId="{BC6F87C9-4792-FDB7-0BD8-9357D18FDACC}"/>
          </ac:cxnSpMkLst>
        </pc:cxnChg>
        <pc:cxnChg chg="mod">
          <ac:chgData name="Hieu Do" userId="8091c26b-a61d-4e97-addd-a670c191ef7c" providerId="ADAL" clId="{932127E5-FEE8-574E-A661-CA08198A5000}" dt="2022-10-28T02:47:14.736" v="786" actId="1035"/>
          <ac:cxnSpMkLst>
            <pc:docMk/>
            <pc:sldMk cId="1424295984" sldId="604"/>
            <ac:cxnSpMk id="12" creationId="{A3F375A9-F16F-5748-E953-AB693B28D0FD}"/>
          </ac:cxnSpMkLst>
        </pc:cxnChg>
        <pc:cxnChg chg="mod">
          <ac:chgData name="Hieu Do" userId="8091c26b-a61d-4e97-addd-a670c191ef7c" providerId="ADAL" clId="{932127E5-FEE8-574E-A661-CA08198A5000}" dt="2022-10-28T02:47:14.736" v="786" actId="1035"/>
          <ac:cxnSpMkLst>
            <pc:docMk/>
            <pc:sldMk cId="1424295984" sldId="604"/>
            <ac:cxnSpMk id="17" creationId="{5CECF9E9-2A98-3F22-4E36-DE56F692BFB3}"/>
          </ac:cxnSpMkLst>
        </pc:cxnChg>
        <pc:cxnChg chg="mod">
          <ac:chgData name="Hieu Do" userId="8091c26b-a61d-4e97-addd-a670c191ef7c" providerId="ADAL" clId="{932127E5-FEE8-574E-A661-CA08198A5000}" dt="2022-11-03T07:05:49.359" v="1709" actId="14100"/>
          <ac:cxnSpMkLst>
            <pc:docMk/>
            <pc:sldMk cId="1424295984" sldId="604"/>
            <ac:cxnSpMk id="30" creationId="{71739FE0-C206-0127-247B-DFC26B515614}"/>
          </ac:cxnSpMkLst>
        </pc:cxnChg>
      </pc:sldChg>
      <pc:sldChg chg="modAnim">
        <pc:chgData name="Hieu Do" userId="8091c26b-a61d-4e97-addd-a670c191ef7c" providerId="ADAL" clId="{932127E5-FEE8-574E-A661-CA08198A5000}" dt="2022-11-03T07:06:45.901" v="1715"/>
        <pc:sldMkLst>
          <pc:docMk/>
          <pc:sldMk cId="1129559201" sldId="605"/>
        </pc:sldMkLst>
      </pc:sldChg>
      <pc:sldChg chg="modSp mod modAnim">
        <pc:chgData name="Hieu Do" userId="8091c26b-a61d-4e97-addd-a670c191ef7c" providerId="ADAL" clId="{932127E5-FEE8-574E-A661-CA08198A5000}" dt="2022-11-03T07:08:11.986" v="1782"/>
        <pc:sldMkLst>
          <pc:docMk/>
          <pc:sldMk cId="3465063606" sldId="606"/>
        </pc:sldMkLst>
        <pc:spChg chg="mod">
          <ac:chgData name="Hieu Do" userId="8091c26b-a61d-4e97-addd-a670c191ef7c" providerId="ADAL" clId="{932127E5-FEE8-574E-A661-CA08198A5000}" dt="2022-11-03T07:07:51.794" v="1779" actId="1036"/>
          <ac:spMkLst>
            <pc:docMk/>
            <pc:sldMk cId="3465063606" sldId="606"/>
            <ac:spMk id="4" creationId="{00000000-0000-0000-0000-000000000000}"/>
          </ac:spMkLst>
        </pc:spChg>
      </pc:sldChg>
      <pc:sldChg chg="modAnim">
        <pc:chgData name="Hieu Do" userId="8091c26b-a61d-4e97-addd-a670c191ef7c" providerId="ADAL" clId="{932127E5-FEE8-574E-A661-CA08198A5000}" dt="2022-11-03T06:56:45.720" v="1692"/>
        <pc:sldMkLst>
          <pc:docMk/>
          <pc:sldMk cId="827709236" sldId="607"/>
        </pc:sldMkLst>
      </pc:sldChg>
      <pc:sldChg chg="modAnim">
        <pc:chgData name="Hieu Do" userId="8091c26b-a61d-4e97-addd-a670c191ef7c" providerId="ADAL" clId="{932127E5-FEE8-574E-A661-CA08198A5000}" dt="2022-11-03T07:13:51.663" v="1799"/>
        <pc:sldMkLst>
          <pc:docMk/>
          <pc:sldMk cId="1933831308" sldId="608"/>
        </pc:sldMkLst>
      </pc:sldChg>
      <pc:sldChg chg="modAnim">
        <pc:chgData name="Hieu Do" userId="8091c26b-a61d-4e97-addd-a670c191ef7c" providerId="ADAL" clId="{932127E5-FEE8-574E-A661-CA08198A5000}" dt="2022-11-03T07:23:51.035" v="1823"/>
        <pc:sldMkLst>
          <pc:docMk/>
          <pc:sldMk cId="2299405486" sldId="609"/>
        </pc:sldMkLst>
      </pc:sldChg>
      <pc:sldChg chg="modSp mod modAnim">
        <pc:chgData name="Hieu Do" userId="8091c26b-a61d-4e97-addd-a670c191ef7c" providerId="ADAL" clId="{932127E5-FEE8-574E-A661-CA08198A5000}" dt="2022-11-03T07:11:37.676" v="1790"/>
        <pc:sldMkLst>
          <pc:docMk/>
          <pc:sldMk cId="4103269321" sldId="610"/>
        </pc:sldMkLst>
        <pc:spChg chg="mod">
          <ac:chgData name="Hieu Do" userId="8091c26b-a61d-4e97-addd-a670c191ef7c" providerId="ADAL" clId="{932127E5-FEE8-574E-A661-CA08198A5000}" dt="2022-11-03T07:10:33.961" v="1786" actId="207"/>
          <ac:spMkLst>
            <pc:docMk/>
            <pc:sldMk cId="4103269321" sldId="610"/>
            <ac:spMk id="2" creationId="{00000000-0000-0000-0000-000000000000}"/>
          </ac:spMkLst>
        </pc:spChg>
      </pc:sldChg>
      <pc:sldChg chg="addSp modSp modAnim">
        <pc:chgData name="Hieu Do" userId="8091c26b-a61d-4e97-addd-a670c191ef7c" providerId="ADAL" clId="{932127E5-FEE8-574E-A661-CA08198A5000}" dt="2022-11-03T07:15:37.421" v="1820" actId="167"/>
        <pc:sldMkLst>
          <pc:docMk/>
          <pc:sldMk cId="2626938194" sldId="611"/>
        </pc:sldMkLst>
        <pc:spChg chg="mod">
          <ac:chgData name="Hieu Do" userId="8091c26b-a61d-4e97-addd-a670c191ef7c" providerId="ADAL" clId="{932127E5-FEE8-574E-A661-CA08198A5000}" dt="2022-11-03T07:14:39.335" v="1804" actId="164"/>
          <ac:spMkLst>
            <pc:docMk/>
            <pc:sldMk cId="2626938194" sldId="611"/>
            <ac:spMk id="9" creationId="{1D09C1C5-FA6D-704E-A539-B517548C9FC6}"/>
          </ac:spMkLst>
        </pc:spChg>
        <pc:spChg chg="mod">
          <ac:chgData name="Hieu Do" userId="8091c26b-a61d-4e97-addd-a670c191ef7c" providerId="ADAL" clId="{932127E5-FEE8-574E-A661-CA08198A5000}" dt="2022-11-03T07:15:13.553" v="1812" actId="164"/>
          <ac:spMkLst>
            <pc:docMk/>
            <pc:sldMk cId="2626938194" sldId="611"/>
            <ac:spMk id="22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07:15:13.553" v="1812" actId="164"/>
          <ac:spMkLst>
            <pc:docMk/>
            <pc:sldMk cId="2626938194" sldId="611"/>
            <ac:spMk id="23" creationId="{00000000-0000-0000-0000-000000000000}"/>
          </ac:spMkLst>
        </pc:spChg>
        <pc:grpChg chg="mod">
          <ac:chgData name="Hieu Do" userId="8091c26b-a61d-4e97-addd-a670c191ef7c" providerId="ADAL" clId="{932127E5-FEE8-574E-A661-CA08198A5000}" dt="2022-11-03T07:14:39.335" v="1804" actId="164"/>
          <ac:grpSpMkLst>
            <pc:docMk/>
            <pc:sldMk cId="2626938194" sldId="611"/>
            <ac:grpSpMk id="6" creationId="{00000000-0000-0000-0000-000000000000}"/>
          </ac:grpSpMkLst>
        </pc:grpChg>
        <pc:grpChg chg="add mod">
          <ac:chgData name="Hieu Do" userId="8091c26b-a61d-4e97-addd-a670c191ef7c" providerId="ADAL" clId="{932127E5-FEE8-574E-A661-CA08198A5000}" dt="2022-11-03T07:15:13.553" v="1812" actId="164"/>
          <ac:grpSpMkLst>
            <pc:docMk/>
            <pc:sldMk cId="2626938194" sldId="611"/>
            <ac:grpSpMk id="7" creationId="{CC788D41-693D-0AF4-B822-940DC8F374E4}"/>
          </ac:grpSpMkLst>
        </pc:grpChg>
        <pc:grpChg chg="add mod">
          <ac:chgData name="Hieu Do" userId="8091c26b-a61d-4e97-addd-a670c191ef7c" providerId="ADAL" clId="{932127E5-FEE8-574E-A661-CA08198A5000}" dt="2022-11-03T07:15:37.421" v="1820" actId="167"/>
          <ac:grpSpMkLst>
            <pc:docMk/>
            <pc:sldMk cId="2626938194" sldId="611"/>
            <ac:grpSpMk id="10" creationId="{0DA23DB4-4EE5-7387-4AAE-5D2B8CDD6C15}"/>
          </ac:grpSpMkLst>
        </pc:grpChg>
      </pc:sldChg>
      <pc:sldChg chg="modAnim">
        <pc:chgData name="Hieu Do" userId="8091c26b-a61d-4e97-addd-a670c191ef7c" providerId="ADAL" clId="{932127E5-FEE8-574E-A661-CA08198A5000}" dt="2022-11-03T07:25:03.554" v="1825"/>
        <pc:sldMkLst>
          <pc:docMk/>
          <pc:sldMk cId="1705607294" sldId="612"/>
        </pc:sldMkLst>
      </pc:sldChg>
      <pc:sldChg chg="modAnim">
        <pc:chgData name="Hieu Do" userId="8091c26b-a61d-4e97-addd-a670c191ef7c" providerId="ADAL" clId="{932127E5-FEE8-574E-A661-CA08198A5000}" dt="2022-11-03T07:25:44.912" v="1831"/>
        <pc:sldMkLst>
          <pc:docMk/>
          <pc:sldMk cId="3683740403" sldId="613"/>
        </pc:sldMkLst>
      </pc:sldChg>
      <pc:sldChg chg="modAnim">
        <pc:chgData name="Hieu Do" userId="8091c26b-a61d-4e97-addd-a670c191ef7c" providerId="ADAL" clId="{932127E5-FEE8-574E-A661-CA08198A5000}" dt="2022-11-03T07:25:23.855" v="1828"/>
        <pc:sldMkLst>
          <pc:docMk/>
          <pc:sldMk cId="3162375445" sldId="614"/>
        </pc:sldMkLst>
      </pc:sldChg>
      <pc:sldChg chg="modAnim">
        <pc:chgData name="Hieu Do" userId="8091c26b-a61d-4e97-addd-a670c191ef7c" providerId="ADAL" clId="{932127E5-FEE8-574E-A661-CA08198A5000}" dt="2022-11-03T07:29:24.032" v="1845"/>
        <pc:sldMkLst>
          <pc:docMk/>
          <pc:sldMk cId="4143184985" sldId="616"/>
        </pc:sldMkLst>
      </pc:sldChg>
      <pc:sldChg chg="modAnim">
        <pc:chgData name="Hieu Do" userId="8091c26b-a61d-4e97-addd-a670c191ef7c" providerId="ADAL" clId="{932127E5-FEE8-574E-A661-CA08198A5000}" dt="2022-11-03T07:34:56.376" v="1852"/>
        <pc:sldMkLst>
          <pc:docMk/>
          <pc:sldMk cId="1900708248" sldId="617"/>
        </pc:sldMkLst>
      </pc:sldChg>
      <pc:sldChg chg="modSp modAnim">
        <pc:chgData name="Hieu Do" userId="8091c26b-a61d-4e97-addd-a670c191ef7c" providerId="ADAL" clId="{932127E5-FEE8-574E-A661-CA08198A5000}" dt="2022-11-03T07:31:54.804" v="1850"/>
        <pc:sldMkLst>
          <pc:docMk/>
          <pc:sldMk cId="2969203005" sldId="618"/>
        </pc:sldMkLst>
        <pc:spChg chg="mod">
          <ac:chgData name="Hieu Do" userId="8091c26b-a61d-4e97-addd-a670c191ef7c" providerId="ADAL" clId="{932127E5-FEE8-574E-A661-CA08198A5000}" dt="2022-11-03T07:29:42.347" v="1847" actId="20577"/>
          <ac:spMkLst>
            <pc:docMk/>
            <pc:sldMk cId="2969203005" sldId="618"/>
            <ac:spMk id="7" creationId="{76B45F72-B7D9-8C2D-7F9D-267F14FACF91}"/>
          </ac:spMkLst>
        </pc:spChg>
      </pc:sldChg>
      <pc:sldChg chg="modAnim">
        <pc:chgData name="Hieu Do" userId="8091c26b-a61d-4e97-addd-a670c191ef7c" providerId="ADAL" clId="{932127E5-FEE8-574E-A661-CA08198A5000}" dt="2022-11-03T07:46:19.319" v="1871"/>
        <pc:sldMkLst>
          <pc:docMk/>
          <pc:sldMk cId="3279485023" sldId="619"/>
        </pc:sldMkLst>
      </pc:sldChg>
      <pc:sldChg chg="addSp modSp modAnim">
        <pc:chgData name="Hieu Do" userId="8091c26b-a61d-4e97-addd-a670c191ef7c" providerId="ADAL" clId="{932127E5-FEE8-574E-A661-CA08198A5000}" dt="2022-11-03T07:50:44.384" v="1883"/>
        <pc:sldMkLst>
          <pc:docMk/>
          <pc:sldMk cId="3153732401" sldId="620"/>
        </pc:sldMkLst>
        <pc:spChg chg="mod">
          <ac:chgData name="Hieu Do" userId="8091c26b-a61d-4e97-addd-a670c191ef7c" providerId="ADAL" clId="{932127E5-FEE8-574E-A661-CA08198A5000}" dt="2022-11-03T07:50:14.882" v="1881" actId="164"/>
          <ac:spMkLst>
            <pc:docMk/>
            <pc:sldMk cId="3153732401" sldId="620"/>
            <ac:spMk id="18" creationId="{3FB70E16-3D88-44D0-9EC4-90BB4AD194C0}"/>
          </ac:spMkLst>
        </pc:spChg>
        <pc:grpChg chg="add mod">
          <ac:chgData name="Hieu Do" userId="8091c26b-a61d-4e97-addd-a670c191ef7c" providerId="ADAL" clId="{932127E5-FEE8-574E-A661-CA08198A5000}" dt="2022-11-03T07:50:14.882" v="1881" actId="164"/>
          <ac:grpSpMkLst>
            <pc:docMk/>
            <pc:sldMk cId="3153732401" sldId="620"/>
            <ac:grpSpMk id="5" creationId="{01394CAE-4F99-254C-2F8B-B80608EA8ECF}"/>
          </ac:grpSpMkLst>
        </pc:grpChg>
        <pc:picChg chg="mod">
          <ac:chgData name="Hieu Do" userId="8091c26b-a61d-4e97-addd-a670c191ef7c" providerId="ADAL" clId="{932127E5-FEE8-574E-A661-CA08198A5000}" dt="2022-11-03T07:50:14.882" v="1881" actId="164"/>
          <ac:picMkLst>
            <pc:docMk/>
            <pc:sldMk cId="3153732401" sldId="620"/>
            <ac:picMk id="17" creationId="{832E89E2-3B2D-4581-89B6-94F5F2B68555}"/>
          </ac:picMkLst>
        </pc:picChg>
      </pc:sldChg>
      <pc:sldChg chg="modAnim">
        <pc:chgData name="Hieu Do" userId="8091c26b-a61d-4e97-addd-a670c191ef7c" providerId="ADAL" clId="{932127E5-FEE8-574E-A661-CA08198A5000}" dt="2022-11-03T07:51:56.680" v="1887"/>
        <pc:sldMkLst>
          <pc:docMk/>
          <pc:sldMk cId="3692019871" sldId="621"/>
        </pc:sldMkLst>
      </pc:sldChg>
      <pc:sldChg chg="modAnim">
        <pc:chgData name="Hieu Do" userId="8091c26b-a61d-4e97-addd-a670c191ef7c" providerId="ADAL" clId="{932127E5-FEE8-574E-A661-CA08198A5000}" dt="2022-11-03T07:55:11.582" v="1893"/>
        <pc:sldMkLst>
          <pc:docMk/>
          <pc:sldMk cId="3248236184" sldId="622"/>
        </pc:sldMkLst>
      </pc:sldChg>
      <pc:sldChg chg="modAnim">
        <pc:chgData name="Hieu Do" userId="8091c26b-a61d-4e97-addd-a670c191ef7c" providerId="ADAL" clId="{932127E5-FEE8-574E-A661-CA08198A5000}" dt="2022-11-03T08:08:39.045" v="1901"/>
        <pc:sldMkLst>
          <pc:docMk/>
          <pc:sldMk cId="1006949670" sldId="623"/>
        </pc:sldMkLst>
      </pc:sldChg>
      <pc:sldChg chg="modSp modAnim">
        <pc:chgData name="Hieu Do" userId="8091c26b-a61d-4e97-addd-a670c191ef7c" providerId="ADAL" clId="{932127E5-FEE8-574E-A661-CA08198A5000}" dt="2022-11-03T07:28:13.386" v="1840"/>
        <pc:sldMkLst>
          <pc:docMk/>
          <pc:sldMk cId="3640372550" sldId="624"/>
        </pc:sldMkLst>
        <pc:spChg chg="mod">
          <ac:chgData name="Hieu Do" userId="8091c26b-a61d-4e97-addd-a670c191ef7c" providerId="ADAL" clId="{932127E5-FEE8-574E-A661-CA08198A5000}" dt="2022-11-03T07:27:53.623" v="1839" actId="20577"/>
          <ac:spMkLst>
            <pc:docMk/>
            <pc:sldMk cId="3640372550" sldId="624"/>
            <ac:spMk id="27" creationId="{00000000-0000-0000-0000-000000000000}"/>
          </ac:spMkLst>
        </pc:spChg>
      </pc:sldChg>
      <pc:sldChg chg="addSp modSp modAnim">
        <pc:chgData name="Hieu Do" userId="8091c26b-a61d-4e97-addd-a670c191ef7c" providerId="ADAL" clId="{932127E5-FEE8-574E-A661-CA08198A5000}" dt="2022-11-03T12:51:15.670" v="1913"/>
        <pc:sldMkLst>
          <pc:docMk/>
          <pc:sldMk cId="180761833" sldId="625"/>
        </pc:sldMkLst>
        <pc:spChg chg="mod">
          <ac:chgData name="Hieu Do" userId="8091c26b-a61d-4e97-addd-a670c191ef7c" providerId="ADAL" clId="{932127E5-FEE8-574E-A661-CA08198A5000}" dt="2022-11-03T12:47:27.134" v="1904" actId="164"/>
          <ac:spMkLst>
            <pc:docMk/>
            <pc:sldMk cId="180761833" sldId="625"/>
            <ac:spMk id="16" creationId="{F27F616D-E1D8-479B-857A-5A2EC4ADF707}"/>
          </ac:spMkLst>
        </pc:spChg>
        <pc:spChg chg="mod">
          <ac:chgData name="Hieu Do" userId="8091c26b-a61d-4e97-addd-a670c191ef7c" providerId="ADAL" clId="{932127E5-FEE8-574E-A661-CA08198A5000}" dt="2022-11-03T12:47:27.134" v="1904" actId="164"/>
          <ac:spMkLst>
            <pc:docMk/>
            <pc:sldMk cId="180761833" sldId="625"/>
            <ac:spMk id="24" creationId="{4F65A471-537A-4C59-9AA3-AEA05D685968}"/>
          </ac:spMkLst>
        </pc:spChg>
        <pc:spChg chg="mod">
          <ac:chgData name="Hieu Do" userId="8091c26b-a61d-4e97-addd-a670c191ef7c" providerId="ADAL" clId="{932127E5-FEE8-574E-A661-CA08198A5000}" dt="2022-11-03T12:47:27.134" v="1904" actId="164"/>
          <ac:spMkLst>
            <pc:docMk/>
            <pc:sldMk cId="180761833" sldId="625"/>
            <ac:spMk id="25" creationId="{EEA676B0-1A6E-48BB-80B7-0C25C51110C8}"/>
          </ac:spMkLst>
        </pc:spChg>
        <pc:grpChg chg="add mod">
          <ac:chgData name="Hieu Do" userId="8091c26b-a61d-4e97-addd-a670c191ef7c" providerId="ADAL" clId="{932127E5-FEE8-574E-A661-CA08198A5000}" dt="2022-11-03T12:47:27.134" v="1904" actId="164"/>
          <ac:grpSpMkLst>
            <pc:docMk/>
            <pc:sldMk cId="180761833" sldId="625"/>
            <ac:grpSpMk id="3" creationId="{CD505306-6D98-B747-656C-1C80FE41B8C1}"/>
          </ac:grpSpMkLst>
        </pc:grpChg>
        <pc:grpChg chg="mod">
          <ac:chgData name="Hieu Do" userId="8091c26b-a61d-4e97-addd-a670c191ef7c" providerId="ADAL" clId="{932127E5-FEE8-574E-A661-CA08198A5000}" dt="2022-11-03T12:47:27.134" v="1904" actId="164"/>
          <ac:grpSpMkLst>
            <pc:docMk/>
            <pc:sldMk cId="180761833" sldId="625"/>
            <ac:grpSpMk id="17" creationId="{E2FDD50A-491F-40ED-AE7D-BF2C7AD17D35}"/>
          </ac:grpSpMkLst>
        </pc:grpChg>
      </pc:sldChg>
      <pc:sldChg chg="modAnim">
        <pc:chgData name="Hieu Do" userId="8091c26b-a61d-4e97-addd-a670c191ef7c" providerId="ADAL" clId="{932127E5-FEE8-574E-A661-CA08198A5000}" dt="2022-11-03T13:09:35.164" v="2001"/>
        <pc:sldMkLst>
          <pc:docMk/>
          <pc:sldMk cId="2648900258" sldId="626"/>
        </pc:sldMkLst>
      </pc:sldChg>
      <pc:sldChg chg="modAnim">
        <pc:chgData name="Hieu Do" userId="8091c26b-a61d-4e97-addd-a670c191ef7c" providerId="ADAL" clId="{932127E5-FEE8-574E-A661-CA08198A5000}" dt="2022-11-03T13:08:53.347" v="2000"/>
        <pc:sldMkLst>
          <pc:docMk/>
          <pc:sldMk cId="1256507390" sldId="627"/>
        </pc:sldMkLst>
      </pc:sldChg>
      <pc:sldChg chg="modAnim">
        <pc:chgData name="Hieu Do" userId="8091c26b-a61d-4e97-addd-a670c191ef7c" providerId="ADAL" clId="{932127E5-FEE8-574E-A661-CA08198A5000}" dt="2022-11-03T12:58:01.318" v="1930"/>
        <pc:sldMkLst>
          <pc:docMk/>
          <pc:sldMk cId="2625494010" sldId="628"/>
        </pc:sldMkLst>
      </pc:sldChg>
      <pc:sldChg chg="addSp modSp mod modAnim">
        <pc:chgData name="Hieu Do" userId="8091c26b-a61d-4e97-addd-a670c191ef7c" providerId="ADAL" clId="{932127E5-FEE8-574E-A661-CA08198A5000}" dt="2022-11-03T13:00:34.504" v="1941"/>
        <pc:sldMkLst>
          <pc:docMk/>
          <pc:sldMk cId="2833885452" sldId="629"/>
        </pc:sldMkLst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9" creationId="{6DEB4DAF-3E5F-4BCF-B012-3715A3F6C0EB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0" creationId="{07623498-6436-4A76-B86F-1A6F3F071F70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1" creationId="{9208D079-6417-4C72-A87E-9C1690C2240B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2" creationId="{ECACA88B-8CED-4386-9138-0D1E1C38CBBA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3" creationId="{C03C63E5-2C3B-458B-AD98-92866AE4C30B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5" creationId="{70B6795E-9987-41D6-B7F3-5C61F7C76B9B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6" creationId="{8CBEA63C-67BE-42CE-9897-E8B23AAF5264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18" creationId="{E23F2384-885B-4D3A-BBB2-BB6D7A0CC9CC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0" creationId="{7DDDCE0F-8531-49CA-AA1D-C2CB0FDA5A13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1" creationId="{8AFDB89F-15D1-4137-9178-FF544371EA05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2" creationId="{178B9450-AF62-4799-A961-0AE55432D5BD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3" creationId="{F64C3999-9A16-4F88-9DA7-015E3BE7C027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4" creationId="{E599706A-2E07-4F89-9F0C-A1BE4EEE7CE1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5" creationId="{3991C1D4-38C7-482B-B5A4-C5B242720E00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6" creationId="{87080A2B-D900-4861-A71A-C492713E81E6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7" creationId="{BA84BB2F-53A9-4CFF-B167-F206DA877283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8" creationId="{D436FD0E-D15E-4CEE-B354-2042513B424A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29" creationId="{7F44D2D3-C647-48BE-9C7D-E28F73FC81A3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0" creationId="{1EBE7B78-DE1D-42BB-890E-84F3E3D7A662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1" creationId="{E79016EB-E376-46F2-82D1-91E51D1408EA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2" creationId="{4E54E2EB-30CA-4B02-A2A6-D5D149751788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3" creationId="{F5C325BD-5AF6-4DFB-82E2-454B7EEE4996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4" creationId="{F777D1BD-5E3F-4CE3-BE22-B5168283355E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5" creationId="{B52461C2-BA3D-4212-9044-BC0647EF87BA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6" creationId="{C211DD63-4450-43B1-B555-076FB6EEF959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37" creationId="{C8898D02-F7A1-4796-A0F7-46A69A3975D0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40" creationId="{92BF6E4B-0FF7-46F5-B663-2CFC59CF1BDC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41" creationId="{54A44A45-DDAD-4226-AA6F-9B82DDF21B69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43" creationId="{828F6A3B-2E71-4766-B884-6FBDB60E8857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44" creationId="{C62ECD68-B67A-447B-80A1-928C0EBAE3CC}"/>
          </ac:spMkLst>
        </pc:spChg>
        <pc:spChg chg="mod">
          <ac:chgData name="Hieu Do" userId="8091c26b-a61d-4e97-addd-a670c191ef7c" providerId="ADAL" clId="{932127E5-FEE8-574E-A661-CA08198A5000}" dt="2022-11-03T12:59:25.021" v="1935" actId="164"/>
          <ac:spMkLst>
            <pc:docMk/>
            <pc:sldMk cId="2833885452" sldId="629"/>
            <ac:spMk id="45" creationId="{00000000-0000-0000-0000-000000000000}"/>
          </ac:spMkLst>
        </pc:spChg>
        <pc:grpChg chg="add mod">
          <ac:chgData name="Hieu Do" userId="8091c26b-a61d-4e97-addd-a670c191ef7c" providerId="ADAL" clId="{932127E5-FEE8-574E-A661-CA08198A5000}" dt="2022-11-03T12:59:25.021" v="1935" actId="164"/>
          <ac:grpSpMkLst>
            <pc:docMk/>
            <pc:sldMk cId="2833885452" sldId="629"/>
            <ac:grpSpMk id="3" creationId="{690ED0D7-CF2A-E347-F6C4-D224094A2C50}"/>
          </ac:grpSpMkLst>
        </pc:grpChg>
      </pc:sldChg>
      <pc:sldChg chg="delSp modSp mod modAnim">
        <pc:chgData name="Hieu Do" userId="8091c26b-a61d-4e97-addd-a670c191ef7c" providerId="ADAL" clId="{932127E5-FEE8-574E-A661-CA08198A5000}" dt="2022-11-03T12:57:11.091" v="1928"/>
        <pc:sldMkLst>
          <pc:docMk/>
          <pc:sldMk cId="1913097459" sldId="630"/>
        </pc:sldMkLst>
        <pc:spChg chg="mod">
          <ac:chgData name="Hieu Do" userId="8091c26b-a61d-4e97-addd-a670c191ef7c" providerId="ADAL" clId="{932127E5-FEE8-574E-A661-CA08198A5000}" dt="2022-11-03T12:55:36.794" v="1924" actId="1036"/>
          <ac:spMkLst>
            <pc:docMk/>
            <pc:sldMk cId="1913097459" sldId="630"/>
            <ac:spMk id="8" creationId="{C70B6A4A-4608-4AA4-A000-75438DE738A6}"/>
          </ac:spMkLst>
        </pc:spChg>
        <pc:spChg chg="del">
          <ac:chgData name="Hieu Do" userId="8091c26b-a61d-4e97-addd-a670c191ef7c" providerId="ADAL" clId="{932127E5-FEE8-574E-A661-CA08198A5000}" dt="2022-11-03T12:55:30.437" v="1921" actId="478"/>
          <ac:spMkLst>
            <pc:docMk/>
            <pc:sldMk cId="1913097459" sldId="630"/>
            <ac:spMk id="13" creationId="{00000000-0000-0000-0000-000000000000}"/>
          </ac:spMkLst>
        </pc:spChg>
      </pc:sldChg>
      <pc:sldChg chg="modAnim">
        <pc:chgData name="Hieu Do" userId="8091c26b-a61d-4e97-addd-a670c191ef7c" providerId="ADAL" clId="{932127E5-FEE8-574E-A661-CA08198A5000}" dt="2022-11-03T12:53:09.671" v="1919"/>
        <pc:sldMkLst>
          <pc:docMk/>
          <pc:sldMk cId="3080331287" sldId="631"/>
        </pc:sldMkLst>
      </pc:sldChg>
      <pc:sldChg chg="modSp mod modAnim">
        <pc:chgData name="Hieu Do" userId="8091c26b-a61d-4e97-addd-a670c191ef7c" providerId="ADAL" clId="{932127E5-FEE8-574E-A661-CA08198A5000}" dt="2022-11-03T13:03:06.256" v="1957"/>
        <pc:sldMkLst>
          <pc:docMk/>
          <pc:sldMk cId="3916364224" sldId="632"/>
        </pc:sldMkLst>
        <pc:spChg chg="mod">
          <ac:chgData name="Hieu Do" userId="8091c26b-a61d-4e97-addd-a670c191ef7c" providerId="ADAL" clId="{932127E5-FEE8-574E-A661-CA08198A5000}" dt="2022-11-03T13:02:08.367" v="1952" actId="20577"/>
          <ac:spMkLst>
            <pc:docMk/>
            <pc:sldMk cId="3916364224" sldId="632"/>
            <ac:spMk id="15" creationId="{B7BFE714-3F50-4630-983B-C00D48E11C6A}"/>
          </ac:spMkLst>
        </pc:spChg>
      </pc:sldChg>
      <pc:sldChg chg="modSp mod modAnim">
        <pc:chgData name="Hieu Do" userId="8091c26b-a61d-4e97-addd-a670c191ef7c" providerId="ADAL" clId="{932127E5-FEE8-574E-A661-CA08198A5000}" dt="2022-11-03T13:05:01.261" v="1984" actId="1036"/>
        <pc:sldMkLst>
          <pc:docMk/>
          <pc:sldMk cId="1188006764" sldId="633"/>
        </pc:sldMkLst>
        <pc:spChg chg="mod">
          <ac:chgData name="Hieu Do" userId="8091c26b-a61d-4e97-addd-a670c191ef7c" providerId="ADAL" clId="{932127E5-FEE8-574E-A661-CA08198A5000}" dt="2022-11-03T13:03:49.894" v="1969" actId="207"/>
          <ac:spMkLst>
            <pc:docMk/>
            <pc:sldMk cId="1188006764" sldId="633"/>
            <ac:spMk id="15" creationId="{B7BFE714-3F50-4630-983B-C00D48E11C6A}"/>
          </ac:spMkLst>
        </pc:spChg>
        <pc:spChg chg="mod">
          <ac:chgData name="Hieu Do" userId="8091c26b-a61d-4e97-addd-a670c191ef7c" providerId="ADAL" clId="{932127E5-FEE8-574E-A661-CA08198A5000}" dt="2022-11-03T13:05:01.261" v="1984" actId="1036"/>
          <ac:spMkLst>
            <pc:docMk/>
            <pc:sldMk cId="1188006764" sldId="633"/>
            <ac:spMk id="30" creationId="{00000000-0000-0000-0000-000000000000}"/>
          </ac:spMkLst>
        </pc:spChg>
      </pc:sldChg>
      <pc:sldChg chg="modAnim">
        <pc:chgData name="Hieu Do" userId="8091c26b-a61d-4e97-addd-a670c191ef7c" providerId="ADAL" clId="{932127E5-FEE8-574E-A661-CA08198A5000}" dt="2022-11-03T13:13:06.319" v="2006"/>
        <pc:sldMkLst>
          <pc:docMk/>
          <pc:sldMk cId="4082070140" sldId="634"/>
        </pc:sldMkLst>
      </pc:sldChg>
      <pc:sldChg chg="modAnim">
        <pc:chgData name="Hieu Do" userId="8091c26b-a61d-4e97-addd-a670c191ef7c" providerId="ADAL" clId="{932127E5-FEE8-574E-A661-CA08198A5000}" dt="2022-11-03T13:14:01.993" v="2010"/>
        <pc:sldMkLst>
          <pc:docMk/>
          <pc:sldMk cId="2238318917" sldId="635"/>
        </pc:sldMkLst>
      </pc:sldChg>
      <pc:sldChg chg="modSp modAnim">
        <pc:chgData name="Hieu Do" userId="8091c26b-a61d-4e97-addd-a670c191ef7c" providerId="ADAL" clId="{932127E5-FEE8-574E-A661-CA08198A5000}" dt="2022-11-03T13:19:32.268" v="2020" actId="20577"/>
        <pc:sldMkLst>
          <pc:docMk/>
          <pc:sldMk cId="1622223868" sldId="636"/>
        </pc:sldMkLst>
        <pc:spChg chg="mod">
          <ac:chgData name="Hieu Do" userId="8091c26b-a61d-4e97-addd-a670c191ef7c" providerId="ADAL" clId="{932127E5-FEE8-574E-A661-CA08198A5000}" dt="2022-11-03T13:19:32.268" v="2020" actId="20577"/>
          <ac:spMkLst>
            <pc:docMk/>
            <pc:sldMk cId="1622223868" sldId="636"/>
            <ac:spMk id="11" creationId="{00000000-0000-0000-0000-000000000000}"/>
          </ac:spMkLst>
        </pc:spChg>
      </pc:sldChg>
      <pc:sldChg chg="addSp modSp mod modAnim">
        <pc:chgData name="Hieu Do" userId="8091c26b-a61d-4e97-addd-a670c191ef7c" providerId="ADAL" clId="{932127E5-FEE8-574E-A661-CA08198A5000}" dt="2022-11-03T13:06:30.426" v="1995"/>
        <pc:sldMkLst>
          <pc:docMk/>
          <pc:sldMk cId="1440365032" sldId="637"/>
        </pc:sldMkLst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5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55.718" v="1990" actId="164"/>
          <ac:spMkLst>
            <pc:docMk/>
            <pc:sldMk cId="1440365032" sldId="637"/>
            <ac:spMk id="6" creationId="{B7BFE714-3F50-4630-983B-C00D48E11C6A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9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2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3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5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6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7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18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20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21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22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24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05:35.684" v="1987" actId="1076"/>
          <ac:spMkLst>
            <pc:docMk/>
            <pc:sldMk cId="1440365032" sldId="637"/>
            <ac:spMk id="25" creationId="{00000000-0000-0000-0000-000000000000}"/>
          </ac:spMkLst>
        </pc:spChg>
        <pc:grpChg chg="add mod">
          <ac:chgData name="Hieu Do" userId="8091c26b-a61d-4e97-addd-a670c191ef7c" providerId="ADAL" clId="{932127E5-FEE8-574E-A661-CA08198A5000}" dt="2022-11-03T13:05:55.718" v="1990" actId="164"/>
          <ac:grpSpMkLst>
            <pc:docMk/>
            <pc:sldMk cId="1440365032" sldId="637"/>
            <ac:grpSpMk id="2" creationId="{C96CCD96-33C2-DBE5-9A74-6506B0BCFFBC}"/>
          </ac:grpSpMkLst>
        </pc:grpChg>
        <pc:grpChg chg="mod">
          <ac:chgData name="Hieu Do" userId="8091c26b-a61d-4e97-addd-a670c191ef7c" providerId="ADAL" clId="{932127E5-FEE8-574E-A661-CA08198A5000}" dt="2022-11-03T13:05:55.718" v="1990" actId="164"/>
          <ac:grpSpMkLst>
            <pc:docMk/>
            <pc:sldMk cId="1440365032" sldId="637"/>
            <ac:grpSpMk id="28" creationId="{00000000-0000-0000-0000-000000000000}"/>
          </ac:grpSpMkLst>
        </pc:grpChg>
        <pc:picChg chg="mod">
          <ac:chgData name="Hieu Do" userId="8091c26b-a61d-4e97-addd-a670c191ef7c" providerId="ADAL" clId="{932127E5-FEE8-574E-A661-CA08198A5000}" dt="2022-11-03T13:05:35.684" v="1987" actId="1076"/>
          <ac:picMkLst>
            <pc:docMk/>
            <pc:sldMk cId="1440365032" sldId="637"/>
            <ac:picMk id="3" creationId="{00000000-0000-0000-0000-000000000000}"/>
          </ac:picMkLst>
        </pc:picChg>
        <pc:cxnChg chg="mod">
          <ac:chgData name="Hieu Do" userId="8091c26b-a61d-4e97-addd-a670c191ef7c" providerId="ADAL" clId="{932127E5-FEE8-574E-A661-CA08198A5000}" dt="2022-11-03T13:05:35.684" v="1987" actId="1076"/>
          <ac:cxnSpMkLst>
            <pc:docMk/>
            <pc:sldMk cId="1440365032" sldId="637"/>
            <ac:cxnSpMk id="11" creationId="{00000000-0000-0000-0000-000000000000}"/>
          </ac:cxnSpMkLst>
        </pc:cxnChg>
        <pc:cxnChg chg="mod">
          <ac:chgData name="Hieu Do" userId="8091c26b-a61d-4e97-addd-a670c191ef7c" providerId="ADAL" clId="{932127E5-FEE8-574E-A661-CA08198A5000}" dt="2022-11-03T13:05:35.684" v="1987" actId="1076"/>
          <ac:cxnSpMkLst>
            <pc:docMk/>
            <pc:sldMk cId="1440365032" sldId="637"/>
            <ac:cxnSpMk id="27" creationId="{00000000-0000-0000-0000-000000000000}"/>
          </ac:cxnSpMkLst>
        </pc:cxnChg>
      </pc:sldChg>
      <pc:sldChg chg="addSp modSp modAnim">
        <pc:chgData name="Hieu Do" userId="8091c26b-a61d-4e97-addd-a670c191ef7c" providerId="ADAL" clId="{932127E5-FEE8-574E-A661-CA08198A5000}" dt="2022-11-03T13:27:59.786" v="2025"/>
        <pc:sldMkLst>
          <pc:docMk/>
          <pc:sldMk cId="1823167843" sldId="640"/>
        </pc:sldMkLst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6" creationId="{154CD010-E31C-4644-BF5D-042D03AE67EB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8" creationId="{EC15C908-C604-4DB2-A32F-95FB0573E22B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9" creationId="{1232BD13-D2C0-46CE-9E06-BD7564F75C3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0" creationId="{5259FF7C-ACA5-4238-BA60-879E9DE094E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1" creationId="{A21D045A-22F3-4B53-9365-D489AEE4859C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2" creationId="{72CBEFF8-74AE-467F-953C-4F51375D260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3" creationId="{67045A9F-7B6E-497F-8EDC-DA3ABF698B48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5" creationId="{9BB51442-75C8-469C-8B31-2071A4215FF3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6" creationId="{BCED6954-54DA-4943-8FFE-B8DFF49EBE7B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7" creationId="{ACC0D1D4-33C9-4950-86BB-CD52A59487EE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18" creationId="{7320BCC4-B494-4E90-8044-9FA77AA74B18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0" creationId="{70DE3315-43B7-4986-8601-67BF1BFA815B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1" creationId="{ADC676F6-2C5C-40AC-934B-360F4737FD4A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2" creationId="{977FA7A0-E630-40A5-9833-62A476BA2AD5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3" creationId="{3F4B5FFB-D77D-4652-B5CE-BDCC7A0E0647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4" creationId="{A59FF598-5C00-45EA-8BFF-C6B65D3792E0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5" creationId="{C578951B-D3E7-4FA0-9061-324EB4E5CD83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6" creationId="{93C12FFE-FE86-4DC4-BE78-B6DEA7AB0AAD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7" creationId="{CF41C9D7-FF76-48AA-ADA4-183320AFA5C5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8" creationId="{C73B936E-D1EB-4472-9A2C-5F5DACA852CF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29" creationId="{6C9756AE-5AF0-425C-934C-D1D596395502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0" creationId="{EE659CBC-8EC7-4C43-B40A-3D8FC7B84125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1" creationId="{67BC3B71-660D-4459-8926-66013089D963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2" creationId="{272FA855-06BB-4685-AB4D-61D605EBE71D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3" creationId="{56A9E3D2-2D64-426B-9D38-A66AF07CF25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4" creationId="{0FF510FA-24B9-424E-87BA-AA34E02F250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5" creationId="{8B81A117-F3A7-4F11-885F-9406E3B0C1D2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6" creationId="{B9135402-3DBE-47D3-906A-0285B45C430A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7" creationId="{E80170F8-A48E-4F22-B555-50C48D07B409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8" creationId="{09C901FA-D0F0-4F24-840D-6F35AF2D4268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39" creationId="{F33139F3-9554-46ED-AEC6-3E3355E205AD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40" creationId="{80C6FC3E-4B81-497B-A8D1-7C44858C1A66}"/>
          </ac:spMkLst>
        </pc:spChg>
        <pc:spChg chg="mod">
          <ac:chgData name="Hieu Do" userId="8091c26b-a61d-4e97-addd-a670c191ef7c" providerId="ADAL" clId="{932127E5-FEE8-574E-A661-CA08198A5000}" dt="2022-11-03T13:27:43.548" v="2021" actId="164"/>
          <ac:spMkLst>
            <pc:docMk/>
            <pc:sldMk cId="1823167843" sldId="640"/>
            <ac:spMk id="41" creationId="{90282E8C-E9B4-4CDF-B764-066CC7DA3173}"/>
          </ac:spMkLst>
        </pc:spChg>
        <pc:grpChg chg="add mod">
          <ac:chgData name="Hieu Do" userId="8091c26b-a61d-4e97-addd-a670c191ef7c" providerId="ADAL" clId="{932127E5-FEE8-574E-A661-CA08198A5000}" dt="2022-11-03T13:27:43.548" v="2021" actId="164"/>
          <ac:grpSpMkLst>
            <pc:docMk/>
            <pc:sldMk cId="1823167843" sldId="640"/>
            <ac:grpSpMk id="2" creationId="{3893979B-34DF-C536-DEE0-ED6D79E03239}"/>
          </ac:grpSpMkLst>
        </pc:grpChg>
      </pc:sldChg>
      <pc:sldChg chg="modAnim">
        <pc:chgData name="Hieu Do" userId="8091c26b-a61d-4e97-addd-a670c191ef7c" providerId="ADAL" clId="{932127E5-FEE8-574E-A661-CA08198A5000}" dt="2022-11-03T13:32:16.965" v="2036"/>
        <pc:sldMkLst>
          <pc:docMk/>
          <pc:sldMk cId="969794182" sldId="641"/>
        </pc:sldMkLst>
      </pc:sldChg>
      <pc:sldChg chg="modAnim">
        <pc:chgData name="Hieu Do" userId="8091c26b-a61d-4e97-addd-a670c191ef7c" providerId="ADAL" clId="{932127E5-FEE8-574E-A661-CA08198A5000}" dt="2022-11-03T13:32:42.615" v="2039"/>
        <pc:sldMkLst>
          <pc:docMk/>
          <pc:sldMk cId="3616123129" sldId="642"/>
        </pc:sldMkLst>
      </pc:sldChg>
      <pc:sldChg chg="modAnim">
        <pc:chgData name="Hieu Do" userId="8091c26b-a61d-4e97-addd-a670c191ef7c" providerId="ADAL" clId="{932127E5-FEE8-574E-A661-CA08198A5000}" dt="2022-11-03T13:31:15.840" v="2033"/>
        <pc:sldMkLst>
          <pc:docMk/>
          <pc:sldMk cId="2896202081" sldId="643"/>
        </pc:sldMkLst>
      </pc:sldChg>
      <pc:sldChg chg="modSp mod modAnim">
        <pc:chgData name="Hieu Do" userId="8091c26b-a61d-4e97-addd-a670c191ef7c" providerId="ADAL" clId="{932127E5-FEE8-574E-A661-CA08198A5000}" dt="2022-11-03T08:08:06.055" v="1899"/>
        <pc:sldMkLst>
          <pc:docMk/>
          <pc:sldMk cId="2212740331" sldId="644"/>
        </pc:sldMkLst>
        <pc:grpChg chg="mod">
          <ac:chgData name="Hieu Do" userId="8091c26b-a61d-4e97-addd-a670c191ef7c" providerId="ADAL" clId="{932127E5-FEE8-574E-A661-CA08198A5000}" dt="2022-11-03T08:07:44.371" v="1895" actId="1076"/>
          <ac:grpSpMkLst>
            <pc:docMk/>
            <pc:sldMk cId="2212740331" sldId="644"/>
            <ac:grpSpMk id="13" creationId="{00000000-0000-0000-0000-000000000000}"/>
          </ac:grpSpMkLst>
        </pc:grpChg>
      </pc:sldChg>
      <pc:sldChg chg="addSp modSp mod modAnim">
        <pc:chgData name="Hieu Do" userId="8091c26b-a61d-4e97-addd-a670c191ef7c" providerId="ADAL" clId="{932127E5-FEE8-574E-A661-CA08198A5000}" dt="2022-11-03T13:37:59.256" v="2060"/>
        <pc:sldMkLst>
          <pc:docMk/>
          <pc:sldMk cId="2224511901" sldId="645"/>
        </pc:sldMkLst>
        <pc:spChg chg="mod">
          <ac:chgData name="Hieu Do" userId="8091c26b-a61d-4e97-addd-a670c191ef7c" providerId="ADAL" clId="{932127E5-FEE8-574E-A661-CA08198A5000}" dt="2022-11-03T13:37:24.348" v="2055" actId="164"/>
          <ac:spMkLst>
            <pc:docMk/>
            <pc:sldMk cId="2224511901" sldId="645"/>
            <ac:spMk id="2" creationId="{00000000-0000-0000-0000-000000000000}"/>
          </ac:spMkLst>
        </pc:spChg>
        <pc:spChg chg="mod">
          <ac:chgData name="Hieu Do" userId="8091c26b-a61d-4e97-addd-a670c191ef7c" providerId="ADAL" clId="{932127E5-FEE8-574E-A661-CA08198A5000}" dt="2022-11-03T13:37:24.348" v="2055" actId="164"/>
          <ac:spMkLst>
            <pc:docMk/>
            <pc:sldMk cId="2224511901" sldId="645"/>
            <ac:spMk id="24" creationId="{ED96642A-1168-4E10-AA3D-6865EA1649D6}"/>
          </ac:spMkLst>
        </pc:spChg>
        <pc:spChg chg="mod">
          <ac:chgData name="Hieu Do" userId="8091c26b-a61d-4e97-addd-a670c191ef7c" providerId="ADAL" clId="{932127E5-FEE8-574E-A661-CA08198A5000}" dt="2022-11-03T13:37:24.348" v="2055" actId="164"/>
          <ac:spMkLst>
            <pc:docMk/>
            <pc:sldMk cId="2224511901" sldId="645"/>
            <ac:spMk id="25" creationId="{ED96642A-1168-4E10-AA3D-6865EA1649D6}"/>
          </ac:spMkLst>
        </pc:spChg>
        <pc:spChg chg="mod">
          <ac:chgData name="Hieu Do" userId="8091c26b-a61d-4e97-addd-a670c191ef7c" providerId="ADAL" clId="{932127E5-FEE8-574E-A661-CA08198A5000}" dt="2022-11-03T13:37:24.348" v="2055" actId="164"/>
          <ac:spMkLst>
            <pc:docMk/>
            <pc:sldMk cId="2224511901" sldId="645"/>
            <ac:spMk id="26" creationId="{ED96642A-1168-4E10-AA3D-6865EA1649D6}"/>
          </ac:spMkLst>
        </pc:spChg>
        <pc:spChg chg="mod">
          <ac:chgData name="Hieu Do" userId="8091c26b-a61d-4e97-addd-a670c191ef7c" providerId="ADAL" clId="{932127E5-FEE8-574E-A661-CA08198A5000}" dt="2022-11-03T13:37:41.843" v="2057" actId="1076"/>
          <ac:spMkLst>
            <pc:docMk/>
            <pc:sldMk cId="2224511901" sldId="645"/>
            <ac:spMk id="27" creationId="{ED96642A-1168-4E10-AA3D-6865EA1649D6}"/>
          </ac:spMkLst>
        </pc:spChg>
        <pc:spChg chg="mod">
          <ac:chgData name="Hieu Do" userId="8091c26b-a61d-4e97-addd-a670c191ef7c" providerId="ADAL" clId="{932127E5-FEE8-574E-A661-CA08198A5000}" dt="2022-11-03T13:37:47.697" v="2058" actId="1076"/>
          <ac:spMkLst>
            <pc:docMk/>
            <pc:sldMk cId="2224511901" sldId="645"/>
            <ac:spMk id="28" creationId="{ED96642A-1168-4E10-AA3D-6865EA1649D6}"/>
          </ac:spMkLst>
        </pc:spChg>
        <pc:grpChg chg="add mod">
          <ac:chgData name="Hieu Do" userId="8091c26b-a61d-4e97-addd-a670c191ef7c" providerId="ADAL" clId="{932127E5-FEE8-574E-A661-CA08198A5000}" dt="2022-11-03T13:37:24.348" v="2055" actId="164"/>
          <ac:grpSpMkLst>
            <pc:docMk/>
            <pc:sldMk cId="2224511901" sldId="645"/>
            <ac:grpSpMk id="3" creationId="{2D25C512-8F29-4AF0-CB55-B83A2AF04EC6}"/>
          </ac:grpSpMkLst>
        </pc:grpChg>
      </pc:sldChg>
      <pc:sldChg chg="modAnim">
        <pc:chgData name="Hieu Do" userId="8091c26b-a61d-4e97-addd-a670c191ef7c" providerId="ADAL" clId="{932127E5-FEE8-574E-A661-CA08198A5000}" dt="2022-11-03T13:39:42.771" v="2068"/>
        <pc:sldMkLst>
          <pc:docMk/>
          <pc:sldMk cId="3334242684" sldId="646"/>
        </pc:sldMkLst>
      </pc:sldChg>
      <pc:sldChg chg="modAnim">
        <pc:chgData name="Hieu Do" userId="8091c26b-a61d-4e97-addd-a670c191ef7c" providerId="ADAL" clId="{932127E5-FEE8-574E-A661-CA08198A5000}" dt="2022-11-03T13:40:34.927" v="2071"/>
        <pc:sldMkLst>
          <pc:docMk/>
          <pc:sldMk cId="2615625554" sldId="647"/>
        </pc:sldMkLst>
      </pc:sldChg>
      <pc:sldChg chg="modAnim">
        <pc:chgData name="Hieu Do" userId="8091c26b-a61d-4e97-addd-a670c191ef7c" providerId="ADAL" clId="{932127E5-FEE8-574E-A661-CA08198A5000}" dt="2022-11-03T13:35:07.133" v="2044"/>
        <pc:sldMkLst>
          <pc:docMk/>
          <pc:sldMk cId="2758835839" sldId="648"/>
        </pc:sldMkLst>
      </pc:sldChg>
      <pc:sldChg chg="modAnim">
        <pc:chgData name="Hieu Do" userId="8091c26b-a61d-4e97-addd-a670c191ef7c" providerId="ADAL" clId="{932127E5-FEE8-574E-A661-CA08198A5000}" dt="2022-11-03T13:43:02.462" v="2075"/>
        <pc:sldMkLst>
          <pc:docMk/>
          <pc:sldMk cId="2571038049" sldId="649"/>
        </pc:sldMkLst>
      </pc:sldChg>
      <pc:sldChg chg="modAnim">
        <pc:chgData name="Hieu Do" userId="8091c26b-a61d-4e97-addd-a670c191ef7c" providerId="ADAL" clId="{932127E5-FEE8-574E-A661-CA08198A5000}" dt="2022-11-03T13:53:34.723" v="2096"/>
        <pc:sldMkLst>
          <pc:docMk/>
          <pc:sldMk cId="1781305833" sldId="651"/>
        </pc:sldMkLst>
      </pc:sldChg>
      <pc:sldChg chg="modAnim">
        <pc:chgData name="Hieu Do" userId="8091c26b-a61d-4e97-addd-a670c191ef7c" providerId="ADAL" clId="{932127E5-FEE8-574E-A661-CA08198A5000}" dt="2022-11-03T13:48:46.308" v="2087"/>
        <pc:sldMkLst>
          <pc:docMk/>
          <pc:sldMk cId="757681537" sldId="652"/>
        </pc:sldMkLst>
      </pc:sldChg>
      <pc:sldChg chg="modAnim">
        <pc:chgData name="Hieu Do" userId="8091c26b-a61d-4e97-addd-a670c191ef7c" providerId="ADAL" clId="{932127E5-FEE8-574E-A661-CA08198A5000}" dt="2022-11-03T13:50:52.202" v="2091"/>
        <pc:sldMkLst>
          <pc:docMk/>
          <pc:sldMk cId="4068856773" sldId="653"/>
        </pc:sldMkLst>
      </pc:sldChg>
      <pc:sldChg chg="modAnim">
        <pc:chgData name="Hieu Do" userId="8091c26b-a61d-4e97-addd-a670c191ef7c" providerId="ADAL" clId="{932127E5-FEE8-574E-A661-CA08198A5000}" dt="2022-11-03T13:55:04.918" v="2099"/>
        <pc:sldMkLst>
          <pc:docMk/>
          <pc:sldMk cId="1675025789" sldId="654"/>
        </pc:sldMkLst>
      </pc:sldChg>
      <pc:sldChg chg="modSp modAnim">
        <pc:chgData name="Hieu Do" userId="8091c26b-a61d-4e97-addd-a670c191ef7c" providerId="ADAL" clId="{932127E5-FEE8-574E-A661-CA08198A5000}" dt="2022-11-21T01:22:34.245" v="2312" actId="20577"/>
        <pc:sldMkLst>
          <pc:docMk/>
          <pc:sldMk cId="3971443528" sldId="655"/>
        </pc:sldMkLst>
        <pc:spChg chg="mod">
          <ac:chgData name="Hieu Do" userId="8091c26b-a61d-4e97-addd-a670c191ef7c" providerId="ADAL" clId="{932127E5-FEE8-574E-A661-CA08198A5000}" dt="2022-11-21T01:22:34.245" v="2312" actId="20577"/>
          <ac:spMkLst>
            <pc:docMk/>
            <pc:sldMk cId="3971443528" sldId="655"/>
            <ac:spMk id="26" creationId="{55A8B8E1-66BF-4EA9-85D7-73D1383AA5E5}"/>
          </ac:spMkLst>
        </pc:spChg>
        <pc:spChg chg="mod">
          <ac:chgData name="Hieu Do" userId="8091c26b-a61d-4e97-addd-a670c191ef7c" providerId="ADAL" clId="{932127E5-FEE8-574E-A661-CA08198A5000}" dt="2022-11-21T01:22:31.583" v="2310" actId="20577"/>
          <ac:spMkLst>
            <pc:docMk/>
            <pc:sldMk cId="3971443528" sldId="655"/>
            <ac:spMk id="27" creationId="{55A8B8E1-66BF-4EA9-85D7-73D1383AA5E5}"/>
          </ac:spMkLst>
        </pc:spChg>
      </pc:sldChg>
      <pc:sldChg chg="modAnim">
        <pc:chgData name="Hieu Do" userId="8091c26b-a61d-4e97-addd-a670c191ef7c" providerId="ADAL" clId="{932127E5-FEE8-574E-A661-CA08198A5000}" dt="2022-11-03T13:55:37.755" v="2103"/>
        <pc:sldMkLst>
          <pc:docMk/>
          <pc:sldMk cId="1198829861" sldId="657"/>
        </pc:sldMkLst>
      </pc:sldChg>
      <pc:sldChg chg="modAnim">
        <pc:chgData name="Hieu Do" userId="8091c26b-a61d-4e97-addd-a670c191ef7c" providerId="ADAL" clId="{932127E5-FEE8-574E-A661-CA08198A5000}" dt="2022-11-03T13:56:43.867" v="2108"/>
        <pc:sldMkLst>
          <pc:docMk/>
          <pc:sldMk cId="4239240833" sldId="659"/>
        </pc:sldMkLst>
      </pc:sldChg>
      <pc:sldChg chg="modAnim">
        <pc:chgData name="Hieu Do" userId="8091c26b-a61d-4e97-addd-a670c191ef7c" providerId="ADAL" clId="{932127E5-FEE8-574E-A661-CA08198A5000}" dt="2022-11-03T13:57:47.035" v="2112"/>
        <pc:sldMkLst>
          <pc:docMk/>
          <pc:sldMk cId="3653939671" sldId="660"/>
        </pc:sldMkLst>
      </pc:sldChg>
      <pc:sldChg chg="delSp modSp add mod modAnim">
        <pc:chgData name="Hieu Do" userId="8091c26b-a61d-4e97-addd-a670c191ef7c" providerId="ADAL" clId="{932127E5-FEE8-574E-A661-CA08198A5000}" dt="2022-11-03T14:08:55.410" v="2117" actId="1076"/>
        <pc:sldMkLst>
          <pc:docMk/>
          <pc:sldMk cId="1943201252" sldId="661"/>
        </pc:sldMkLst>
        <pc:spChg chg="del">
          <ac:chgData name="Hieu Do" userId="8091c26b-a61d-4e97-addd-a670c191ef7c" providerId="ADAL" clId="{932127E5-FEE8-574E-A661-CA08198A5000}" dt="2022-11-03T14:08:51.100" v="2116" actId="478"/>
          <ac:spMkLst>
            <pc:docMk/>
            <pc:sldMk cId="1943201252" sldId="661"/>
            <ac:spMk id="10" creationId="{1D09C1C5-FA6D-704E-A539-B517548C9FC6}"/>
          </ac:spMkLst>
        </pc:spChg>
        <pc:graphicFrameChg chg="mod">
          <ac:chgData name="Hieu Do" userId="8091c26b-a61d-4e97-addd-a670c191ef7c" providerId="ADAL" clId="{932127E5-FEE8-574E-A661-CA08198A5000}" dt="2022-11-03T14:08:55.410" v="2117" actId="1076"/>
          <ac:graphicFrameMkLst>
            <pc:docMk/>
            <pc:sldMk cId="1943201252" sldId="661"/>
            <ac:graphicFrameMk id="2" creationId="{00000000-0000-0000-0000-000000000000}"/>
          </ac:graphicFrameMkLst>
        </pc:graphicFrameChg>
      </pc:sldChg>
    </pc:docChg>
  </pc:docChgLst>
  <pc:docChgLst>
    <pc:chgData name="Hieu Do" userId="8091c26b-a61d-4e97-addd-a670c191ef7c" providerId="ADAL" clId="{4D0DDFEC-16B5-E543-8C81-4DE67122FE3C}"/>
    <pc:docChg chg="undo custSel addSld modSld sldOrd">
      <pc:chgData name="Hieu Do" userId="8091c26b-a61d-4e97-addd-a670c191ef7c" providerId="ADAL" clId="{4D0DDFEC-16B5-E543-8C81-4DE67122FE3C}" dt="2022-06-30T01:52:09.115" v="1171" actId="207"/>
      <pc:docMkLst>
        <pc:docMk/>
      </pc:docMkLst>
      <pc:sldChg chg="modSp mod">
        <pc:chgData name="Hieu Do" userId="8091c26b-a61d-4e97-addd-a670c191ef7c" providerId="ADAL" clId="{4D0DDFEC-16B5-E543-8C81-4DE67122FE3C}" dt="2022-06-30T01:40:35.523" v="1074" actId="20577"/>
        <pc:sldMkLst>
          <pc:docMk/>
          <pc:sldMk cId="2175107412" sldId="256"/>
        </pc:sldMkLst>
        <pc:spChg chg="mod">
          <ac:chgData name="Hieu Do" userId="8091c26b-a61d-4e97-addd-a670c191ef7c" providerId="ADAL" clId="{4D0DDFEC-16B5-E543-8C81-4DE67122FE3C}" dt="2022-06-30T01:40:35.523" v="1074" actId="2057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4D0DDFEC-16B5-E543-8C81-4DE67122FE3C}" dt="2022-06-30T01:48:55.231" v="1158" actId="20577"/>
        <pc:sldMkLst>
          <pc:docMk/>
          <pc:sldMk cId="1632588312" sldId="534"/>
        </pc:sldMkLst>
        <pc:spChg chg="add del mod">
          <ac:chgData name="Hieu Do" userId="8091c26b-a61d-4e97-addd-a670c191ef7c" providerId="ADAL" clId="{4D0DDFEC-16B5-E543-8C81-4DE67122FE3C}" dt="2022-06-30T01:42:14.851" v="1079" actId="478"/>
          <ac:spMkLst>
            <pc:docMk/>
            <pc:sldMk cId="1632588312" sldId="534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30T01:48:55.231" v="1158" actId="20577"/>
          <ac:spMkLst>
            <pc:docMk/>
            <pc:sldMk cId="1632588312" sldId="534"/>
            <ac:spMk id="7" creationId="{76B45F72-B7D9-8C2D-7F9D-267F14FACF91}"/>
          </ac:spMkLst>
        </pc:spChg>
        <pc:spChg chg="add del mod">
          <ac:chgData name="Hieu Do" userId="8091c26b-a61d-4e97-addd-a670c191ef7c" providerId="ADAL" clId="{4D0DDFEC-16B5-E543-8C81-4DE67122FE3C}" dt="2022-06-30T01:47:00.226" v="1123" actId="478"/>
          <ac:spMkLst>
            <pc:docMk/>
            <pc:sldMk cId="1632588312" sldId="534"/>
            <ac:spMk id="8" creationId="{C7DF1DD6-685E-5161-58FF-88399932A612}"/>
          </ac:spMkLst>
        </pc:spChg>
        <pc:spChg chg="add del mod">
          <ac:chgData name="Hieu Do" userId="8091c26b-a61d-4e97-addd-a670c191ef7c" providerId="ADAL" clId="{4D0DDFEC-16B5-E543-8C81-4DE67122FE3C}" dt="2022-06-30T01:47:03.494" v="1125" actId="478"/>
          <ac:spMkLst>
            <pc:docMk/>
            <pc:sldMk cId="1632588312" sldId="534"/>
            <ac:spMk id="9" creationId="{6BFB2B7F-4DE9-F2CC-4304-BE9CDE6B3D92}"/>
          </ac:spMkLst>
        </pc:spChg>
        <pc:spChg chg="add mod">
          <ac:chgData name="Hieu Do" userId="8091c26b-a61d-4e97-addd-a670c191ef7c" providerId="ADAL" clId="{4D0DDFEC-16B5-E543-8C81-4DE67122FE3C}" dt="2022-06-30T01:48:39.739" v="1145" actId="14100"/>
          <ac:spMkLst>
            <pc:docMk/>
            <pc:sldMk cId="1632588312" sldId="534"/>
            <ac:spMk id="10" creationId="{1D09C1C5-FA6D-704E-A539-B517548C9FC6}"/>
          </ac:spMkLst>
        </pc:spChg>
        <pc:spChg chg="mod">
          <ac:chgData name="Hieu Do" userId="8091c26b-a61d-4e97-addd-a670c191ef7c" providerId="ADAL" clId="{4D0DDFEC-16B5-E543-8C81-4DE67122FE3C}" dt="2022-06-30T01:40:56.876" v="1078" actId="207"/>
          <ac:spMkLst>
            <pc:docMk/>
            <pc:sldMk cId="1632588312" sldId="534"/>
            <ac:spMk id="14" creationId="{00000000-0000-0000-0000-000000000000}"/>
          </ac:spMkLst>
        </pc:spChg>
        <pc:spChg chg="del mod">
          <ac:chgData name="Hieu Do" userId="8091c26b-a61d-4e97-addd-a670c191ef7c" providerId="ADAL" clId="{4D0DDFEC-16B5-E543-8C81-4DE67122FE3C}" dt="2022-06-28T05:49:42.848" v="89" actId="478"/>
          <ac:spMkLst>
            <pc:docMk/>
            <pc:sldMk cId="1632588312" sldId="534"/>
            <ac:spMk id="24" creationId="{00000000-0000-0000-0000-000000000000}"/>
          </ac:spMkLst>
        </pc:spChg>
        <pc:picChg chg="add mod">
          <ac:chgData name="Hieu Do" userId="8091c26b-a61d-4e97-addd-a670c191ef7c" providerId="ADAL" clId="{4D0DDFEC-16B5-E543-8C81-4DE67122FE3C}" dt="2022-06-30T01:48:43.798" v="1155" actId="1036"/>
          <ac:picMkLst>
            <pc:docMk/>
            <pc:sldMk cId="1632588312" sldId="534"/>
            <ac:picMk id="11" creationId="{C2E74326-3E76-CA4A-A479-E56500DC8550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05:54:53.194" v="150" actId="20577"/>
        <pc:sldMkLst>
          <pc:docMk/>
          <pc:sldMk cId="1406802015" sldId="535"/>
        </pc:sldMkLst>
        <pc:spChg chg="del">
          <ac:chgData name="Hieu Do" userId="8091c26b-a61d-4e97-addd-a670c191ef7c" providerId="ADAL" clId="{4D0DDFEC-16B5-E543-8C81-4DE67122FE3C}" dt="2022-06-28T05:49:15.117" v="79" actId="478"/>
          <ac:spMkLst>
            <pc:docMk/>
            <pc:sldMk cId="1406802015" sldId="535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53:54.285" v="129" actId="12"/>
          <ac:spMkLst>
            <pc:docMk/>
            <pc:sldMk cId="1406802015" sldId="535"/>
            <ac:spMk id="7" creationId="{1EDD7E2A-23CE-66C2-43BD-66064F4C0AE7}"/>
          </ac:spMkLst>
        </pc:spChg>
        <pc:spChg chg="add del mod">
          <ac:chgData name="Hieu Do" userId="8091c26b-a61d-4e97-addd-a670c191ef7c" providerId="ADAL" clId="{4D0DDFEC-16B5-E543-8C81-4DE67122FE3C}" dt="2022-06-28T05:54:53.194" v="150" actId="20577"/>
          <ac:spMkLst>
            <pc:docMk/>
            <pc:sldMk cId="1406802015" sldId="53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5:52:39.509" v="123" actId="1076"/>
          <ac:graphicFrameMkLst>
            <pc:docMk/>
            <pc:sldMk cId="1406802015" sldId="535"/>
            <ac:graphicFrameMk id="8" creationId="{545B1EEA-9840-468A-7B3B-F4BB657E106C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01:30.900" v="180" actId="20577"/>
        <pc:sldMkLst>
          <pc:docMk/>
          <pc:sldMk cId="3637287449" sldId="536"/>
        </pc:sldMkLst>
        <pc:spChg chg="del">
          <ac:chgData name="Hieu Do" userId="8091c26b-a61d-4e97-addd-a670c191ef7c" providerId="ADAL" clId="{4D0DDFEC-16B5-E543-8C81-4DE67122FE3C}" dt="2022-06-28T05:56:12.991" v="152" actId="478"/>
          <ac:spMkLst>
            <pc:docMk/>
            <pc:sldMk cId="3637287449" sldId="536"/>
            <ac:spMk id="7" creationId="{1EDD7E2A-23CE-66C2-43BD-66064F4C0AE7}"/>
          </ac:spMkLst>
        </pc:spChg>
        <pc:spChg chg="add mod">
          <ac:chgData name="Hieu Do" userId="8091c26b-a61d-4e97-addd-a670c191ef7c" providerId="ADAL" clId="{4D0DDFEC-16B5-E543-8C81-4DE67122FE3C}" dt="2022-06-28T06:01:30.900" v="180" actId="20577"/>
          <ac:spMkLst>
            <pc:docMk/>
            <pc:sldMk cId="3637287449" sldId="536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5:56:14.485" v="153" actId="478"/>
          <ac:graphicFrameMkLst>
            <pc:docMk/>
            <pc:sldMk cId="3637287449" sldId="536"/>
            <ac:graphicFrameMk id="8" creationId="{545B1EEA-9840-468A-7B3B-F4BB657E106C}"/>
          </ac:graphicFrameMkLst>
        </pc:graphicFrameChg>
        <pc:graphicFrameChg chg="add mod">
          <ac:chgData name="Hieu Do" userId="8091c26b-a61d-4e97-addd-a670c191ef7c" providerId="ADAL" clId="{4D0DDFEC-16B5-E543-8C81-4DE67122FE3C}" dt="2022-06-28T05:58:23.051" v="165" actId="14100"/>
          <ac:graphicFrameMkLst>
            <pc:docMk/>
            <pc:sldMk cId="3637287449" sldId="536"/>
            <ac:graphicFrameMk id="10" creationId="{8F8AC18D-0FFD-232C-CD55-BCB5CFA5C1C3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24:21.910" v="372" actId="1076"/>
        <pc:sldMkLst>
          <pc:docMk/>
          <pc:sldMk cId="297886410" sldId="537"/>
        </pc:sldMkLst>
        <pc:spChg chg="del">
          <ac:chgData name="Hieu Do" userId="8091c26b-a61d-4e97-addd-a670c191ef7c" providerId="ADAL" clId="{4D0DDFEC-16B5-E543-8C81-4DE67122FE3C}" dt="2022-06-28T06:02:08.289" v="182" actId="478"/>
          <ac:spMkLst>
            <pc:docMk/>
            <pc:sldMk cId="297886410" sldId="537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22:21.320" v="353" actId="12"/>
          <ac:spMkLst>
            <pc:docMk/>
            <pc:sldMk cId="297886410" sldId="537"/>
            <ac:spMk id="11" creationId="{F5070E25-20F7-1C18-3484-9230810D2B4E}"/>
          </ac:spMkLst>
        </pc:spChg>
        <pc:spChg chg="mod">
          <ac:chgData name="Hieu Do" userId="8091c26b-a61d-4e97-addd-a670c191ef7c" providerId="ADAL" clId="{4D0DDFEC-16B5-E543-8C81-4DE67122FE3C}" dt="2022-06-28T06:22:58.731" v="366" actId="20577"/>
          <ac:spMkLst>
            <pc:docMk/>
            <pc:sldMk cId="297886410" sldId="537"/>
            <ac:spMk id="24" creationId="{00000000-0000-0000-0000-000000000000}"/>
          </ac:spMkLst>
        </pc:spChg>
        <pc:graphicFrameChg chg="del">
          <ac:chgData name="Hieu Do" userId="8091c26b-a61d-4e97-addd-a670c191ef7c" providerId="ADAL" clId="{4D0DDFEC-16B5-E543-8C81-4DE67122FE3C}" dt="2022-06-28T06:02:09.170" v="183" actId="478"/>
          <ac:graphicFrameMkLst>
            <pc:docMk/>
            <pc:sldMk cId="297886410" sldId="537"/>
            <ac:graphicFrameMk id="10" creationId="{8F8AC18D-0FFD-232C-CD55-BCB5CFA5C1C3}"/>
          </ac:graphicFrameMkLst>
        </pc:graphicFrameChg>
        <pc:picChg chg="add del mod">
          <ac:chgData name="Hieu Do" userId="8091c26b-a61d-4e97-addd-a670c191ef7c" providerId="ADAL" clId="{4D0DDFEC-16B5-E543-8C81-4DE67122FE3C}" dt="2022-06-28T06:05:38.444" v="202" actId="21"/>
          <ac:picMkLst>
            <pc:docMk/>
            <pc:sldMk cId="297886410" sldId="537"/>
            <ac:picMk id="8" creationId="{0D6946D4-6FB8-05C4-2C39-88544B3FE03D}"/>
          </ac:picMkLst>
        </pc:picChg>
        <pc:picChg chg="add mod">
          <ac:chgData name="Hieu Do" userId="8091c26b-a61d-4e97-addd-a670c191ef7c" providerId="ADAL" clId="{4D0DDFEC-16B5-E543-8C81-4DE67122FE3C}" dt="2022-06-28T06:24:21.910" v="372" actId="1076"/>
          <ac:picMkLst>
            <pc:docMk/>
            <pc:sldMk cId="297886410" sldId="537"/>
            <ac:picMk id="12" creationId="{D42F235D-AE3E-99F2-A994-0F130B8DE641}"/>
          </ac:picMkLst>
        </pc:picChg>
      </pc:sldChg>
      <pc:sldChg chg="addSp modSp add mod">
        <pc:chgData name="Hieu Do" userId="8091c26b-a61d-4e97-addd-a670c191ef7c" providerId="ADAL" clId="{4D0DDFEC-16B5-E543-8C81-4DE67122FE3C}" dt="2022-06-28T06:42:19.797" v="502" actId="1076"/>
        <pc:sldMkLst>
          <pc:docMk/>
          <pc:sldMk cId="202865914" sldId="538"/>
        </pc:sldMkLst>
        <pc:spChg chg="add mod">
          <ac:chgData name="Hieu Do" userId="8091c26b-a61d-4e97-addd-a670c191ef7c" providerId="ADAL" clId="{4D0DDFEC-16B5-E543-8C81-4DE67122FE3C}" dt="2022-06-28T06:42:15.690" v="501" actId="1076"/>
          <ac:spMkLst>
            <pc:docMk/>
            <pc:sldMk cId="202865914" sldId="538"/>
            <ac:spMk id="2" creationId="{17D66A69-3099-D6DB-2F30-6264A294FD12}"/>
          </ac:spMkLst>
        </pc:spChg>
        <pc:spChg chg="add mod">
          <ac:chgData name="Hieu Do" userId="8091c26b-a61d-4e97-addd-a670c191ef7c" providerId="ADAL" clId="{4D0DDFEC-16B5-E543-8C81-4DE67122FE3C}" dt="2022-06-28T06:42:19.797" v="502" actId="1076"/>
          <ac:spMkLst>
            <pc:docMk/>
            <pc:sldMk cId="202865914" sldId="538"/>
            <ac:spMk id="6" creationId="{32036BA4-69A3-8FB9-0C0A-23F065E6007D}"/>
          </ac:spMkLst>
        </pc:spChg>
        <pc:spChg chg="mod">
          <ac:chgData name="Hieu Do" userId="8091c26b-a61d-4e97-addd-a670c191ef7c" providerId="ADAL" clId="{4D0DDFEC-16B5-E543-8C81-4DE67122FE3C}" dt="2022-06-28T06:26:48.710" v="425" actId="20577"/>
          <ac:spMkLst>
            <pc:docMk/>
            <pc:sldMk cId="202865914" sldId="538"/>
            <ac:spMk id="24" creationId="{00000000-0000-0000-0000-000000000000}"/>
          </ac:spMkLst>
        </pc:spChg>
      </pc:sldChg>
      <pc:sldChg chg="addSp delSp modSp add mod ord">
        <pc:chgData name="Hieu Do" userId="8091c26b-a61d-4e97-addd-a670c191ef7c" providerId="ADAL" clId="{4D0DDFEC-16B5-E543-8C81-4DE67122FE3C}" dt="2022-06-28T06:14:00.468" v="274" actId="20578"/>
        <pc:sldMkLst>
          <pc:docMk/>
          <pc:sldMk cId="985001379" sldId="539"/>
        </pc:sldMkLst>
        <pc:spChg chg="add mod">
          <ac:chgData name="Hieu Do" userId="8091c26b-a61d-4e97-addd-a670c191ef7c" providerId="ADAL" clId="{4D0DDFEC-16B5-E543-8C81-4DE67122FE3C}" dt="2022-06-28T06:08:30.670" v="245" actId="1076"/>
          <ac:spMkLst>
            <pc:docMk/>
            <pc:sldMk cId="985001379" sldId="539"/>
            <ac:spMk id="6" creationId="{51358BB9-84E4-2162-2507-BE0F0D750470}"/>
          </ac:spMkLst>
        </pc:spChg>
        <pc:spChg chg="del">
          <ac:chgData name="Hieu Do" userId="8091c26b-a61d-4e97-addd-a670c191ef7c" providerId="ADAL" clId="{4D0DDFEC-16B5-E543-8C81-4DE67122FE3C}" dt="2022-06-28T06:05:33.497" v="200" actId="478"/>
          <ac:spMkLst>
            <pc:docMk/>
            <pc:sldMk cId="985001379" sldId="539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09:05.046" v="273" actId="20577"/>
          <ac:spMkLst>
            <pc:docMk/>
            <pc:sldMk cId="985001379" sldId="539"/>
            <ac:spMk id="13" creationId="{15FB0ABE-7C10-D1EB-6927-500E36B13748}"/>
          </ac:spMkLst>
        </pc:spChg>
        <pc:graphicFrameChg chg="del">
          <ac:chgData name="Hieu Do" userId="8091c26b-a61d-4e97-addd-a670c191ef7c" providerId="ADAL" clId="{4D0DDFEC-16B5-E543-8C81-4DE67122FE3C}" dt="2022-06-28T06:05:34.867" v="201" actId="478"/>
          <ac:graphicFrameMkLst>
            <pc:docMk/>
            <pc:sldMk cId="985001379" sldId="539"/>
            <ac:graphicFrameMk id="10" creationId="{8F8AC18D-0FFD-232C-CD55-BCB5CFA5C1C3}"/>
          </ac:graphicFrameMkLst>
        </pc:graphicFrameChg>
        <pc:picChg chg="add mod">
          <ac:chgData name="Hieu Do" userId="8091c26b-a61d-4e97-addd-a670c191ef7c" providerId="ADAL" clId="{4D0DDFEC-16B5-E543-8C81-4DE67122FE3C}" dt="2022-06-28T06:08:21.991" v="244" actId="14100"/>
          <ac:picMkLst>
            <pc:docMk/>
            <pc:sldMk cId="985001379" sldId="539"/>
            <ac:picMk id="2" creationId="{FBE6EB92-C8D0-D868-1493-526D53A88198}"/>
          </ac:picMkLst>
        </pc:picChg>
        <pc:picChg chg="add del">
          <ac:chgData name="Hieu Do" userId="8091c26b-a61d-4e97-addd-a670c191ef7c" providerId="ADAL" clId="{4D0DDFEC-16B5-E543-8C81-4DE67122FE3C}" dt="2022-06-28T06:06:54.974" v="208" actId="478"/>
          <ac:picMkLst>
            <pc:docMk/>
            <pc:sldMk cId="985001379" sldId="539"/>
            <ac:picMk id="3" creationId="{2988CCC8-459E-15A2-8FF5-D7F98B0B7634}"/>
          </ac:picMkLst>
        </pc:picChg>
        <pc:picChg chg="add mod">
          <ac:chgData name="Hieu Do" userId="8091c26b-a61d-4e97-addd-a670c191ef7c" providerId="ADAL" clId="{4D0DDFEC-16B5-E543-8C81-4DE67122FE3C}" dt="2022-06-28T06:08:51.983" v="252" actId="1076"/>
          <ac:picMkLst>
            <pc:docMk/>
            <pc:sldMk cId="985001379" sldId="539"/>
            <ac:picMk id="5" creationId="{E26977D8-224B-211D-D216-B2CDD6035E67}"/>
          </ac:picMkLst>
        </pc:picChg>
        <pc:picChg chg="add mod">
          <ac:chgData name="Hieu Do" userId="8091c26b-a61d-4e97-addd-a670c191ef7c" providerId="ADAL" clId="{4D0DDFEC-16B5-E543-8C81-4DE67122FE3C}" dt="2022-06-28T06:05:43.448" v="204" actId="1076"/>
          <ac:picMkLst>
            <pc:docMk/>
            <pc:sldMk cId="985001379" sldId="539"/>
            <ac:picMk id="8" creationId="{D42B5377-8E0E-B997-A732-CC2F7E003FE0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06:17:24.694" v="318" actId="114"/>
        <pc:sldMkLst>
          <pc:docMk/>
          <pc:sldMk cId="3982982208" sldId="540"/>
        </pc:sldMkLst>
        <pc:spChg chg="add mod">
          <ac:chgData name="Hieu Do" userId="8091c26b-a61d-4e97-addd-a670c191ef7c" providerId="ADAL" clId="{4D0DDFEC-16B5-E543-8C81-4DE67122FE3C}" dt="2022-06-28T06:17:24.694" v="318" actId="114"/>
          <ac:spMkLst>
            <pc:docMk/>
            <pc:sldMk cId="3982982208" sldId="540"/>
            <ac:spMk id="8" creationId="{C5CEE193-AA26-F000-0FD5-2BB2B7D983A1}"/>
          </ac:spMkLst>
        </pc:spChg>
        <pc:spChg chg="del">
          <ac:chgData name="Hieu Do" userId="8091c26b-a61d-4e97-addd-a670c191ef7c" providerId="ADAL" clId="{4D0DDFEC-16B5-E543-8C81-4DE67122FE3C}" dt="2022-06-28T06:14:12.170" v="277" actId="478"/>
          <ac:spMkLst>
            <pc:docMk/>
            <pc:sldMk cId="3982982208" sldId="540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6:14:09.660" v="276" actId="478"/>
          <ac:graphicFrameMkLst>
            <pc:docMk/>
            <pc:sldMk cId="3982982208" sldId="540"/>
            <ac:graphicFrameMk id="10" creationId="{8F8AC18D-0FFD-232C-CD55-BCB5CFA5C1C3}"/>
          </ac:graphicFrameMkLst>
        </pc:graphicFrameChg>
        <pc:graphicFrameChg chg="add mod">
          <ac:chgData name="Hieu Do" userId="8091c26b-a61d-4e97-addd-a670c191ef7c" providerId="ADAL" clId="{4D0DDFEC-16B5-E543-8C81-4DE67122FE3C}" dt="2022-06-28T06:16:33.515" v="304" actId="1036"/>
          <ac:graphicFrameMkLst>
            <pc:docMk/>
            <pc:sldMk cId="3982982208" sldId="540"/>
            <ac:graphicFrameMk id="11" creationId="{C908FAF2-ADDA-44CC-63CD-8FD0E0935ECA}"/>
          </ac:graphicFrameMkLst>
        </pc:graphicFrameChg>
      </pc:sldChg>
      <pc:sldChg chg="addSp modSp add mod">
        <pc:chgData name="Hieu Do" userId="8091c26b-a61d-4e97-addd-a670c191ef7c" providerId="ADAL" clId="{4D0DDFEC-16B5-E543-8C81-4DE67122FE3C}" dt="2022-06-28T07:13:50.766" v="713" actId="114"/>
        <pc:sldMkLst>
          <pc:docMk/>
          <pc:sldMk cId="3654085087" sldId="541"/>
        </pc:sldMkLst>
        <pc:spChg chg="mod">
          <ac:chgData name="Hieu Do" userId="8091c26b-a61d-4e97-addd-a670c191ef7c" providerId="ADAL" clId="{4D0DDFEC-16B5-E543-8C81-4DE67122FE3C}" dt="2022-06-28T06:59:44.865" v="658" actId="14100"/>
          <ac:spMkLst>
            <pc:docMk/>
            <pc:sldMk cId="3654085087" sldId="541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7:13:21.761" v="705" actId="207"/>
          <ac:spMkLst>
            <pc:docMk/>
            <pc:sldMk cId="3654085087" sldId="541"/>
            <ac:spMk id="6" creationId="{83EE1081-1030-91FA-C168-18C8E5BE90E1}"/>
          </ac:spMkLst>
        </pc:spChg>
        <pc:spChg chg="add mod">
          <ac:chgData name="Hieu Do" userId="8091c26b-a61d-4e97-addd-a670c191ef7c" providerId="ADAL" clId="{4D0DDFEC-16B5-E543-8C81-4DE67122FE3C}" dt="2022-06-28T07:13:50.766" v="713" actId="114"/>
          <ac:spMkLst>
            <pc:docMk/>
            <pc:sldMk cId="3654085087" sldId="541"/>
            <ac:spMk id="8" creationId="{B492014E-3204-22B7-0C07-97F1BA523895}"/>
          </ac:spMkLst>
        </pc:spChg>
        <pc:spChg chg="mod">
          <ac:chgData name="Hieu Do" userId="8091c26b-a61d-4e97-addd-a670c191ef7c" providerId="ADAL" clId="{4D0DDFEC-16B5-E543-8C81-4DE67122FE3C}" dt="2022-06-28T06:58:11.825" v="644" actId="20577"/>
          <ac:spMkLst>
            <pc:docMk/>
            <pc:sldMk cId="3654085087" sldId="541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07:49.431" v="704" actId="14100"/>
          <ac:graphicFrameMkLst>
            <pc:docMk/>
            <pc:sldMk cId="3654085087" sldId="541"/>
            <ac:graphicFrameMk id="9" creationId="{6533C85F-01BD-0FF1-EF4B-CD03941FBB48}"/>
          </ac:graphicFrameMkLst>
        </pc:graphicFrameChg>
        <pc:picChg chg="add mod">
          <ac:chgData name="Hieu Do" userId="8091c26b-a61d-4e97-addd-a670c191ef7c" providerId="ADAL" clId="{4D0DDFEC-16B5-E543-8C81-4DE67122FE3C}" dt="2022-06-28T07:05:39.898" v="689" actId="14100"/>
          <ac:picMkLst>
            <pc:docMk/>
            <pc:sldMk cId="3654085087" sldId="541"/>
            <ac:picMk id="7" creationId="{AC1934B2-4A95-87CB-7EE3-533E82727AE3}"/>
          </ac:picMkLst>
        </pc:picChg>
      </pc:sldChg>
      <pc:sldChg chg="addSp modSp add mod">
        <pc:chgData name="Hieu Do" userId="8091c26b-a61d-4e97-addd-a670c191ef7c" providerId="ADAL" clId="{4D0DDFEC-16B5-E543-8C81-4DE67122FE3C}" dt="2022-06-28T06:59:50.874" v="659" actId="14100"/>
        <pc:sldMkLst>
          <pc:docMk/>
          <pc:sldMk cId="1191899340" sldId="542"/>
        </pc:sldMkLst>
        <pc:spChg chg="mod">
          <ac:chgData name="Hieu Do" userId="8091c26b-a61d-4e97-addd-a670c191ef7c" providerId="ADAL" clId="{4D0DDFEC-16B5-E543-8C81-4DE67122FE3C}" dt="2022-06-28T06:59:50.874" v="659" actId="14100"/>
          <ac:spMkLst>
            <pc:docMk/>
            <pc:sldMk cId="1191899340" sldId="542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53:26.699" v="609" actId="1076"/>
          <ac:spMkLst>
            <pc:docMk/>
            <pc:sldMk cId="1191899340" sldId="542"/>
            <ac:spMk id="6" creationId="{BF6476A3-D636-B971-3D03-1FAD9B45C65C}"/>
          </ac:spMkLst>
        </pc:spChg>
        <pc:spChg chg="add mod">
          <ac:chgData name="Hieu Do" userId="8091c26b-a61d-4e97-addd-a670c191ef7c" providerId="ADAL" clId="{4D0DDFEC-16B5-E543-8C81-4DE67122FE3C}" dt="2022-06-28T06:53:15.665" v="608" actId="1076"/>
          <ac:spMkLst>
            <pc:docMk/>
            <pc:sldMk cId="1191899340" sldId="542"/>
            <ac:spMk id="9" creationId="{CB052804-B68F-8FA6-2649-94C950FC39A4}"/>
          </ac:spMkLst>
        </pc:spChg>
        <pc:spChg chg="mod">
          <ac:chgData name="Hieu Do" userId="8091c26b-a61d-4e97-addd-a670c191ef7c" providerId="ADAL" clId="{4D0DDFEC-16B5-E543-8C81-4DE67122FE3C}" dt="2022-06-28T06:53:47.465" v="610" actId="20577"/>
          <ac:spMkLst>
            <pc:docMk/>
            <pc:sldMk cId="1191899340" sldId="542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6:53:15.665" v="608" actId="1076"/>
          <ac:graphicFrameMkLst>
            <pc:docMk/>
            <pc:sldMk cId="1191899340" sldId="542"/>
            <ac:graphicFrameMk id="7" creationId="{5F5BBA25-F47E-BB46-5689-8D11F24A758D}"/>
          </ac:graphicFrameMkLst>
        </pc:graphicFrameChg>
        <pc:graphicFrameChg chg="add mod">
          <ac:chgData name="Hieu Do" userId="8091c26b-a61d-4e97-addd-a670c191ef7c" providerId="ADAL" clId="{4D0DDFEC-16B5-E543-8C81-4DE67122FE3C}" dt="2022-06-28T06:53:26.699" v="609" actId="1076"/>
          <ac:graphicFrameMkLst>
            <pc:docMk/>
            <pc:sldMk cId="1191899340" sldId="542"/>
            <ac:graphicFrameMk id="8" creationId="{4D39E89A-5437-B07E-8466-99C42713BA5E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38:21.384" v="498" actId="1076"/>
        <pc:sldMkLst>
          <pc:docMk/>
          <pc:sldMk cId="340596140" sldId="543"/>
        </pc:sldMkLst>
        <pc:spChg chg="add mod">
          <ac:chgData name="Hieu Do" userId="8091c26b-a61d-4e97-addd-a670c191ef7c" providerId="ADAL" clId="{4D0DDFEC-16B5-E543-8C81-4DE67122FE3C}" dt="2022-06-28T06:38:14.472" v="497" actId="14100"/>
          <ac:spMkLst>
            <pc:docMk/>
            <pc:sldMk cId="340596140" sldId="543"/>
            <ac:spMk id="2" creationId="{D833FADC-0BE0-6815-9B34-34ED6F9DD313}"/>
          </ac:spMkLst>
        </pc:spChg>
        <pc:spChg chg="mod">
          <ac:chgData name="Hieu Do" userId="8091c26b-a61d-4e97-addd-a670c191ef7c" providerId="ADAL" clId="{4D0DDFEC-16B5-E543-8C81-4DE67122FE3C}" dt="2022-06-28T06:30:15.443" v="444" actId="14100"/>
          <ac:spMkLst>
            <pc:docMk/>
            <pc:sldMk cId="340596140" sldId="543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34:31.388" v="474"/>
          <ac:spMkLst>
            <pc:docMk/>
            <pc:sldMk cId="340596140" sldId="543"/>
            <ac:spMk id="8" creationId="{90E271EA-DD7C-44D6-33BA-DD089E34ACD6}"/>
          </ac:spMkLst>
        </pc:spChg>
        <pc:spChg chg="del">
          <ac:chgData name="Hieu Do" userId="8091c26b-a61d-4e97-addd-a670c191ef7c" providerId="ADAL" clId="{4D0DDFEC-16B5-E543-8C81-4DE67122FE3C}" dt="2022-06-28T06:34:30.507" v="473" actId="478"/>
          <ac:spMkLst>
            <pc:docMk/>
            <pc:sldMk cId="340596140" sldId="543"/>
            <ac:spMk id="24" creationId="{00000000-0000-0000-0000-000000000000}"/>
          </ac:spMkLst>
        </pc:spChg>
        <pc:picChg chg="add mod">
          <ac:chgData name="Hieu Do" userId="8091c26b-a61d-4e97-addd-a670c191ef7c" providerId="ADAL" clId="{4D0DDFEC-16B5-E543-8C81-4DE67122FE3C}" dt="2022-06-28T06:38:21.384" v="498" actId="1076"/>
          <ac:picMkLst>
            <pc:docMk/>
            <pc:sldMk cId="340596140" sldId="543"/>
            <ac:picMk id="6" creationId="{EB6B0CE6-AD46-384C-EA8A-F29853D78461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11:53:49.399" v="1071" actId="114"/>
        <pc:sldMkLst>
          <pc:docMk/>
          <pc:sldMk cId="2460401529" sldId="544"/>
        </pc:sldMkLst>
        <pc:spChg chg="add mod">
          <ac:chgData name="Hieu Do" userId="8091c26b-a61d-4e97-addd-a670c191ef7c" providerId="ADAL" clId="{4D0DDFEC-16B5-E543-8C81-4DE67122FE3C}" dt="2022-06-28T11:50:17.032" v="1010" actId="20577"/>
          <ac:spMkLst>
            <pc:docMk/>
            <pc:sldMk cId="2460401529" sldId="544"/>
            <ac:spMk id="2" creationId="{B2AF0C26-53CB-34E2-E931-36481A879970}"/>
          </ac:spMkLst>
        </pc:spChg>
        <pc:spChg chg="mod">
          <ac:chgData name="Hieu Do" userId="8091c26b-a61d-4e97-addd-a670c191ef7c" providerId="ADAL" clId="{4D0DDFEC-16B5-E543-8C81-4DE67122FE3C}" dt="2022-06-28T07:00:05.664" v="661" actId="14100"/>
          <ac:spMkLst>
            <pc:docMk/>
            <pc:sldMk cId="2460401529" sldId="544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53:49.399" v="1071" actId="114"/>
          <ac:spMkLst>
            <pc:docMk/>
            <pc:sldMk cId="2460401529" sldId="544"/>
            <ac:spMk id="6" creationId="{9B478487-BB0C-0669-EC93-E4CB4945859C}"/>
          </ac:spMkLst>
        </pc:spChg>
        <pc:spChg chg="add del mod">
          <ac:chgData name="Hieu Do" userId="8091c26b-a61d-4e97-addd-a670c191ef7c" providerId="ADAL" clId="{4D0DDFEC-16B5-E543-8C81-4DE67122FE3C}" dt="2022-06-28T11:50:23.922" v="1011" actId="207"/>
          <ac:spMkLst>
            <pc:docMk/>
            <pc:sldMk cId="2460401529" sldId="544"/>
            <ac:spMk id="7" creationId="{C76F9EBE-C949-A922-1A94-3AC0BE1644D7}"/>
          </ac:spMkLst>
        </pc:spChg>
        <pc:spChg chg="add del mod">
          <ac:chgData name="Hieu Do" userId="8091c26b-a61d-4e97-addd-a670c191ef7c" providerId="ADAL" clId="{4D0DDFEC-16B5-E543-8C81-4DE67122FE3C}" dt="2022-06-28T11:44:54.863" v="944"/>
          <ac:spMkLst>
            <pc:docMk/>
            <pc:sldMk cId="2460401529" sldId="544"/>
            <ac:spMk id="8" creationId="{C5468CB9-D2F8-732A-9A26-461AAA7494E9}"/>
          </ac:spMkLst>
        </pc:spChg>
        <pc:spChg chg="mod">
          <ac:chgData name="Hieu Do" userId="8091c26b-a61d-4e97-addd-a670c191ef7c" providerId="ADAL" clId="{4D0DDFEC-16B5-E543-8C81-4DE67122FE3C}" dt="2022-06-28T11:41:35.830" v="877" actId="20577"/>
          <ac:spMkLst>
            <pc:docMk/>
            <pc:sldMk cId="2460401529" sldId="544"/>
            <ac:spMk id="24" creationId="{00000000-0000-0000-0000-000000000000}"/>
          </ac:spMkLst>
        </pc:spChg>
      </pc:sldChg>
      <pc:sldChg chg="addSp modSp add mod">
        <pc:chgData name="Hieu Do" userId="8091c26b-a61d-4e97-addd-a670c191ef7c" providerId="ADAL" clId="{4D0DDFEC-16B5-E543-8C81-4DE67122FE3C}" dt="2022-06-28T11:32:07.899" v="778" actId="207"/>
        <pc:sldMkLst>
          <pc:docMk/>
          <pc:sldMk cId="3663262857" sldId="545"/>
        </pc:sldMkLst>
        <pc:spChg chg="mod">
          <ac:chgData name="Hieu Do" userId="8091c26b-a61d-4e97-addd-a670c191ef7c" providerId="ADAL" clId="{4D0DDFEC-16B5-E543-8C81-4DE67122FE3C}" dt="2022-06-28T06:59:59.716" v="660" actId="14100"/>
          <ac:spMkLst>
            <pc:docMk/>
            <pc:sldMk cId="3663262857" sldId="545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32:07.899" v="778" actId="207"/>
          <ac:spMkLst>
            <pc:docMk/>
            <pc:sldMk cId="3663262857" sldId="545"/>
            <ac:spMk id="6" creationId="{B0A99067-B1FC-A165-4744-476F105E68E3}"/>
          </ac:spMkLst>
        </pc:spChg>
        <pc:spChg chg="mod">
          <ac:chgData name="Hieu Do" userId="8091c26b-a61d-4e97-addd-a670c191ef7c" providerId="ADAL" clId="{4D0DDFEC-16B5-E543-8C81-4DE67122FE3C}" dt="2022-06-28T07:15:01.439" v="746" actId="20577"/>
          <ac:spMkLst>
            <pc:docMk/>
            <pc:sldMk cId="3663262857" sldId="54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21:52.719" v="773" actId="14100"/>
          <ac:graphicFrameMkLst>
            <pc:docMk/>
            <pc:sldMk cId="3663262857" sldId="545"/>
            <ac:graphicFrameMk id="7" creationId="{CA0C1729-AB6F-7F8D-5830-1CD463169916}"/>
          </ac:graphicFrameMkLst>
        </pc:graphicFrameChg>
      </pc:sldChg>
      <pc:sldChg chg="add">
        <pc:chgData name="Hieu Do" userId="8091c26b-a61d-4e97-addd-a670c191ef7c" providerId="ADAL" clId="{4D0DDFEC-16B5-E543-8C81-4DE67122FE3C}" dt="2022-06-28T07:23:07.355" v="774" actId="2890"/>
        <pc:sldMkLst>
          <pc:docMk/>
          <pc:sldMk cId="1231918030" sldId="546"/>
        </pc:sldMkLst>
      </pc:sldChg>
      <pc:sldChg chg="add">
        <pc:chgData name="Hieu Do" userId="8091c26b-a61d-4e97-addd-a670c191ef7c" providerId="ADAL" clId="{4D0DDFEC-16B5-E543-8C81-4DE67122FE3C}" dt="2022-06-28T07:23:10.373" v="775" actId="2890"/>
        <pc:sldMkLst>
          <pc:docMk/>
          <pc:sldMk cId="1765500170" sldId="547"/>
        </pc:sldMkLst>
      </pc:sldChg>
      <pc:sldChg chg="add">
        <pc:chgData name="Hieu Do" userId="8091c26b-a61d-4e97-addd-a670c191ef7c" providerId="ADAL" clId="{4D0DDFEC-16B5-E543-8C81-4DE67122FE3C}" dt="2022-06-28T07:23:13.032" v="776" actId="2890"/>
        <pc:sldMkLst>
          <pc:docMk/>
          <pc:sldMk cId="233743028" sldId="548"/>
        </pc:sldMkLst>
      </pc:sldChg>
      <pc:sldChg chg="modSp add mod">
        <pc:chgData name="Hieu Do" userId="8091c26b-a61d-4e97-addd-a670c191ef7c" providerId="ADAL" clId="{4D0DDFEC-16B5-E543-8C81-4DE67122FE3C}" dt="2022-06-30T01:42:35.274" v="1087" actId="20577"/>
        <pc:sldMkLst>
          <pc:docMk/>
          <pc:sldMk cId="2480971885" sldId="580"/>
        </pc:sldMkLst>
        <pc:spChg chg="mod">
          <ac:chgData name="Hieu Do" userId="8091c26b-a61d-4e97-addd-a670c191ef7c" providerId="ADAL" clId="{4D0DDFEC-16B5-E543-8C81-4DE67122FE3C}" dt="2022-06-30T01:42:35.274" v="1087" actId="20577"/>
          <ac:spMkLst>
            <pc:docMk/>
            <pc:sldMk cId="2480971885" sldId="580"/>
            <ac:spMk id="7" creationId="{76B45F72-B7D9-8C2D-7F9D-267F14FACF91}"/>
          </ac:spMkLst>
        </pc:spChg>
      </pc:sldChg>
      <pc:sldChg chg="addSp delSp modSp add mod">
        <pc:chgData name="Hieu Do" userId="8091c26b-a61d-4e97-addd-a670c191ef7c" providerId="ADAL" clId="{4D0DDFEC-16B5-E543-8C81-4DE67122FE3C}" dt="2022-06-30T01:52:09.115" v="1171" actId="207"/>
        <pc:sldMkLst>
          <pc:docMk/>
          <pc:sldMk cId="1115632239" sldId="581"/>
        </pc:sldMkLst>
        <pc:spChg chg="add mod">
          <ac:chgData name="Hieu Do" userId="8091c26b-a61d-4e97-addd-a670c191ef7c" providerId="ADAL" clId="{4D0DDFEC-16B5-E543-8C81-4DE67122FE3C}" dt="2022-06-30T01:52:09.115" v="1171" actId="207"/>
          <ac:spMkLst>
            <pc:docMk/>
            <pc:sldMk cId="1115632239" sldId="581"/>
            <ac:spMk id="8" creationId="{AB9BB950-8332-BA2C-B38B-7124226329D7}"/>
          </ac:spMkLst>
        </pc:spChg>
        <pc:spChg chg="del">
          <ac:chgData name="Hieu Do" userId="8091c26b-a61d-4e97-addd-a670c191ef7c" providerId="ADAL" clId="{4D0DDFEC-16B5-E543-8C81-4DE67122FE3C}" dt="2022-06-30T01:50:40.991" v="1160" actId="478"/>
          <ac:spMkLst>
            <pc:docMk/>
            <pc:sldMk cId="1115632239" sldId="581"/>
            <ac:spMk id="10" creationId="{1D09C1C5-FA6D-704E-A539-B517548C9FC6}"/>
          </ac:spMkLst>
        </pc:spChg>
        <pc:picChg chg="del">
          <ac:chgData name="Hieu Do" userId="8091c26b-a61d-4e97-addd-a670c191ef7c" providerId="ADAL" clId="{4D0DDFEC-16B5-E543-8C81-4DE67122FE3C}" dt="2022-06-30T01:50:42.810" v="1161" actId="478"/>
          <ac:picMkLst>
            <pc:docMk/>
            <pc:sldMk cId="1115632239" sldId="581"/>
            <ac:picMk id="11" creationId="{C2E74326-3E76-CA4A-A479-E56500DC8550}"/>
          </ac:picMkLst>
        </pc:picChg>
      </pc:sldChg>
    </pc:docChg>
  </pc:docChgLst>
  <pc:docChgLst>
    <pc:chgData name="Hieu Do" userId="8091c26b-a61d-4e97-addd-a670c191ef7c" providerId="ADAL" clId="{81B05CC7-AEB2-8744-A5C7-91BEDFE80E8A}"/>
    <pc:docChg chg="modSld">
      <pc:chgData name="Hieu Do" userId="8091c26b-a61d-4e97-addd-a670c191ef7c" providerId="ADAL" clId="{81B05CC7-AEB2-8744-A5C7-91BEDFE80E8A}" dt="2023-12-08T08:58:17.082" v="80" actId="207"/>
      <pc:docMkLst>
        <pc:docMk/>
      </pc:docMkLst>
      <pc:sldChg chg="addSp modSp mod">
        <pc:chgData name="Hieu Do" userId="8091c26b-a61d-4e97-addd-a670c191ef7c" providerId="ADAL" clId="{81B05CC7-AEB2-8744-A5C7-91BEDFE80E8A}" dt="2023-12-08T08:58:17.082" v="80" actId="207"/>
        <pc:sldMkLst>
          <pc:docMk/>
          <pc:sldMk cId="3080331287" sldId="631"/>
        </pc:sldMkLst>
        <pc:spChg chg="mod">
          <ac:chgData name="Hieu Do" userId="8091c26b-a61d-4e97-addd-a670c191ef7c" providerId="ADAL" clId="{81B05CC7-AEB2-8744-A5C7-91BEDFE80E8A}" dt="2023-12-08T08:57:34.098" v="45" actId="1036"/>
          <ac:spMkLst>
            <pc:docMk/>
            <pc:sldMk cId="3080331287" sldId="631"/>
            <ac:spMk id="2" creationId="{00000000-0000-0000-0000-000000000000}"/>
          </ac:spMkLst>
        </pc:spChg>
        <pc:spChg chg="mod">
          <ac:chgData name="Hieu Do" userId="8091c26b-a61d-4e97-addd-a670c191ef7c" providerId="ADAL" clId="{81B05CC7-AEB2-8744-A5C7-91BEDFE80E8A}" dt="2023-12-08T08:57:34.098" v="45" actId="1036"/>
          <ac:spMkLst>
            <pc:docMk/>
            <pc:sldMk cId="3080331287" sldId="631"/>
            <ac:spMk id="3" creationId="{00000000-0000-0000-0000-000000000000}"/>
          </ac:spMkLst>
        </pc:spChg>
        <pc:spChg chg="add mod">
          <ac:chgData name="Hieu Do" userId="8091c26b-a61d-4e97-addd-a670c191ef7c" providerId="ADAL" clId="{81B05CC7-AEB2-8744-A5C7-91BEDFE80E8A}" dt="2023-12-08T08:57:38.376" v="46" actId="1076"/>
          <ac:spMkLst>
            <pc:docMk/>
            <pc:sldMk cId="3080331287" sldId="631"/>
            <ac:spMk id="7" creationId="{E3EB0640-206F-4BB0-2F98-3439156203E5}"/>
          </ac:spMkLst>
        </pc:spChg>
        <pc:spChg chg="mod">
          <ac:chgData name="Hieu Do" userId="8091c26b-a61d-4e97-addd-a670c191ef7c" providerId="ADAL" clId="{81B05CC7-AEB2-8744-A5C7-91BEDFE80E8A}" dt="2023-12-08T08:57:06.531" v="17" actId="1076"/>
          <ac:spMkLst>
            <pc:docMk/>
            <pc:sldMk cId="3080331287" sldId="631"/>
            <ac:spMk id="8" creationId="{C70B6A4A-4608-4AA4-A000-75438DE738A6}"/>
          </ac:spMkLst>
        </pc:spChg>
        <pc:spChg chg="add mod">
          <ac:chgData name="Hieu Do" userId="8091c26b-a61d-4e97-addd-a670c191ef7c" providerId="ADAL" clId="{81B05CC7-AEB2-8744-A5C7-91BEDFE80E8A}" dt="2023-12-08T08:58:17.082" v="80" actId="207"/>
          <ac:spMkLst>
            <pc:docMk/>
            <pc:sldMk cId="3080331287" sldId="631"/>
            <ac:spMk id="9" creationId="{A117BD3E-4544-A387-5465-91291322A7EB}"/>
          </ac:spMkLst>
        </pc:spChg>
        <pc:spChg chg="mod">
          <ac:chgData name="Hieu Do" userId="8091c26b-a61d-4e97-addd-a670c191ef7c" providerId="ADAL" clId="{81B05CC7-AEB2-8744-A5C7-91BEDFE80E8A}" dt="2023-12-08T08:57:34.098" v="45" actId="1036"/>
          <ac:spMkLst>
            <pc:docMk/>
            <pc:sldMk cId="3080331287" sldId="631"/>
            <ac:spMk id="10" creationId="{C70B6A4A-4608-4AA4-A000-75438DE738A6}"/>
          </ac:spMkLst>
        </pc:spChg>
        <pc:picChg chg="add mod">
          <ac:chgData name="Hieu Do" userId="8091c26b-a61d-4e97-addd-a670c191ef7c" providerId="ADAL" clId="{81B05CC7-AEB2-8744-A5C7-91BEDFE80E8A}" dt="2023-12-08T08:56:55.659" v="16" actId="1076"/>
          <ac:picMkLst>
            <pc:docMk/>
            <pc:sldMk cId="3080331287" sldId="631"/>
            <ac:picMk id="6" creationId="{04FCE579-2495-F76C-A128-C4E045F2B64B}"/>
          </ac:picMkLst>
        </pc:picChg>
      </pc:sldChg>
      <pc:sldChg chg="modSp">
        <pc:chgData name="Hieu Do" userId="8091c26b-a61d-4e97-addd-a670c191ef7c" providerId="ADAL" clId="{81B05CC7-AEB2-8744-A5C7-91BEDFE80E8A}" dt="2023-12-08T06:43:17.274" v="5" actId="20577"/>
        <pc:sldMkLst>
          <pc:docMk/>
          <pc:sldMk cId="819811898" sldId="678"/>
        </pc:sldMkLst>
        <pc:spChg chg="mod">
          <ac:chgData name="Hieu Do" userId="8091c26b-a61d-4e97-addd-a670c191ef7c" providerId="ADAL" clId="{81B05CC7-AEB2-8744-A5C7-91BEDFE80E8A}" dt="2023-12-08T06:43:17.274" v="5" actId="20577"/>
          <ac:spMkLst>
            <pc:docMk/>
            <pc:sldMk cId="819811898" sldId="678"/>
            <ac:spMk id="15" creationId="{B7BFE714-3F50-4630-983B-C00D48E11C6A}"/>
          </ac:spMkLst>
        </pc:sp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  <pc:docChgLst>
    <pc:chgData name="Hieu Do" userId="8091c26b-a61d-4e97-addd-a670c191ef7c" providerId="ADAL" clId="{D85A8EE3-367F-1C4F-AB67-01F4AECD8FDC}"/>
    <pc:docChg chg="modSld">
      <pc:chgData name="Hieu Do" userId="8091c26b-a61d-4e97-addd-a670c191ef7c" providerId="ADAL" clId="{D85A8EE3-367F-1C4F-AB67-01F4AECD8FDC}" dt="2023-05-09T10:10:07.435" v="54" actId="20577"/>
      <pc:docMkLst>
        <pc:docMk/>
      </pc:docMkLst>
      <pc:sldChg chg="modSp mod">
        <pc:chgData name="Hieu Do" userId="8091c26b-a61d-4e97-addd-a670c191ef7c" providerId="ADAL" clId="{D85A8EE3-367F-1C4F-AB67-01F4AECD8FDC}" dt="2023-04-24T01:08:50.230" v="4" actId="20577"/>
        <pc:sldMkLst>
          <pc:docMk/>
          <pc:sldMk cId="1632588312" sldId="534"/>
        </pc:sldMkLst>
        <pc:spChg chg="mod">
          <ac:chgData name="Hieu Do" userId="8091c26b-a61d-4e97-addd-a670c191ef7c" providerId="ADAL" clId="{D85A8EE3-367F-1C4F-AB67-01F4AECD8FDC}" dt="2023-04-24T01:08:50.230" v="4" actId="20577"/>
          <ac:spMkLst>
            <pc:docMk/>
            <pc:sldMk cId="1632588312" sldId="534"/>
            <ac:spMk id="17" creationId="{156D5C3F-50B3-962C-4EA4-D2694B8F3434}"/>
          </ac:spMkLst>
        </pc:spChg>
      </pc:sldChg>
      <pc:sldChg chg="modSp">
        <pc:chgData name="Hieu Do" userId="8091c26b-a61d-4e97-addd-a670c191ef7c" providerId="ADAL" clId="{D85A8EE3-367F-1C4F-AB67-01F4AECD8FDC}" dt="2023-04-24T01:41:38.197" v="12" actId="20577"/>
        <pc:sldMkLst>
          <pc:docMk/>
          <pc:sldMk cId="2150182478" sldId="603"/>
        </pc:sldMkLst>
        <pc:spChg chg="mod">
          <ac:chgData name="Hieu Do" userId="8091c26b-a61d-4e97-addd-a670c191ef7c" providerId="ADAL" clId="{D85A8EE3-367F-1C4F-AB67-01F4AECD8FDC}" dt="2023-04-24T01:41:34.706" v="8" actId="20577"/>
          <ac:spMkLst>
            <pc:docMk/>
            <pc:sldMk cId="2150182478" sldId="603"/>
            <ac:spMk id="27" creationId="{1D09C1C5-FA6D-704E-A539-B517548C9FC6}"/>
          </ac:spMkLst>
        </pc:spChg>
        <pc:spChg chg="mod">
          <ac:chgData name="Hieu Do" userId="8091c26b-a61d-4e97-addd-a670c191ef7c" providerId="ADAL" clId="{D85A8EE3-367F-1C4F-AB67-01F4AECD8FDC}" dt="2023-04-24T01:41:38.197" v="12" actId="20577"/>
          <ac:spMkLst>
            <pc:docMk/>
            <pc:sldMk cId="2150182478" sldId="603"/>
            <ac:spMk id="28" creationId="{1D09C1C5-FA6D-704E-A539-B517548C9FC6}"/>
          </ac:spMkLst>
        </pc:spChg>
      </pc:sldChg>
      <pc:sldChg chg="modSp">
        <pc:chgData name="Hieu Do" userId="8091c26b-a61d-4e97-addd-a670c191ef7c" providerId="ADAL" clId="{D85A8EE3-367F-1C4F-AB67-01F4AECD8FDC}" dt="2023-05-08T10:18:08.570" v="47" actId="20577"/>
        <pc:sldMkLst>
          <pc:docMk/>
          <pc:sldMk cId="3080331287" sldId="631"/>
        </pc:sldMkLst>
        <pc:spChg chg="mod">
          <ac:chgData name="Hieu Do" userId="8091c26b-a61d-4e97-addd-a670c191ef7c" providerId="ADAL" clId="{D85A8EE3-367F-1C4F-AB67-01F4AECD8FDC}" dt="2023-05-08T10:18:08.570" v="47" actId="20577"/>
          <ac:spMkLst>
            <pc:docMk/>
            <pc:sldMk cId="3080331287" sldId="631"/>
            <ac:spMk id="2" creationId="{00000000-0000-0000-0000-000000000000}"/>
          </ac:spMkLst>
        </pc:spChg>
      </pc:sldChg>
      <pc:sldChg chg="modSp mod">
        <pc:chgData name="Hieu Do" userId="8091c26b-a61d-4e97-addd-a670c191ef7c" providerId="ADAL" clId="{D85A8EE3-367F-1C4F-AB67-01F4AECD8FDC}" dt="2023-05-09T10:10:07.435" v="54" actId="20577"/>
        <pc:sldMkLst>
          <pc:docMk/>
          <pc:sldMk cId="3318005887" sldId="662"/>
        </pc:sldMkLst>
        <pc:spChg chg="mod">
          <ac:chgData name="Hieu Do" userId="8091c26b-a61d-4e97-addd-a670c191ef7c" providerId="ADAL" clId="{D85A8EE3-367F-1C4F-AB67-01F4AECD8FDC}" dt="2023-05-09T10:10:07.435" v="54" actId="20577"/>
          <ac:spMkLst>
            <pc:docMk/>
            <pc:sldMk cId="3318005887" sldId="662"/>
            <ac:spMk id="10" creationId="{8419AFB7-2A9A-49A4-A9B3-704D1B3C6718}"/>
          </ac:spMkLst>
        </pc:spChg>
      </pc:sldChg>
      <pc:sldChg chg="addSp modSp modAnim">
        <pc:chgData name="Hieu Do" userId="8091c26b-a61d-4e97-addd-a670c191ef7c" providerId="ADAL" clId="{D85A8EE3-367F-1C4F-AB67-01F4AECD8FDC}" dt="2023-05-09T09:19:19.633" v="52"/>
        <pc:sldMkLst>
          <pc:docMk/>
          <pc:sldMk cId="1897070029" sldId="663"/>
        </pc:sldMkLst>
        <pc:spChg chg="mod">
          <ac:chgData name="Hieu Do" userId="8091c26b-a61d-4e97-addd-a670c191ef7c" providerId="ADAL" clId="{D85A8EE3-367F-1C4F-AB67-01F4AECD8FDC}" dt="2023-05-09T09:18:53.122" v="49" actId="164"/>
          <ac:spMkLst>
            <pc:docMk/>
            <pc:sldMk cId="1897070029" sldId="663"/>
            <ac:spMk id="11" creationId="{00000000-0000-0000-0000-000000000000}"/>
          </ac:spMkLst>
        </pc:spChg>
        <pc:spChg chg="mod">
          <ac:chgData name="Hieu Do" userId="8091c26b-a61d-4e97-addd-a670c191ef7c" providerId="ADAL" clId="{D85A8EE3-367F-1C4F-AB67-01F4AECD8FDC}" dt="2023-05-09T09:18:53.122" v="49" actId="164"/>
          <ac:spMkLst>
            <pc:docMk/>
            <pc:sldMk cId="1897070029" sldId="663"/>
            <ac:spMk id="12" creationId="{00000000-0000-0000-0000-000000000000}"/>
          </ac:spMkLst>
        </pc:spChg>
        <pc:spChg chg="mod">
          <ac:chgData name="Hieu Do" userId="8091c26b-a61d-4e97-addd-a670c191ef7c" providerId="ADAL" clId="{D85A8EE3-367F-1C4F-AB67-01F4AECD8FDC}" dt="2023-05-09T09:18:53.122" v="49" actId="164"/>
          <ac:spMkLst>
            <pc:docMk/>
            <pc:sldMk cId="1897070029" sldId="663"/>
            <ac:spMk id="13" creationId="{00000000-0000-0000-0000-000000000000}"/>
          </ac:spMkLst>
        </pc:spChg>
        <pc:spChg chg="mod">
          <ac:chgData name="Hieu Do" userId="8091c26b-a61d-4e97-addd-a670c191ef7c" providerId="ADAL" clId="{D85A8EE3-367F-1C4F-AB67-01F4AECD8FDC}" dt="2023-05-09T09:18:53.122" v="49" actId="164"/>
          <ac:spMkLst>
            <pc:docMk/>
            <pc:sldMk cId="1897070029" sldId="663"/>
            <ac:spMk id="22" creationId="{00000000-0000-0000-0000-000000000000}"/>
          </ac:spMkLst>
        </pc:spChg>
        <pc:grpChg chg="add mod">
          <ac:chgData name="Hieu Do" userId="8091c26b-a61d-4e97-addd-a670c191ef7c" providerId="ADAL" clId="{D85A8EE3-367F-1C4F-AB67-01F4AECD8FDC}" dt="2023-05-09T09:18:53.122" v="49" actId="164"/>
          <ac:grpSpMkLst>
            <pc:docMk/>
            <pc:sldMk cId="1897070029" sldId="663"/>
            <ac:grpSpMk id="3" creationId="{9260738B-2484-B579-9FEB-86D0A35D53DF}"/>
          </ac:grpSpMkLst>
        </pc:grpChg>
        <pc:grpChg chg="mod">
          <ac:chgData name="Hieu Do" userId="8091c26b-a61d-4e97-addd-a670c191ef7c" providerId="ADAL" clId="{D85A8EE3-367F-1C4F-AB67-01F4AECD8FDC}" dt="2023-05-09T09:18:53.122" v="49" actId="164"/>
          <ac:grpSpMkLst>
            <pc:docMk/>
            <pc:sldMk cId="1897070029" sldId="663"/>
            <ac:grpSpMk id="10" creationId="{00000000-0000-0000-0000-000000000000}"/>
          </ac:grpSpMkLst>
        </pc:gr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7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03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82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20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4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1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62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76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93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71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9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8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52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52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48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28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47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29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89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4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33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653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451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68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322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245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9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24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183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632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84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62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690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341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834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41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475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209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587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054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425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237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660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217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809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530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626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347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572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762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056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376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567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150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064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493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645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432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798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1128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412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958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681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5921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405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7700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2794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8332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592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4605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863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1025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408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0719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2429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0553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2702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0393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20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691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0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4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3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59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notesSlide" Target="../notesSlides/notesSlide54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notesSlide" Target="../notesSlides/notesSlide55.xml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8.png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notesSlide" Target="../notesSlides/notesSlide57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7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hyperlink" Target="http://images.google.com.vn/imgres?imgurl=http://www.nndb.com/people/224/000099924/van-t-hoff-2.jpg&amp;imgrefurl=http://www.nndb.com/people/224/000099924/&amp;h=283&amp;w=200&amp;sz=22&amp;hl=en&amp;start=2&amp;um=1&amp;tbnid=BUukdmcLHmvbXM:&amp;tbnh=114&amp;tbnw=81&amp;prev=/images?q=van't+Hoff+&amp;svnum=10&amp;um=1&amp;hl=en&amp;sa=N" TargetMode="Externa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9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.vn/imgres?imgurl=http://cache.eb.com/eb/image?id=13364&amp;rendTypeId=4&amp;imgrefurl=http://www.britannica.com/ebc/art-8569?articleTypeId=45&amp;h=450&amp;w=325&amp;sz=22&amp;hl=en&amp;start=8&amp;um=1&amp;tbnid=VWnBl2sKCK30WM:&amp;tbnh=127&amp;tbnw=92&amp;prev=/images?q=arrhenius&amp;svnum=10&amp;um=1&amp;hl=en&amp;sa=N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76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80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14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15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7" Type="http://schemas.openxmlformats.org/officeDocument/2006/relationships/image" Target="../media/image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17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19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21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89.wmf"/><Relationship Id="rId4" Type="http://schemas.openxmlformats.org/officeDocument/2006/relationships/oleObject" Target="../embeddings/oleObject22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7" Type="http://schemas.openxmlformats.org/officeDocument/2006/relationships/image" Target="../media/image9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23.bin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96.wmf"/><Relationship Id="rId3" Type="http://schemas.openxmlformats.org/officeDocument/2006/relationships/notesSlide" Target="../notesSlides/notesSlide83.xml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94.wmf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</a:t>
            </a:r>
            <a:r>
              <a:rPr lang="vi-VN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ươ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 7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Dung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dịch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lỏng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và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tính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chất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480213" y="1776333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1437942-8E48-488F-966E-CB02FED26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709" y="4278932"/>
            <a:ext cx="4758539" cy="2453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B7CAD3-0423-4487-9C7D-D45D7FAD5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73" y="983841"/>
            <a:ext cx="4758539" cy="31389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FD6E09-90A3-45EC-BE16-7CE32C6055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370" y="1253022"/>
            <a:ext cx="3325828" cy="496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1011891" y="918763"/>
            <a:ext cx="10794622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Dung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endParaRPr 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endParaRPr 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b="1" baseline="-25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sz="36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b="1" baseline="-25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r>
              <a:rPr lang="en-US" sz="36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baseline="-25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endParaRPr lang="en-US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Dung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CBHH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dd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CBHH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dd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endParaRPr lang="en-US" sz="3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CBHH </a:t>
            </a:r>
            <a:r>
              <a:rPr lang="en-US" sz="3600" b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dd </a:t>
            </a:r>
            <a:r>
              <a:rPr lang="en-US" sz="3600" b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600" b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</a:t>
            </a:r>
          </a:p>
        </p:txBody>
      </p:sp>
    </p:spTree>
    <p:extLst>
      <p:ext uri="{BB962C8B-B14F-4D97-AF65-F5344CB8AC3E}">
        <p14:creationId xmlns:p14="http://schemas.microsoft.com/office/powerpoint/2010/main" val="317987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70" y="1048047"/>
            <a:ext cx="12119048" cy="63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622300" indent="-479425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3200" b="1" dirty="0"/>
              <a:t>Dung </a:t>
            </a:r>
            <a:r>
              <a:rPr lang="en-US" altLang="en-US" sz="3200" b="1" dirty="0" err="1"/>
              <a:t>dịch</a:t>
            </a:r>
            <a:r>
              <a:rPr lang="en-US" altLang="en-US" sz="3200" b="1" dirty="0"/>
              <a:t>:</a:t>
            </a:r>
            <a:r>
              <a:rPr lang="en-US" altLang="en-US" sz="3200" dirty="0"/>
              <a:t> </a:t>
            </a:r>
            <a:r>
              <a:rPr lang="en-US" altLang="en-US" sz="3200" dirty="0" err="1"/>
              <a:t>là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hỗn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hợp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đồng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nhất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của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chất</a:t>
            </a:r>
            <a:r>
              <a:rPr lang="en-US" altLang="en-US" sz="3200" dirty="0"/>
              <a:t> tan </a:t>
            </a:r>
            <a:r>
              <a:rPr lang="en-US" altLang="en-US" sz="3200" dirty="0" err="1"/>
              <a:t>và</a:t>
            </a:r>
            <a:r>
              <a:rPr lang="en-US" altLang="en-US" sz="3200" dirty="0"/>
              <a:t> dung </a:t>
            </a:r>
            <a:r>
              <a:rPr lang="en-US" altLang="en-US" sz="3200" dirty="0" err="1"/>
              <a:t>môi</a:t>
            </a:r>
            <a:endParaRPr lang="en-US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14191-5E57-A736-FA1A-E305969E1B3B}"/>
              </a:ext>
            </a:extLst>
          </p:cNvPr>
          <p:cNvSpPr txBox="1"/>
          <p:nvPr/>
        </p:nvSpPr>
        <p:spPr>
          <a:xfrm>
            <a:off x="490715" y="4546739"/>
            <a:ext cx="11731003" cy="225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 indent="-3492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§"/>
            </a:pP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(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ường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chiếm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030288" lvl="1" indent="-407988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ü"/>
            </a:pP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65125" lvl="1" indent="-3492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ường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chiếm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645EE6-B98C-1791-83A0-982DD17C8787}"/>
              </a:ext>
            </a:extLst>
          </p:cNvPr>
          <p:cNvGrpSpPr/>
          <p:nvPr/>
        </p:nvGrpSpPr>
        <p:grpSpPr>
          <a:xfrm>
            <a:off x="742307" y="1739058"/>
            <a:ext cx="9584571" cy="2807681"/>
            <a:chOff x="742307" y="1739058"/>
            <a:chExt cx="9584571" cy="28076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3B8FE4-5412-3187-0E9E-46C0AF592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2069" y="1739058"/>
              <a:ext cx="4374816" cy="2807681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1296A3B-DE8B-58C3-3F48-D10A8D450F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1116" y="2181726"/>
              <a:ext cx="1668379" cy="35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D6F50A-32BC-F7E8-0E10-AEA9F5223EB9}"/>
                </a:ext>
              </a:extLst>
            </p:cNvPr>
            <p:cNvSpPr txBox="1"/>
            <p:nvPr/>
          </p:nvSpPr>
          <p:spPr>
            <a:xfrm>
              <a:off x="742307" y="2311261"/>
              <a:ext cx="19688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CuSO</a:t>
              </a:r>
              <a:r>
                <a:rPr lang="x-none" sz="24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x-none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.5H</a:t>
              </a:r>
              <a:r>
                <a:rPr lang="x-none" sz="2400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x-none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CF42455-C37E-44A4-6FF6-D01E1C2CD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0611" y="2978947"/>
              <a:ext cx="1443789" cy="713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6D5C3F-50B3-962C-4EA4-D2694B8F3434}"/>
                </a:ext>
              </a:extLst>
            </p:cNvPr>
            <p:cNvSpPr txBox="1"/>
            <p:nvPr/>
          </p:nvSpPr>
          <p:spPr>
            <a:xfrm>
              <a:off x="8710730" y="2586604"/>
              <a:ext cx="161614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x-none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ung dịch</a:t>
              </a:r>
            </a:p>
            <a:p>
              <a:pPr algn="ctr"/>
              <a:r>
                <a:rPr lang="x-none" sz="2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CuSO</a:t>
              </a:r>
              <a:r>
                <a:rPr lang="x-none" sz="2400" baseline="-250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x-none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8B745A4-9954-5F76-B4C7-C808FC291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1116" y="3673737"/>
              <a:ext cx="1668378" cy="18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18A3F3-B57A-98E8-FAA8-5545A906D69B}"/>
                </a:ext>
              </a:extLst>
            </p:cNvPr>
            <p:cNvSpPr txBox="1"/>
            <p:nvPr/>
          </p:nvSpPr>
          <p:spPr>
            <a:xfrm>
              <a:off x="1846439" y="3458934"/>
              <a:ext cx="7601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2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endParaRPr lang="x-none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5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960623"/>
              </p:ext>
            </p:extLst>
          </p:nvPr>
        </p:nvGraphicFramePr>
        <p:xfrm>
          <a:off x="85357" y="877073"/>
          <a:ext cx="7337109" cy="582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7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Dung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Dung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vi-VN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ước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Khí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Hơi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nước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kk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trà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chanh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Rắn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Lỏng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Muối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vi-V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ước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17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Rắn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Rắn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Rắn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Bạc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754" y="871988"/>
            <a:ext cx="1998562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4286" y="866898"/>
            <a:ext cx="1311366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754" y="2948924"/>
            <a:ext cx="1804947" cy="1828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2505" y="2948924"/>
            <a:ext cx="1333147" cy="1828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1799" y="5029200"/>
            <a:ext cx="1310855" cy="1828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4014" y="5029200"/>
            <a:ext cx="183191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0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50" y="878387"/>
            <a:ext cx="11187714" cy="77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lvl="1" indent="0" algn="just">
              <a:spcBef>
                <a:spcPts val="600"/>
              </a:spcBef>
              <a:spcAft>
                <a:spcPts val="600"/>
              </a:spcAft>
              <a:buSzPct val="80000"/>
              <a:buNone/>
            </a:pPr>
            <a:r>
              <a:rPr lang="en-US" altLang="en-US" sz="4000" b="1" dirty="0" err="1">
                <a:solidFill>
                  <a:srgbClr val="FF0000"/>
                </a:solidFill>
              </a:rPr>
              <a:t>Tùy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thuộc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và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kích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th</a:t>
            </a:r>
            <a:r>
              <a:rPr lang="vi-VN" altLang="en-US" sz="4000" b="1" dirty="0">
                <a:solidFill>
                  <a:srgbClr val="FF0000"/>
                </a:solidFill>
              </a:rPr>
              <a:t>ước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của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chất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phân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</a:rPr>
              <a:t>tán</a:t>
            </a:r>
            <a:r>
              <a:rPr lang="en-US" altLang="en-US" sz="4000" b="1" dirty="0">
                <a:solidFill>
                  <a:srgbClr val="FF0000"/>
                </a:solidFill>
              </a:rPr>
              <a:t> ta </a:t>
            </a:r>
            <a:r>
              <a:rPr lang="en-US" altLang="en-US" sz="4000" b="1" dirty="0" err="1">
                <a:solidFill>
                  <a:srgbClr val="FF0000"/>
                </a:solidFill>
              </a:rPr>
              <a:t>có</a:t>
            </a:r>
            <a:r>
              <a:rPr lang="en-US" altLang="en-US" sz="40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8" y="1655944"/>
            <a:ext cx="11858084" cy="213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622300" indent="-4794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3200" b="1" dirty="0"/>
              <a:t>HUYỀN PHÙ:</a:t>
            </a:r>
            <a:r>
              <a:rPr lang="en-US" altLang="en-US" sz="3200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dị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</a:t>
            </a:r>
            <a:r>
              <a:rPr lang="en-US" altLang="en-US" dirty="0" err="1"/>
              <a:t>ít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1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kích</a:t>
            </a:r>
            <a:r>
              <a:rPr lang="en-US" altLang="en-US" dirty="0"/>
              <a:t> </a:t>
            </a:r>
            <a:r>
              <a:rPr lang="en-US" altLang="en-US" dirty="0" err="1"/>
              <a:t>th</a:t>
            </a:r>
            <a:r>
              <a:rPr lang="vi-VN" altLang="en-US" dirty="0"/>
              <a:t>ước</a:t>
            </a:r>
            <a:r>
              <a:rPr lang="en-US" altLang="en-US" dirty="0"/>
              <a:t> </a:t>
            </a:r>
            <a:r>
              <a:rPr lang="en-US" altLang="en-US" dirty="0" err="1"/>
              <a:t>lớn</a:t>
            </a:r>
            <a:r>
              <a:rPr lang="en-US" altLang="en-US" dirty="0"/>
              <a:t> h</a:t>
            </a:r>
            <a:r>
              <a:rPr lang="vi-VN" altLang="en-US" dirty="0"/>
              <a:t>ơ</a:t>
            </a:r>
            <a:r>
              <a:rPr lang="en-US" altLang="en-US" dirty="0"/>
              <a:t>n 1 </a:t>
            </a:r>
            <a:r>
              <a:rPr lang="el-GR" altLang="en-US" dirty="0"/>
              <a:t>μ</a:t>
            </a:r>
            <a:r>
              <a:rPr lang="en-US" altLang="en-US" dirty="0"/>
              <a:t>m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tán</a:t>
            </a:r>
            <a:r>
              <a:rPr lang="en-US" altLang="en-US" dirty="0"/>
              <a:t> l</a:t>
            </a:r>
            <a:r>
              <a:rPr lang="vi-VN" altLang="en-US" dirty="0"/>
              <a:t>ơ</a:t>
            </a:r>
            <a:r>
              <a:rPr lang="en-US" altLang="en-US" dirty="0"/>
              <a:t> </a:t>
            </a:r>
            <a:r>
              <a:rPr lang="en-US" altLang="en-US" dirty="0" err="1"/>
              <a:t>lửng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dung </a:t>
            </a:r>
            <a:r>
              <a:rPr lang="en-US" altLang="en-US" dirty="0" err="1"/>
              <a:t>dịch</a:t>
            </a:r>
            <a:r>
              <a:rPr lang="en-US" altLang="en-US" dirty="0"/>
              <a:t>, </a:t>
            </a:r>
            <a:r>
              <a:rPr lang="en-US" altLang="en-US" dirty="0" err="1"/>
              <a:t>lớn</a:t>
            </a:r>
            <a:r>
              <a:rPr lang="en-US" altLang="en-US" dirty="0"/>
              <a:t> h</a:t>
            </a:r>
            <a:r>
              <a:rPr lang="vi-VN" altLang="en-US" dirty="0"/>
              <a:t>ơ</a:t>
            </a:r>
            <a:r>
              <a:rPr lang="en-US" altLang="en-US" dirty="0"/>
              <a:t>n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keo</a:t>
            </a:r>
            <a:r>
              <a:rPr lang="en-US" altLang="en-US" dirty="0"/>
              <a:t>.</a:t>
            </a:r>
            <a:endParaRPr lang="en-US" altLang="en-US" dirty="0">
              <a:solidFill>
                <a:srgbClr val="FF0000"/>
              </a:solidFill>
            </a:endParaRPr>
          </a:p>
          <a:p>
            <a:pPr marL="622300" lvl="1" indent="0" algn="just">
              <a:spcBef>
                <a:spcPts val="600"/>
              </a:spcBef>
              <a:spcAft>
                <a:spcPts val="600"/>
              </a:spcAft>
              <a:buSzPct val="80000"/>
              <a:buNone/>
            </a:pPr>
            <a:r>
              <a:rPr lang="en-US" altLang="en-US" sz="2800" dirty="0" err="1">
                <a:solidFill>
                  <a:srgbClr val="CC00CC"/>
                </a:solidFill>
              </a:rPr>
              <a:t>Ví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dụ</a:t>
            </a:r>
            <a:r>
              <a:rPr lang="en-US" altLang="en-US" sz="2800" dirty="0">
                <a:solidFill>
                  <a:srgbClr val="CC00CC"/>
                </a:solidFill>
              </a:rPr>
              <a:t>: </a:t>
            </a:r>
            <a:r>
              <a:rPr lang="en-US" altLang="en-US" sz="2800" dirty="0" err="1">
                <a:solidFill>
                  <a:srgbClr val="CC00CC"/>
                </a:solidFill>
              </a:rPr>
              <a:t>Bụi</a:t>
            </a:r>
            <a:r>
              <a:rPr lang="en-US" altLang="en-US" sz="2800" dirty="0">
                <a:solidFill>
                  <a:srgbClr val="CC00CC"/>
                </a:solidFill>
              </a:rPr>
              <a:t> l</a:t>
            </a:r>
            <a:r>
              <a:rPr lang="vi-VN" altLang="en-US" sz="2800" dirty="0">
                <a:solidFill>
                  <a:srgbClr val="CC00CC"/>
                </a:solidFill>
              </a:rPr>
              <a:t>ơ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lửng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trong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không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khí</a:t>
            </a:r>
            <a:r>
              <a:rPr lang="en-US" altLang="en-US" sz="2800" dirty="0">
                <a:solidFill>
                  <a:srgbClr val="CC00CC"/>
                </a:solidFill>
              </a:rPr>
              <a:t>, …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47253"/>
            <a:ext cx="11858084" cy="143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622300" indent="-4794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3200" b="1" dirty="0">
                <a:solidFill>
                  <a:srgbClr val="00B050"/>
                </a:solidFill>
              </a:rPr>
              <a:t>HỆ KEO: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Hệ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dị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thể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có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các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hạt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phân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tán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có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kích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th</a:t>
            </a:r>
            <a:r>
              <a:rPr lang="vi-VN" altLang="en-US" dirty="0">
                <a:solidFill>
                  <a:srgbClr val="00B050"/>
                </a:solidFill>
              </a:rPr>
              <a:t>ước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từ</a:t>
            </a:r>
            <a:r>
              <a:rPr lang="en-US" altLang="en-US" dirty="0">
                <a:solidFill>
                  <a:srgbClr val="00B050"/>
                </a:solidFill>
              </a:rPr>
              <a:t> 1 </a:t>
            </a:r>
            <a:r>
              <a:rPr lang="en-US" altLang="en-US" dirty="0" err="1">
                <a:solidFill>
                  <a:srgbClr val="00B050"/>
                </a:solidFill>
              </a:rPr>
              <a:t>đến</a:t>
            </a:r>
            <a:r>
              <a:rPr lang="en-US" altLang="en-US" dirty="0">
                <a:solidFill>
                  <a:srgbClr val="00B050"/>
                </a:solidFill>
              </a:rPr>
              <a:t> 1000 nm.</a:t>
            </a:r>
          </a:p>
          <a:p>
            <a:pPr marL="622300" lvl="1" indent="0" algn="just">
              <a:spcBef>
                <a:spcPts val="600"/>
              </a:spcBef>
              <a:spcAft>
                <a:spcPts val="600"/>
              </a:spcAft>
              <a:buSzPct val="80000"/>
              <a:buNone/>
            </a:pPr>
            <a:r>
              <a:rPr lang="en-US" altLang="en-US" sz="2800" dirty="0" err="1">
                <a:solidFill>
                  <a:srgbClr val="CC00CC"/>
                </a:solidFill>
              </a:rPr>
              <a:t>Ví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dụ</a:t>
            </a:r>
            <a:r>
              <a:rPr lang="en-US" altLang="en-US" sz="2800" dirty="0">
                <a:solidFill>
                  <a:srgbClr val="CC00CC"/>
                </a:solidFill>
              </a:rPr>
              <a:t>: S</a:t>
            </a:r>
            <a:r>
              <a:rPr lang="vi-VN" altLang="en-US" sz="2800" dirty="0">
                <a:solidFill>
                  <a:srgbClr val="CC00CC"/>
                </a:solidFill>
              </a:rPr>
              <a:t>ơ</a:t>
            </a:r>
            <a:r>
              <a:rPr lang="en-US" altLang="en-US" sz="2800" dirty="0">
                <a:solidFill>
                  <a:srgbClr val="CC00CC"/>
                </a:solidFill>
              </a:rPr>
              <a:t>n, </a:t>
            </a:r>
            <a:r>
              <a:rPr lang="en-US" altLang="en-US" sz="2800" dirty="0" err="1">
                <a:solidFill>
                  <a:srgbClr val="CC00CC"/>
                </a:solidFill>
              </a:rPr>
              <a:t>mực</a:t>
            </a:r>
            <a:r>
              <a:rPr lang="en-US" altLang="en-US" sz="2800" dirty="0">
                <a:solidFill>
                  <a:srgbClr val="CC00CC"/>
                </a:solidFill>
              </a:rPr>
              <a:t>, …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8" y="5344295"/>
            <a:ext cx="11858084" cy="143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622300" indent="-4794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3200" b="1" dirty="0">
                <a:solidFill>
                  <a:srgbClr val="0000FF"/>
                </a:solidFill>
              </a:rPr>
              <a:t>NHŨ T</a:t>
            </a:r>
            <a:r>
              <a:rPr lang="vi-VN" altLang="en-US" sz="3200" b="1" dirty="0">
                <a:solidFill>
                  <a:srgbClr val="0000FF"/>
                </a:solidFill>
              </a:rPr>
              <a:t>ƯƠ</a:t>
            </a:r>
            <a:r>
              <a:rPr lang="en-US" altLang="en-US" sz="3200" b="1" dirty="0">
                <a:solidFill>
                  <a:srgbClr val="0000FF"/>
                </a:solidFill>
              </a:rPr>
              <a:t>NG: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Hệ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các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chất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lỏng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không</a:t>
            </a:r>
            <a:r>
              <a:rPr lang="en-US" altLang="en-US" dirty="0">
                <a:solidFill>
                  <a:srgbClr val="0000FF"/>
                </a:solidFill>
              </a:rPr>
              <a:t> tan </a:t>
            </a:r>
            <a:r>
              <a:rPr lang="en-US" altLang="en-US" dirty="0" err="1">
                <a:solidFill>
                  <a:srgbClr val="0000FF"/>
                </a:solidFill>
              </a:rPr>
              <a:t>trong</a:t>
            </a:r>
            <a:r>
              <a:rPr lang="en-US" altLang="en-US" dirty="0">
                <a:solidFill>
                  <a:srgbClr val="0000FF"/>
                </a:solidFill>
              </a:rPr>
              <a:t> dung </a:t>
            </a:r>
            <a:r>
              <a:rPr lang="en-US" altLang="en-US" dirty="0" err="1">
                <a:solidFill>
                  <a:srgbClr val="0000FF"/>
                </a:solidFill>
              </a:rPr>
              <a:t>môi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lỏng</a:t>
            </a:r>
            <a:r>
              <a:rPr lang="en-US" altLang="en-US" dirty="0">
                <a:solidFill>
                  <a:srgbClr val="0000FF"/>
                </a:solidFill>
              </a:rPr>
              <a:t>.</a:t>
            </a:r>
          </a:p>
          <a:p>
            <a:pPr marL="622300" lvl="1" indent="0" algn="just">
              <a:spcBef>
                <a:spcPts val="600"/>
              </a:spcBef>
              <a:spcAft>
                <a:spcPts val="600"/>
              </a:spcAft>
              <a:buSzPct val="80000"/>
              <a:buNone/>
            </a:pPr>
            <a:r>
              <a:rPr lang="en-US" altLang="en-US" sz="2800" dirty="0" err="1">
                <a:solidFill>
                  <a:srgbClr val="CC00CC"/>
                </a:solidFill>
              </a:rPr>
              <a:t>Ví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dụ</a:t>
            </a:r>
            <a:r>
              <a:rPr lang="en-US" altLang="en-US" sz="2800" dirty="0">
                <a:solidFill>
                  <a:srgbClr val="CC00CC"/>
                </a:solidFill>
              </a:rPr>
              <a:t>: </a:t>
            </a:r>
            <a:r>
              <a:rPr lang="en-US" altLang="en-US" sz="2800" dirty="0" err="1">
                <a:solidFill>
                  <a:srgbClr val="CC00CC"/>
                </a:solidFill>
              </a:rPr>
              <a:t>Máu</a:t>
            </a:r>
            <a:r>
              <a:rPr lang="en-US" altLang="en-US" sz="2800" dirty="0">
                <a:solidFill>
                  <a:srgbClr val="CC00CC"/>
                </a:solidFill>
              </a:rPr>
              <a:t>, </a:t>
            </a:r>
            <a:r>
              <a:rPr lang="en-US" altLang="en-US" sz="2800" dirty="0" err="1">
                <a:solidFill>
                  <a:srgbClr val="CC00CC"/>
                </a:solidFill>
              </a:rPr>
              <a:t>dầu</a:t>
            </a:r>
            <a:r>
              <a:rPr lang="en-US" altLang="en-US" sz="2800" dirty="0">
                <a:solidFill>
                  <a:srgbClr val="CC00CC"/>
                </a:solidFill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</a:rPr>
              <a:t>giấm</a:t>
            </a:r>
            <a:r>
              <a:rPr lang="en-US" altLang="en-US" sz="2800" dirty="0">
                <a:solidFill>
                  <a:srgbClr val="CC00CC"/>
                </a:solidFill>
              </a:rPr>
              <a:t>, </a:t>
            </a:r>
            <a:r>
              <a:rPr lang="en-US" altLang="en-US" sz="2800" dirty="0" err="1">
                <a:solidFill>
                  <a:srgbClr val="CC00CC"/>
                </a:solidFill>
              </a:rPr>
              <a:t>sữa</a:t>
            </a:r>
            <a:r>
              <a:rPr lang="en-US" altLang="en-US" sz="2800" dirty="0">
                <a:solidFill>
                  <a:srgbClr val="CC00CC"/>
                </a:solidFill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388037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00" y="1141720"/>
            <a:ext cx="4158830" cy="3687317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012266" y="984873"/>
            <a:ext cx="6794246" cy="1610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2288" indent="-52228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Wingdings" panose="05000000000000000000" pitchFamily="2" charset="2"/>
              <a:buChar char="v"/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(R, L, K)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80" y="5088285"/>
            <a:ext cx="4915592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725" indent="-466725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6725" indent="2794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NaCl (r) </a:t>
            </a:r>
          </a:p>
          <a:p>
            <a:pPr marL="466725" indent="2794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(l).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768" y="2903323"/>
            <a:ext cx="679424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725" indent="-466725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Wingdings" panose="05000000000000000000" pitchFamily="2" charset="2"/>
              <a:buChar char="v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ượng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dung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xăng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7271" y="5188312"/>
            <a:ext cx="67392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725" indent="-466725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Wingdings" panose="05000000000000000000" pitchFamily="2" charset="2"/>
              <a:buChar char="v"/>
            </a:pP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loãng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920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52" y="880676"/>
            <a:ext cx="10442648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/>
              <a:t>XÉT QUÁ TRÌNH HÒA TAN CỦA </a:t>
            </a:r>
            <a:r>
              <a:rPr lang="en-US" altLang="en-US" sz="3200" b="1" dirty="0" err="1"/>
              <a:t>NACl</a:t>
            </a:r>
            <a:r>
              <a:rPr lang="en-US" altLang="en-US" sz="3200" b="1" dirty="0"/>
              <a:t> VÀO N</a:t>
            </a:r>
            <a:r>
              <a:rPr lang="vi-VN" altLang="en-US" sz="3200" b="1" dirty="0"/>
              <a:t>ƯỚC</a:t>
            </a:r>
            <a:r>
              <a:rPr lang="en-US" altLang="en-US" sz="3200" b="1" dirty="0"/>
              <a:t>: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1701216"/>
            <a:ext cx="6926453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CC00CC"/>
                </a:solidFill>
              </a:rPr>
              <a:t>1. </a:t>
            </a:r>
            <a:r>
              <a:rPr lang="en-US" altLang="en-US" sz="3200" b="1" dirty="0" err="1">
                <a:solidFill>
                  <a:srgbClr val="CC00CC"/>
                </a:solidFill>
              </a:rPr>
              <a:t>Liên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kết</a:t>
            </a:r>
            <a:r>
              <a:rPr lang="en-US" altLang="en-US" sz="3200" b="1" dirty="0">
                <a:solidFill>
                  <a:srgbClr val="CC00CC"/>
                </a:solidFill>
              </a:rPr>
              <a:t> hydro </a:t>
            </a:r>
            <a:r>
              <a:rPr lang="en-US" altLang="en-US" sz="3200" b="1" dirty="0" err="1">
                <a:solidFill>
                  <a:srgbClr val="CC00CC"/>
                </a:solidFill>
              </a:rPr>
              <a:t>của</a:t>
            </a:r>
            <a:r>
              <a:rPr lang="en-US" altLang="en-US" sz="3200" b="1" dirty="0">
                <a:solidFill>
                  <a:srgbClr val="CC00CC"/>
                </a:solidFill>
              </a:rPr>
              <a:t> n</a:t>
            </a:r>
            <a:r>
              <a:rPr lang="vi-VN" altLang="en-US" sz="3200" b="1" dirty="0">
                <a:solidFill>
                  <a:srgbClr val="CC00CC"/>
                </a:solidFill>
              </a:rPr>
              <a:t>ước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bị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phá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vỡ</a:t>
            </a:r>
            <a:r>
              <a:rPr lang="en-US" altLang="en-US" sz="3200" b="1" dirty="0">
                <a:solidFill>
                  <a:srgbClr val="CC00CC"/>
                </a:solidFill>
              </a:rPr>
              <a:t>;</a:t>
            </a:r>
            <a:endParaRPr lang="en-US" altLang="en-US" sz="3200" dirty="0">
              <a:solidFill>
                <a:srgbClr val="CC00CC"/>
              </a:solidFill>
            </a:endParaRPr>
          </a:p>
        </p:txBody>
      </p:sp>
      <p:pic>
        <p:nvPicPr>
          <p:cNvPr id="9" name="Picture 11" descr="FG12_07">
            <a:extLst>
              <a:ext uri="{FF2B5EF4-FFF2-40B4-BE49-F238E27FC236}">
                <a16:creationId xmlns:a16="http://schemas.microsoft.com/office/drawing/2014/main" id="{C48F72DB-D9EF-4D86-BC12-5E88208DE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7" t="3722" r="1640" b="8838"/>
          <a:stretch>
            <a:fillRect/>
          </a:stretch>
        </p:blipFill>
        <p:spPr bwMode="auto">
          <a:xfrm>
            <a:off x="7344984" y="1541835"/>
            <a:ext cx="4664780" cy="3796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79" y="2594471"/>
            <a:ext cx="6926453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7030A0"/>
                </a:solidFill>
              </a:rPr>
              <a:t>2. </a:t>
            </a:r>
            <a:r>
              <a:rPr lang="en-US" altLang="en-US" sz="3200" b="1" dirty="0" err="1">
                <a:solidFill>
                  <a:srgbClr val="7030A0"/>
                </a:solidFill>
              </a:rPr>
              <a:t>NaCl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phân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ly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thành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các</a:t>
            </a:r>
            <a:r>
              <a:rPr lang="en-US" altLang="en-US" sz="3200" b="1" dirty="0">
                <a:solidFill>
                  <a:srgbClr val="7030A0"/>
                </a:solidFill>
              </a:rPr>
              <a:t> Na</a:t>
            </a:r>
            <a:r>
              <a:rPr lang="en-US" altLang="en-US" sz="3200" b="1" baseline="30000" dirty="0">
                <a:solidFill>
                  <a:srgbClr val="7030A0"/>
                </a:solidFill>
              </a:rPr>
              <a:t>+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và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Cl</a:t>
            </a:r>
            <a:r>
              <a:rPr lang="en-US" altLang="en-US" sz="3200" b="1" baseline="30000" dirty="0">
                <a:solidFill>
                  <a:srgbClr val="7030A0"/>
                </a:solidFill>
              </a:rPr>
              <a:t>-</a:t>
            </a:r>
            <a:r>
              <a:rPr lang="en-US" altLang="en-US" sz="3200" b="1" dirty="0">
                <a:solidFill>
                  <a:srgbClr val="7030A0"/>
                </a:solidFill>
              </a:rPr>
              <a:t>;</a:t>
            </a:r>
            <a:endParaRPr lang="en-US" alt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678" y="3487185"/>
                <a:ext cx="6926453" cy="1525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142875" indent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en-US" sz="3200" b="1" dirty="0">
                    <a:solidFill>
                      <a:srgbClr val="993366"/>
                    </a:solidFill>
                  </a:rPr>
                  <a:t>3. </a:t>
                </a:r>
                <a:r>
                  <a:rPr lang="en-US" altLang="en-US" sz="3200" b="1" dirty="0" err="1">
                    <a:solidFill>
                      <a:srgbClr val="993366"/>
                    </a:solidFill>
                  </a:rPr>
                  <a:t>Lực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 l</a:t>
                </a:r>
                <a:r>
                  <a:rPr lang="vi-VN" altLang="en-US" sz="3200" b="1" dirty="0">
                    <a:solidFill>
                      <a:srgbClr val="993366"/>
                    </a:solidFill>
                  </a:rPr>
                  <a:t>ưỡng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 </a:t>
                </a:r>
                <a:r>
                  <a:rPr lang="en-US" altLang="en-US" sz="3200" b="1" dirty="0" err="1">
                    <a:solidFill>
                      <a:srgbClr val="993366"/>
                    </a:solidFill>
                  </a:rPr>
                  <a:t>cực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-ion đ</a:t>
                </a:r>
                <a:r>
                  <a:rPr lang="vi-VN" altLang="en-US" sz="3200" b="1" dirty="0">
                    <a:solidFill>
                      <a:srgbClr val="993366"/>
                    </a:solidFill>
                  </a:rPr>
                  <a:t>ược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 </a:t>
                </a:r>
                <a:r>
                  <a:rPr lang="en-US" altLang="en-US" sz="3200" b="1" dirty="0" err="1">
                    <a:solidFill>
                      <a:srgbClr val="993366"/>
                    </a:solidFill>
                  </a:rPr>
                  <a:t>thiết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 </a:t>
                </a:r>
                <a:r>
                  <a:rPr lang="en-US" altLang="en-US" sz="3200" b="1" dirty="0" err="1">
                    <a:solidFill>
                      <a:srgbClr val="993366"/>
                    </a:solidFill>
                  </a:rPr>
                  <a:t>lập</a:t>
                </a:r>
                <a:r>
                  <a:rPr lang="en-US" altLang="en-US" sz="3200" b="1" dirty="0">
                    <a:solidFill>
                      <a:srgbClr val="993366"/>
                    </a:solidFill>
                  </a:rPr>
                  <a:t>:</a:t>
                </a:r>
                <a:r>
                  <a:rPr lang="en-US" altLang="en-US" sz="3200" b="1" dirty="0">
                    <a:solidFill>
                      <a:srgbClr val="7030A0"/>
                    </a:solidFill>
                  </a:rPr>
                  <a:t/>
                </a:r>
                <a:br>
                  <a:rPr lang="en-US" altLang="en-US" sz="3200" b="1" dirty="0">
                    <a:solidFill>
                      <a:srgbClr val="7030A0"/>
                    </a:solidFill>
                  </a:rPr>
                </a:br>
                <a:r>
                  <a:rPr lang="en-US" altLang="en-US" sz="3200" b="1" dirty="0">
                    <a:solidFill>
                      <a:srgbClr val="00B050"/>
                    </a:solidFill>
                  </a:rPr>
                  <a:t>           Na</a:t>
                </a:r>
                <a:r>
                  <a:rPr lang="en-US" altLang="en-US" sz="3200" b="1" baseline="30000" dirty="0">
                    <a:solidFill>
                      <a:srgbClr val="00B050"/>
                    </a:solidFill>
                  </a:rPr>
                  <a:t>+</a:t>
                </a:r>
                <a:r>
                  <a:rPr lang="en-US" altLang="en-US" sz="3200" b="1" dirty="0">
                    <a:solidFill>
                      <a:srgbClr val="00B050"/>
                    </a:solidFill>
                  </a:rPr>
                  <a:t>---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sSub>
                          <m:sSubPr>
                            <m:ctrlPr>
                              <a:rPr lang="en-US" altLang="en-US" sz="3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𝑶𝑯</m:t>
                            </m:r>
                          </m:e>
                          <m:sub>
                            <m:r>
                              <a:rPr lang="en-US" altLang="en-US" sz="3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  <m:sup>
                        <m:r>
                          <a:rPr lang="en-US" alt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altLang="en-US" sz="32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en-US" sz="3200" b="1" dirty="0" err="1">
                    <a:solidFill>
                      <a:srgbClr val="00B050"/>
                    </a:solidFill>
                  </a:rPr>
                  <a:t>và</a:t>
                </a:r>
                <a:r>
                  <a:rPr lang="en-US" altLang="en-US" sz="3200" b="1" dirty="0">
                    <a:solidFill>
                      <a:srgbClr val="00B050"/>
                    </a:solidFill>
                  </a:rPr>
                  <a:t>  </a:t>
                </a:r>
                <a:r>
                  <a:rPr lang="en-US" altLang="en-US" sz="3200" b="1" dirty="0" err="1">
                    <a:solidFill>
                      <a:srgbClr val="00B050"/>
                    </a:solidFill>
                  </a:rPr>
                  <a:t>Cl</a:t>
                </a:r>
                <a:r>
                  <a:rPr lang="en-US" altLang="en-US" sz="3200" b="1" baseline="30000" dirty="0">
                    <a:solidFill>
                      <a:srgbClr val="00B050"/>
                    </a:solidFill>
                  </a:rPr>
                  <a:t>-</a:t>
                </a:r>
                <a:r>
                  <a:rPr lang="en-US" altLang="en-US" sz="3200" b="1" dirty="0">
                    <a:solidFill>
                      <a:srgbClr val="00B050"/>
                    </a:solidFill>
                  </a:rPr>
                  <a:t>---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sSub>
                          <m:sSubPr>
                            <m:ctrlPr>
                              <a:rPr lang="en-US" altLang="en-US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en-US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  <m:sup>
                        <m:r>
                          <a:rPr lang="en-US" alt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en-US" alt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Rectangle 6">
                <a:extLst>
                  <a:ext uri="{FF2B5EF4-FFF2-40B4-BE49-F238E27FC236}">
                    <a16:creationId xmlns="" xmlns:a16="http://schemas.microsoft.com/office/drawing/2014/main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678" y="3487185"/>
                <a:ext cx="6926453" cy="1525082"/>
              </a:xfrm>
              <a:prstGeom prst="rect">
                <a:avLst/>
              </a:prstGeom>
              <a:blipFill rotWithShape="0">
                <a:blip r:embed="rId4"/>
                <a:stretch>
                  <a:fillRect l="-264" r="-2201" b="-128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28205"/>
            <a:ext cx="12009764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600075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 err="1">
                <a:solidFill>
                  <a:schemeClr val="tx1"/>
                </a:solidFill>
              </a:rPr>
              <a:t>Sự</a:t>
            </a:r>
            <a:r>
              <a:rPr lang="en-US" altLang="en-US" sz="3200" dirty="0">
                <a:solidFill>
                  <a:schemeClr val="tx1"/>
                </a:solidFill>
              </a:rPr>
              <a:t> t</a:t>
            </a:r>
            <a:r>
              <a:rPr lang="vi-VN" altLang="en-US" sz="3200" dirty="0">
                <a:solidFill>
                  <a:schemeClr val="tx1"/>
                </a:solidFill>
              </a:rPr>
              <a:t>ươ</a:t>
            </a:r>
            <a:r>
              <a:rPr lang="en-US" altLang="en-US" sz="3200" dirty="0" err="1">
                <a:solidFill>
                  <a:schemeClr val="tx1"/>
                </a:solidFill>
              </a:rPr>
              <a:t>ng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tác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giữa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chất</a:t>
            </a:r>
            <a:r>
              <a:rPr lang="en-US" altLang="en-US" sz="3200" b="1" dirty="0">
                <a:solidFill>
                  <a:schemeClr val="tx1"/>
                </a:solidFill>
              </a:rPr>
              <a:t> tan </a:t>
            </a:r>
            <a:r>
              <a:rPr lang="en-US" altLang="en-US" sz="3200" b="1" dirty="0" err="1">
                <a:solidFill>
                  <a:schemeClr val="tx1"/>
                </a:solidFill>
              </a:rPr>
              <a:t>và</a:t>
            </a:r>
            <a:r>
              <a:rPr lang="en-US" altLang="en-US" sz="3200" b="1" dirty="0">
                <a:solidFill>
                  <a:schemeClr val="tx1"/>
                </a:solidFill>
              </a:rPr>
              <a:t> dung </a:t>
            </a:r>
            <a:r>
              <a:rPr lang="en-US" altLang="en-US" sz="3200" b="1" dirty="0" err="1">
                <a:solidFill>
                  <a:schemeClr val="tx1"/>
                </a:solidFill>
              </a:rPr>
              <a:t>môi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gọi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là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sự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</a:rPr>
              <a:t>SOLVAT HÓA</a:t>
            </a:r>
            <a:r>
              <a:rPr lang="en-US" altLang="en-US" sz="3200" b="1" dirty="0">
                <a:solidFill>
                  <a:schemeClr val="tx1"/>
                </a:solidFill>
              </a:rPr>
              <a:t>;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6125816"/>
            <a:ext cx="9804400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- </a:t>
            </a:r>
            <a:r>
              <a:rPr lang="en-US" altLang="en-US" sz="3200" dirty="0" err="1">
                <a:solidFill>
                  <a:schemeClr val="tx1"/>
                </a:solidFill>
              </a:rPr>
              <a:t>Nếu</a:t>
            </a:r>
            <a:r>
              <a:rPr lang="en-US" altLang="en-US" sz="3200" dirty="0">
                <a:solidFill>
                  <a:schemeClr val="tx1"/>
                </a:solidFill>
              </a:rPr>
              <a:t> dung </a:t>
            </a:r>
            <a:r>
              <a:rPr lang="en-US" altLang="en-US" sz="3200" dirty="0" err="1">
                <a:solidFill>
                  <a:schemeClr val="tx1"/>
                </a:solidFill>
              </a:rPr>
              <a:t>môi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là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N</a:t>
            </a:r>
            <a:r>
              <a:rPr lang="vi-VN" altLang="en-US" sz="3200" b="1" dirty="0">
                <a:solidFill>
                  <a:srgbClr val="0000FF"/>
                </a:solidFill>
              </a:rPr>
              <a:t>ƯỚC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thì</a:t>
            </a:r>
            <a:r>
              <a:rPr lang="en-US" altLang="en-US" sz="3200" dirty="0">
                <a:solidFill>
                  <a:schemeClr val="tx1"/>
                </a:solidFill>
              </a:rPr>
              <a:t> ta </a:t>
            </a:r>
            <a:r>
              <a:rPr lang="en-US" altLang="en-US" sz="3200" dirty="0" err="1">
                <a:solidFill>
                  <a:schemeClr val="tx1"/>
                </a:solidFill>
              </a:rPr>
              <a:t>gọi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là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sự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HYDRAT HÓA</a:t>
            </a:r>
          </a:p>
        </p:txBody>
      </p:sp>
    </p:spTree>
    <p:extLst>
      <p:ext uri="{BB962C8B-B14F-4D97-AF65-F5344CB8AC3E}">
        <p14:creationId xmlns:p14="http://schemas.microsoft.com/office/powerpoint/2010/main" val="328724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3889398"/>
            <a:ext cx="11329120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2. </a:t>
            </a:r>
            <a:r>
              <a:rPr lang="en-US" altLang="en-US" sz="3200" b="1" dirty="0" err="1">
                <a:solidFill>
                  <a:srgbClr val="FF0000"/>
                </a:solidFill>
              </a:rPr>
              <a:t>Quá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trình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tạo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liên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kết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các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luôn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tỏa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nhiệt</a:t>
            </a:r>
            <a:r>
              <a:rPr lang="en-US" altLang="en-US" sz="3200" b="1" dirty="0">
                <a:solidFill>
                  <a:srgbClr val="FF0000"/>
                </a:solidFill>
              </a:rPr>
              <a:t> (∆H &lt; 0)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8" y="833152"/>
            <a:ext cx="11923001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1. </a:t>
            </a:r>
            <a:r>
              <a:rPr lang="en-US" altLang="en-US" sz="3200" b="1" dirty="0" err="1">
                <a:solidFill>
                  <a:srgbClr val="0000FF"/>
                </a:solidFill>
              </a:rPr>
              <a:t>Quá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trình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phá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vỡ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liên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kết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các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tử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luôn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thu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nhiệt</a:t>
            </a:r>
            <a:r>
              <a:rPr lang="en-US" altLang="en-US" sz="3200" b="1" dirty="0">
                <a:solidFill>
                  <a:srgbClr val="0000FF"/>
                </a:solidFill>
              </a:rPr>
              <a:t> (∆H &gt; 0)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137" y="1477424"/>
            <a:ext cx="3783169" cy="2286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137" y="4512452"/>
            <a:ext cx="378316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82" y="965118"/>
            <a:ext cx="11858084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400" b="1" dirty="0">
                <a:solidFill>
                  <a:srgbClr val="CC00CC"/>
                </a:solidFill>
              </a:rPr>
              <a:t>CÓ 3 LOẠI (B</a:t>
            </a:r>
            <a:r>
              <a:rPr lang="vi-VN" altLang="en-US" sz="3400" b="1" dirty="0">
                <a:solidFill>
                  <a:srgbClr val="CC00CC"/>
                </a:solidFill>
              </a:rPr>
              <a:t>ƯỚC</a:t>
            </a:r>
            <a:r>
              <a:rPr lang="en-US" altLang="en-US" sz="3400" b="1" dirty="0">
                <a:solidFill>
                  <a:srgbClr val="CC00CC"/>
                </a:solidFill>
              </a:rPr>
              <a:t>) NĂNG L</a:t>
            </a:r>
            <a:r>
              <a:rPr lang="vi-VN" altLang="en-US" sz="3400" b="1" dirty="0">
                <a:solidFill>
                  <a:srgbClr val="CC00CC"/>
                </a:solidFill>
              </a:rPr>
              <a:t>ƯỢNG</a:t>
            </a:r>
            <a:r>
              <a:rPr lang="en-US" altLang="en-US" sz="3400" b="1" dirty="0">
                <a:solidFill>
                  <a:srgbClr val="CC00CC"/>
                </a:solidFill>
              </a:rPr>
              <a:t> KHI TẠO THÀNH DD:</a:t>
            </a:r>
            <a:endParaRPr lang="en-US" altLang="en-US" sz="3400" dirty="0">
              <a:solidFill>
                <a:srgbClr val="CC00CC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79" y="1972150"/>
            <a:ext cx="8094853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7030A0"/>
                </a:solidFill>
              </a:rPr>
              <a:t>1. </a:t>
            </a:r>
            <a:r>
              <a:rPr lang="en-US" altLang="en-US" sz="3200" b="1" dirty="0" err="1">
                <a:solidFill>
                  <a:srgbClr val="7030A0"/>
                </a:solidFill>
              </a:rPr>
              <a:t>Năng</a:t>
            </a:r>
            <a:r>
              <a:rPr lang="en-US" altLang="en-US" sz="3200" b="1" dirty="0">
                <a:solidFill>
                  <a:srgbClr val="7030A0"/>
                </a:solidFill>
              </a:rPr>
              <a:t> l</a:t>
            </a:r>
            <a:r>
              <a:rPr lang="vi-VN" altLang="en-US" sz="3200" b="1" dirty="0">
                <a:solidFill>
                  <a:srgbClr val="7030A0"/>
                </a:solidFill>
              </a:rPr>
              <a:t>ượng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tách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ph</a:t>
            </a:r>
            <a:r>
              <a:rPr lang="en-US" altLang="en-US" sz="3200" b="1" dirty="0">
                <a:solidFill>
                  <a:srgbClr val="7030A0"/>
                </a:solidFill>
              </a:rPr>
              <a:t>/</a:t>
            </a:r>
            <a:r>
              <a:rPr lang="en-US" altLang="en-US" sz="3200" b="1" dirty="0" err="1">
                <a:solidFill>
                  <a:srgbClr val="7030A0"/>
                </a:solidFill>
              </a:rPr>
              <a:t>tử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en-US" sz="3200" b="1" dirty="0" err="1">
                <a:solidFill>
                  <a:srgbClr val="7030A0"/>
                </a:solidFill>
              </a:rPr>
              <a:t>chất</a:t>
            </a:r>
            <a:r>
              <a:rPr lang="en-US" altLang="en-US" sz="3200" b="1" dirty="0">
                <a:solidFill>
                  <a:srgbClr val="7030A0"/>
                </a:solidFill>
              </a:rPr>
              <a:t> tan (∆H</a:t>
            </a:r>
            <a:r>
              <a:rPr lang="en-US" altLang="en-US" sz="3200" b="1" baseline="-25000" dirty="0">
                <a:solidFill>
                  <a:srgbClr val="7030A0"/>
                </a:solidFill>
              </a:rPr>
              <a:t>1 </a:t>
            </a:r>
            <a:r>
              <a:rPr lang="en-US" altLang="en-US" sz="3200" b="1" dirty="0">
                <a:solidFill>
                  <a:srgbClr val="7030A0"/>
                </a:solidFill>
              </a:rPr>
              <a:t>&gt; 0);</a:t>
            </a:r>
            <a:endParaRPr lang="en-US" altLang="en-US" sz="3200" dirty="0">
              <a:solidFill>
                <a:srgbClr val="7030A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65" y="1731550"/>
            <a:ext cx="2472538" cy="11887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3379906"/>
            <a:ext cx="9093920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0070C0"/>
                </a:solidFill>
              </a:rPr>
              <a:t>2. </a:t>
            </a:r>
            <a:r>
              <a:rPr lang="en-US" altLang="en-US" sz="3200" b="1" dirty="0" err="1">
                <a:solidFill>
                  <a:srgbClr val="0070C0"/>
                </a:solidFill>
              </a:rPr>
              <a:t>Năng</a:t>
            </a:r>
            <a:r>
              <a:rPr lang="en-US" altLang="en-US" sz="3200" b="1" dirty="0">
                <a:solidFill>
                  <a:srgbClr val="0070C0"/>
                </a:solidFill>
              </a:rPr>
              <a:t> l</a:t>
            </a:r>
            <a:r>
              <a:rPr lang="vi-VN" altLang="en-US" sz="3200" b="1" dirty="0">
                <a:solidFill>
                  <a:srgbClr val="0070C0"/>
                </a:solidFill>
              </a:rPr>
              <a:t>ượng</a:t>
            </a:r>
            <a:r>
              <a:rPr lang="en-US" altLang="en-US" sz="3200" b="1" dirty="0">
                <a:solidFill>
                  <a:srgbClr val="0070C0"/>
                </a:solidFill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</a:rPr>
              <a:t>tách</a:t>
            </a:r>
            <a:r>
              <a:rPr lang="en-US" altLang="en-US" sz="3200" b="1" dirty="0">
                <a:solidFill>
                  <a:srgbClr val="0070C0"/>
                </a:solidFill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</a:rPr>
              <a:t>các</a:t>
            </a:r>
            <a:r>
              <a:rPr lang="en-US" altLang="en-US" sz="3200" b="1" dirty="0">
                <a:solidFill>
                  <a:srgbClr val="0070C0"/>
                </a:solidFill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</a:rPr>
              <a:t>ph</a:t>
            </a:r>
            <a:r>
              <a:rPr lang="en-US" altLang="en-US" sz="3200" b="1" dirty="0">
                <a:solidFill>
                  <a:srgbClr val="0070C0"/>
                </a:solidFill>
              </a:rPr>
              <a:t>/</a:t>
            </a:r>
            <a:r>
              <a:rPr lang="en-US" altLang="en-US" sz="3200" b="1" dirty="0" err="1">
                <a:solidFill>
                  <a:srgbClr val="0070C0"/>
                </a:solidFill>
              </a:rPr>
              <a:t>tử</a:t>
            </a:r>
            <a:r>
              <a:rPr lang="en-US" altLang="en-US" sz="3200" b="1" dirty="0">
                <a:solidFill>
                  <a:srgbClr val="0070C0"/>
                </a:solidFill>
              </a:rPr>
              <a:t> dung </a:t>
            </a:r>
            <a:r>
              <a:rPr lang="en-US" altLang="en-US" sz="3200" b="1" dirty="0" err="1">
                <a:solidFill>
                  <a:srgbClr val="0070C0"/>
                </a:solidFill>
              </a:rPr>
              <a:t>môi</a:t>
            </a:r>
            <a:r>
              <a:rPr lang="en-US" altLang="en-US" sz="3200" b="1" dirty="0">
                <a:solidFill>
                  <a:srgbClr val="0070C0"/>
                </a:solidFill>
              </a:rPr>
              <a:t> (∆H</a:t>
            </a:r>
            <a:r>
              <a:rPr lang="en-US" altLang="en-US" sz="3200" b="1" baseline="-25000" dirty="0">
                <a:solidFill>
                  <a:srgbClr val="0070C0"/>
                </a:solidFill>
              </a:rPr>
              <a:t>2</a:t>
            </a:r>
            <a:r>
              <a:rPr lang="en-US" altLang="en-US" sz="3200" b="1" dirty="0">
                <a:solidFill>
                  <a:srgbClr val="0070C0"/>
                </a:solidFill>
              </a:rPr>
              <a:t> &gt; 0);</a:t>
            </a:r>
            <a:endParaRPr lang="en-US" altLang="en-US" sz="3200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600" y="3150088"/>
            <a:ext cx="2424364" cy="118872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88" y="4740300"/>
            <a:ext cx="11887200" cy="665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3. </a:t>
            </a:r>
            <a:r>
              <a:rPr lang="en-US" altLang="en-US" sz="3200" b="1" dirty="0" err="1">
                <a:solidFill>
                  <a:srgbClr val="FF0000"/>
                </a:solidFill>
              </a:rPr>
              <a:t>Năng</a:t>
            </a:r>
            <a:r>
              <a:rPr lang="en-US" altLang="en-US" sz="3200" b="1" dirty="0">
                <a:solidFill>
                  <a:srgbClr val="FF0000"/>
                </a:solidFill>
              </a:rPr>
              <a:t> l</a:t>
            </a:r>
            <a:r>
              <a:rPr lang="vi-VN" altLang="en-US" sz="3200" b="1" dirty="0">
                <a:solidFill>
                  <a:srgbClr val="FF0000"/>
                </a:solidFill>
              </a:rPr>
              <a:t>ượng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tạo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thành</a:t>
            </a:r>
            <a:r>
              <a:rPr lang="en-US" altLang="en-US" sz="3200" b="1" dirty="0">
                <a:solidFill>
                  <a:srgbClr val="FF0000"/>
                </a:solidFill>
              </a:rPr>
              <a:t> l/k </a:t>
            </a:r>
            <a:r>
              <a:rPr lang="en-US" altLang="en-US" sz="3200" b="1" dirty="0" err="1">
                <a:solidFill>
                  <a:srgbClr val="FF0000"/>
                </a:solidFill>
              </a:rPr>
              <a:t>giữa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ph</a:t>
            </a:r>
            <a:r>
              <a:rPr lang="en-US" altLang="en-US" sz="3200" b="1" dirty="0">
                <a:solidFill>
                  <a:srgbClr val="FF0000"/>
                </a:solidFill>
              </a:rPr>
              <a:t>/</a:t>
            </a:r>
            <a:r>
              <a:rPr lang="en-US" altLang="en-US" sz="3200" b="1" dirty="0" err="1">
                <a:solidFill>
                  <a:srgbClr val="FF0000"/>
                </a:solidFill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</a:rPr>
              <a:t> tan – dung </a:t>
            </a:r>
            <a:r>
              <a:rPr lang="en-US" altLang="en-US" sz="3200" b="1" dirty="0" err="1">
                <a:solidFill>
                  <a:srgbClr val="FF0000"/>
                </a:solidFill>
              </a:rPr>
              <a:t>môi</a:t>
            </a:r>
            <a:r>
              <a:rPr lang="en-US" altLang="en-US" sz="3200" b="1" dirty="0">
                <a:solidFill>
                  <a:srgbClr val="FF0000"/>
                </a:solidFill>
              </a:rPr>
              <a:t> (∆H</a:t>
            </a:r>
            <a:r>
              <a:rPr lang="en-US" altLang="en-US" sz="3200" b="1" baseline="-25000" dirty="0">
                <a:solidFill>
                  <a:srgbClr val="FF0000"/>
                </a:solidFill>
              </a:rPr>
              <a:t>3</a:t>
            </a:r>
            <a:r>
              <a:rPr lang="en-US" altLang="en-US" sz="3200" b="1" dirty="0">
                <a:solidFill>
                  <a:srgbClr val="FF0000"/>
                </a:solidFill>
              </a:rPr>
              <a:t>);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313" y="5367585"/>
            <a:ext cx="4267200" cy="1457325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71" y="5986825"/>
            <a:ext cx="6421603" cy="665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142875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chemeClr val="tx1"/>
                </a:solidFill>
              </a:rPr>
              <a:t>∆</a:t>
            </a:r>
            <a:r>
              <a:rPr lang="en-US" altLang="en-US" sz="4000" b="1" dirty="0" err="1">
                <a:solidFill>
                  <a:schemeClr val="tx1"/>
                </a:solidFill>
              </a:rPr>
              <a:t>H</a:t>
            </a:r>
            <a:r>
              <a:rPr lang="en-US" altLang="en-US" sz="4000" b="1" baseline="-25000" dirty="0" err="1">
                <a:solidFill>
                  <a:schemeClr val="tx1"/>
                </a:solidFill>
              </a:rPr>
              <a:t>hòa</a:t>
            </a:r>
            <a:r>
              <a:rPr lang="en-US" altLang="en-US" sz="4000" b="1" baseline="-25000" dirty="0">
                <a:solidFill>
                  <a:schemeClr val="tx1"/>
                </a:solidFill>
              </a:rPr>
              <a:t> tan</a:t>
            </a:r>
            <a:r>
              <a:rPr lang="en-US" altLang="en-US" sz="4000" b="1" dirty="0">
                <a:solidFill>
                  <a:schemeClr val="tx1"/>
                </a:solidFill>
              </a:rPr>
              <a:t> = ∆H</a:t>
            </a:r>
            <a:r>
              <a:rPr lang="en-US" altLang="en-US" sz="40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4000" b="1" dirty="0">
                <a:solidFill>
                  <a:schemeClr val="tx1"/>
                </a:solidFill>
              </a:rPr>
              <a:t> + ∆H</a:t>
            </a:r>
            <a:r>
              <a:rPr lang="en-US" altLang="en-US" sz="4000" b="1" baseline="-25000" dirty="0">
                <a:solidFill>
                  <a:schemeClr val="tx1"/>
                </a:solidFill>
              </a:rPr>
              <a:t>2</a:t>
            </a:r>
            <a:r>
              <a:rPr lang="en-US" altLang="en-US" sz="4000" b="1" dirty="0">
                <a:solidFill>
                  <a:schemeClr val="tx1"/>
                </a:solidFill>
              </a:rPr>
              <a:t> + ∆H</a:t>
            </a:r>
            <a:r>
              <a:rPr lang="en-US" altLang="en-US" sz="4000" b="1" baseline="-25000" dirty="0">
                <a:solidFill>
                  <a:schemeClr val="tx1"/>
                </a:solidFill>
              </a:rPr>
              <a:t>3</a:t>
            </a:r>
            <a:r>
              <a:rPr lang="en-US" altLang="en-US" sz="40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Curved Right Arrow 9"/>
          <p:cNvSpPr/>
          <p:nvPr/>
        </p:nvSpPr>
        <p:spPr>
          <a:xfrm>
            <a:off x="132756" y="5805436"/>
            <a:ext cx="442797" cy="6198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31253" y="5491589"/>
            <a:ext cx="1273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∆H</a:t>
            </a:r>
            <a:r>
              <a:rPr lang="en-US" alt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0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2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 animBg="1"/>
      <p:bldP spid="10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933331"/>
            <a:ext cx="11654834" cy="149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576263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∆</a:t>
            </a:r>
            <a:r>
              <a:rPr lang="en-US" altLang="en-US" sz="3200" b="1" dirty="0" err="1">
                <a:solidFill>
                  <a:schemeClr val="tx1"/>
                </a:solidFill>
              </a:rPr>
              <a:t>H</a:t>
            </a:r>
            <a:r>
              <a:rPr lang="en-US" altLang="en-US" sz="3200" b="1" baseline="-25000" dirty="0" err="1">
                <a:solidFill>
                  <a:schemeClr val="tx1"/>
                </a:solidFill>
              </a:rPr>
              <a:t>hòa</a:t>
            </a:r>
            <a:r>
              <a:rPr lang="en-US" altLang="en-US" sz="3200" b="1" baseline="-25000" dirty="0">
                <a:solidFill>
                  <a:schemeClr val="tx1"/>
                </a:solidFill>
              </a:rPr>
              <a:t> tan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có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thể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âm</a:t>
            </a:r>
            <a:r>
              <a:rPr lang="en-US" altLang="en-US" sz="3200" b="1" dirty="0">
                <a:solidFill>
                  <a:schemeClr val="tx1"/>
                </a:solidFill>
              </a:rPr>
              <a:t> hay d</a:t>
            </a:r>
            <a:r>
              <a:rPr lang="vi-VN" altLang="en-US" sz="3200" b="1" dirty="0">
                <a:solidFill>
                  <a:schemeClr val="tx1"/>
                </a:solidFill>
              </a:rPr>
              <a:t>ươ</a:t>
            </a:r>
            <a:r>
              <a:rPr lang="en-US" altLang="en-US" sz="3200" b="1" dirty="0" err="1">
                <a:solidFill>
                  <a:schemeClr val="tx1"/>
                </a:solidFill>
              </a:rPr>
              <a:t>ng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phụ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thuộc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vào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lực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nội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phân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tử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của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từng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quá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</a:rPr>
              <a:t>trình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921" y="1841217"/>
            <a:ext cx="6031744" cy="7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∆H</a:t>
            </a:r>
            <a:r>
              <a:rPr lang="en-US" altLang="en-US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và</a:t>
            </a:r>
            <a:r>
              <a:rPr lang="en-US" altLang="en-US" dirty="0">
                <a:solidFill>
                  <a:srgbClr val="FF0000"/>
                </a:solidFill>
              </a:rPr>
              <a:t> ∆H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đều</a:t>
            </a:r>
            <a:r>
              <a:rPr lang="en-US" altLang="en-US" dirty="0">
                <a:solidFill>
                  <a:srgbClr val="FF0000"/>
                </a:solidFill>
              </a:rPr>
              <a:t> d</a:t>
            </a:r>
            <a:r>
              <a:rPr lang="vi-VN" altLang="en-US" dirty="0">
                <a:solidFill>
                  <a:srgbClr val="FF0000"/>
                </a:solidFill>
              </a:rPr>
              <a:t>ươ</a:t>
            </a:r>
            <a:r>
              <a:rPr lang="en-US" altLang="en-US" dirty="0">
                <a:solidFill>
                  <a:srgbClr val="FF0000"/>
                </a:solidFill>
              </a:rPr>
              <a:t>ng (Q/t </a:t>
            </a:r>
            <a:r>
              <a:rPr lang="en-US" altLang="en-US" dirty="0" err="1">
                <a:solidFill>
                  <a:srgbClr val="FF0000"/>
                </a:solidFill>
              </a:rPr>
              <a:t>chuyển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pha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46" y="3419051"/>
            <a:ext cx="8941521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7030A0"/>
                </a:solidFill>
              </a:rPr>
              <a:t>Nếu</a:t>
            </a:r>
            <a:r>
              <a:rPr lang="en-US" altLang="en-US" dirty="0">
                <a:solidFill>
                  <a:srgbClr val="7030A0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r>
              <a:rPr lang="en-US" sz="3200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&gt;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+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quá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hòa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tan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tỏa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nhiệt</a:t>
            </a:r>
            <a:endParaRPr lang="en-US" altLang="en-US" dirty="0">
              <a:solidFill>
                <a:srgbClr val="7030A0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921" y="2665738"/>
            <a:ext cx="4674892" cy="7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∆H</a:t>
            </a:r>
            <a:r>
              <a:rPr lang="en-US" altLang="en-US" baseline="-25000" dirty="0">
                <a:solidFill>
                  <a:srgbClr val="FF0000"/>
                </a:solidFill>
              </a:rPr>
              <a:t>3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luôn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âm</a:t>
            </a:r>
            <a:r>
              <a:rPr lang="en-US" altLang="en-US" dirty="0">
                <a:solidFill>
                  <a:srgbClr val="FF0000"/>
                </a:solidFill>
              </a:rPr>
              <a:t> (Q/t </a:t>
            </a:r>
            <a:r>
              <a:rPr lang="en-US" altLang="en-US" dirty="0" err="1">
                <a:solidFill>
                  <a:srgbClr val="FF0000"/>
                </a:solidFill>
              </a:rPr>
              <a:t>solvat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hóa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674508" y="2192773"/>
            <a:ext cx="981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9" idx="1"/>
          </p:cNvCxnSpPr>
          <p:nvPr/>
        </p:nvCxnSpPr>
        <p:spPr>
          <a:xfrm>
            <a:off x="3674508" y="2192773"/>
            <a:ext cx="981413" cy="824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088" y="5939234"/>
            <a:ext cx="8755975" cy="7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b="1" u="sng" dirty="0" err="1">
                <a:solidFill>
                  <a:schemeClr val="tx1"/>
                </a:solidFill>
              </a:rPr>
              <a:t>Ví</a:t>
            </a:r>
            <a:r>
              <a:rPr lang="en-US" altLang="en-US" b="1" u="sng" dirty="0">
                <a:solidFill>
                  <a:schemeClr val="tx1"/>
                </a:solidFill>
              </a:rPr>
              <a:t>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hòa</a:t>
            </a:r>
            <a:r>
              <a:rPr lang="en-US" altLang="en-US" dirty="0">
                <a:solidFill>
                  <a:schemeClr val="tx1"/>
                </a:solidFill>
              </a:rPr>
              <a:t> tan </a:t>
            </a:r>
            <a:r>
              <a:rPr lang="en-US" altLang="en-US" b="1" dirty="0">
                <a:solidFill>
                  <a:schemeClr val="tx1"/>
                </a:solidFill>
              </a:rPr>
              <a:t>NH</a:t>
            </a:r>
            <a:r>
              <a:rPr lang="en-US" altLang="en-US" b="1" baseline="-25000" dirty="0">
                <a:solidFill>
                  <a:schemeClr val="tx1"/>
                </a:solidFill>
              </a:rPr>
              <a:t>4</a:t>
            </a:r>
            <a:r>
              <a:rPr lang="en-US" altLang="en-US" b="1" dirty="0">
                <a:solidFill>
                  <a:schemeClr val="tx1"/>
                </a:solidFill>
              </a:rPr>
              <a:t>NO</a:t>
            </a:r>
            <a:r>
              <a:rPr lang="en-US" altLang="en-US" b="1" baseline="-25000" dirty="0">
                <a:solidFill>
                  <a:schemeClr val="tx1"/>
                </a:solidFill>
              </a:rPr>
              <a:t>3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vào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nước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có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∆</a:t>
            </a:r>
            <a:r>
              <a:rPr lang="en-US" altLang="en-US" b="1" dirty="0" err="1">
                <a:solidFill>
                  <a:schemeClr val="tx1"/>
                </a:solidFill>
              </a:rPr>
              <a:t>H</a:t>
            </a:r>
            <a:r>
              <a:rPr lang="en-US" altLang="en-US" b="1" baseline="-25000" dirty="0" err="1">
                <a:solidFill>
                  <a:schemeClr val="tx1"/>
                </a:solidFill>
              </a:rPr>
              <a:t>ht</a:t>
            </a:r>
            <a:r>
              <a:rPr lang="en-US" altLang="en-US" b="1" dirty="0">
                <a:solidFill>
                  <a:schemeClr val="tx1"/>
                </a:solidFill>
              </a:rPr>
              <a:t> = + 26,4 kJ/</a:t>
            </a:r>
            <a:r>
              <a:rPr lang="en-US" altLang="en-US" b="1" dirty="0" err="1">
                <a:solidFill>
                  <a:schemeClr val="tx1"/>
                </a:solidFill>
              </a:rPr>
              <a:t>mol</a:t>
            </a:r>
            <a:r>
              <a:rPr lang="en-US" altLang="en-US" b="1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46" y="5109727"/>
            <a:ext cx="8941521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7030A0"/>
                </a:solidFill>
              </a:rPr>
              <a:t>Nếu</a:t>
            </a:r>
            <a:r>
              <a:rPr lang="en-US" altLang="en-US" dirty="0">
                <a:solidFill>
                  <a:srgbClr val="7030A0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r>
              <a:rPr lang="en-US" sz="3200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&lt;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 + 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i="1" dirty="0">
                <a:solidFill>
                  <a:srgbClr val="0000FF"/>
                </a:solidFill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thì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quá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hòa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tan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thu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cs typeface="Times New Roman" panose="02020603050405020304" pitchFamily="18" charset="0"/>
              </a:rPr>
              <a:t>nhiệt</a:t>
            </a:r>
            <a:endParaRPr lang="en-US" altLang="en-US" dirty="0">
              <a:solidFill>
                <a:srgbClr val="7030A0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088" y="4325091"/>
            <a:ext cx="9247044" cy="7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b="1" u="sng" dirty="0" err="1">
                <a:solidFill>
                  <a:schemeClr val="tx1"/>
                </a:solidFill>
              </a:rPr>
              <a:t>Ví</a:t>
            </a:r>
            <a:r>
              <a:rPr lang="en-US" altLang="en-US" b="1" u="sng" dirty="0">
                <a:solidFill>
                  <a:schemeClr val="tx1"/>
                </a:solidFill>
              </a:rPr>
              <a:t>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hòa</a:t>
            </a:r>
            <a:r>
              <a:rPr lang="en-US" altLang="en-US" dirty="0">
                <a:solidFill>
                  <a:schemeClr val="tx1"/>
                </a:solidFill>
              </a:rPr>
              <a:t> tan </a:t>
            </a:r>
            <a:r>
              <a:rPr lang="en-US" altLang="en-US" b="1" dirty="0">
                <a:solidFill>
                  <a:schemeClr val="tx1"/>
                </a:solidFill>
              </a:rPr>
              <a:t>CuSO</a:t>
            </a:r>
            <a:r>
              <a:rPr lang="en-US" altLang="en-US" b="1" baseline="-25000" dirty="0">
                <a:solidFill>
                  <a:schemeClr val="tx1"/>
                </a:solidFill>
              </a:rPr>
              <a:t>4</a:t>
            </a:r>
            <a:r>
              <a:rPr lang="en-US" altLang="en-US" b="1" dirty="0">
                <a:solidFill>
                  <a:schemeClr val="tx1"/>
                </a:solidFill>
              </a:rPr>
              <a:t> khan </a:t>
            </a:r>
            <a:r>
              <a:rPr lang="en-US" altLang="en-US" dirty="0" err="1">
                <a:solidFill>
                  <a:schemeClr val="tx1"/>
                </a:solidFill>
              </a:rPr>
              <a:t>vào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nước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có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∆</a:t>
            </a:r>
            <a:r>
              <a:rPr lang="en-US" altLang="en-US" b="1" dirty="0" err="1">
                <a:solidFill>
                  <a:schemeClr val="tx1"/>
                </a:solidFill>
              </a:rPr>
              <a:t>H</a:t>
            </a:r>
            <a:r>
              <a:rPr lang="en-US" altLang="en-US" b="1" baseline="-25000" dirty="0" err="1">
                <a:solidFill>
                  <a:schemeClr val="tx1"/>
                </a:solidFill>
              </a:rPr>
              <a:t>ht</a:t>
            </a:r>
            <a:r>
              <a:rPr lang="en-US" altLang="en-US" b="1" dirty="0">
                <a:solidFill>
                  <a:schemeClr val="tx1"/>
                </a:solidFill>
              </a:rPr>
              <a:t> = -15,9 kJ/</a:t>
            </a:r>
            <a:r>
              <a:rPr lang="en-US" altLang="en-US" b="1" dirty="0" err="1">
                <a:solidFill>
                  <a:schemeClr val="tx1"/>
                </a:solidFill>
              </a:rPr>
              <a:t>mol</a:t>
            </a:r>
            <a:r>
              <a:rPr lang="en-US" altLang="en-US" b="1" dirty="0">
                <a:solidFill>
                  <a:schemeClr val="tx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2428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9" grpId="0"/>
      <p:bldP spid="15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422" y="814176"/>
            <a:ext cx="3817733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Dung </a:t>
            </a:r>
            <a:r>
              <a:rPr lang="en-US" altLang="en-US" sz="3200" b="1" dirty="0" err="1">
                <a:solidFill>
                  <a:srgbClr val="0000FF"/>
                </a:solidFill>
              </a:rPr>
              <a:t>dịch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lý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tưởng</a:t>
            </a:r>
            <a:endParaRPr lang="en-US" altLang="en-US" sz="3200" b="1" dirty="0">
              <a:solidFill>
                <a:srgbClr val="0000FF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51" y="814176"/>
            <a:ext cx="3817733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Dung </a:t>
            </a:r>
            <a:r>
              <a:rPr lang="en-US" altLang="en-US" sz="3200" b="1" dirty="0" err="1">
                <a:solidFill>
                  <a:srgbClr val="FF0000"/>
                </a:solidFill>
              </a:rPr>
              <a:t>dịch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thực</a:t>
            </a:r>
            <a:endParaRPr lang="en-US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950069" y="814176"/>
            <a:ext cx="2214" cy="5983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1344FCD-AD52-446E-B71C-75850B96FA7C}"/>
              </a:ext>
            </a:extLst>
          </p:cNvPr>
          <p:cNvSpPr txBox="1">
            <a:spLocks/>
          </p:cNvSpPr>
          <p:nvPr/>
        </p:nvSpPr>
        <p:spPr>
          <a:xfrm>
            <a:off x="179949" y="1571191"/>
            <a:ext cx="5368615" cy="29967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+mj-lt"/>
              <a:buAutoNum type="arabicPeriod"/>
              <a:tabLst>
                <a:tab pos="401638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1313" indent="-341313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U = 0 ; H = 0 ; V= 0 ; S &gt; 0  G &lt; 0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CD616C-2500-4EFE-B0AF-CEAD7BED91BD}"/>
              </a:ext>
            </a:extLst>
          </p:cNvPr>
          <p:cNvSpPr txBox="1"/>
          <p:nvPr/>
        </p:nvSpPr>
        <p:spPr>
          <a:xfrm>
            <a:off x="123409" y="4537442"/>
            <a:ext cx="5425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benzen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toluene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ởng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32B149-45A8-4AA5-86AF-68F40FBE1BCE}"/>
              </a:ext>
            </a:extLst>
          </p:cNvPr>
          <p:cNvSpPr txBox="1"/>
          <p:nvPr/>
        </p:nvSpPr>
        <p:spPr>
          <a:xfrm>
            <a:off x="151680" y="5458563"/>
            <a:ext cx="5561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Dung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loãng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dd n</a:t>
            </a:r>
            <a:r>
              <a:rPr lang="vi-V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loãng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F38BFE06-5C3A-499B-AFD3-4597492C9EED}"/>
              </a:ext>
            </a:extLst>
          </p:cNvPr>
          <p:cNvSpPr txBox="1">
            <a:spLocks/>
          </p:cNvSpPr>
          <p:nvPr/>
        </p:nvSpPr>
        <p:spPr>
          <a:xfrm>
            <a:off x="6100088" y="1556746"/>
            <a:ext cx="5879273" cy="25787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giữa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giữa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Khi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tạo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thành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dd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H  0; V 0</a:t>
            </a:r>
            <a:b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5DD66D1-A8E5-40DC-B50B-90096A63CD2B}"/>
              </a:ext>
            </a:extLst>
          </p:cNvPr>
          <p:cNvSpPr txBox="1">
            <a:spLocks/>
          </p:cNvSpPr>
          <p:nvPr/>
        </p:nvSpPr>
        <p:spPr>
          <a:xfrm>
            <a:off x="6054125" y="3698320"/>
            <a:ext cx="6113096" cy="58348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n/c A </a:t>
            </a:r>
            <a:r>
              <a:rPr lang="en-US" sz="24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7D6EB-CF71-4F15-BE0E-146728AA3863}"/>
              </a:ext>
            </a:extLst>
          </p:cNvPr>
          <p:cNvSpPr txBox="1"/>
          <p:nvPr/>
        </p:nvSpPr>
        <p:spPr>
          <a:xfrm>
            <a:off x="6043539" y="4428389"/>
            <a:ext cx="63058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 hút: F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– 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   F(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hay  F(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Vd</a:t>
            </a:r>
            <a:r>
              <a:rPr lang="en-US" sz="2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sz="22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Trộn</a:t>
            </a:r>
            <a:r>
              <a:rPr lang="en-US" sz="2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50ml butanol + 50 ml n</a:t>
            </a:r>
            <a:r>
              <a:rPr lang="vi-VN" sz="2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sz="22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ớc</a:t>
            </a:r>
            <a:r>
              <a:rPr lang="en-US" sz="2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H &gt;0 ; V &gt;0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37AB1E-12A3-487A-B222-9B991DDBCFE5}"/>
              </a:ext>
            </a:extLst>
          </p:cNvPr>
          <p:cNvSpPr txBox="1"/>
          <p:nvPr/>
        </p:nvSpPr>
        <p:spPr>
          <a:xfrm>
            <a:off x="5990261" y="5619519"/>
            <a:ext cx="6178998" cy="8976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 hút: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F(A – 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&gt;   F(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hay  F(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spcBef>
                <a:spcPts val="1000"/>
              </a:spcBef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Trộn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50ml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etanol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+ 50ml n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H &lt; 0 ; V &lt; 0</a:t>
            </a:r>
          </a:p>
        </p:txBody>
      </p:sp>
    </p:spTree>
    <p:extLst>
      <p:ext uri="{BB962C8B-B14F-4D97-AF65-F5344CB8AC3E}">
        <p14:creationId xmlns:p14="http://schemas.microsoft.com/office/powerpoint/2010/main" val="269813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6" y="875433"/>
            <a:ext cx="8532847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1. NỒNG ĐỘ PHẦN TRĂM KHỐI LƯỢNG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93604" y="1857569"/>
                <a:ext cx="10137712" cy="104797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100=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100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4" y="1857569"/>
                <a:ext cx="10137712" cy="104797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0" y="3087547"/>
            <a:ext cx="11384864" cy="70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2600" b="1" u="sng" dirty="0" err="1">
                <a:solidFill>
                  <a:schemeClr val="tx1"/>
                </a:solidFill>
              </a:rPr>
              <a:t>Ví</a:t>
            </a:r>
            <a:r>
              <a:rPr lang="en-US" altLang="en-US" sz="2600" b="1" u="sng" dirty="0">
                <a:solidFill>
                  <a:schemeClr val="tx1"/>
                </a:solidFill>
              </a:rPr>
              <a:t> </a:t>
            </a:r>
            <a:r>
              <a:rPr lang="en-US" altLang="en-US" sz="2600" b="1" u="sng" dirty="0" err="1">
                <a:solidFill>
                  <a:schemeClr val="tx1"/>
                </a:solidFill>
              </a:rPr>
              <a:t>dụ</a:t>
            </a:r>
            <a:r>
              <a:rPr lang="en-US" altLang="en-US" sz="2600" dirty="0">
                <a:solidFill>
                  <a:schemeClr val="tx1"/>
                </a:solidFill>
              </a:rPr>
              <a:t>: </a:t>
            </a:r>
            <a:r>
              <a:rPr lang="en-US" altLang="en-US" sz="2600" dirty="0" err="1">
                <a:solidFill>
                  <a:schemeClr val="tx1"/>
                </a:solidFill>
              </a:rPr>
              <a:t>hòa</a:t>
            </a:r>
            <a:r>
              <a:rPr lang="en-US" altLang="en-US" sz="2600" dirty="0">
                <a:solidFill>
                  <a:schemeClr val="tx1"/>
                </a:solidFill>
              </a:rPr>
              <a:t> tan 10g </a:t>
            </a:r>
            <a:r>
              <a:rPr lang="en-US" altLang="en-US" sz="2600" dirty="0" err="1">
                <a:solidFill>
                  <a:schemeClr val="tx1"/>
                </a:solidFill>
              </a:rPr>
              <a:t>đường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</a:rPr>
              <a:t>vào</a:t>
            </a:r>
            <a:r>
              <a:rPr lang="en-US" altLang="en-US" sz="2600" dirty="0">
                <a:solidFill>
                  <a:schemeClr val="tx1"/>
                </a:solidFill>
              </a:rPr>
              <a:t> 90g </a:t>
            </a:r>
            <a:r>
              <a:rPr lang="en-US" altLang="en-US" sz="2600" dirty="0" err="1">
                <a:solidFill>
                  <a:schemeClr val="tx1"/>
                </a:solidFill>
              </a:rPr>
              <a:t>nước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</a:rPr>
              <a:t>tạo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</a:rPr>
              <a:t>thành</a:t>
            </a:r>
            <a:r>
              <a:rPr lang="en-US" altLang="en-US" sz="2600" dirty="0">
                <a:solidFill>
                  <a:schemeClr val="tx1"/>
                </a:solidFill>
              </a:rPr>
              <a:t> 100g dung </a:t>
            </a:r>
            <a:r>
              <a:rPr lang="en-US" altLang="en-US" sz="2600" dirty="0" err="1">
                <a:solidFill>
                  <a:schemeClr val="tx1"/>
                </a:solidFill>
              </a:rPr>
              <a:t>dịch</a:t>
            </a:r>
            <a:r>
              <a:rPr lang="en-US" altLang="en-US" sz="2600" dirty="0">
                <a:solidFill>
                  <a:schemeClr val="tx1"/>
                </a:solidFill>
              </a:rPr>
              <a:t> → </a:t>
            </a:r>
            <a:r>
              <a:rPr lang="en-US" altLang="en-US" sz="2600" b="1" dirty="0">
                <a:solidFill>
                  <a:schemeClr val="tx1"/>
                </a:solidFill>
              </a:rPr>
              <a:t>C%  = 10%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405564" y="3972659"/>
                <a:ext cx="9350316" cy="916918"/>
              </a:xfrm>
              <a:prstGeom prst="rect">
                <a:avLst/>
              </a:prstGeom>
              <a:solidFill>
                <a:srgbClr val="30F07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𝑝𝑝𝑚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564" y="3972659"/>
                <a:ext cx="9350316" cy="9169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405564" y="5235664"/>
                <a:ext cx="9350316" cy="916918"/>
              </a:xfrm>
              <a:prstGeom prst="rect">
                <a:avLst/>
              </a:prstGeom>
              <a:solidFill>
                <a:srgbClr val="00FFCC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𝑝𝑝𝑏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564" y="5235664"/>
                <a:ext cx="9350316" cy="9169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564" y="6152582"/>
            <a:ext cx="4141320" cy="70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ppm: parts per million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30831" y="6212903"/>
            <a:ext cx="3925049" cy="58477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just"/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ppb: parts per billion</a:t>
            </a:r>
          </a:p>
        </p:txBody>
      </p:sp>
    </p:spTree>
    <p:extLst>
      <p:ext uri="{BB962C8B-B14F-4D97-AF65-F5344CB8AC3E}">
        <p14:creationId xmlns:p14="http://schemas.microsoft.com/office/powerpoint/2010/main" val="186487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 animBg="1"/>
      <p:bldP spid="15" grpId="0"/>
      <p:bldP spid="16" grpId="0" animBg="1"/>
      <p:bldP spid="17" grpId="0" animBg="1"/>
      <p:bldP spid="18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18" y="902442"/>
            <a:ext cx="5569354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2. NỒNG ĐỘ MOLAN (C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m</a:t>
            </a:r>
            <a:r>
              <a:rPr lang="en-US" altLang="en-US" sz="3200" b="1" dirty="0">
                <a:solidFill>
                  <a:srgbClr val="0000FF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87324" y="2028684"/>
                <a:ext cx="5030095" cy="104797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𝟏𝟎𝟎𝟎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𝒅𝒖𝒏𝒈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ô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324" y="2028684"/>
                <a:ext cx="5030095" cy="104797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79" y="4642946"/>
            <a:ext cx="8787048" cy="67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tx1"/>
                </a:solidFill>
              </a:rPr>
              <a:t> 10g </a:t>
            </a:r>
            <a:r>
              <a:rPr lang="en-US" altLang="en-US" sz="2600" dirty="0" err="1">
                <a:solidFill>
                  <a:schemeClr val="tx1"/>
                </a:solidFill>
              </a:rPr>
              <a:t>đường</a:t>
            </a:r>
            <a:r>
              <a:rPr lang="en-US" altLang="en-US" sz="2600" dirty="0">
                <a:solidFill>
                  <a:schemeClr val="tx1"/>
                </a:solidFill>
              </a:rPr>
              <a:t> C</a:t>
            </a:r>
            <a:r>
              <a:rPr lang="en-US" altLang="en-US" sz="2600" baseline="-25000" dirty="0">
                <a:solidFill>
                  <a:schemeClr val="tx1"/>
                </a:solidFill>
              </a:rPr>
              <a:t>12</a:t>
            </a:r>
            <a:r>
              <a:rPr lang="en-US" altLang="en-US" sz="2600" dirty="0">
                <a:solidFill>
                  <a:schemeClr val="tx1"/>
                </a:solidFill>
              </a:rPr>
              <a:t>H</a:t>
            </a:r>
            <a:r>
              <a:rPr lang="en-US" altLang="en-US" sz="2600" baseline="-25000" dirty="0">
                <a:solidFill>
                  <a:schemeClr val="tx1"/>
                </a:solidFill>
              </a:rPr>
              <a:t>22</a:t>
            </a:r>
            <a:r>
              <a:rPr lang="en-US" altLang="en-US" sz="2600" dirty="0">
                <a:solidFill>
                  <a:schemeClr val="tx1"/>
                </a:solidFill>
              </a:rPr>
              <a:t>O</a:t>
            </a:r>
            <a:r>
              <a:rPr lang="en-US" altLang="en-US" sz="2600" baseline="-25000" dirty="0">
                <a:solidFill>
                  <a:schemeClr val="tx1"/>
                </a:solidFill>
              </a:rPr>
              <a:t>11</a:t>
            </a:r>
            <a:r>
              <a:rPr lang="en-US" altLang="en-US" sz="2600" dirty="0">
                <a:solidFill>
                  <a:schemeClr val="tx1"/>
                </a:solidFill>
              </a:rPr>
              <a:t> (M=180) → </a:t>
            </a:r>
            <a:r>
              <a:rPr lang="en-US" altLang="en-US" sz="2600" dirty="0" err="1">
                <a:solidFill>
                  <a:schemeClr val="tx1"/>
                </a:solidFill>
              </a:rPr>
              <a:t>n</a:t>
            </a:r>
            <a:r>
              <a:rPr lang="en-US" altLang="en-US" sz="2600" baseline="-25000" dirty="0" err="1">
                <a:solidFill>
                  <a:schemeClr val="tx1"/>
                </a:solidFill>
              </a:rPr>
              <a:t>ct</a:t>
            </a:r>
            <a:r>
              <a:rPr lang="en-US" altLang="en-US" sz="2600" dirty="0">
                <a:solidFill>
                  <a:schemeClr val="tx1"/>
                </a:solidFill>
              </a:rPr>
              <a:t> = 10/180 = 0,056 </a:t>
            </a:r>
            <a:r>
              <a:rPr lang="en-US" altLang="en-US" sz="2600" dirty="0" err="1">
                <a:solidFill>
                  <a:schemeClr val="tx1"/>
                </a:solidFill>
              </a:rPr>
              <a:t>mol</a:t>
            </a:r>
            <a:endParaRPr lang="en-US" altLang="en-US" sz="2600" b="1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31" y="3268862"/>
            <a:ext cx="11384864" cy="1283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b="1" u="sng" dirty="0" err="1">
                <a:solidFill>
                  <a:schemeClr val="tx1"/>
                </a:solidFill>
              </a:rPr>
              <a:t>Ví</a:t>
            </a:r>
            <a:r>
              <a:rPr lang="en-US" altLang="en-US" b="1" u="sng" dirty="0">
                <a:solidFill>
                  <a:schemeClr val="tx1"/>
                </a:solidFill>
              </a:rPr>
              <a:t>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Hòa</a:t>
            </a:r>
            <a:r>
              <a:rPr lang="en-US" altLang="en-US" dirty="0">
                <a:solidFill>
                  <a:schemeClr val="tx1"/>
                </a:solidFill>
              </a:rPr>
              <a:t> tan 10g </a:t>
            </a:r>
            <a:r>
              <a:rPr lang="en-US" altLang="en-US" dirty="0" err="1">
                <a:solidFill>
                  <a:schemeClr val="tx1"/>
                </a:solidFill>
              </a:rPr>
              <a:t>đường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vào</a:t>
            </a:r>
            <a:r>
              <a:rPr lang="en-US" altLang="en-US" dirty="0">
                <a:solidFill>
                  <a:schemeClr val="tx1"/>
                </a:solidFill>
              </a:rPr>
              <a:t> 90g </a:t>
            </a:r>
            <a:r>
              <a:rPr lang="en-US" altLang="en-US" dirty="0" err="1">
                <a:solidFill>
                  <a:schemeClr val="tx1"/>
                </a:solidFill>
              </a:rPr>
              <a:t>nước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tạo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thành</a:t>
            </a:r>
            <a:r>
              <a:rPr lang="en-US" altLang="en-US" dirty="0">
                <a:solidFill>
                  <a:schemeClr val="tx1"/>
                </a:solidFill>
              </a:rPr>
              <a:t> 100g dung </a:t>
            </a:r>
            <a:r>
              <a:rPr lang="en-US" altLang="en-US" dirty="0" err="1">
                <a:solidFill>
                  <a:schemeClr val="tx1"/>
                </a:solidFill>
              </a:rPr>
              <a:t>dịch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  <a:r>
              <a:rPr lang="en-US" altLang="en-US" dirty="0" err="1">
                <a:solidFill>
                  <a:schemeClr val="tx1"/>
                </a:solidFill>
              </a:rPr>
              <a:t>Tính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nồng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độ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molan</a:t>
            </a:r>
            <a:r>
              <a:rPr lang="en-US" altLang="en-US" dirty="0">
                <a:solidFill>
                  <a:schemeClr val="tx1"/>
                </a:solidFill>
              </a:rPr>
              <a:t>?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75447" y="5618827"/>
                <a:ext cx="5569217" cy="9351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𝟎𝟓𝟔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num>
                        <m:den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𝟗𝟎</m:t>
                          </m:r>
                        </m:den>
                      </m:f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𝟔𝟐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447" y="5618827"/>
                <a:ext cx="5569217" cy="93519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730179" y="5433703"/>
            <a:ext cx="5745268" cy="1230797"/>
            <a:chOff x="730179" y="5433703"/>
            <a:chExt cx="5745268" cy="123079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1D09C1C5-FA6D-704E-A539-B517548C9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179" y="5433703"/>
              <a:ext cx="5745268" cy="123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Ø"/>
              </a:pPr>
              <a:r>
                <a:rPr lang="en-US" altLang="en-US" sz="2600" dirty="0">
                  <a:solidFill>
                    <a:schemeClr val="tx1"/>
                  </a:solidFill>
                </a:rPr>
                <a:t> 90g dung </a:t>
              </a:r>
              <a:r>
                <a:rPr lang="en-US" altLang="en-US" sz="2600" dirty="0" err="1">
                  <a:solidFill>
                    <a:schemeClr val="tx1"/>
                  </a:solidFill>
                </a:rPr>
                <a:t>môi</a:t>
              </a:r>
              <a:r>
                <a:rPr lang="en-US" altLang="en-US" sz="2600" dirty="0">
                  <a:solidFill>
                    <a:schemeClr val="tx1"/>
                  </a:solidFill>
                </a:rPr>
                <a:t> → 0,05 </a:t>
              </a:r>
              <a:r>
                <a:rPr lang="en-US" altLang="en-US" sz="2600" dirty="0" err="1">
                  <a:solidFill>
                    <a:schemeClr val="tx1"/>
                  </a:solidFill>
                </a:rPr>
                <a:t>mol</a:t>
              </a:r>
              <a:r>
                <a:rPr lang="en-US" altLang="en-US" sz="2600" dirty="0">
                  <a:solidFill>
                    <a:schemeClr val="tx1"/>
                  </a:solidFill>
                </a:rPr>
                <a:t> </a:t>
              </a:r>
              <a:r>
                <a:rPr lang="en-US" altLang="en-US" sz="2600" dirty="0" err="1">
                  <a:solidFill>
                    <a:schemeClr val="tx1"/>
                  </a:solidFill>
                </a:rPr>
                <a:t>chất</a:t>
              </a:r>
              <a:r>
                <a:rPr lang="en-US" altLang="en-US" sz="2600" dirty="0">
                  <a:solidFill>
                    <a:schemeClr val="tx1"/>
                  </a:solidFill>
                </a:rPr>
                <a:t> tan</a:t>
              </a:r>
            </a:p>
            <a:p>
              <a:pPr marL="0" indent="0" algn="just">
                <a:lnSpc>
                  <a:spcPct val="150000"/>
                </a:lnSpc>
                <a:spcBef>
                  <a:spcPts val="0"/>
                </a:spcBef>
                <a:buNone/>
              </a:pPr>
              <a:r>
                <a:rPr lang="en-US" altLang="en-US" sz="2600" dirty="0">
                  <a:solidFill>
                    <a:schemeClr val="tx1"/>
                  </a:solidFill>
                </a:rPr>
                <a:t>     1000g dung </a:t>
              </a:r>
              <a:r>
                <a:rPr lang="en-US" altLang="en-US" sz="2600" dirty="0" err="1">
                  <a:solidFill>
                    <a:schemeClr val="tx1"/>
                  </a:solidFill>
                </a:rPr>
                <a:t>môi</a:t>
              </a:r>
              <a:r>
                <a:rPr lang="en-US" altLang="en-US" sz="2600" dirty="0">
                  <a:solidFill>
                    <a:schemeClr val="tx1"/>
                  </a:solidFill>
                </a:rPr>
                <a:t> → ????? </a:t>
              </a:r>
              <a:endParaRPr lang="en-US" altLang="en-US" sz="2600" b="1" dirty="0">
                <a:solidFill>
                  <a:schemeClr val="tx1"/>
                </a:solidFill>
              </a:endParaRPr>
            </a:p>
          </p:txBody>
        </p:sp>
        <p:sp>
          <p:nvSpPr>
            <p:cNvPr id="2" name="Right Brace 1"/>
            <p:cNvSpPr/>
            <p:nvPr/>
          </p:nvSpPr>
          <p:spPr>
            <a:xfrm>
              <a:off x="5932139" y="5562401"/>
              <a:ext cx="359690" cy="104797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170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3" grpId="0" animBg="1"/>
      <p:bldP spid="20" grpId="0"/>
      <p:bldP spid="15" grpId="0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79" y="699860"/>
            <a:ext cx="4624857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3. NỒNG ĐỘ MOL (C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M</a:t>
            </a:r>
            <a:r>
              <a:rPr lang="en-US" altLang="en-US" sz="3200" b="1" dirty="0">
                <a:solidFill>
                  <a:srgbClr val="0000FF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86612" y="1590108"/>
                <a:ext cx="6523516" cy="104894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ể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𝑑𝑖𝑐h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612" y="1590108"/>
                <a:ext cx="6523516" cy="1048942"/>
              </a:xfrm>
              <a:prstGeom prst="rect">
                <a:avLst/>
              </a:prstGeom>
              <a:blipFill>
                <a:blip r:embed="rId3"/>
                <a:stretch>
                  <a:fillRect l="-971" t="-6024" b="-180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047" y="2571957"/>
                <a:ext cx="11858084" cy="1010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2600" b="1" u="sng" dirty="0">
                    <a:solidFill>
                      <a:schemeClr val="tx1"/>
                    </a:solidFill>
                  </a:rPr>
                  <a:t>Ví </a:t>
                </a:r>
                <a:r>
                  <a:rPr lang="en-US" altLang="en-US" sz="2600" b="1" u="sng" dirty="0" err="1">
                    <a:solidFill>
                      <a:schemeClr val="tx1"/>
                    </a:solidFill>
                  </a:rPr>
                  <a:t>dụ</a:t>
                </a:r>
                <a:r>
                  <a:rPr lang="en-US" altLang="en-US" sz="2600" dirty="0">
                    <a:solidFill>
                      <a:schemeClr val="tx1"/>
                    </a:solidFill>
                  </a:rPr>
                  <a:t>: 10g </a:t>
                </a:r>
                <a:r>
                  <a:rPr lang="en-US" altLang="en-US" sz="2600" dirty="0" err="1">
                    <a:solidFill>
                      <a:schemeClr val="tx1"/>
                    </a:solidFill>
                  </a:rPr>
                  <a:t>đường</a:t>
                </a:r>
                <a:r>
                  <a:rPr lang="en-US" altLang="en-US" sz="2600" dirty="0">
                    <a:solidFill>
                      <a:schemeClr val="tx1"/>
                    </a:solidFill>
                  </a:rPr>
                  <a:t> (</a:t>
                </a:r>
                <a:r>
                  <a:rPr lang="en-US" altLang="en-US" sz="2600" dirty="0" err="1">
                    <a:solidFill>
                      <a:schemeClr val="tx1"/>
                    </a:solidFill>
                  </a:rPr>
                  <a:t>n</a:t>
                </a:r>
                <a:r>
                  <a:rPr lang="en-US" altLang="en-US" sz="2600" baseline="-25000" dirty="0" err="1">
                    <a:solidFill>
                      <a:schemeClr val="tx1"/>
                    </a:solidFill>
                  </a:rPr>
                  <a:t>ct</a:t>
                </a:r>
                <a:r>
                  <a:rPr lang="en-US" altLang="en-US" sz="2600" dirty="0">
                    <a:solidFill>
                      <a:schemeClr val="tx1"/>
                    </a:solidFill>
                  </a:rPr>
                  <a:t> = 10/180) trong100g (</a:t>
                </a:r>
                <a:r>
                  <a:rPr lang="en-US" altLang="en-US" sz="2600" dirty="0" err="1">
                    <a:solidFill>
                      <a:schemeClr val="tx1"/>
                    </a:solidFill>
                  </a:rPr>
                  <a:t>V</a:t>
                </a:r>
                <a:r>
                  <a:rPr lang="en-US" altLang="en-US" sz="2600" baseline="-25000" dirty="0" err="1">
                    <a:solidFill>
                      <a:schemeClr val="tx1"/>
                    </a:solidFill>
                  </a:rPr>
                  <a:t>dd</a:t>
                </a:r>
                <a:r>
                  <a:rPr lang="en-US" altLang="en-US" sz="2600" dirty="0">
                    <a:solidFill>
                      <a:schemeClr val="tx1"/>
                    </a:solidFill>
                  </a:rPr>
                  <a:t> = 100/1 ml) → </a:t>
                </a:r>
                <a:r>
                  <a:rPr lang="en-US" altLang="en-US" sz="2600" b="1" dirty="0">
                    <a:solidFill>
                      <a:schemeClr val="tx1"/>
                    </a:solidFill>
                  </a:rPr>
                  <a:t>C</a:t>
                </a:r>
                <a:r>
                  <a:rPr lang="en-US" altLang="en-US" sz="2600" b="1" baseline="-25000" dirty="0">
                    <a:solidFill>
                      <a:schemeClr val="tx1"/>
                    </a:solidFill>
                  </a:rPr>
                  <a:t>M</a:t>
                </a:r>
                <a:r>
                  <a:rPr lang="en-US" altLang="en-US" sz="2600" b="1" dirty="0">
                    <a:solidFill>
                      <a:schemeClr val="tx1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num>
                      <m:den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𝟏𝟖𝟎</m:t>
                        </m:r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en-US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𝟓𝟔</m:t>
                    </m:r>
                    <m:r>
                      <a:rPr lang="en-US" altLang="en-US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altLang="en-US" sz="2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xmlns="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047" y="2571957"/>
                <a:ext cx="11858084" cy="1010320"/>
              </a:xfrm>
              <a:prstGeom prst="rect">
                <a:avLst/>
              </a:prstGeom>
              <a:blipFill rotWithShape="0">
                <a:blip r:embed="rId4"/>
                <a:stretch>
                  <a:fillRect l="-9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6">
            <a:extLst>
              <a:ext uri="{FF2B5EF4-FFF2-40B4-BE49-F238E27FC236}">
                <a16:creationId xmlns:a16="http://schemas.microsoft.com/office/drawing/2014/main" id="{036F7917-1262-2CBB-5D8F-5FC8146C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79" y="3429000"/>
            <a:ext cx="5569354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4. NỒNG ĐỘ PHẦN MOL (N</a:t>
            </a:r>
            <a:r>
              <a:rPr lang="en-US" altLang="en-US" sz="3200" b="1" baseline="-25000" dirty="0">
                <a:solidFill>
                  <a:srgbClr val="FF0000"/>
                </a:solidFill>
              </a:rPr>
              <a:t>i</a:t>
            </a:r>
            <a:r>
              <a:rPr lang="en-US" altLang="en-US" sz="3200" b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B805E7-0214-F29F-4D21-9B5FF3A75A9D}"/>
                  </a:ext>
                </a:extLst>
              </p:cNvPr>
              <p:cNvSpPr txBox="1"/>
              <p:nvPr/>
            </p:nvSpPr>
            <p:spPr>
              <a:xfrm>
                <a:off x="609626" y="4377051"/>
                <a:ext cx="7537704" cy="107612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ố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B805E7-0214-F29F-4D21-9B5FF3A75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26" y="4377051"/>
                <a:ext cx="7537704" cy="1076128"/>
              </a:xfrm>
              <a:prstGeom prst="rect">
                <a:avLst/>
              </a:prstGeom>
              <a:blipFill>
                <a:blip r:embed="rId5"/>
                <a:stretch>
                  <a:fillRect l="-842" t="-24419" b="-11395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6">
            <a:extLst>
              <a:ext uri="{FF2B5EF4-FFF2-40B4-BE49-F238E27FC236}">
                <a16:creationId xmlns:a16="http://schemas.microsoft.com/office/drawing/2014/main" id="{D22FA1D4-7E40-94BD-EA96-DC703CB46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82" y="5499409"/>
            <a:ext cx="6297487" cy="137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b="1" u="sng" dirty="0">
                <a:solidFill>
                  <a:schemeClr val="tx1"/>
                </a:solidFill>
              </a:rPr>
              <a:t>Ví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Hòa</a:t>
            </a:r>
            <a:r>
              <a:rPr lang="en-US" altLang="en-US" dirty="0">
                <a:solidFill>
                  <a:schemeClr val="tx1"/>
                </a:solidFill>
              </a:rPr>
              <a:t> tan </a:t>
            </a:r>
            <a:r>
              <a:rPr lang="en-US" altLang="en-US" b="1" dirty="0">
                <a:solidFill>
                  <a:schemeClr val="tx1"/>
                </a:solidFill>
              </a:rPr>
              <a:t>10g </a:t>
            </a:r>
            <a:r>
              <a:rPr lang="en-US" altLang="en-US" b="1" dirty="0" err="1">
                <a:solidFill>
                  <a:schemeClr val="tx1"/>
                </a:solidFill>
              </a:rPr>
              <a:t>đường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dirty="0" err="1">
                <a:solidFill>
                  <a:schemeClr val="tx1"/>
                </a:solidFill>
              </a:rPr>
              <a:t>n</a:t>
            </a:r>
            <a:r>
              <a:rPr lang="en-US" altLang="en-US" baseline="-25000" dirty="0" err="1">
                <a:solidFill>
                  <a:schemeClr val="tx1"/>
                </a:solidFill>
              </a:rPr>
              <a:t>đ</a:t>
            </a:r>
            <a:r>
              <a:rPr lang="en-US" altLang="en-US" dirty="0">
                <a:solidFill>
                  <a:schemeClr val="tx1"/>
                </a:solidFill>
              </a:rPr>
              <a:t> = 10/180)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</a:rPr>
              <a:t>           </a:t>
            </a:r>
            <a:r>
              <a:rPr lang="en-US" altLang="en-US" dirty="0" err="1">
                <a:solidFill>
                  <a:schemeClr val="tx1"/>
                </a:solidFill>
              </a:rPr>
              <a:t>với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90g H</a:t>
            </a:r>
            <a:r>
              <a:rPr lang="en-US" altLang="en-US" b="1" baseline="-25000" dirty="0">
                <a:solidFill>
                  <a:schemeClr val="tx1"/>
                </a:solidFill>
              </a:rPr>
              <a:t>2</a:t>
            </a:r>
            <a:r>
              <a:rPr lang="en-US" altLang="en-US" b="1" dirty="0">
                <a:solidFill>
                  <a:schemeClr val="tx1"/>
                </a:solidFill>
              </a:rPr>
              <a:t>O </a:t>
            </a:r>
            <a:r>
              <a:rPr lang="en-US" altLang="en-US" dirty="0">
                <a:solidFill>
                  <a:schemeClr val="tx1"/>
                </a:solidFill>
              </a:rPr>
              <a:t>(n</a:t>
            </a:r>
            <a:r>
              <a:rPr lang="en-US" altLang="en-US" baseline="-25000" dirty="0">
                <a:solidFill>
                  <a:schemeClr val="tx1"/>
                </a:solidFill>
              </a:rPr>
              <a:t>H2O</a:t>
            </a:r>
            <a:r>
              <a:rPr lang="en-US" altLang="en-US" dirty="0">
                <a:solidFill>
                  <a:schemeClr val="tx1"/>
                </a:solidFill>
              </a:rPr>
              <a:t> = 90/18)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7DBB51-6E6B-516E-AA10-FCB75F75812B}"/>
                  </a:ext>
                </a:extLst>
              </p:cNvPr>
              <p:cNvSpPr/>
              <p:nvPr/>
            </p:nvSpPr>
            <p:spPr>
              <a:xfrm>
                <a:off x="6881903" y="5629732"/>
                <a:ext cx="4560736" cy="12207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en-US" sz="3200" dirty="0"/>
                  <a:t>→ </a:t>
                </a:r>
                <a:r>
                  <a:rPr lang="en-US" altLang="en-US" sz="3200" dirty="0" err="1"/>
                  <a:t>N</a:t>
                </a:r>
                <a:r>
                  <a:rPr lang="en-US" altLang="en-US" sz="3200" b="1" baseline="-25000" dirty="0" err="1"/>
                  <a:t>đường</a:t>
                </a:r>
                <a:r>
                  <a:rPr lang="en-US" altLang="en-US" sz="3200" b="1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2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altLang="en-US" sz="3200" b="1" i="1" smtClean="0">
                                <a:latin typeface="Cambria Math" panose="02040503050406030204" pitchFamily="18" charset="0"/>
                              </a:rPr>
                              <m:t>𝟏𝟖𝟎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en-US" sz="3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200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altLang="en-US" sz="3200" b="1" i="1">
                                <a:latin typeface="Cambria Math" panose="02040503050406030204" pitchFamily="18" charset="0"/>
                              </a:rPr>
                              <m:t>𝟏𝟖𝟎</m:t>
                            </m:r>
                          </m:den>
                        </m:f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sz="3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200" b="1" i="1" smtClean="0">
                                <a:latin typeface="Cambria Math" panose="02040503050406030204" pitchFamily="18" charset="0"/>
                              </a:rPr>
                              <m:t>𝟗𝟎</m:t>
                            </m:r>
                          </m:num>
                          <m:den>
                            <m:r>
                              <a:rPr lang="en-US" altLang="en-US" sz="3200" b="1" i="1"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den>
                        </m:f>
                      </m:den>
                    </m:f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𝟎𝟏</m:t>
                    </m:r>
                  </m:oMath>
                </a14:m>
                <a:endParaRPr lang="en-US" altLang="en-US" sz="3200" b="1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7DBB51-6E6B-516E-AA10-FCB75F758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903" y="5629732"/>
                <a:ext cx="4560736" cy="1220719"/>
              </a:xfrm>
              <a:prstGeom prst="rect">
                <a:avLst/>
              </a:prstGeom>
              <a:blipFill>
                <a:blip r:embed="rId6"/>
                <a:stretch>
                  <a:fillRect l="-3333" r="-278" b="-103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6">
                <a:extLst>
                  <a:ext uri="{FF2B5EF4-FFF2-40B4-BE49-F238E27FC236}">
                    <a16:creationId xmlns:a16="http://schemas.microsoft.com/office/drawing/2014/main" id="{90B0685C-B90A-7103-2D14-552AC5AE1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1155" y="4369379"/>
                <a:ext cx="3328050" cy="11300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en-US" dirty="0">
                    <a:solidFill>
                      <a:srgbClr val="FF0000"/>
                    </a:solidFill>
                  </a:rPr>
                  <a:t> = 1 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en-US" dirty="0" err="1">
                    <a:solidFill>
                      <a:srgbClr val="FF0000"/>
                    </a:solidFill>
                  </a:rPr>
                  <a:t>Tổng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FF0000"/>
                    </a:solidFill>
                  </a:rPr>
                  <a:t>phần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FF0000"/>
                    </a:solidFill>
                  </a:rPr>
                  <a:t>mol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 = 1)</a:t>
                </a:r>
              </a:p>
            </p:txBody>
          </p:sp>
        </mc:Choice>
        <mc:Fallback xmlns="">
          <p:sp>
            <p:nvSpPr>
              <p:cNvPr id="38" name="Rectangle 6">
                <a:extLst>
                  <a:ext uri="{FF2B5EF4-FFF2-40B4-BE49-F238E27FC236}">
                    <a16:creationId xmlns:a16="http://schemas.microsoft.com/office/drawing/2014/main" id="{90B0685C-B90A-7103-2D14-552AC5AE17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1155" y="4369379"/>
                <a:ext cx="3328050" cy="1130030"/>
              </a:xfrm>
              <a:prstGeom prst="rect">
                <a:avLst/>
              </a:prstGeom>
              <a:blipFill>
                <a:blip r:embed="rId7"/>
                <a:stretch>
                  <a:fillRect l="-1141" t="-55056" r="-1141" b="-438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7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3" grpId="0" animBg="1"/>
      <p:bldP spid="20" grpId="0"/>
      <p:bldP spid="34" grpId="0"/>
      <p:bldP spid="35" grpId="0" animBg="1"/>
      <p:bldP spid="36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9" y="775791"/>
            <a:ext cx="7854016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CC00CC"/>
                </a:solidFill>
              </a:rPr>
              <a:t>5. NỒNG ĐỘ ĐƯƠNG LƯỢNG (C</a:t>
            </a:r>
            <a:r>
              <a:rPr lang="en-US" altLang="en-US" sz="3200" b="1" baseline="-25000" dirty="0">
                <a:solidFill>
                  <a:srgbClr val="CC00CC"/>
                </a:solidFill>
              </a:rPr>
              <a:t>N</a:t>
            </a:r>
            <a:r>
              <a:rPr lang="en-US" altLang="en-US" sz="3200" b="1" dirty="0">
                <a:solidFill>
                  <a:srgbClr val="CC00CC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32943" y="1875318"/>
                <a:ext cx="2908168" cy="7386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8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vi-VN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vi-VN" sz="48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vi-VN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4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4800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3" y="1875318"/>
                <a:ext cx="2908168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46" y="2999887"/>
            <a:ext cx="62974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altLang="en-US" b="1" u="sng" dirty="0">
                <a:solidFill>
                  <a:schemeClr val="tx1"/>
                </a:solidFill>
              </a:rPr>
              <a:t>Ví </a:t>
            </a:r>
            <a:r>
              <a:rPr lang="en-US" altLang="en-US" b="1" u="sng" dirty="0" err="1">
                <a:solidFill>
                  <a:schemeClr val="tx1"/>
                </a:solidFill>
              </a:rPr>
              <a:t>dụ</a:t>
            </a:r>
            <a:r>
              <a:rPr lang="en-US" altLang="en-US" dirty="0">
                <a:solidFill>
                  <a:schemeClr val="tx1"/>
                </a:solidFill>
              </a:rPr>
              <a:t>: H</a:t>
            </a:r>
            <a:r>
              <a:rPr lang="en-US" altLang="en-US" baseline="-25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SO</a:t>
            </a:r>
            <a:r>
              <a:rPr lang="en-US" altLang="en-US" baseline="-25000" dirty="0">
                <a:solidFill>
                  <a:schemeClr val="tx1"/>
                </a:solidFill>
              </a:rPr>
              <a:t>4</a:t>
            </a:r>
            <a:r>
              <a:rPr lang="en-US" altLang="en-US" dirty="0">
                <a:solidFill>
                  <a:schemeClr val="tx1"/>
                </a:solidFill>
              </a:rPr>
              <a:t> + KOH → K</a:t>
            </a:r>
            <a:r>
              <a:rPr lang="en-US" altLang="en-US" baseline="-25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SO</a:t>
            </a:r>
            <a:r>
              <a:rPr lang="en-US" altLang="en-US" baseline="-25000" dirty="0">
                <a:solidFill>
                  <a:schemeClr val="tx1"/>
                </a:solidFill>
              </a:rPr>
              <a:t>4</a:t>
            </a:r>
            <a:r>
              <a:rPr lang="en-US" altLang="en-US" dirty="0">
                <a:solidFill>
                  <a:schemeClr val="tx1"/>
                </a:solidFill>
              </a:rPr>
              <a:t> + 2H</a:t>
            </a:r>
            <a:r>
              <a:rPr lang="en-US" altLang="en-US" baseline="-25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281" y="1957328"/>
            <a:ext cx="388648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Với</a:t>
            </a:r>
            <a:r>
              <a:rPr lang="en-US" altLang="en-US" b="1" dirty="0">
                <a:solidFill>
                  <a:schemeClr val="tx1"/>
                </a:solidFill>
              </a:rPr>
              <a:t> n: </a:t>
            </a:r>
            <a:r>
              <a:rPr lang="en-US" altLang="en-US" b="1" dirty="0" err="1">
                <a:solidFill>
                  <a:schemeClr val="tx1"/>
                </a:solidFill>
              </a:rPr>
              <a:t>số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đương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</a:rPr>
              <a:t>lượng</a:t>
            </a:r>
            <a:r>
              <a:rPr lang="en-US" altLang="en-US" b="1" dirty="0">
                <a:solidFill>
                  <a:schemeClr val="tx1"/>
                </a:solidFill>
              </a:rPr>
              <a:t> =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/>
          <p:nvPr/>
        </p:nvCxnSpPr>
        <p:spPr>
          <a:xfrm flipV="1">
            <a:off x="7158770" y="1312607"/>
            <a:ext cx="845475" cy="919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245" y="1035608"/>
            <a:ext cx="316593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2400" dirty="0" err="1">
                <a:solidFill>
                  <a:srgbClr val="7030A0"/>
                </a:solidFill>
              </a:rPr>
              <a:t>Hoá</a:t>
            </a:r>
            <a:r>
              <a:rPr lang="en-US" altLang="en-US" sz="2400" dirty="0">
                <a:solidFill>
                  <a:srgbClr val="7030A0"/>
                </a:solidFill>
              </a:rPr>
              <a:t> </a:t>
            </a:r>
            <a:r>
              <a:rPr lang="en-US" altLang="en-US" sz="2400" dirty="0" err="1">
                <a:solidFill>
                  <a:srgbClr val="7030A0"/>
                </a:solidFill>
              </a:rPr>
              <a:t>trị</a:t>
            </a:r>
            <a:r>
              <a:rPr lang="en-US" altLang="en-US" sz="2400" dirty="0">
                <a:solidFill>
                  <a:srgbClr val="7030A0"/>
                </a:solidFill>
              </a:rPr>
              <a:t> A </a:t>
            </a:r>
            <a:r>
              <a:rPr lang="en-US" altLang="en-US" sz="2400" dirty="0">
                <a:solidFill>
                  <a:schemeClr val="tx1"/>
                </a:solidFill>
              </a:rPr>
              <a:t>(A </a:t>
            </a:r>
            <a:r>
              <a:rPr lang="en-US" altLang="en-US" sz="2400" dirty="0" err="1">
                <a:solidFill>
                  <a:schemeClr val="tx1"/>
                </a:solidFill>
              </a:rPr>
              <a:t>là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kim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loại</a:t>
            </a:r>
            <a:r>
              <a:rPr lang="en-US" altLang="en-US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B5B4E1C-3B29-CD52-922A-7B31D10CB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245" y="1589606"/>
            <a:ext cx="388648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Số</a:t>
            </a:r>
            <a:r>
              <a:rPr lang="en-US" altLang="en-US" sz="2400" dirty="0">
                <a:solidFill>
                  <a:srgbClr val="FF0000"/>
                </a:solidFill>
              </a:rPr>
              <a:t> H</a:t>
            </a:r>
            <a:r>
              <a:rPr lang="en-US" altLang="en-US" sz="2400" baseline="30000" dirty="0">
                <a:solidFill>
                  <a:srgbClr val="FF0000"/>
                </a:solidFill>
              </a:rPr>
              <a:t>+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mà</a:t>
            </a:r>
            <a:r>
              <a:rPr lang="en-US" altLang="en-US" sz="2400" dirty="0">
                <a:solidFill>
                  <a:schemeClr val="tx1"/>
                </a:solidFill>
              </a:rPr>
              <a:t> 1 </a:t>
            </a:r>
            <a:r>
              <a:rPr lang="en-US" altLang="en-US" sz="2400" dirty="0" err="1">
                <a:solidFill>
                  <a:schemeClr val="tx1"/>
                </a:solidFill>
              </a:rPr>
              <a:t>ph</a:t>
            </a:r>
            <a:r>
              <a:rPr lang="en-US" altLang="en-US" sz="2400" dirty="0">
                <a:solidFill>
                  <a:schemeClr val="tx1"/>
                </a:solidFill>
              </a:rPr>
              <a:t>/</a:t>
            </a:r>
            <a:r>
              <a:rPr lang="en-US" altLang="en-US" sz="2400" dirty="0" err="1">
                <a:solidFill>
                  <a:schemeClr val="tx1"/>
                </a:solidFill>
              </a:rPr>
              <a:t>tử</a:t>
            </a:r>
            <a:r>
              <a:rPr lang="en-US" altLang="en-US" sz="2400" dirty="0">
                <a:solidFill>
                  <a:schemeClr val="tx1"/>
                </a:solidFill>
              </a:rPr>
              <a:t> acid t/g p/</a:t>
            </a:r>
            <a:r>
              <a:rPr lang="en-US" altLang="en-US" sz="2400" dirty="0" err="1">
                <a:solidFill>
                  <a:schemeClr val="tx1"/>
                </a:solidFill>
              </a:rPr>
              <a:t>ư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6F87C9-4792-FDB7-0BD8-9357D18FDACC}"/>
              </a:ext>
            </a:extLst>
          </p:cNvPr>
          <p:cNvCxnSpPr>
            <a:cxnSpLocks/>
            <a:stCxn id="25" idx="3"/>
            <a:endCxn id="8" idx="1"/>
          </p:cNvCxnSpPr>
          <p:nvPr/>
        </p:nvCxnSpPr>
        <p:spPr>
          <a:xfrm flipV="1">
            <a:off x="7158770" y="1866605"/>
            <a:ext cx="845475" cy="36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F375A9-F16F-5748-E953-AB693B28D0FD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158770" y="2234327"/>
            <a:ext cx="845475" cy="16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6">
            <a:extLst>
              <a:ext uri="{FF2B5EF4-FFF2-40B4-BE49-F238E27FC236}">
                <a16:creationId xmlns:a16="http://schemas.microsoft.com/office/drawing/2014/main" id="{F65C5361-406F-E2CA-1211-0D98641FF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244" y="2141937"/>
            <a:ext cx="405468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2400" dirty="0" err="1">
                <a:solidFill>
                  <a:srgbClr val="0000FF"/>
                </a:solidFill>
              </a:rPr>
              <a:t>Số</a:t>
            </a:r>
            <a:r>
              <a:rPr lang="en-US" altLang="en-US" sz="2400" dirty="0">
                <a:solidFill>
                  <a:srgbClr val="0000FF"/>
                </a:solidFill>
              </a:rPr>
              <a:t> OH</a:t>
            </a:r>
            <a:r>
              <a:rPr lang="en-US" altLang="en-US" sz="2400" baseline="30000" dirty="0">
                <a:solidFill>
                  <a:srgbClr val="0000FF"/>
                </a:solidFill>
              </a:rPr>
              <a:t>-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mà</a:t>
            </a:r>
            <a:r>
              <a:rPr lang="en-US" altLang="en-US" sz="2400" dirty="0">
                <a:solidFill>
                  <a:schemeClr val="tx1"/>
                </a:solidFill>
              </a:rPr>
              <a:t> 1 </a:t>
            </a:r>
            <a:r>
              <a:rPr lang="en-US" altLang="en-US" sz="2400" dirty="0" err="1">
                <a:solidFill>
                  <a:schemeClr val="tx1"/>
                </a:solidFill>
              </a:rPr>
              <a:t>ph</a:t>
            </a:r>
            <a:r>
              <a:rPr lang="en-US" altLang="en-US" sz="2400" dirty="0">
                <a:solidFill>
                  <a:schemeClr val="tx1"/>
                </a:solidFill>
              </a:rPr>
              <a:t>/</a:t>
            </a:r>
            <a:r>
              <a:rPr lang="en-US" altLang="en-US" sz="2400" dirty="0" err="1">
                <a:solidFill>
                  <a:schemeClr val="tx1"/>
                </a:solidFill>
              </a:rPr>
              <a:t>tử</a:t>
            </a:r>
            <a:r>
              <a:rPr lang="en-US" altLang="en-US" sz="2400" dirty="0">
                <a:solidFill>
                  <a:schemeClr val="tx1"/>
                </a:solidFill>
              </a:rPr>
              <a:t> acid t/g p/</a:t>
            </a:r>
            <a:r>
              <a:rPr lang="en-US" altLang="en-US" sz="2400" dirty="0" err="1">
                <a:solidFill>
                  <a:schemeClr val="tx1"/>
                </a:solidFill>
              </a:rPr>
              <a:t>ư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ECF9E9-2A98-3F22-4E36-DE56F692BFB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7158770" y="2231842"/>
            <a:ext cx="870253" cy="1113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6">
            <a:extLst>
              <a:ext uri="{FF2B5EF4-FFF2-40B4-BE49-F238E27FC236}">
                <a16:creationId xmlns:a16="http://schemas.microsoft.com/office/drawing/2014/main" id="{C18B8EEA-3FED-15B0-36AD-5BA92049B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023" y="2771464"/>
            <a:ext cx="4054689" cy="114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2400" dirty="0" err="1">
                <a:solidFill>
                  <a:srgbClr val="00B050"/>
                </a:solidFill>
              </a:rPr>
              <a:t>Số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điện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tử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mà</a:t>
            </a:r>
            <a:r>
              <a:rPr lang="en-US" altLang="en-US" sz="2400" dirty="0">
                <a:solidFill>
                  <a:schemeClr val="tx1"/>
                </a:solidFill>
              </a:rPr>
              <a:t> 1 </a:t>
            </a:r>
            <a:r>
              <a:rPr lang="en-US" altLang="en-US" sz="2400" dirty="0" err="1">
                <a:solidFill>
                  <a:schemeClr val="tx1"/>
                </a:solidFill>
              </a:rPr>
              <a:t>ph</a:t>
            </a:r>
            <a:r>
              <a:rPr lang="en-US" altLang="en-US" sz="2400" dirty="0">
                <a:solidFill>
                  <a:schemeClr val="tx1"/>
                </a:solidFill>
              </a:rPr>
              <a:t>/</a:t>
            </a:r>
            <a:r>
              <a:rPr lang="en-US" altLang="en-US" sz="2400" dirty="0" err="1">
                <a:solidFill>
                  <a:schemeClr val="tx1"/>
                </a:solidFill>
              </a:rPr>
              <a:t>tử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c</a:t>
            </a:r>
            <a:r>
              <a:rPr lang="en-US" altLang="en-US" sz="2400" dirty="0" err="1">
                <a:solidFill>
                  <a:srgbClr val="00B050"/>
                </a:solidFill>
              </a:rPr>
              <a:t>hất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o.h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nhận</a:t>
            </a:r>
            <a:r>
              <a:rPr lang="en-US" altLang="en-US" sz="2400" dirty="0">
                <a:solidFill>
                  <a:schemeClr val="tx1"/>
                </a:solidFill>
              </a:rPr>
              <a:t> hay </a:t>
            </a:r>
            <a:r>
              <a:rPr lang="en-US" altLang="en-US" sz="2400" dirty="0" err="1">
                <a:solidFill>
                  <a:srgbClr val="00B050"/>
                </a:solidFill>
              </a:rPr>
              <a:t>chất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khử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rgbClr val="00B050"/>
                </a:solidFill>
              </a:rPr>
              <a:t>cho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trong</a:t>
            </a:r>
            <a:r>
              <a:rPr lang="en-US" altLang="en-US" sz="2400" dirty="0">
                <a:solidFill>
                  <a:schemeClr val="tx1"/>
                </a:solidFill>
              </a:rPr>
              <a:t> p/</a:t>
            </a:r>
            <a:r>
              <a:rPr lang="en-US" altLang="en-US" sz="2400" dirty="0" err="1">
                <a:solidFill>
                  <a:schemeClr val="tx1"/>
                </a:solidFill>
              </a:rPr>
              <a:t>ư</a:t>
            </a:r>
            <a:r>
              <a:rPr lang="en-US" altLang="en-US" sz="2400" dirty="0">
                <a:solidFill>
                  <a:schemeClr val="tx1"/>
                </a:solidFill>
              </a:rPr>
              <a:t> oh – </a:t>
            </a:r>
            <a:r>
              <a:rPr lang="en-US" altLang="en-US" sz="2400" dirty="0" err="1">
                <a:solidFill>
                  <a:schemeClr val="tx1"/>
                </a:solidFill>
              </a:rPr>
              <a:t>khử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F4DF6C-562C-81A5-B6F7-D28FEADE2752}"/>
              </a:ext>
            </a:extLst>
          </p:cNvPr>
          <p:cNvSpPr txBox="1"/>
          <p:nvPr/>
        </p:nvSpPr>
        <p:spPr>
          <a:xfrm>
            <a:off x="1687027" y="3564515"/>
            <a:ext cx="9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757881-693F-0A14-AA0F-97AF28E621BC}"/>
              </a:ext>
            </a:extLst>
          </p:cNvPr>
          <p:cNvSpPr txBox="1"/>
          <p:nvPr/>
        </p:nvSpPr>
        <p:spPr>
          <a:xfrm>
            <a:off x="2915185" y="3543244"/>
            <a:ext cx="9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x-none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ACBE65E-00C1-5FA3-DC60-EF20A84A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97" y="4085006"/>
            <a:ext cx="11265164" cy="134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altLang="en-US" b="1" dirty="0">
                <a:solidFill>
                  <a:schemeClr val="accent2"/>
                </a:solidFill>
              </a:rPr>
              <a:t> ĐỊNH LUẬT ĐƯƠNG LƯỢNG: </a:t>
            </a:r>
            <a:r>
              <a:rPr lang="en-US" altLang="en-US" dirty="0" err="1">
                <a:solidFill>
                  <a:schemeClr val="tx1"/>
                </a:solidFill>
              </a:rPr>
              <a:t>các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chất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phản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ứng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thay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thế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kết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hợp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vừa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đủ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với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nhau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thì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có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số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đương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lương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bằng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nhau</a:t>
            </a:r>
            <a:endParaRPr lang="en-US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07203" y="5800498"/>
                <a:ext cx="3791423" cy="73866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8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vi-VN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203" y="5800498"/>
                <a:ext cx="3791423" cy="7386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534" y="5407619"/>
            <a:ext cx="532921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b="1" dirty="0" err="1">
                <a:solidFill>
                  <a:srgbClr val="0000FF"/>
                </a:solidFill>
              </a:rPr>
              <a:t>Tìm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nồng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</a:rPr>
              <a:t>độ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của</a:t>
            </a:r>
            <a:r>
              <a:rPr lang="en-US" altLang="en-US" dirty="0">
                <a:solidFill>
                  <a:srgbClr val="0000FF"/>
                </a:solidFill>
              </a:rPr>
              <a:t> Q/t ĐỊNH PHÂN 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B5B4E1C-3B29-CD52-922A-7B31D10CB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824" y="6227365"/>
            <a:ext cx="60350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b="1" dirty="0" err="1">
                <a:solidFill>
                  <a:srgbClr val="FF0000"/>
                </a:solidFill>
              </a:rPr>
              <a:t>Tìm</a:t>
            </a:r>
            <a:r>
              <a:rPr lang="en-US" altLang="en-US" b="1" dirty="0">
                <a:solidFill>
                  <a:srgbClr val="FF0000"/>
                </a:solidFill>
              </a:rPr>
              <a:t> V dung </a:t>
            </a:r>
            <a:r>
              <a:rPr lang="en-US" altLang="en-US" b="1" dirty="0" err="1">
                <a:solidFill>
                  <a:srgbClr val="FF0000"/>
                </a:solidFill>
              </a:rPr>
              <a:t>dịch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của</a:t>
            </a:r>
            <a:r>
              <a:rPr lang="en-US" altLang="en-US" dirty="0">
                <a:solidFill>
                  <a:srgbClr val="FF0000"/>
                </a:solidFill>
              </a:rPr>
              <a:t> Q/t PHA LOÃNG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5198626" y="5684618"/>
            <a:ext cx="968908" cy="485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198626" y="6169830"/>
            <a:ext cx="958329" cy="336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2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4" grpId="0"/>
      <p:bldP spid="25" grpId="0"/>
      <p:bldP spid="6" grpId="0"/>
      <p:bldP spid="8" grpId="0"/>
      <p:bldP spid="16" grpId="0"/>
      <p:bldP spid="27" grpId="0"/>
      <p:bldP spid="32" grpId="0"/>
      <p:bldP spid="33" grpId="0"/>
      <p:bldP spid="2" grpId="0"/>
      <p:bldP spid="23" grpId="0" animBg="1"/>
      <p:bldP spid="26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814176"/>
            <a:ext cx="11157022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VÍ DỤ 1. QUÁ TRÌNH ĐỊNH PHÂN </a:t>
            </a:r>
            <a:r>
              <a:rPr lang="en-US" altLang="en-US" sz="3200" b="1" dirty="0">
                <a:solidFill>
                  <a:srgbClr val="FF0000"/>
                </a:solidFill>
              </a:rPr>
              <a:t>(</a:t>
            </a:r>
            <a:r>
              <a:rPr lang="en-US" altLang="en-US" sz="3200" b="1" i="1" dirty="0" err="1">
                <a:solidFill>
                  <a:srgbClr val="FF0000"/>
                </a:solidFill>
              </a:rPr>
              <a:t>chỉ</a:t>
            </a:r>
            <a:r>
              <a:rPr lang="en-US" altLang="en-US" sz="3200" b="1" i="1" dirty="0">
                <a:solidFill>
                  <a:srgbClr val="FF00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0000"/>
                </a:solidFill>
              </a:rPr>
              <a:t>áp</a:t>
            </a:r>
            <a:r>
              <a:rPr lang="en-US" altLang="en-US" sz="3200" b="1" i="1" dirty="0">
                <a:solidFill>
                  <a:srgbClr val="FF00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0000"/>
                </a:solidFill>
              </a:rPr>
              <a:t>dụng</a:t>
            </a:r>
            <a:r>
              <a:rPr lang="en-US" altLang="en-US" sz="3200" b="1" i="1" dirty="0">
                <a:solidFill>
                  <a:srgbClr val="FF00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0000"/>
                </a:solidFill>
              </a:rPr>
              <a:t>cho</a:t>
            </a:r>
            <a:r>
              <a:rPr lang="en-US" altLang="en-US" sz="3200" b="1" i="1" dirty="0">
                <a:solidFill>
                  <a:srgbClr val="FF0000"/>
                </a:solidFill>
              </a:rPr>
              <a:t> C</a:t>
            </a:r>
            <a:r>
              <a:rPr lang="en-US" altLang="en-US" sz="3200" b="1" i="1" baseline="-25000" dirty="0">
                <a:solidFill>
                  <a:srgbClr val="FF0000"/>
                </a:solidFill>
              </a:rPr>
              <a:t>N</a:t>
            </a:r>
            <a:r>
              <a:rPr lang="en-US" alt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68" y="1684203"/>
            <a:ext cx="112340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Khi cho từ từ dung dịch 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KMnO</a:t>
            </a:r>
            <a:r>
              <a:rPr lang="vi-VN" sz="2800" b="1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 0,1 N vào 10 mL dung dịch </a:t>
            </a:r>
            <a:r>
              <a:rPr lang="en-US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H</a:t>
            </a:r>
            <a:r>
              <a:rPr lang="en-US" sz="2800" b="1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C</a:t>
            </a:r>
            <a:r>
              <a:rPr lang="en-US" sz="2800" b="1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O</a:t>
            </a:r>
            <a:r>
              <a:rPr lang="en-US" sz="2800" b="1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trong môi trường axit H</a:t>
            </a:r>
            <a:r>
              <a:rPr lang="vi-VN" sz="2800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SO</a:t>
            </a:r>
            <a:r>
              <a:rPr lang="vi-VN" sz="2800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. Thấy khi nhỏ đến 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9 mL dung dịch KMnO</a:t>
            </a:r>
            <a:r>
              <a:rPr lang="vi-VN" sz="2800" b="1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thì lượng KMnO</a:t>
            </a:r>
            <a:r>
              <a:rPr lang="vi-VN" sz="2800" baseline="-250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 cho xuống 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không bị mất màu tím nữa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  <a:r>
              <a:rPr lang="vi-VN" sz="2800" b="1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Xác định nồng độ 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của dung dịch </a:t>
            </a:r>
            <a:r>
              <a:rPr lang="en-US" sz="2800" b="1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H</a:t>
            </a:r>
            <a:r>
              <a:rPr lang="en-US" sz="2800" b="1" baseline="-250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sz="2800" b="1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</a:t>
            </a:r>
            <a:r>
              <a:rPr lang="en-US" sz="2800" b="1" baseline="-250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sz="2800" b="1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</a:t>
            </a:r>
            <a:r>
              <a:rPr lang="en-US" sz="2800" b="1" baseline="-250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r>
              <a:rPr lang="vi-VN" sz="2800" dirty="0">
                <a:solidFill>
                  <a:srgbClr val="000000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endParaRPr lang="en-US" sz="2800" dirty="0"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8203" y="5792491"/>
            <a:ext cx="3752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p/ư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968" y="4532861"/>
            <a:ext cx="11846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2KMnO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+ 5H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+ 3H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+ 2MnSO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+ 10CO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+ 8H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150" y="5028049"/>
            <a:ext cx="753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32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31869" y="5028049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71153" y="5792491"/>
            <a:ext cx="2931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02725" y="5675729"/>
                <a:ext cx="4932697" cy="855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0,1∗9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3600" dirty="0"/>
                  <a:t> = </a:t>
                </a:r>
                <a:r>
                  <a:rPr lang="en-US" sz="3600" b="1" dirty="0"/>
                  <a:t>0,09N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725" y="5675729"/>
                <a:ext cx="4932697" cy="855619"/>
              </a:xfrm>
              <a:prstGeom prst="rect">
                <a:avLst/>
              </a:prstGeom>
              <a:blipFill rotWithShape="0">
                <a:blip r:embed="rId3"/>
                <a:stretch>
                  <a:fillRect t="-2143" r="-4691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55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1" grpId="0"/>
      <p:bldP spid="34" grpId="0"/>
      <p:bldP spid="35" grpId="0"/>
      <p:bldP spid="36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79" y="814176"/>
            <a:ext cx="11530247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VÍ DỤ 2. QUÁ TRÌNH PHA LOÃNG </a:t>
            </a:r>
            <a:r>
              <a:rPr lang="en-US" altLang="en-US" sz="3200" b="1" dirty="0">
                <a:solidFill>
                  <a:srgbClr val="FF0000"/>
                </a:solidFill>
              </a:rPr>
              <a:t>(</a:t>
            </a:r>
            <a:r>
              <a:rPr lang="en-US" altLang="en-US" sz="3200" b="1" dirty="0" err="1">
                <a:solidFill>
                  <a:srgbClr val="FF0000"/>
                </a:solidFill>
              </a:rPr>
              <a:t>áp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dụng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cho</a:t>
            </a:r>
            <a:r>
              <a:rPr lang="en-US" altLang="en-US" sz="3200" b="1" dirty="0">
                <a:solidFill>
                  <a:srgbClr val="FF0000"/>
                </a:solidFill>
              </a:rPr>
              <a:t> C</a:t>
            </a:r>
            <a:r>
              <a:rPr lang="en-US" altLang="en-US" sz="3200" b="1" baseline="-25000" dirty="0">
                <a:solidFill>
                  <a:srgbClr val="FF0000"/>
                </a:solidFill>
              </a:rPr>
              <a:t>M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và</a:t>
            </a:r>
            <a:r>
              <a:rPr lang="en-US" altLang="en-US" sz="3200" b="1" dirty="0">
                <a:solidFill>
                  <a:srgbClr val="FF0000"/>
                </a:solidFill>
              </a:rPr>
              <a:t> C</a:t>
            </a:r>
            <a:r>
              <a:rPr lang="en-US" altLang="en-US" sz="3200" b="1" baseline="-25000" dirty="0">
                <a:solidFill>
                  <a:srgbClr val="FF0000"/>
                </a:solidFill>
              </a:rPr>
              <a:t>N</a:t>
            </a:r>
            <a:r>
              <a:rPr lang="en-US" alt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000" y="1761529"/>
            <a:ext cx="102986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0,5M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mL dung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0,1M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1011" y="4084191"/>
            <a:ext cx="1050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6010" y="4486924"/>
            <a:ext cx="36143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45044" y="4404894"/>
                <a:ext cx="5815246" cy="950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0,1∗100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0,5</m:t>
                        </m:r>
                      </m:den>
                    </m:f>
                  </m:oMath>
                </a14:m>
                <a:r>
                  <a:rPr lang="en-US" sz="4000" dirty="0"/>
                  <a:t> = 20 ml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044" y="4404894"/>
                <a:ext cx="5815246" cy="950773"/>
              </a:xfrm>
              <a:prstGeom prst="rect">
                <a:avLst/>
              </a:prstGeom>
              <a:blipFill rotWithShape="0">
                <a:blip r:embed="rId3"/>
                <a:stretch>
                  <a:fillRect t="-2564" r="-4298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663216" y="2691498"/>
            <a:ext cx="753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32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4401" y="3322519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Left Brace 1"/>
          <p:cNvSpPr/>
          <p:nvPr/>
        </p:nvSpPr>
        <p:spPr>
          <a:xfrm rot="16200000">
            <a:off x="2780108" y="607300"/>
            <a:ext cx="419877" cy="4918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/>
          <p:cNvSpPr/>
          <p:nvPr/>
        </p:nvSpPr>
        <p:spPr>
          <a:xfrm rot="16200000">
            <a:off x="6772907" y="667121"/>
            <a:ext cx="459707" cy="36106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rved Right Arrow 2"/>
          <p:cNvSpPr/>
          <p:nvPr/>
        </p:nvSpPr>
        <p:spPr>
          <a:xfrm rot="20859665">
            <a:off x="219102" y="5751303"/>
            <a:ext cx="549855" cy="69046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6381" y="5476883"/>
            <a:ext cx="111733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ml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0,5M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(BĐM) 100ml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BĐM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100ml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100ml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0,1M</a:t>
            </a:r>
            <a:endParaRPr lang="en-US" sz="2800" b="1" dirty="0">
              <a:solidFill>
                <a:srgbClr val="CC00CC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6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6" grpId="0"/>
      <p:bldP spid="10" grpId="0"/>
      <p:bldP spid="13" grpId="0"/>
      <p:bldP spid="15" grpId="0"/>
      <p:bldP spid="2" grpId="0" animBg="1"/>
      <p:bldP spid="16" grpId="0" animBg="1"/>
      <p:bldP spid="3" grpId="0" animBg="1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4562" y="814176"/>
            <a:ext cx="1127863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92113" algn="just">
              <a:lnSpc>
                <a:spcPct val="150000"/>
              </a:lnSpc>
            </a:pP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dịch 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vi-V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62%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khối lượng riêng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1,52 g/mL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20ºC. Hãy cho biết 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 độ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mol/L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 độ đlg/L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 độ molan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</a:t>
            </a:r>
            <a:r>
              <a:rPr 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mol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sz="28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dung dịch này. (H = 1; S = 32; O = 16)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736" y="3147574"/>
                <a:ext cx="5355773" cy="800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𝐶𝐷</m:t>
                        </m:r>
                      </m:num>
                      <m:den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alt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10∗62∗1,52</m:t>
                        </m:r>
                      </m:num>
                      <m:den>
                        <m:r>
                          <a:rPr lang="en-US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den>
                    </m:f>
                    <m:r>
                      <a:rPr lang="en-US" alt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=9,6 </m:t>
                    </m:r>
                    <m:r>
                      <a:rPr lang="en-US" alt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en-US" dirty="0">
                  <a:solidFill>
                    <a:srgbClr val="0000FF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xmlns="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36" y="3147574"/>
                <a:ext cx="5355773" cy="800137"/>
              </a:xfrm>
              <a:prstGeom prst="rect">
                <a:avLst/>
              </a:prstGeom>
              <a:blipFill rotWithShape="0">
                <a:blip r:embed="rId3"/>
                <a:stretch>
                  <a:fillRect l="-2275" b="-121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36" y="4157452"/>
            <a:ext cx="11076704" cy="57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</a:rPr>
              <a:t>2. </a:t>
            </a:r>
            <a:r>
              <a:rPr lang="en-US" altLang="en-US" dirty="0" err="1">
                <a:solidFill>
                  <a:srgbClr val="FF0000"/>
                </a:solidFill>
              </a:rPr>
              <a:t>Một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phân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tử</a:t>
            </a:r>
            <a:r>
              <a:rPr lang="en-US" altLang="en-US" dirty="0">
                <a:solidFill>
                  <a:srgbClr val="FF0000"/>
                </a:solidFill>
              </a:rPr>
              <a:t> H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SO</a:t>
            </a:r>
            <a:r>
              <a:rPr lang="en-US" altLang="en-US" baseline="-25000" dirty="0">
                <a:solidFill>
                  <a:srgbClr val="FF0000"/>
                </a:solidFill>
              </a:rPr>
              <a:t>4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có</a:t>
            </a:r>
            <a:r>
              <a:rPr lang="en-US" altLang="en-US" dirty="0">
                <a:solidFill>
                  <a:srgbClr val="FF0000"/>
                </a:solidFill>
              </a:rPr>
              <a:t> 2 ion H</a:t>
            </a:r>
            <a:r>
              <a:rPr lang="en-US" altLang="en-US" baseline="30000" dirty="0">
                <a:solidFill>
                  <a:srgbClr val="FF0000"/>
                </a:solidFill>
              </a:rPr>
              <a:t>+</a:t>
            </a:r>
            <a:r>
              <a:rPr lang="en-US" altLang="en-US" dirty="0">
                <a:solidFill>
                  <a:srgbClr val="FF0000"/>
                </a:solidFill>
              </a:rPr>
              <a:t> → n = 2 → C</a:t>
            </a:r>
            <a:r>
              <a:rPr lang="en-US" altLang="en-US" baseline="-25000" dirty="0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 = </a:t>
            </a:r>
            <a:r>
              <a:rPr lang="en-US" altLang="en-US" dirty="0" err="1">
                <a:solidFill>
                  <a:srgbClr val="FF0000"/>
                </a:solidFill>
              </a:rPr>
              <a:t>nC</a:t>
            </a:r>
            <a:r>
              <a:rPr lang="en-US" altLang="en-US" baseline="-25000" dirty="0" err="1">
                <a:solidFill>
                  <a:srgbClr val="FF0000"/>
                </a:solidFill>
              </a:rPr>
              <a:t>M</a:t>
            </a:r>
            <a:r>
              <a:rPr lang="en-US" altLang="en-US" dirty="0">
                <a:solidFill>
                  <a:srgbClr val="FF0000"/>
                </a:solidFill>
              </a:rPr>
              <a:t> = 2*9,6 = 19,2 N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36" y="4946511"/>
            <a:ext cx="11076704" cy="57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B050"/>
                </a:solidFill>
              </a:rPr>
              <a:t>3. 100g dung </a:t>
            </a:r>
            <a:r>
              <a:rPr lang="en-US" altLang="en-US" dirty="0" err="1">
                <a:solidFill>
                  <a:srgbClr val="00B050"/>
                </a:solidFill>
              </a:rPr>
              <a:t>dịch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có</a:t>
            </a:r>
            <a:r>
              <a:rPr lang="en-US" altLang="en-US" dirty="0">
                <a:solidFill>
                  <a:srgbClr val="00B050"/>
                </a:solidFill>
              </a:rPr>
              <a:t>: 38 g dung </a:t>
            </a:r>
            <a:r>
              <a:rPr lang="en-US" altLang="en-US" dirty="0" err="1">
                <a:solidFill>
                  <a:srgbClr val="00B050"/>
                </a:solidFill>
              </a:rPr>
              <a:t>môi</a:t>
            </a:r>
            <a:r>
              <a:rPr lang="en-US" altLang="en-US" dirty="0">
                <a:solidFill>
                  <a:srgbClr val="00B050"/>
                </a:solidFill>
              </a:rPr>
              <a:t> H</a:t>
            </a:r>
            <a:r>
              <a:rPr lang="en-US" altLang="en-US" baseline="-25000" dirty="0">
                <a:solidFill>
                  <a:srgbClr val="00B050"/>
                </a:solidFill>
              </a:rPr>
              <a:t>2</a:t>
            </a:r>
            <a:r>
              <a:rPr lang="en-US" altLang="en-US" dirty="0">
                <a:solidFill>
                  <a:srgbClr val="00B050"/>
                </a:solidFill>
              </a:rPr>
              <a:t>O + 62g </a:t>
            </a:r>
            <a:r>
              <a:rPr lang="en-US" altLang="en-US" dirty="0" err="1">
                <a:solidFill>
                  <a:srgbClr val="00B050"/>
                </a:solidFill>
              </a:rPr>
              <a:t>chất</a:t>
            </a:r>
            <a:r>
              <a:rPr lang="en-US" altLang="en-US" dirty="0">
                <a:solidFill>
                  <a:srgbClr val="00B050"/>
                </a:solidFill>
              </a:rPr>
              <a:t> tan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993502" y="5600473"/>
            <a:ext cx="0" cy="43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065" y="4946511"/>
            <a:ext cx="3089699" cy="57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B050"/>
                </a:solidFill>
              </a:rPr>
              <a:t>(</a:t>
            </a:r>
            <a:r>
              <a:rPr lang="en-US" altLang="en-US" dirty="0" err="1">
                <a:solidFill>
                  <a:srgbClr val="00B050"/>
                </a:solidFill>
              </a:rPr>
              <a:t>n</a:t>
            </a:r>
            <a:r>
              <a:rPr lang="en-US" altLang="en-US" baseline="-25000" dirty="0" err="1">
                <a:solidFill>
                  <a:srgbClr val="00B050"/>
                </a:solidFill>
              </a:rPr>
              <a:t>ct</a:t>
            </a:r>
            <a:r>
              <a:rPr lang="en-US" altLang="en-US" dirty="0">
                <a:solidFill>
                  <a:srgbClr val="00B050"/>
                </a:solidFill>
              </a:rPr>
              <a:t> = 62/98 = 0,63)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206" y="6316679"/>
                <a:ext cx="8517005" cy="579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B050"/>
                    </a:solidFill>
                  </a:rPr>
                  <a:t>1000g dung </a:t>
                </a:r>
                <a:r>
                  <a:rPr lang="en-US" altLang="en-US" dirty="0" err="1">
                    <a:solidFill>
                      <a:srgbClr val="00B050"/>
                    </a:solidFill>
                  </a:rPr>
                  <a:t>môi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𝑐𝑡</m:t>
                            </m:r>
                          </m:sub>
                        </m:sSub>
                      </m:num>
                      <m:den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𝑑𝑚</m:t>
                        </m:r>
                      </m:den>
                    </m:f>
                    <m:r>
                      <a:rPr lang="en-US" altLang="en-US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0,63∗1000</m:t>
                        </m:r>
                      </m:num>
                      <m:den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  <m:r>
                      <a:rPr lang="en-US" altLang="en-US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altLang="en-US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,6 </m:t>
                    </m:r>
                  </m:oMath>
                </a14:m>
                <a:r>
                  <a:rPr lang="en-US" altLang="en-US" dirty="0">
                    <a:solidFill>
                      <a:srgbClr val="CC00CC"/>
                    </a:solidFill>
                    <a:cs typeface="Times New Roman" panose="02020603050405020304" pitchFamily="18" charset="0"/>
                  </a:rPr>
                  <a:t>m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B05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xmlns="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3206" y="6316679"/>
                <a:ext cx="8517005" cy="579318"/>
              </a:xfrm>
              <a:prstGeom prst="rect">
                <a:avLst/>
              </a:prstGeom>
              <a:blipFill rotWithShape="0">
                <a:blip r:embed="rId4"/>
                <a:stretch>
                  <a:fillRect l="-644" t="-51579" r="-7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26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4562" y="814176"/>
            <a:ext cx="1127863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92113" algn="just">
              <a:lnSpc>
                <a:spcPct val="150000"/>
              </a:lnSpc>
            </a:pP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dịch 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vi-V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62%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khối lượng riêng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1,52 g/mL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20ºC. Hãy cho biết nồng độ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mol/L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nồng độ đlg/L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nồng độ molan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phân mol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dung dịch này. (H = 1; S = 32; O = 16)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29" y="3212922"/>
            <a:ext cx="11076704" cy="57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00FF"/>
                </a:solidFill>
              </a:rPr>
              <a:t>4. 100g dung </a:t>
            </a:r>
            <a:r>
              <a:rPr lang="en-US" altLang="en-US" sz="3200" dirty="0" err="1">
                <a:solidFill>
                  <a:srgbClr val="0000FF"/>
                </a:solidFill>
              </a:rPr>
              <a:t>dịch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có</a:t>
            </a:r>
            <a:r>
              <a:rPr lang="en-US" altLang="en-US" sz="3200" dirty="0">
                <a:solidFill>
                  <a:srgbClr val="0000FF"/>
                </a:solidFill>
              </a:rPr>
              <a:t>: 38 g dung </a:t>
            </a:r>
            <a:r>
              <a:rPr lang="en-US" altLang="en-US" sz="3200" dirty="0" err="1">
                <a:solidFill>
                  <a:srgbClr val="0000FF"/>
                </a:solidFill>
              </a:rPr>
              <a:t>môi</a:t>
            </a:r>
            <a:r>
              <a:rPr lang="en-US" altLang="en-US" sz="3200" dirty="0">
                <a:solidFill>
                  <a:srgbClr val="0000FF"/>
                </a:solidFill>
              </a:rPr>
              <a:t> H</a:t>
            </a:r>
            <a:r>
              <a:rPr lang="en-US" altLang="en-US" sz="3200" baseline="-25000" dirty="0">
                <a:solidFill>
                  <a:srgbClr val="0000FF"/>
                </a:solidFill>
              </a:rPr>
              <a:t>2</a:t>
            </a:r>
            <a:r>
              <a:rPr lang="en-US" altLang="en-US" sz="3200" dirty="0">
                <a:solidFill>
                  <a:srgbClr val="0000FF"/>
                </a:solidFill>
              </a:rPr>
              <a:t>O + 62g </a:t>
            </a:r>
            <a:r>
              <a:rPr lang="en-US" altLang="en-US" sz="3200" dirty="0" err="1">
                <a:solidFill>
                  <a:srgbClr val="0000FF"/>
                </a:solidFill>
              </a:rPr>
              <a:t>chất</a:t>
            </a:r>
            <a:r>
              <a:rPr lang="en-US" altLang="en-US" sz="3200" dirty="0">
                <a:solidFill>
                  <a:srgbClr val="0000FF"/>
                </a:solidFill>
              </a:rPr>
              <a:t> tan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353825" y="3951535"/>
            <a:ext cx="0" cy="43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1403" y="4166816"/>
                <a:ext cx="3408988" cy="776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CC00CC"/>
                    </a:solidFill>
                  </a:rPr>
                  <a:t>n</a:t>
                </a:r>
                <a:r>
                  <a:rPr lang="en-US" altLang="en-US" baseline="-25000" dirty="0">
                    <a:solidFill>
                      <a:srgbClr val="CC00CC"/>
                    </a:solidFill>
                  </a:rPr>
                  <a:t>H2O</a:t>
                </a:r>
                <a:r>
                  <a:rPr lang="en-US" altLang="en-US" dirty="0">
                    <a:solidFill>
                      <a:srgbClr val="CC00CC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num>
                      <m:den>
                        <m:r>
                          <a:rPr lang="en-US" altLang="en-US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altLang="en-US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2,1 </m:t>
                    </m:r>
                    <m:r>
                      <a:rPr lang="en-US" altLang="en-US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en-US" altLang="en-US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xmlns="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1403" y="4166816"/>
                <a:ext cx="3408988" cy="776036"/>
              </a:xfrm>
              <a:prstGeom prst="rect">
                <a:avLst/>
              </a:prstGeom>
              <a:blipFill rotWithShape="0">
                <a:blip r:embed="rId3"/>
                <a:stretch>
                  <a:fillRect b="-141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9517" y="4166816"/>
                <a:ext cx="3823683" cy="776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>
                    <a:solidFill>
                      <a:srgbClr val="CC00CC"/>
                    </a:solidFill>
                  </a:rPr>
                  <a:t>n</a:t>
                </a:r>
                <a:r>
                  <a:rPr lang="en-US" altLang="en-US" sz="3200" baseline="-25000" dirty="0">
                    <a:solidFill>
                      <a:srgbClr val="CC00CC"/>
                    </a:solidFill>
                  </a:rPr>
                  <a:t>H2SO4</a:t>
                </a:r>
                <a:r>
                  <a:rPr lang="en-US" altLang="en-US" sz="3200" dirty="0">
                    <a:solidFill>
                      <a:srgbClr val="CC00CC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en-US" sz="3200" b="0" i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sz="3200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2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US" altLang="en-US" sz="3200" b="0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den>
                    </m:f>
                    <m:r>
                      <a:rPr lang="en-US" altLang="en-US" sz="3200" i="1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0,6 </m:t>
                    </m:r>
                    <m:r>
                      <a:rPr lang="en-US" altLang="en-US" sz="3200" b="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en-US" altLang="en-US" sz="32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xmlns="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09517" y="4166816"/>
                <a:ext cx="3823683" cy="776036"/>
              </a:xfrm>
              <a:prstGeom prst="rect">
                <a:avLst/>
              </a:prstGeom>
              <a:blipFill rotWithShape="0">
                <a:blip r:embed="rId4"/>
                <a:stretch>
                  <a:fillRect l="-3987" b="-220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8014536" y="3951536"/>
            <a:ext cx="0" cy="43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562" y="5046115"/>
                <a:ext cx="5281433" cy="12939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3600" dirty="0">
                    <a:solidFill>
                      <a:srgbClr val="00B050"/>
                    </a:solidFill>
                  </a:rPr>
                  <a:t>X</a:t>
                </a:r>
                <a:r>
                  <a:rPr lang="en-US" altLang="en-US" sz="3600" baseline="-25000" dirty="0">
                    <a:solidFill>
                      <a:srgbClr val="00B050"/>
                    </a:solidFill>
                  </a:rPr>
                  <a:t>H2O</a:t>
                </a:r>
                <a:r>
                  <a:rPr lang="en-US" altLang="en-US" sz="3600" dirty="0">
                    <a:solidFill>
                      <a:srgbClr val="00B050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en-US" sz="36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sz="3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num>
                      <m:den>
                        <m:r>
                          <a:rPr lang="en-US" altLang="en-US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2,1+0,6</m:t>
                        </m:r>
                      </m:den>
                    </m:f>
                    <m:r>
                      <a:rPr lang="en-US" altLang="en-US" sz="36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0,77</m:t>
                    </m:r>
                  </m:oMath>
                </a14:m>
                <a:endParaRPr lang="en-US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562" y="5046115"/>
                <a:ext cx="5281433" cy="1293954"/>
              </a:xfrm>
              <a:prstGeom prst="rect">
                <a:avLst/>
              </a:prstGeom>
              <a:blipFill>
                <a:blip r:embed="rId5"/>
                <a:stretch>
                  <a:fillRect b="-9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3559" y="5039158"/>
                <a:ext cx="5549641" cy="12939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3600" dirty="0">
                    <a:solidFill>
                      <a:srgbClr val="00B050"/>
                    </a:solidFill>
                  </a:rPr>
                  <a:t>X</a:t>
                </a:r>
                <a:r>
                  <a:rPr lang="en-US" altLang="en-US" sz="3600" baseline="-25000" dirty="0">
                    <a:solidFill>
                      <a:srgbClr val="00B050"/>
                    </a:solidFill>
                  </a:rPr>
                  <a:t>H2SO4</a:t>
                </a:r>
                <a:r>
                  <a:rPr lang="en-US" altLang="en-US" sz="3600" dirty="0">
                    <a:solidFill>
                      <a:srgbClr val="00B050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en-US" sz="36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sz="3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0,6</m:t>
                        </m:r>
                      </m:num>
                      <m:den>
                        <m:r>
                          <a:rPr lang="en-US" altLang="en-US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2,1+0,6</m:t>
                        </m:r>
                      </m:den>
                    </m:f>
                    <m:r>
                      <a:rPr lang="en-US" altLang="en-US" sz="36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0,23</m:t>
                    </m:r>
                  </m:oMath>
                </a14:m>
                <a:endParaRPr lang="en-US" altLang="en-US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3559" y="5039158"/>
                <a:ext cx="5549641" cy="1293954"/>
              </a:xfrm>
              <a:prstGeom prst="rect">
                <a:avLst/>
              </a:prstGeom>
              <a:blipFill>
                <a:blip r:embed="rId6"/>
                <a:stretch>
                  <a:fillRect b="-19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18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CD2F4FE-E054-42BB-8549-8110FD3F0DAD}"/>
              </a:ext>
            </a:extLst>
          </p:cNvPr>
          <p:cNvSpPr txBox="1">
            <a:spLocks noChangeArrowheads="1"/>
          </p:cNvSpPr>
          <p:nvPr/>
        </p:nvSpPr>
        <p:spPr>
          <a:xfrm>
            <a:off x="1324946" y="1301918"/>
            <a:ext cx="8915400" cy="609600"/>
          </a:xfrm>
          <a:prstGeom prst="rect">
            <a:avLst/>
          </a:prstGeom>
        </p:spPr>
        <p:txBody>
          <a:bodyPr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en-US" b="1" dirty="0">
                <a:solidFill>
                  <a:srgbClr val="3E18DE"/>
                </a:solidFill>
              </a:rPr>
              <a:t>  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HẤT TAN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(r) + 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MÔI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D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UNG DỊCH</a:t>
            </a:r>
            <a:endParaRPr lang="en-US" altLang="en-US" sz="41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2BFF2CBB-59E0-4AB2-B95A-1AF2ED54B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944" y="1395417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82C57B9C-C4A7-456D-AC29-AE885151C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6371" y="1482971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451D353A-9178-4E7D-BD72-5E3BF76AE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285" y="814176"/>
            <a:ext cx="16125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558B1B0-C6DC-4BC2-84CA-6D54554CD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841" y="1489204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kết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tinh</a:t>
            </a:r>
            <a:endParaRPr lang="en-US" altLang="en-US" dirty="0">
              <a:solidFill>
                <a:srgbClr val="CC00CC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Left Brace 1"/>
          <p:cNvSpPr/>
          <p:nvPr/>
        </p:nvSpPr>
        <p:spPr>
          <a:xfrm rot="16200000">
            <a:off x="5594077" y="-2197164"/>
            <a:ext cx="377137" cy="85048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7CF415B7-A233-4FEE-8675-F3FF5AB2A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715" y="2399260"/>
            <a:ext cx="59798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tan –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190" y="3192636"/>
            <a:ext cx="9347921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Sự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bão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hòa</a:t>
            </a:r>
            <a:r>
              <a:rPr lang="en-US" altLang="en-US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err="1">
                <a:solidFill>
                  <a:srgbClr val="00B050"/>
                </a:solidFill>
              </a:rPr>
              <a:t>Khi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cân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bằng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hòa</a:t>
            </a:r>
            <a:r>
              <a:rPr lang="en-US" altLang="en-US" sz="3200" dirty="0">
                <a:solidFill>
                  <a:srgbClr val="00B050"/>
                </a:solidFill>
              </a:rPr>
              <a:t> tan – </a:t>
            </a:r>
            <a:r>
              <a:rPr lang="en-US" altLang="en-US" sz="3200" dirty="0" err="1">
                <a:solidFill>
                  <a:srgbClr val="00B050"/>
                </a:solidFill>
              </a:rPr>
              <a:t>kết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tinh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thiết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lập</a:t>
            </a:r>
            <a:endParaRPr lang="en-US" altLang="en-US" sz="3200" dirty="0">
              <a:solidFill>
                <a:srgbClr val="00B050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190" y="4310773"/>
            <a:ext cx="11282365" cy="139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Độ</a:t>
            </a:r>
            <a:r>
              <a:rPr lang="en-US" altLang="en-US" sz="3200" b="1" dirty="0">
                <a:solidFill>
                  <a:srgbClr val="0000FF"/>
                </a:solidFill>
              </a:rPr>
              <a:t> tan (S)</a:t>
            </a:r>
            <a:r>
              <a:rPr lang="en-US" altLang="en-US" sz="3200" dirty="0">
                <a:solidFill>
                  <a:srgbClr val="0000FF"/>
                </a:solidFill>
              </a:rPr>
              <a:t>: </a:t>
            </a:r>
            <a:r>
              <a:rPr lang="en-US" altLang="en-US" sz="3200" dirty="0" err="1">
                <a:solidFill>
                  <a:schemeClr val="tx1"/>
                </a:solidFill>
              </a:rPr>
              <a:t>Lượng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chất</a:t>
            </a:r>
            <a:r>
              <a:rPr lang="en-US" altLang="en-US" sz="3200" dirty="0">
                <a:solidFill>
                  <a:schemeClr val="tx1"/>
                </a:solidFill>
              </a:rPr>
              <a:t> tan </a:t>
            </a:r>
            <a:r>
              <a:rPr lang="en-US" altLang="en-US" sz="3200" dirty="0" err="1">
                <a:solidFill>
                  <a:schemeClr val="tx1"/>
                </a:solidFill>
              </a:rPr>
              <a:t>cần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thiết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để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tạo</a:t>
            </a:r>
            <a:r>
              <a:rPr lang="en-US" altLang="en-US" sz="3200" dirty="0">
                <a:solidFill>
                  <a:schemeClr val="tx1"/>
                </a:solidFill>
              </a:rPr>
              <a:t> dung </a:t>
            </a:r>
            <a:r>
              <a:rPr lang="en-US" altLang="en-US" sz="3200" dirty="0" err="1">
                <a:solidFill>
                  <a:schemeClr val="tx1"/>
                </a:solidFill>
              </a:rPr>
              <a:t>dịch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bão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hòa</a:t>
            </a:r>
            <a:r>
              <a:rPr lang="en-US" altLang="en-US" sz="3200" dirty="0">
                <a:solidFill>
                  <a:schemeClr val="tx1"/>
                </a:solidFill>
              </a:rPr>
              <a:t> ở </a:t>
            </a:r>
            <a:r>
              <a:rPr lang="en-US" altLang="en-US" sz="3200" dirty="0" err="1">
                <a:solidFill>
                  <a:schemeClr val="tx1"/>
                </a:solidFill>
              </a:rPr>
              <a:t>điều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kiện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xác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định</a:t>
            </a:r>
            <a:r>
              <a:rPr lang="en-US" altLang="en-US" sz="3200" dirty="0">
                <a:solidFill>
                  <a:schemeClr val="tx1"/>
                </a:solidFill>
              </a:rPr>
              <a:t> (g </a:t>
            </a:r>
            <a:r>
              <a:rPr lang="en-US" altLang="en-US" sz="3200" dirty="0" err="1">
                <a:solidFill>
                  <a:schemeClr val="tx1"/>
                </a:solidFill>
              </a:rPr>
              <a:t>chất</a:t>
            </a:r>
            <a:r>
              <a:rPr lang="en-US" altLang="en-US" sz="3200" dirty="0">
                <a:solidFill>
                  <a:schemeClr val="tx1"/>
                </a:solidFill>
              </a:rPr>
              <a:t> tan/100g dung </a:t>
            </a:r>
            <a:r>
              <a:rPr lang="en-US" altLang="en-US" sz="3200" dirty="0" err="1">
                <a:solidFill>
                  <a:schemeClr val="tx1"/>
                </a:solidFill>
              </a:rPr>
              <a:t>môi</a:t>
            </a:r>
            <a:r>
              <a:rPr lang="en-US" altLang="en-US" sz="3200" dirty="0">
                <a:solidFill>
                  <a:schemeClr val="tx1"/>
                </a:solidFill>
              </a:rPr>
              <a:t>)</a:t>
            </a:r>
            <a:endParaRPr lang="en-US" altLang="en-US" sz="3200" dirty="0">
              <a:solidFill>
                <a:srgbClr val="00B0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4801" y="5827895"/>
            <a:ext cx="9855403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92113" algn="just">
              <a:lnSpc>
                <a:spcPct val="150000"/>
              </a:lnSpc>
            </a:pP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100g H</a:t>
            </a:r>
            <a:r>
              <a:rPr 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40g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8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3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DA23DB4-4EE5-7387-4AAE-5D2B8CDD6C15}"/>
              </a:ext>
            </a:extLst>
          </p:cNvPr>
          <p:cNvGrpSpPr/>
          <p:nvPr/>
        </p:nvGrpSpPr>
        <p:grpSpPr>
          <a:xfrm>
            <a:off x="636872" y="1376256"/>
            <a:ext cx="9929227" cy="5341600"/>
            <a:chOff x="636872" y="1376256"/>
            <a:chExt cx="9929227" cy="53416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788D41-693D-0AF4-B822-940DC8F374E4}"/>
                </a:ext>
              </a:extLst>
            </p:cNvPr>
            <p:cNvGrpSpPr/>
            <p:nvPr/>
          </p:nvGrpSpPr>
          <p:grpSpPr>
            <a:xfrm>
              <a:off x="636872" y="1376256"/>
              <a:ext cx="9278162" cy="5330413"/>
              <a:chOff x="636872" y="1376256"/>
              <a:chExt cx="9278162" cy="533041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3926234" y="3022889"/>
                <a:ext cx="5988800" cy="3683780"/>
                <a:chOff x="1892161" y="2873601"/>
                <a:chExt cx="5988800" cy="3683780"/>
              </a:xfrm>
            </p:grpSpPr>
            <p:pic>
              <p:nvPicPr>
                <p:cNvPr id="2" name="Picture 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92161" y="2873601"/>
                  <a:ext cx="5476878" cy="3683780"/>
                </a:xfrm>
                <a:prstGeom prst="rect">
                  <a:avLst/>
                </a:prstGeom>
              </p:spPr>
            </p:pic>
            <p:sp>
              <p:nvSpPr>
                <p:cNvPr id="5" name="TextBox 4"/>
                <p:cNvSpPr txBox="1"/>
                <p:nvPr/>
              </p:nvSpPr>
              <p:spPr>
                <a:xfrm>
                  <a:off x="2430852" y="4235165"/>
                  <a:ext cx="1861407" cy="461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Quá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bão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hòa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690383" y="5645238"/>
                  <a:ext cx="2029723" cy="461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Chưa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bão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hòa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6627092" y="4046943"/>
                  <a:ext cx="125386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Bão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hòa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1D09C1C5-FA6D-704E-A539-B517548C9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872" y="1376256"/>
                <a:ext cx="5609353" cy="1379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rgbClr val="003399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en-US" sz="3200" b="1" dirty="0">
                    <a:solidFill>
                      <a:srgbClr val="FF0000"/>
                    </a:solidFill>
                  </a:rPr>
                  <a:t>DỰA VÀO KHẢ NĂNG HÒA TAN TRONG DUNG MÔI</a:t>
                </a:r>
                <a:endParaRPr lang="en-US" altLang="en-US" sz="32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9260934" y="6256191"/>
              <a:ext cx="130516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04408" y="3855534"/>
              <a:ext cx="1305165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(g)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100g H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/>
          <p:cNvCxnSpPr>
            <a:stCxn id="9" idx="3"/>
            <a:endCxn id="11" idx="1"/>
          </p:cNvCxnSpPr>
          <p:nvPr/>
        </p:nvCxnSpPr>
        <p:spPr>
          <a:xfrm flipV="1">
            <a:off x="6246225" y="1170986"/>
            <a:ext cx="1311571" cy="894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796" y="845887"/>
            <a:ext cx="4200431" cy="65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DD CHƯA BÃO HÒA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cxnSp>
        <p:nvCxnSpPr>
          <p:cNvPr id="15" name="Straight Arrow Connector 14"/>
          <p:cNvCxnSpPr>
            <a:stCxn id="9" idx="3"/>
            <a:endCxn id="17" idx="1"/>
          </p:cNvCxnSpPr>
          <p:nvPr/>
        </p:nvCxnSpPr>
        <p:spPr>
          <a:xfrm>
            <a:off x="6246225" y="2065938"/>
            <a:ext cx="1408922" cy="6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147" y="1746973"/>
            <a:ext cx="2888445" cy="65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CC00CC"/>
                </a:solidFill>
              </a:rPr>
              <a:t>DD BÃO HÒA</a:t>
            </a:r>
            <a:endParaRPr lang="en-US" altLang="en-US" sz="3200" dirty="0">
              <a:solidFill>
                <a:srgbClr val="CC00CC"/>
              </a:solidFill>
            </a:endParaRPr>
          </a:p>
        </p:txBody>
      </p:sp>
      <p:cxnSp>
        <p:nvCxnSpPr>
          <p:cNvPr id="20" name="Straight Arrow Connector 19"/>
          <p:cNvCxnSpPr>
            <a:stCxn id="9" idx="3"/>
            <a:endCxn id="24" idx="1"/>
          </p:cNvCxnSpPr>
          <p:nvPr/>
        </p:nvCxnSpPr>
        <p:spPr>
          <a:xfrm>
            <a:off x="6246225" y="2065938"/>
            <a:ext cx="1408922" cy="86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147" y="2606609"/>
            <a:ext cx="3978054" cy="65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B050"/>
                </a:solidFill>
              </a:rPr>
              <a:t>DD QUÁ BÃO HÒA</a:t>
            </a:r>
            <a:endParaRPr lang="en-US" altLang="en-US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93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4" descr="aim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892" y="318536"/>
            <a:ext cx="428035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895658"/>
            <a:ext cx="7564736" cy="13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46672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1. Dung </a:t>
            </a:r>
            <a:r>
              <a:rPr lang="en-US" altLang="en-US" sz="3200" b="1" dirty="0" err="1">
                <a:solidFill>
                  <a:srgbClr val="0000FF"/>
                </a:solidFill>
              </a:rPr>
              <a:t>dịch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chưa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bão</a:t>
            </a:r>
            <a:r>
              <a:rPr lang="en-US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</a:rPr>
              <a:t>hòa</a:t>
            </a:r>
            <a:r>
              <a:rPr lang="en-US" altLang="en-US" sz="3200" b="1" dirty="0">
                <a:solidFill>
                  <a:srgbClr val="0000FF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là</a:t>
            </a:r>
            <a:r>
              <a:rPr lang="en-US" altLang="en-US" dirty="0">
                <a:solidFill>
                  <a:schemeClr val="tx1"/>
                </a:solidFill>
              </a:rPr>
              <a:t> dung </a:t>
            </a:r>
            <a:r>
              <a:rPr lang="en-US" altLang="en-US" dirty="0" err="1">
                <a:solidFill>
                  <a:schemeClr val="tx1"/>
                </a:solidFill>
              </a:rPr>
              <a:t>dịch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</a:rPr>
              <a:t>còn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</a:rPr>
              <a:t>hòa</a:t>
            </a:r>
            <a:r>
              <a:rPr lang="en-US" altLang="en-US" i="1" dirty="0">
                <a:solidFill>
                  <a:srgbClr val="0000FF"/>
                </a:solidFill>
              </a:rPr>
              <a:t> tan </a:t>
            </a:r>
            <a:r>
              <a:rPr lang="en-US" altLang="en-US" i="1" dirty="0" err="1">
                <a:solidFill>
                  <a:srgbClr val="0000FF"/>
                </a:solidFill>
              </a:rPr>
              <a:t>được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</a:rPr>
              <a:t>thêm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</a:rPr>
              <a:t>chất</a:t>
            </a:r>
            <a:r>
              <a:rPr lang="en-US" altLang="en-US" i="1" dirty="0">
                <a:solidFill>
                  <a:srgbClr val="0000FF"/>
                </a:solidFill>
              </a:rPr>
              <a:t> tan</a:t>
            </a:r>
            <a:endParaRPr lang="en-US" altLang="en-US" sz="3200" i="1" dirty="0">
              <a:solidFill>
                <a:srgbClr val="0000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1680" y="2424047"/>
            <a:ext cx="80012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90</a:t>
            </a:r>
            <a:r>
              <a:rPr lang="en-US" sz="28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100g H</a:t>
            </a:r>
            <a:r>
              <a:rPr lang="en-US" sz="28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3919660"/>
            <a:ext cx="7564736" cy="13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46672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CC00CC"/>
                </a:solidFill>
              </a:rPr>
              <a:t>2. Dung </a:t>
            </a:r>
            <a:r>
              <a:rPr lang="en-US" altLang="en-US" sz="3200" b="1" dirty="0" err="1">
                <a:solidFill>
                  <a:srgbClr val="CC00CC"/>
                </a:solidFill>
              </a:rPr>
              <a:t>dịch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bão</a:t>
            </a:r>
            <a:r>
              <a:rPr lang="en-US" altLang="en-US" sz="3200" b="1" dirty="0">
                <a:solidFill>
                  <a:srgbClr val="CC00CC"/>
                </a:solidFill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</a:rPr>
              <a:t>hòa</a:t>
            </a:r>
            <a:r>
              <a:rPr lang="en-US" altLang="en-US" sz="3200" b="1" dirty="0">
                <a:solidFill>
                  <a:srgbClr val="CC00CC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là</a:t>
            </a:r>
            <a:r>
              <a:rPr lang="en-US" altLang="en-US" dirty="0">
                <a:solidFill>
                  <a:schemeClr val="tx1"/>
                </a:solidFill>
              </a:rPr>
              <a:t> dung </a:t>
            </a:r>
            <a:r>
              <a:rPr lang="en-US" altLang="en-US" dirty="0" err="1">
                <a:solidFill>
                  <a:schemeClr val="tx1"/>
                </a:solidFill>
              </a:rPr>
              <a:t>dịch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</a:rPr>
              <a:t>đã</a:t>
            </a:r>
            <a:r>
              <a:rPr lang="en-US" altLang="en-US" i="1" dirty="0">
                <a:solidFill>
                  <a:srgbClr val="CC00CC"/>
                </a:solidFill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</a:rPr>
              <a:t>hòa</a:t>
            </a:r>
            <a:r>
              <a:rPr lang="en-US" altLang="en-US" i="1" dirty="0">
                <a:solidFill>
                  <a:srgbClr val="CC00CC"/>
                </a:solidFill>
              </a:rPr>
              <a:t> tan </a:t>
            </a:r>
            <a:r>
              <a:rPr lang="en-US" altLang="en-US" i="1" dirty="0" err="1">
                <a:solidFill>
                  <a:srgbClr val="CC00CC"/>
                </a:solidFill>
              </a:rPr>
              <a:t>tối</a:t>
            </a:r>
            <a:r>
              <a:rPr lang="en-US" altLang="en-US" i="1" dirty="0">
                <a:solidFill>
                  <a:srgbClr val="CC00CC"/>
                </a:solidFill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</a:rPr>
              <a:t>đa</a:t>
            </a:r>
            <a:r>
              <a:rPr lang="en-US" altLang="en-US" i="1" dirty="0">
                <a:solidFill>
                  <a:srgbClr val="CC00CC"/>
                </a:solidFill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</a:rPr>
              <a:t>chất</a:t>
            </a:r>
            <a:r>
              <a:rPr lang="en-US" altLang="en-US" i="1" dirty="0">
                <a:solidFill>
                  <a:srgbClr val="CC00CC"/>
                </a:solidFill>
              </a:rPr>
              <a:t> tan</a:t>
            </a:r>
            <a:r>
              <a:rPr lang="en-US" altLang="en-US" dirty="0">
                <a:solidFill>
                  <a:schemeClr val="tx1"/>
                </a:solidFill>
              </a:rPr>
              <a:t> ở </a:t>
            </a:r>
            <a:r>
              <a:rPr lang="en-US" altLang="en-US" dirty="0" err="1">
                <a:solidFill>
                  <a:schemeClr val="tx1"/>
                </a:solidFill>
              </a:rPr>
              <a:t>một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nhiệt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độ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xác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định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pic>
        <p:nvPicPr>
          <p:cNvPr id="32" name="Picture 4" descr="aim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892" y="3108960"/>
            <a:ext cx="3747319" cy="3749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151680" y="5291117"/>
            <a:ext cx="82645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90</a:t>
            </a:r>
            <a:r>
              <a:rPr lang="en-US" sz="28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100g H</a:t>
            </a:r>
            <a:r>
              <a:rPr lang="en-US" sz="28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endParaRPr lang="en-US" sz="2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0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1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7012"/>
            <a:ext cx="8001212" cy="13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46672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dirty="0">
                <a:solidFill>
                  <a:srgbClr val="993366"/>
                </a:solidFill>
              </a:rPr>
              <a:t>3. Dung </a:t>
            </a:r>
            <a:r>
              <a:rPr lang="en-US" altLang="en-US" sz="3200" b="1" dirty="0" err="1">
                <a:solidFill>
                  <a:srgbClr val="993366"/>
                </a:solidFill>
              </a:rPr>
              <a:t>dịch</a:t>
            </a:r>
            <a:r>
              <a:rPr lang="en-US" altLang="en-US" sz="3200" b="1" dirty="0">
                <a:solidFill>
                  <a:srgbClr val="993366"/>
                </a:solidFill>
              </a:rPr>
              <a:t> </a:t>
            </a:r>
            <a:r>
              <a:rPr lang="en-US" altLang="en-US" sz="3200" b="1" dirty="0" err="1">
                <a:solidFill>
                  <a:srgbClr val="993366"/>
                </a:solidFill>
              </a:rPr>
              <a:t>quá</a:t>
            </a:r>
            <a:r>
              <a:rPr lang="en-US" altLang="en-US" sz="3200" b="1" dirty="0">
                <a:solidFill>
                  <a:srgbClr val="993366"/>
                </a:solidFill>
              </a:rPr>
              <a:t> </a:t>
            </a:r>
            <a:r>
              <a:rPr lang="en-US" altLang="en-US" sz="3200" b="1" dirty="0" err="1">
                <a:solidFill>
                  <a:srgbClr val="993366"/>
                </a:solidFill>
              </a:rPr>
              <a:t>bão</a:t>
            </a:r>
            <a:r>
              <a:rPr lang="en-US" altLang="en-US" sz="3200" b="1" dirty="0">
                <a:solidFill>
                  <a:srgbClr val="993366"/>
                </a:solidFill>
              </a:rPr>
              <a:t> </a:t>
            </a:r>
            <a:r>
              <a:rPr lang="en-US" altLang="en-US" sz="3200" b="1" dirty="0" err="1">
                <a:solidFill>
                  <a:srgbClr val="993366"/>
                </a:solidFill>
              </a:rPr>
              <a:t>hòa</a:t>
            </a:r>
            <a:r>
              <a:rPr lang="en-US" altLang="en-US" sz="3200" b="1" dirty="0">
                <a:solidFill>
                  <a:srgbClr val="993366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là</a:t>
            </a:r>
            <a:r>
              <a:rPr lang="en-US" altLang="en-US" dirty="0">
                <a:solidFill>
                  <a:schemeClr val="tx1"/>
                </a:solidFill>
              </a:rPr>
              <a:t> dung </a:t>
            </a:r>
            <a:r>
              <a:rPr lang="en-US" altLang="en-US" dirty="0" err="1">
                <a:solidFill>
                  <a:schemeClr val="tx1"/>
                </a:solidFill>
              </a:rPr>
              <a:t>dịch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chứa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chất</a:t>
            </a:r>
            <a:r>
              <a:rPr lang="en-US" altLang="en-US" i="1" dirty="0">
                <a:solidFill>
                  <a:srgbClr val="993366"/>
                </a:solidFill>
              </a:rPr>
              <a:t> tan </a:t>
            </a:r>
            <a:r>
              <a:rPr lang="en-US" altLang="en-US" i="1" dirty="0" err="1">
                <a:solidFill>
                  <a:srgbClr val="993366"/>
                </a:solidFill>
              </a:rPr>
              <a:t>vượt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quá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nồng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độ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bão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i="1" dirty="0" err="1">
                <a:solidFill>
                  <a:srgbClr val="993366"/>
                </a:solidFill>
              </a:rPr>
              <a:t>hòa</a:t>
            </a:r>
            <a:r>
              <a:rPr lang="en-US" altLang="en-US" i="1" dirty="0">
                <a:solidFill>
                  <a:srgbClr val="993366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ở </a:t>
            </a:r>
            <a:r>
              <a:rPr lang="en-US" altLang="en-US" dirty="0" err="1">
                <a:solidFill>
                  <a:schemeClr val="tx1"/>
                </a:solidFill>
              </a:rPr>
              <a:t>nhiệt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độ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xác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định</a:t>
            </a:r>
            <a:endParaRPr lang="en-US" altLang="en-US" sz="3200" i="1" dirty="0">
              <a:solidFill>
                <a:srgbClr val="0000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8684" y="4148946"/>
            <a:ext cx="114245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90</a:t>
            </a:r>
            <a:r>
              <a:rPr lang="en-US" sz="28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5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100g H</a:t>
            </a:r>
            <a:r>
              <a:rPr lang="en-US" sz="28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g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Picture 4" descr="aim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941" y="612644"/>
            <a:ext cx="3798270" cy="3536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85791" y="2664363"/>
            <a:ext cx="74065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tủa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i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1136" y="5627531"/>
            <a:ext cx="979993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mầm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endParaRPr lang="en-US" sz="2800" i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3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8463" y="4370727"/>
            <a:ext cx="114245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4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vi-V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0ºC 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 </a:t>
            </a:r>
            <a:r>
              <a:rPr lang="vi-V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gam H</a:t>
            </a:r>
            <a:r>
              <a:rPr lang="vi-VN" sz="2400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hòa tan được </a:t>
            </a:r>
            <a:r>
              <a:rPr lang="vi-V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đa </a:t>
            </a:r>
            <a:r>
              <a:rPr lang="en-US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vi-V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NaCl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Để nguội tự nhiên về </a:t>
            </a:r>
            <a:r>
              <a:rPr lang="vi-VN" sz="2400" i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25ºC</a:t>
            </a:r>
            <a:r>
              <a:rPr lang="vi-V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i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dịch trong suốt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như vậy ta </a:t>
            </a:r>
            <a:r>
              <a:rPr lang="vi-VN" sz="2400" i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được dung dịch quá bão hòa NaCl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Nếu cho một </a:t>
            </a:r>
            <a:r>
              <a:rPr lang="vi-VN" sz="2400" i="1" kern="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 tinh thể NaCl vào 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 khuấy dung dịch này thì </a:t>
            </a:r>
            <a:r>
              <a:rPr lang="vi-VN" sz="2400" i="1" kern="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 NaCl vượt quá nồng độ bão hòa ở 25ºC sẽ kết tủa</a:t>
            </a:r>
            <a:r>
              <a:rPr lang="vi-VN" sz="2400" kern="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vi-VN" sz="2400" i="1" kern="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 lại là dung dịch bão hòa NaCl ở 25ºC</a:t>
            </a:r>
            <a:r>
              <a:rPr lang="vi-V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6A3782-D33A-4A7E-9BE5-5A4D54CBC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59" y="947406"/>
            <a:ext cx="8546841" cy="32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7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012277" y="1222944"/>
            <a:ext cx="5242119" cy="3337003"/>
            <a:chOff x="2713698" y="2547891"/>
            <a:chExt cx="5242119" cy="333700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2544" y="2547891"/>
              <a:ext cx="4054497" cy="3337003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6969649" y="3968319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Chưa</a:t>
              </a:r>
              <a:endPara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69649" y="5432634"/>
              <a:ext cx="986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13698" y="3229655"/>
              <a:ext cx="91726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tan (g)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100g H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89792" y="303870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34079" y="2674718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Quá</a:t>
              </a:r>
              <a:endParaRPr lang="en-US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bão</a:t>
              </a:r>
              <a:r>
                <a:rPr lang="en-US" dirty="0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hòa</a:t>
              </a:r>
              <a:endParaRPr lang="en-US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537116" y="4802464"/>
            <a:ext cx="110872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32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3200" b="1" i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74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solubility curv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23" y="1109910"/>
            <a:ext cx="802005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Line 3"/>
          <p:cNvSpPr>
            <a:spLocks noChangeShapeType="1"/>
          </p:cNvSpPr>
          <p:nvPr/>
        </p:nvSpPr>
        <p:spPr bwMode="auto">
          <a:xfrm flipV="1">
            <a:off x="2637552" y="3835647"/>
            <a:ext cx="0" cy="226695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"/>
          <p:cNvSpPr>
            <a:spLocks noChangeShapeType="1"/>
          </p:cNvSpPr>
          <p:nvPr/>
        </p:nvSpPr>
        <p:spPr bwMode="auto">
          <a:xfrm flipH="1">
            <a:off x="670639" y="3792785"/>
            <a:ext cx="1924050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>
            <a:off x="2566114" y="6107360"/>
            <a:ext cx="138113" cy="233362"/>
          </a:xfrm>
          <a:prstGeom prst="triangle">
            <a:avLst>
              <a:gd name="adj" fmla="val 50000"/>
            </a:avLst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2472" y="1198462"/>
            <a:ext cx="5521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KNO</a:t>
            </a:r>
            <a:r>
              <a:rPr 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34</a:t>
            </a:r>
            <a:r>
              <a:rPr 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C?</a:t>
            </a:r>
          </a:p>
        </p:txBody>
      </p:sp>
      <p:sp>
        <p:nvSpPr>
          <p:cNvPr id="8" name="Curved Right Arrow 7"/>
          <p:cNvSpPr/>
          <p:nvPr/>
        </p:nvSpPr>
        <p:spPr>
          <a:xfrm rot="20808286">
            <a:off x="7427167" y="1907694"/>
            <a:ext cx="585660" cy="5929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098503" y="2005884"/>
                <a:ext cx="3449021" cy="629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𝑺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𝑲𝑵𝑶</m:t>
                              </m:r>
                            </m:e>
                            <m:sub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𝟑𝟒</m:t>
                              </m:r>
                            </m:e>
                            <m:sup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𝟓𝟐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503" y="2005884"/>
                <a:ext cx="3449021" cy="6290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6579929" y="4210771"/>
            <a:ext cx="55872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nhiêu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(g) KNO</a:t>
            </a:r>
            <a:r>
              <a:rPr lang="en-US" sz="28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20g H</a:t>
            </a:r>
            <a:r>
              <a:rPr lang="en-US" sz="28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ở 34</a:t>
            </a:r>
            <a:r>
              <a:rPr lang="en-US" sz="28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599839" y="5247706"/>
                <a:ext cx="5540106" cy="969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𝑲𝑵𝑶</m:t>
                              </m:r>
                            </m:e>
                            <m:sub>
                              <m: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𝟑𝟒</m:t>
                              </m:r>
                            </m:e>
                            <m:sup>
                              <m:r>
                                <a:rPr lang="en-US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𝟓𝟐</m:t>
                          </m:r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𝟐𝟎</m:t>
                          </m:r>
                        </m:num>
                        <m:den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US" sz="3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839" y="5247706"/>
                <a:ext cx="5540106" cy="96904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37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6" grpId="0"/>
      <p:bldP spid="8" grpId="0" animBg="1"/>
      <p:bldP spid="26" grpId="0"/>
      <p:bldP spid="27" grpId="0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372" y="2780987"/>
            <a:ext cx="2531359" cy="168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3600" b="1" dirty="0">
                <a:solidFill>
                  <a:schemeClr val="tx1"/>
                </a:solidFill>
              </a:rPr>
              <a:t>ĐỘ TAN </a:t>
            </a:r>
            <a:r>
              <a:rPr lang="en-US" altLang="en-US" sz="3600" b="1" dirty="0" err="1">
                <a:solidFill>
                  <a:schemeClr val="tx1"/>
                </a:solidFill>
              </a:rPr>
              <a:t>phụ</a:t>
            </a:r>
            <a:r>
              <a:rPr lang="en-US" altLang="en-US" sz="3600" b="1" dirty="0">
                <a:solidFill>
                  <a:schemeClr val="tx1"/>
                </a:solidFill>
              </a:rPr>
              <a:t> </a:t>
            </a:r>
            <a:r>
              <a:rPr lang="en-US" altLang="en-US" sz="3600" b="1" dirty="0" err="1">
                <a:solidFill>
                  <a:schemeClr val="tx1"/>
                </a:solidFill>
              </a:rPr>
              <a:t>thuộc</a:t>
            </a:r>
            <a:endParaRPr lang="en-US" altLang="en-US" sz="36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739FE0-C206-0127-247B-DFC26B515614}"/>
              </a:ext>
            </a:extLst>
          </p:cNvPr>
          <p:cNvCxnSpPr>
            <a:endCxn id="31" idx="1"/>
          </p:cNvCxnSpPr>
          <p:nvPr/>
        </p:nvCxnSpPr>
        <p:spPr>
          <a:xfrm flipV="1">
            <a:off x="3532731" y="2924391"/>
            <a:ext cx="1523040" cy="697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771" y="1476307"/>
            <a:ext cx="59989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3200" dirty="0" err="1">
                <a:solidFill>
                  <a:srgbClr val="FF0000"/>
                </a:solidFill>
              </a:rPr>
              <a:t>Bản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chất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của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chất</a:t>
            </a:r>
            <a:r>
              <a:rPr lang="en-US" altLang="en-US" sz="3200" dirty="0">
                <a:solidFill>
                  <a:srgbClr val="FF0000"/>
                </a:solidFill>
              </a:rPr>
              <a:t> tan </a:t>
            </a:r>
            <a:r>
              <a:rPr lang="en-US" altLang="en-US" sz="3200" dirty="0" err="1">
                <a:solidFill>
                  <a:srgbClr val="FF0000"/>
                </a:solidFill>
              </a:rPr>
              <a:t>và</a:t>
            </a:r>
            <a:r>
              <a:rPr lang="en-US" altLang="en-US" sz="3200" dirty="0">
                <a:solidFill>
                  <a:srgbClr val="FF0000"/>
                </a:solidFill>
              </a:rPr>
              <a:t> dung </a:t>
            </a:r>
            <a:r>
              <a:rPr lang="en-US" altLang="en-US" sz="3200" dirty="0" err="1">
                <a:solidFill>
                  <a:srgbClr val="FF0000"/>
                </a:solidFill>
              </a:rPr>
              <a:t>môi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6F87C9-4792-FDB7-0BD8-9357D18FDACC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3532731" y="1753306"/>
            <a:ext cx="1523040" cy="1868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F375A9-F16F-5748-E953-AB693B28D0FD}"/>
              </a:ext>
            </a:extLst>
          </p:cNvPr>
          <p:cNvCxnSpPr>
            <a:cxnSpLocks/>
            <a:stCxn id="21" idx="3"/>
            <a:endCxn id="33" idx="1"/>
          </p:cNvCxnSpPr>
          <p:nvPr/>
        </p:nvCxnSpPr>
        <p:spPr>
          <a:xfrm>
            <a:off x="3532731" y="3621793"/>
            <a:ext cx="1608358" cy="177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ECF9E9-2A98-3F22-4E36-DE56F692BFB3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>
            <a:off x="3532731" y="3621793"/>
            <a:ext cx="1608358" cy="60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771" y="2647392"/>
            <a:ext cx="46853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3200" dirty="0" err="1">
                <a:solidFill>
                  <a:srgbClr val="0000FF"/>
                </a:solidFill>
              </a:rPr>
              <a:t>Năng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lượng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mạng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tinh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</a:rPr>
              <a:t>thể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089" y="3953232"/>
            <a:ext cx="309918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3200" dirty="0" err="1">
                <a:solidFill>
                  <a:srgbClr val="CC00CC"/>
                </a:solidFill>
              </a:rPr>
              <a:t>Nhiệt</a:t>
            </a:r>
            <a:r>
              <a:rPr lang="en-US" altLang="en-US" sz="3200" dirty="0">
                <a:solidFill>
                  <a:srgbClr val="CC00CC"/>
                </a:solidFill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</a:rPr>
              <a:t>độ</a:t>
            </a:r>
            <a:r>
              <a:rPr lang="en-US" altLang="en-US" sz="3200" dirty="0">
                <a:solidFill>
                  <a:srgbClr val="CC00CC"/>
                </a:solidFill>
              </a:rPr>
              <a:t>, </a:t>
            </a:r>
            <a:r>
              <a:rPr lang="en-US" altLang="en-US" sz="3200" dirty="0" err="1">
                <a:solidFill>
                  <a:srgbClr val="CC00CC"/>
                </a:solidFill>
              </a:rPr>
              <a:t>áp</a:t>
            </a:r>
            <a:r>
              <a:rPr lang="en-US" altLang="en-US" sz="3200" dirty="0">
                <a:solidFill>
                  <a:srgbClr val="CC00CC"/>
                </a:solidFill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</a:rPr>
              <a:t>suất</a:t>
            </a:r>
            <a:endParaRPr lang="en-US" altLang="en-US" sz="3200" dirty="0">
              <a:solidFill>
                <a:srgbClr val="CC00CC"/>
              </a:solidFill>
            </a:endParaRP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A0128846-C04F-1081-E2B7-6CBADA40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089" y="5115669"/>
            <a:ext cx="221143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en-US" sz="3200" dirty="0" err="1">
                <a:solidFill>
                  <a:srgbClr val="00B050"/>
                </a:solidFill>
              </a:rPr>
              <a:t>Môi</a:t>
            </a:r>
            <a:r>
              <a:rPr lang="en-US" altLang="en-US" sz="3200" dirty="0">
                <a:solidFill>
                  <a:srgbClr val="00B050"/>
                </a:solidFill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</a:rPr>
              <a:t>trường</a:t>
            </a:r>
            <a:endParaRPr lang="en-US" altLang="en-US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18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31" grpId="0"/>
      <p:bldP spid="32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00" y="1851728"/>
            <a:ext cx="9347921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00FF"/>
                </a:solidFill>
              </a:rPr>
              <a:t>Chất</a:t>
            </a:r>
            <a:r>
              <a:rPr lang="en-US" altLang="en-US" dirty="0">
                <a:solidFill>
                  <a:srgbClr val="0000FF"/>
                </a:solidFill>
              </a:rPr>
              <a:t> PHÂN CỰC </a:t>
            </a:r>
            <a:r>
              <a:rPr lang="en-US" altLang="en-US" dirty="0" err="1">
                <a:solidFill>
                  <a:srgbClr val="0000FF"/>
                </a:solidFill>
              </a:rPr>
              <a:t>hòa</a:t>
            </a:r>
            <a:r>
              <a:rPr lang="en-US" altLang="en-US" dirty="0">
                <a:solidFill>
                  <a:srgbClr val="0000FF"/>
                </a:solidFill>
              </a:rPr>
              <a:t> tan </a:t>
            </a:r>
            <a:r>
              <a:rPr lang="en-US" altLang="en-US" dirty="0" err="1">
                <a:solidFill>
                  <a:srgbClr val="0000FF"/>
                </a:solidFill>
              </a:rPr>
              <a:t>trong</a:t>
            </a:r>
            <a:r>
              <a:rPr lang="en-US" altLang="en-US" dirty="0">
                <a:solidFill>
                  <a:srgbClr val="0000FF"/>
                </a:solidFill>
              </a:rPr>
              <a:t> DUNG MÔI PHÂN CỰC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00" y="4152274"/>
            <a:ext cx="11786321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CC00CC"/>
                </a:solidFill>
              </a:rPr>
              <a:t>Chất</a:t>
            </a:r>
            <a:r>
              <a:rPr lang="en-US" altLang="en-US" dirty="0">
                <a:solidFill>
                  <a:srgbClr val="CC00CC"/>
                </a:solidFill>
              </a:rPr>
              <a:t> KHÔNG PHÂN CỰC </a:t>
            </a:r>
            <a:r>
              <a:rPr lang="en-US" altLang="en-US" dirty="0" err="1">
                <a:solidFill>
                  <a:srgbClr val="CC00CC"/>
                </a:solidFill>
              </a:rPr>
              <a:t>hòa</a:t>
            </a:r>
            <a:r>
              <a:rPr lang="en-US" altLang="en-US" dirty="0">
                <a:solidFill>
                  <a:srgbClr val="CC00CC"/>
                </a:solidFill>
              </a:rPr>
              <a:t> tan </a:t>
            </a:r>
            <a:r>
              <a:rPr lang="en-US" altLang="en-US" dirty="0" err="1">
                <a:solidFill>
                  <a:srgbClr val="CC00CC"/>
                </a:solidFill>
              </a:rPr>
              <a:t>trong</a:t>
            </a:r>
            <a:r>
              <a:rPr lang="en-US" altLang="en-US" dirty="0">
                <a:solidFill>
                  <a:srgbClr val="CC00CC"/>
                </a:solidFill>
              </a:rPr>
              <a:t> DUNG MÔI KHÔNG PHÂN CỰC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09C1C5-FA6D-704E-A539-B517548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00" y="5962752"/>
            <a:ext cx="6192540" cy="8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B050"/>
                </a:solidFill>
              </a:rPr>
              <a:t>Độ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phân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cực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càng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gần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độ</a:t>
            </a:r>
            <a:r>
              <a:rPr lang="en-US" altLang="en-US" dirty="0">
                <a:solidFill>
                  <a:srgbClr val="00B050"/>
                </a:solidFill>
              </a:rPr>
              <a:t> tan </a:t>
            </a:r>
            <a:r>
              <a:rPr lang="en-US" altLang="en-US" dirty="0" err="1">
                <a:solidFill>
                  <a:srgbClr val="00B050"/>
                </a:solidFill>
              </a:rPr>
              <a:t>càng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dirty="0" err="1">
                <a:solidFill>
                  <a:srgbClr val="00B050"/>
                </a:solidFill>
              </a:rPr>
              <a:t>lớn</a:t>
            </a:r>
            <a:endParaRPr lang="en-US" altLang="en-US" dirty="0">
              <a:solidFill>
                <a:srgbClr val="00B050"/>
              </a:solidFill>
            </a:endParaRP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848D3E14-BC85-43E9-85DF-BC967C5DF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1024997"/>
            <a:ext cx="8305800" cy="731838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tương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tự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tương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tự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”</a:t>
            </a:r>
            <a:endParaRPr lang="en-US" altLang="en-US" sz="32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70631" y="2722944"/>
            <a:ext cx="10390562" cy="1429330"/>
            <a:chOff x="870631" y="2722944"/>
            <a:chExt cx="10390562" cy="1429330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D09C1C5-FA6D-704E-A539-B517548C9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631" y="2722944"/>
              <a:ext cx="10390562" cy="142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  <a:tabLst>
                  <a:tab pos="3881438" algn="l"/>
                </a:tabLst>
              </a:pPr>
              <a:r>
                <a:rPr lang="en-US" altLang="en-US" b="1" u="sng" dirty="0" err="1">
                  <a:solidFill>
                    <a:schemeClr val="tx1"/>
                  </a:solidFill>
                </a:rPr>
                <a:t>Ví</a:t>
              </a:r>
              <a:r>
                <a:rPr lang="en-US" altLang="en-US" b="1" u="sng" dirty="0">
                  <a:solidFill>
                    <a:schemeClr val="tx1"/>
                  </a:solidFill>
                </a:rPr>
                <a:t> </a:t>
              </a:r>
              <a:r>
                <a:rPr lang="en-US" altLang="en-US" b="1" u="sng" dirty="0" err="1">
                  <a:solidFill>
                    <a:schemeClr val="tx1"/>
                  </a:solidFill>
                </a:rPr>
                <a:t>dụ</a:t>
              </a:r>
              <a:r>
                <a:rPr lang="en-US" altLang="en-US" dirty="0">
                  <a:solidFill>
                    <a:schemeClr val="tx1"/>
                  </a:solidFill>
                </a:rPr>
                <a:t>: </a:t>
              </a:r>
              <a:r>
                <a:rPr lang="en-US" altLang="en-US" dirty="0" err="1">
                  <a:solidFill>
                    <a:schemeClr val="tx1"/>
                  </a:solidFill>
                </a:rPr>
                <a:t>hòa</a:t>
              </a:r>
              <a:r>
                <a:rPr lang="en-US" altLang="en-US" dirty="0">
                  <a:solidFill>
                    <a:schemeClr val="tx1"/>
                  </a:solidFill>
                </a:rPr>
                <a:t> tan </a:t>
              </a:r>
              <a:r>
                <a:rPr lang="en-US" altLang="en-US" b="1" dirty="0" err="1">
                  <a:solidFill>
                    <a:schemeClr val="tx1"/>
                  </a:solidFill>
                </a:rPr>
                <a:t>NaCl</a:t>
              </a:r>
              <a:r>
                <a:rPr lang="en-US" altLang="en-US" b="1" dirty="0">
                  <a:solidFill>
                    <a:schemeClr val="tx1"/>
                  </a:solidFill>
                </a:rPr>
                <a:t> </a:t>
              </a:r>
              <a:r>
                <a:rPr lang="en-US" altLang="en-US" b="1" dirty="0" err="1">
                  <a:solidFill>
                    <a:schemeClr val="tx1"/>
                  </a:solidFill>
                </a:rPr>
                <a:t>thì</a:t>
              </a:r>
              <a:r>
                <a:rPr lang="en-US" altLang="en-US" b="1" dirty="0">
                  <a:solidFill>
                    <a:schemeClr val="tx1"/>
                  </a:solidFill>
                </a:rPr>
                <a:t>: 	</a:t>
              </a:r>
              <a:r>
                <a:rPr lang="en-US" altLang="en-US" dirty="0">
                  <a:solidFill>
                    <a:schemeClr val="tx1"/>
                  </a:solidFill>
                </a:rPr>
                <a:t>- Tan </a:t>
              </a:r>
              <a:r>
                <a:rPr lang="en-US" altLang="en-US" dirty="0" err="1">
                  <a:solidFill>
                    <a:schemeClr val="tx1"/>
                  </a:solidFill>
                </a:rPr>
                <a:t>tốt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trong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nước</a:t>
              </a:r>
              <a:endParaRPr lang="en-US" altLang="en-US" dirty="0">
                <a:solidFill>
                  <a:schemeClr val="tx1"/>
                </a:solidFill>
              </a:endParaRPr>
            </a:p>
            <a:p>
              <a:pPr marL="0" indent="3881438" algn="just">
                <a:spcBef>
                  <a:spcPts val="0"/>
                </a:spcBef>
                <a:buNone/>
              </a:pPr>
              <a:r>
                <a:rPr lang="en-US" altLang="en-US" dirty="0">
                  <a:solidFill>
                    <a:schemeClr val="tx1"/>
                  </a:solidFill>
                </a:rPr>
                <a:t>- Tan </a:t>
              </a:r>
              <a:r>
                <a:rPr lang="en-US" altLang="en-US" dirty="0" err="1">
                  <a:solidFill>
                    <a:schemeClr val="tx1"/>
                  </a:solidFill>
                </a:rPr>
                <a:t>ít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trong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cồn</a:t>
              </a:r>
              <a:endParaRPr lang="en-US" altLang="en-US" dirty="0">
                <a:solidFill>
                  <a:schemeClr val="tx1"/>
                </a:solidFill>
              </a:endParaRPr>
            </a:p>
            <a:p>
              <a:pPr marL="0" indent="3881438" algn="just">
                <a:spcBef>
                  <a:spcPts val="0"/>
                </a:spcBef>
                <a:buNone/>
              </a:pPr>
              <a:r>
                <a:rPr lang="en-US" altLang="en-US" dirty="0">
                  <a:solidFill>
                    <a:schemeClr val="tx1"/>
                  </a:solidFill>
                </a:rPr>
                <a:t>- </a:t>
              </a:r>
              <a:r>
                <a:rPr lang="en-US" altLang="en-US" i="1" dirty="0" err="1">
                  <a:solidFill>
                    <a:schemeClr val="tx1"/>
                  </a:solidFill>
                </a:rPr>
                <a:t>Không</a:t>
              </a:r>
              <a:r>
                <a:rPr lang="en-US" altLang="en-US" i="1" dirty="0">
                  <a:solidFill>
                    <a:schemeClr val="tx1"/>
                  </a:solidFill>
                </a:rPr>
                <a:t> tan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trong</a:t>
              </a:r>
              <a:r>
                <a:rPr lang="en-US" altLang="en-US" dirty="0">
                  <a:solidFill>
                    <a:schemeClr val="tx1"/>
                  </a:solidFill>
                </a:rPr>
                <a:t> ether hay benzene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>
            <a:xfrm flipV="1">
              <a:off x="4698749" y="2867842"/>
              <a:ext cx="0" cy="10972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870631" y="4987583"/>
            <a:ext cx="10390562" cy="975169"/>
            <a:chOff x="870631" y="4987583"/>
            <a:chExt cx="10390562" cy="975169"/>
          </a:xfrm>
        </p:grpSpPr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1D09C1C5-FA6D-704E-A539-B517548C9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631" y="4987583"/>
              <a:ext cx="10390562" cy="975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399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 algn="just">
                <a:spcBef>
                  <a:spcPts val="0"/>
                </a:spcBef>
                <a:buNone/>
                <a:tabLst>
                  <a:tab pos="4179888" algn="l"/>
                </a:tabLst>
              </a:pPr>
              <a:r>
                <a:rPr lang="en-US" altLang="en-US" b="1" u="sng" dirty="0" err="1">
                  <a:solidFill>
                    <a:schemeClr val="tx1"/>
                  </a:solidFill>
                </a:rPr>
                <a:t>Ví</a:t>
              </a:r>
              <a:r>
                <a:rPr lang="en-US" altLang="en-US" b="1" u="sng" dirty="0">
                  <a:solidFill>
                    <a:schemeClr val="tx1"/>
                  </a:solidFill>
                </a:rPr>
                <a:t> </a:t>
              </a:r>
              <a:r>
                <a:rPr lang="en-US" altLang="en-US" b="1" u="sng" dirty="0" err="1">
                  <a:solidFill>
                    <a:schemeClr val="tx1"/>
                  </a:solidFill>
                </a:rPr>
                <a:t>dụ</a:t>
              </a:r>
              <a:r>
                <a:rPr lang="en-US" altLang="en-US" dirty="0">
                  <a:solidFill>
                    <a:schemeClr val="tx1"/>
                  </a:solidFill>
                </a:rPr>
                <a:t>: </a:t>
              </a:r>
              <a:r>
                <a:rPr lang="en-US" altLang="en-US" dirty="0" err="1">
                  <a:solidFill>
                    <a:schemeClr val="tx1"/>
                  </a:solidFill>
                </a:rPr>
                <a:t>hòa</a:t>
              </a:r>
              <a:r>
                <a:rPr lang="en-US" altLang="en-US" dirty="0">
                  <a:solidFill>
                    <a:schemeClr val="tx1"/>
                  </a:solidFill>
                </a:rPr>
                <a:t> tan </a:t>
              </a:r>
              <a:r>
                <a:rPr lang="en-US" altLang="en-US" b="1" dirty="0">
                  <a:solidFill>
                    <a:schemeClr val="tx1"/>
                  </a:solidFill>
                </a:rPr>
                <a:t>Benzene </a:t>
              </a:r>
              <a:r>
                <a:rPr lang="en-US" altLang="en-US" b="1" dirty="0" err="1">
                  <a:solidFill>
                    <a:schemeClr val="tx1"/>
                  </a:solidFill>
                </a:rPr>
                <a:t>thì</a:t>
              </a:r>
              <a:r>
                <a:rPr lang="en-US" altLang="en-US" b="1" dirty="0">
                  <a:solidFill>
                    <a:schemeClr val="tx1"/>
                  </a:solidFill>
                </a:rPr>
                <a:t>:	</a:t>
              </a:r>
              <a:r>
                <a:rPr lang="en-US" altLang="en-US" dirty="0">
                  <a:solidFill>
                    <a:schemeClr val="tx1"/>
                  </a:solidFill>
                </a:rPr>
                <a:t>- Tan </a:t>
              </a:r>
              <a:r>
                <a:rPr lang="en-US" altLang="en-US" dirty="0" err="1">
                  <a:solidFill>
                    <a:schemeClr val="tx1"/>
                  </a:solidFill>
                </a:rPr>
                <a:t>tốt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trong</a:t>
              </a:r>
              <a:r>
                <a:rPr lang="en-US" altLang="en-US" dirty="0">
                  <a:solidFill>
                    <a:schemeClr val="tx1"/>
                  </a:solidFill>
                </a:rPr>
                <a:t> ether</a:t>
              </a:r>
            </a:p>
            <a:p>
              <a:pPr marL="0" indent="4179888" algn="just">
                <a:spcBef>
                  <a:spcPts val="0"/>
                </a:spcBef>
                <a:buNone/>
              </a:pPr>
              <a:r>
                <a:rPr lang="en-US" altLang="en-US" dirty="0">
                  <a:solidFill>
                    <a:schemeClr val="tx1"/>
                  </a:solidFill>
                </a:rPr>
                <a:t>- </a:t>
              </a:r>
              <a:r>
                <a:rPr lang="en-US" altLang="en-US" i="1" dirty="0" err="1">
                  <a:solidFill>
                    <a:schemeClr val="tx1"/>
                  </a:solidFill>
                </a:rPr>
                <a:t>Không</a:t>
              </a:r>
              <a:r>
                <a:rPr lang="en-US" altLang="en-US" i="1" dirty="0">
                  <a:solidFill>
                    <a:schemeClr val="tx1"/>
                  </a:solidFill>
                </a:rPr>
                <a:t> tan </a:t>
              </a:r>
              <a:r>
                <a:rPr lang="en-US" altLang="en-US" dirty="0" err="1">
                  <a:solidFill>
                    <a:schemeClr val="tx1"/>
                  </a:solidFill>
                </a:rPr>
                <a:t>trong</a:t>
              </a:r>
              <a:r>
                <a:rPr lang="en-US" altLang="en-US" dirty="0">
                  <a:solidFill>
                    <a:schemeClr val="tx1"/>
                  </a:solidFill>
                </a:rPr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nước</a:t>
              </a:r>
              <a:endParaRPr lang="en-US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5072966" y="5111593"/>
              <a:ext cx="0" cy="7315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20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D0B994B-D7F7-4360-AC56-83B081675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32" y="6074117"/>
            <a:ext cx="115059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3200" b="1" i="1" baseline="-25000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b="1" i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420409"/>
              </p:ext>
            </p:extLst>
          </p:nvPr>
        </p:nvGraphicFramePr>
        <p:xfrm>
          <a:off x="1322238" y="1129641"/>
          <a:ext cx="981695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17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ions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mạng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</a:t>
                      </a:r>
                      <a:endParaRPr lang="en-US" sz="28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28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[kJ/</a:t>
                      </a:r>
                      <a:r>
                        <a:rPr lang="en-US" sz="28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mol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tan ở 20</a:t>
                      </a:r>
                      <a:r>
                        <a:rPr lang="en-US" sz="2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[g/100g H</a:t>
                      </a:r>
                      <a:r>
                        <a:rPr lang="en-US" sz="28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2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solidFill>
                            <a:srgbClr val="CC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NaF</a:t>
                      </a:r>
                      <a:endParaRPr lang="en-US" sz="32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NaCl</a:t>
                      </a:r>
                      <a:endParaRPr lang="en-US" sz="32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NaBr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NaI</a:t>
                      </a:r>
                      <a:endParaRPr lang="en-US" sz="3200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70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91" y="970729"/>
            <a:ext cx="10754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 RẮN</a:t>
            </a: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+ </a:t>
            </a:r>
            <a:r>
              <a:rPr lang="vi-V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6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6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27B96418-4A54-4590-B4F5-3AAA0CE05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11" y="1671667"/>
            <a:ext cx="11577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66725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hầu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như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ảnh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hưởng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đến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</a:t>
            </a:r>
            <a:r>
              <a:rPr lang="en-US" altLang="en-US" sz="32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ở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đk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bình</a:t>
            </a:r>
            <a:r>
              <a:rPr lang="en-US" altLang="en-US" sz="3200" i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i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thường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pic>
        <p:nvPicPr>
          <p:cNvPr id="15" name="Picture 5" descr="FG13_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637" y="2434591"/>
            <a:ext cx="4486564" cy="442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9">
            <a:extLst>
              <a:ext uri="{FF2B5EF4-FFF2-40B4-BE49-F238E27FC236}">
                <a16:creationId xmlns:a16="http://schemas.microsoft.com/office/drawing/2014/main" id="{0714412B-D94E-4BDC-B921-1911F582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36" y="4522320"/>
            <a:ext cx="547428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&lt; 0,  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↑ →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giảm</a:t>
            </a:r>
            <a:endParaRPr lang="en-US" altLang="en-US" sz="3200" b="1" baseline="-250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98CB04CD-539D-403E-87D9-0DD2F4D5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319" y="3504763"/>
            <a:ext cx="5474281" cy="589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vi-VN" altLang="en-US" sz="3200" b="1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&gt;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0,  T↑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→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Độ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tăng</a:t>
            </a:r>
            <a:endParaRPr lang="en-US" altLang="en-US" sz="3200" b="1" dirty="0">
              <a:solidFill>
                <a:srgbClr val="CC00CC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85006D2D-ED0C-44B9-9C8D-5674B4438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11" y="5288340"/>
            <a:ext cx="65457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66725"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Khoảng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95%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hợp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tăng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theo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4BDC0658-39EB-49A8-8B8F-8EB608034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570" y="820689"/>
            <a:ext cx="1131863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Ở 40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60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C, KNO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63,9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g/100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 H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= 109,9 g/100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 H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O.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KNO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24E409-27BD-445A-B489-03B37704C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5949770"/>
            <a:ext cx="5638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3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ht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23,5 kJ/</a:t>
            </a:r>
            <a:r>
              <a:rPr lang="en-US" altLang="en-US" sz="3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mol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274143"/>
              </p:ext>
            </p:extLst>
          </p:nvPr>
        </p:nvGraphicFramePr>
        <p:xfrm>
          <a:off x="1370068" y="4348163"/>
          <a:ext cx="369093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4" imgW="1549080" imgH="482400" progId="Equation.3">
                  <p:embed/>
                </p:oleObj>
              </mc:Choice>
              <mc:Fallback>
                <p:oleObj name="Equation" r:id="rId4" imgW="1549080" imgH="482400" progId="Equation.3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68" y="4348163"/>
                        <a:ext cx="3690938" cy="1158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169926" y="3080614"/>
            <a:ext cx="7860324" cy="8261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</a:t>
            </a:r>
            <a:r>
              <a:rPr lang="en-US" altLang="en-US" sz="36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 + dung </a:t>
            </a:r>
            <a:r>
              <a:rPr lang="en-US" altLang="en-US" sz="36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CC00C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⇌ dung </a:t>
            </a:r>
            <a:r>
              <a:rPr lang="en-US" altLang="en-US" sz="3600" dirty="0" err="1">
                <a:solidFill>
                  <a:srgbClr val="CC00C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dịch</a:t>
            </a:r>
            <a:endParaRPr lang="en-US" altLang="en-US" sz="36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216443" y="4348163"/>
            <a:ext cx="4770379" cy="1241425"/>
            <a:chOff x="5196347" y="4297923"/>
            <a:chExt cx="4770379" cy="1241425"/>
          </a:xfrm>
        </p:grpSpPr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9697742"/>
                </p:ext>
              </p:extLst>
            </p:nvPr>
          </p:nvGraphicFramePr>
          <p:xfrm>
            <a:off x="5847163" y="4297923"/>
            <a:ext cx="4119563" cy="1241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6" imgW="1612800" imgH="482400" progId="Equation.3">
                    <p:embed/>
                  </p:oleObj>
                </mc:Choice>
                <mc:Fallback>
                  <p:oleObj name="Equation" r:id="rId6" imgW="1612800" imgH="482400" progId="Equation.3">
                    <p:embed/>
                    <p:pic>
                      <p:nvPicPr>
                        <p:cNvPr id="2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7163" y="4297923"/>
                          <a:ext cx="4119563" cy="1241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Right Arrow 1"/>
            <p:cNvSpPr/>
            <p:nvPr/>
          </p:nvSpPr>
          <p:spPr>
            <a:xfrm>
              <a:off x="5196347" y="4749909"/>
              <a:ext cx="536331" cy="29014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845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91" y="970729"/>
            <a:ext cx="10754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KHÍ + 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6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6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0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311384" y="1706111"/>
            <a:ext cx="8458200" cy="5021262"/>
            <a:chOff x="427553" y="1459138"/>
            <a:chExt cx="8458200" cy="5021262"/>
          </a:xfrm>
        </p:grpSpPr>
        <p:pic>
          <p:nvPicPr>
            <p:cNvPr id="24" name="Picture 6" descr="FG12_12">
              <a:extLst>
                <a:ext uri="{FF2B5EF4-FFF2-40B4-BE49-F238E27FC236}">
                  <a16:creationId xmlns:a16="http://schemas.microsoft.com/office/drawing/2014/main" id="{83C6BE61-3D6A-4098-8694-89430824F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88"/>
            <a:stretch>
              <a:fillRect/>
            </a:stretch>
          </p:blipFill>
          <p:spPr bwMode="auto">
            <a:xfrm>
              <a:off x="427553" y="1459138"/>
              <a:ext cx="8458200" cy="5021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3FB70E16-3D88-44D0-9EC4-90BB4AD19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1721991"/>
              <a:ext cx="617220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 </a:t>
              </a:r>
              <a:r>
                <a:rPr lang="en-US" altLang="en-US" sz="3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tăng</a:t>
              </a:r>
              <a:r>
                <a: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→ </a:t>
              </a:r>
              <a:r>
                <a:rPr lang="en-US" altLang="en-US" sz="3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độ</a:t>
              </a:r>
              <a:r>
                <a: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tan </a:t>
              </a:r>
              <a:r>
                <a:rPr lang="en-US" altLang="en-US" sz="3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chất</a:t>
              </a:r>
              <a:r>
                <a: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khí</a:t>
              </a:r>
              <a:r>
                <a: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sz="3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giảm</a:t>
              </a:r>
              <a:endPara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6" name="Text Box 11">
            <a:extLst>
              <a:ext uri="{FF2B5EF4-FFF2-40B4-BE49-F238E27FC236}">
                <a16:creationId xmlns:a16="http://schemas.microsoft.com/office/drawing/2014/main" id="{98CB04CD-539D-403E-87D9-0DD2F4D5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52" y="2977979"/>
            <a:ext cx="2489867" cy="176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Tăng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thu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giảm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tỏa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48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91" y="1008051"/>
            <a:ext cx="10754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KHÍ + 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600" b="1" dirty="0">
                <a:solidFill>
                  <a:srgbClr val="7030A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6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6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0</a:t>
            </a:r>
          </a:p>
        </p:txBody>
      </p:sp>
      <p:sp>
        <p:nvSpPr>
          <p:cNvPr id="11" name="Text Box 22">
            <a:extLst>
              <a:ext uri="{FF2B5EF4-FFF2-40B4-BE49-F238E27FC236}">
                <a16:creationId xmlns:a16="http://schemas.microsoft.com/office/drawing/2014/main" id="{2733829C-FAA6-4721-B053-11B89703E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77" y="2142735"/>
            <a:ext cx="350059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Henry: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09259" y="1741921"/>
                <a:ext cx="4854727" cy="1413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↑</m:t>
                          </m:r>
                        </m:num>
                        <m:den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↑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259" y="1741921"/>
                <a:ext cx="4854727" cy="14139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883730" y="2015437"/>
            <a:ext cx="27927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</a:t>
            </a:r>
          </a:p>
        </p:txBody>
      </p:sp>
      <p:pic>
        <p:nvPicPr>
          <p:cNvPr id="16" name="Picture 1028" descr="Fg13_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246" y="2793120"/>
            <a:ext cx="1966867" cy="14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1394CAE-4F99-254C-2F8B-B80608EA8ECF}"/>
              </a:ext>
            </a:extLst>
          </p:cNvPr>
          <p:cNvGrpSpPr/>
          <p:nvPr/>
        </p:nvGrpSpPr>
        <p:grpSpPr>
          <a:xfrm>
            <a:off x="151680" y="4294636"/>
            <a:ext cx="4572000" cy="2494982"/>
            <a:chOff x="5383764" y="3330599"/>
            <a:chExt cx="6249437" cy="3413537"/>
          </a:xfrm>
        </p:grpSpPr>
        <p:pic>
          <p:nvPicPr>
            <p:cNvPr id="17" name="Picture 19" descr="FG12_14">
              <a:extLst>
                <a:ext uri="{FF2B5EF4-FFF2-40B4-BE49-F238E27FC236}">
                  <a16:creationId xmlns:a16="http://schemas.microsoft.com/office/drawing/2014/main" id="{832E89E2-3B2D-4581-89B6-94F5F2B68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03"/>
            <a:stretch>
              <a:fillRect/>
            </a:stretch>
          </p:blipFill>
          <p:spPr bwMode="auto">
            <a:xfrm>
              <a:off x="5383764" y="3330599"/>
              <a:ext cx="6249437" cy="341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3FB70E16-3D88-44D0-9EC4-90BB4AD19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2054" y="3504713"/>
              <a:ext cx="4947358" cy="1305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 </a:t>
              </a:r>
              <a:r>
                <a:rPr lang="en-US" altLang="en-US" b="1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tăng</a:t>
              </a:r>
              <a:r>
                <a:rPr lang="en-US" altLang="en-US" b="1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→ </a:t>
              </a:r>
              <a:r>
                <a:rPr lang="en-US" altLang="en-US" b="1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độ</a:t>
              </a:r>
              <a:r>
                <a:rPr lang="en-US" altLang="en-US" b="1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tan </a:t>
              </a:r>
              <a:r>
                <a:rPr lang="en-US" altLang="en-US" b="1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khí</a:t>
              </a:r>
              <a:r>
                <a:rPr lang="en-US" altLang="en-US" b="1" dirty="0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r>
                <a:rPr lang="en-US" altLang="en-US" b="1" dirty="0" err="1">
                  <a:solidFill>
                    <a:srgbClr val="CC00CC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tăng</a:t>
              </a:r>
              <a:endParaRPr lang="en-US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A673DF07-834D-4AF2-8EA7-00C5DC49E2C9}"/>
              </a:ext>
            </a:extLst>
          </p:cNvPr>
          <p:cNvSpPr txBox="1">
            <a:spLocks noChangeArrowheads="1"/>
          </p:cNvSpPr>
          <p:nvPr/>
        </p:nvSpPr>
        <p:spPr>
          <a:xfrm>
            <a:off x="4983027" y="3330599"/>
            <a:ext cx="6729046" cy="1982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DỤNG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1%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4mmHg.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2,5% ở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73918" y="5312933"/>
                <a:ext cx="5375511" cy="879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𝑇𝑜𝐶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18" y="5312933"/>
                <a:ext cx="5375511" cy="879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94E0171D-4799-4052-8C01-22C6FE550EBA}"/>
              </a:ext>
            </a:extLst>
          </p:cNvPr>
          <p:cNvSpPr txBox="1">
            <a:spLocks noChangeArrowheads="1"/>
          </p:cNvSpPr>
          <p:nvPr/>
        </p:nvSpPr>
        <p:spPr>
          <a:xfrm>
            <a:off x="6563517" y="6259081"/>
            <a:ext cx="3996311" cy="542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P(NH</a:t>
            </a:r>
            <a:r>
              <a:rPr lang="en-US" altLang="en-US" sz="32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10 [mmHg]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73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 animBg="1"/>
      <p:bldP spid="2" grpId="0"/>
      <p:bldP spid="3" grpId="0"/>
      <p:bldP spid="15" grpId="0"/>
      <p:bldP spid="23" grpId="0"/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3BA403-C21B-491A-941D-13B47A507156}"/>
              </a:ext>
            </a:extLst>
          </p:cNvPr>
          <p:cNvSpPr txBox="1">
            <a:spLocks noChangeArrowheads="1"/>
          </p:cNvSpPr>
          <p:nvPr/>
        </p:nvSpPr>
        <p:spPr>
          <a:xfrm>
            <a:off x="986802" y="2022172"/>
            <a:ext cx="7886700" cy="33817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5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; t = 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0,1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; t = 30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0,1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; t = 10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 =   5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; t = 10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77" y="1081511"/>
            <a:ext cx="118973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S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ắp xếp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theo trật tự giảm dần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C501B63-34DC-4054-B19A-E7F56C845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671" y="5759785"/>
            <a:ext cx="50288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4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S</a:t>
            </a:r>
            <a:r>
              <a:rPr lang="en-US" altLang="en-US" sz="4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S</a:t>
            </a:r>
            <a:r>
              <a:rPr lang="en-US" altLang="en-US" sz="4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&gt; S</a:t>
            </a:r>
            <a:r>
              <a:rPr lang="en-US" altLang="en-US" sz="4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4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98CB04CD-539D-403E-87D9-0DD2F4D5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2616" y="1666286"/>
            <a:ext cx="4715148" cy="176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Suất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tăng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tăng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,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Nhiệt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tăng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giảm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”</a:t>
            </a:r>
          </a:p>
        </p:txBody>
      </p:sp>
      <p:sp>
        <p:nvSpPr>
          <p:cNvPr id="5" name="Curved Right Arrow 4"/>
          <p:cNvSpPr/>
          <p:nvPr/>
        </p:nvSpPr>
        <p:spPr>
          <a:xfrm rot="21167145">
            <a:off x="3041778" y="5608765"/>
            <a:ext cx="522514" cy="7277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2801C5-10D8-4E28-A804-BA57B3EFC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986" y="3347055"/>
            <a:ext cx="15144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1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0" grpId="0"/>
      <p:bldP spid="21" grpId="0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1D42EC0-94C9-49A6-B334-3355D4BAAE2A}"/>
              </a:ext>
            </a:extLst>
          </p:cNvPr>
          <p:cNvSpPr txBox="1">
            <a:spLocks noChangeArrowheads="1"/>
          </p:cNvSpPr>
          <p:nvPr/>
        </p:nvSpPr>
        <p:spPr>
          <a:xfrm>
            <a:off x="3044848" y="2180362"/>
            <a:ext cx="8964916" cy="2824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(l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ỏng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altLang="en-US" sz="32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cs typeface="Arial" panose="020B0604020202020204" pitchFamily="34" charset="0"/>
              </a:rPr>
              <a:t> C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(r</a:t>
            </a:r>
            <a:r>
              <a:rPr lang="vi-VN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ắn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sz="32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altLang="en-US" sz="3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80" y="2464180"/>
            <a:ext cx="2566906" cy="226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1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-13627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2220F21B-5FB7-4C4D-973D-185AFA416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911" y="4088011"/>
            <a:ext cx="57618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Ví</a:t>
            </a:r>
            <a:r>
              <a:rPr lang="en-US" altLang="en-US" sz="24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dụ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H</a:t>
            </a:r>
            <a:r>
              <a:rPr lang="en-US" altLang="en-US" sz="24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 (l) ⇌ H</a:t>
            </a:r>
            <a:r>
              <a:rPr lang="en-US" altLang="en-US" sz="24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 (h)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77174" y="4715632"/>
            <a:ext cx="1943100" cy="1752600"/>
            <a:chOff x="9261410" y="4000554"/>
            <a:chExt cx="1943100" cy="17526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866D6D-98A0-48F3-94E4-B6B256FA32BA}"/>
                </a:ext>
              </a:extLst>
            </p:cNvPr>
            <p:cNvSpPr/>
            <p:nvPr/>
          </p:nvSpPr>
          <p:spPr>
            <a:xfrm>
              <a:off x="9261410" y="4000554"/>
              <a:ext cx="1943100" cy="876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800" dirty="0"/>
                <a:t> </a:t>
              </a:r>
              <a:r>
                <a:rPr lang="en-US" sz="28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Hơi</a:t>
              </a:r>
              <a:endPara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1BE4F0-D294-433F-A373-B7CAEB03B317}"/>
                </a:ext>
              </a:extLst>
            </p:cNvPr>
            <p:cNvSpPr/>
            <p:nvPr/>
          </p:nvSpPr>
          <p:spPr>
            <a:xfrm>
              <a:off x="9261410" y="4876854"/>
              <a:ext cx="1943100" cy="876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Lỏng</a:t>
              </a:r>
              <a:endPara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5231D77-E4DB-4D5D-BC10-F86DE7ADDA0B}"/>
                </a:ext>
              </a:extLst>
            </p:cNvPr>
            <p:cNvSpPr txBox="1"/>
            <p:nvPr/>
          </p:nvSpPr>
          <p:spPr>
            <a:xfrm rot="5400000">
              <a:off x="10054693" y="4475869"/>
              <a:ext cx="53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4000" b="1" dirty="0">
                  <a:solidFill>
                    <a:srgbClr val="993366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⇌</a:t>
              </a:r>
              <a:endParaRPr lang="en-US" sz="4000" dirty="0">
                <a:solidFill>
                  <a:srgbClr val="993366"/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911" y="4603665"/>
            <a:ext cx="1501544" cy="1976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0" y="4516332"/>
            <a:ext cx="1878504" cy="234166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-13627" y="1071893"/>
            <a:ext cx="12135037" cy="2577968"/>
            <a:chOff x="151680" y="1039367"/>
            <a:chExt cx="12135037" cy="2577968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27B96418-4A54-4590-B4F5-3AAA0CE05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680" y="1498166"/>
              <a:ext cx="3487259" cy="1478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n-US" altLang="en-US" sz="320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ĐIỀU KIỆN</a:t>
              </a:r>
            </a:p>
            <a:p>
              <a:pPr algn="ctr"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n-US" altLang="en-US" sz="320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CÂN BẰNG PHA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94038" y="1039367"/>
              <a:ext cx="60468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Nhiệt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ở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đều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bằng</a:t>
              </a:r>
              <a:r>
                <a:rPr lang="en-US" sz="2800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nhau</a:t>
              </a:r>
              <a:endParaRPr lang="en-US" sz="28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83455" y="3094115"/>
              <a:ext cx="84032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Hóa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thế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mỗi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cấu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bằng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nhau</a:t>
              </a:r>
              <a:endPara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77174" y="2066741"/>
              <a:ext cx="5998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Áp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suất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ở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đều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bằng</a:t>
              </a:r>
              <a:r>
                <a:rPr lang="en-US" sz="28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nhau</a:t>
              </a:r>
              <a:endParaRPr 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/>
            <p:cNvCxnSpPr>
              <a:stCxn id="16" idx="3"/>
            </p:cNvCxnSpPr>
            <p:nvPr/>
          </p:nvCxnSpPr>
          <p:spPr>
            <a:xfrm flipV="1">
              <a:off x="3638939" y="1300977"/>
              <a:ext cx="1255099" cy="9363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6" idx="3"/>
              <a:endCxn id="18" idx="1"/>
            </p:cNvCxnSpPr>
            <p:nvPr/>
          </p:nvCxnSpPr>
          <p:spPr>
            <a:xfrm>
              <a:off x="3638939" y="2237375"/>
              <a:ext cx="244516" cy="1118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6" idx="3"/>
              <a:endCxn id="22" idx="1"/>
            </p:cNvCxnSpPr>
            <p:nvPr/>
          </p:nvCxnSpPr>
          <p:spPr>
            <a:xfrm>
              <a:off x="3638939" y="2237375"/>
              <a:ext cx="738235" cy="9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6024398" y="4625337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– </a:t>
            </a: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 T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endParaRPr lang="en-US" altLang="en-US" sz="24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algn="ctr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= P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= 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  <a:r>
              <a:rPr lang="en-US" altLang="en-US" sz="2400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→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l-GR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Δ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 = 0</a:t>
            </a:r>
            <a:endParaRPr lang="el-GR" altLang="en-US" sz="24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694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51681" y="1109475"/>
            <a:ext cx="6622344" cy="5384629"/>
            <a:chOff x="1010232" y="885543"/>
            <a:chExt cx="7219367" cy="595379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0232" y="885543"/>
              <a:ext cx="7219367" cy="5953796"/>
            </a:xfrm>
            <a:prstGeom prst="rect">
              <a:avLst/>
            </a:prstGeom>
          </p:spPr>
        </p:pic>
        <p:grpSp>
          <p:nvGrpSpPr>
            <p:cNvPr id="10" name="Group 9"/>
            <p:cNvGrpSpPr/>
            <p:nvPr/>
          </p:nvGrpSpPr>
          <p:grpSpPr>
            <a:xfrm>
              <a:off x="2258008" y="1878897"/>
              <a:ext cx="3825553" cy="3839079"/>
              <a:chOff x="2258008" y="1878897"/>
              <a:chExt cx="3825553" cy="3839079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2258008" y="2696881"/>
                <a:ext cx="95891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Rắn</a:t>
                </a:r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518199" y="1878897"/>
                <a:ext cx="1463646" cy="6465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Lỏng</a:t>
                </a:r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589788" y="4640758"/>
                <a:ext cx="1493773" cy="10772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Hơi</a:t>
                </a:r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Nước</a:t>
                </a:r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4" name="TextBox 23"/>
          <p:cNvSpPr txBox="1"/>
          <p:nvPr/>
        </p:nvSpPr>
        <p:spPr>
          <a:xfrm>
            <a:off x="6797575" y="985881"/>
            <a:ext cx="4690708" cy="1685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(1atm):</a:t>
            </a:r>
          </a:p>
          <a:p>
            <a:pPr marL="690563" indent="-3540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C;</a:t>
            </a:r>
          </a:p>
          <a:p>
            <a:pPr marL="690563" indent="-3540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575" y="2851329"/>
            <a:ext cx="5383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(Triple Point):</a:t>
            </a:r>
          </a:p>
          <a:p>
            <a:pPr marL="336550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(T=0,01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C, P=0,006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97575" y="4785257"/>
            <a:ext cx="55512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lang="en-US" sz="24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4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(Critical Point):</a:t>
            </a:r>
          </a:p>
          <a:p>
            <a:pPr marL="336550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374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C, P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218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05306-6D98-B747-656C-1C80FE41B8C1}"/>
              </a:ext>
            </a:extLst>
          </p:cNvPr>
          <p:cNvGrpSpPr/>
          <p:nvPr/>
        </p:nvGrpSpPr>
        <p:grpSpPr>
          <a:xfrm>
            <a:off x="1843541" y="635501"/>
            <a:ext cx="7391400" cy="1742336"/>
            <a:chOff x="1843541" y="635501"/>
            <a:chExt cx="7391400" cy="1742336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F27F616D-E1D8-479B-857A-5A2EC4ADF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541" y="635501"/>
              <a:ext cx="7391400" cy="168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0488" tIns="44450" rIns="90488" bIns="44450" numCol="1" rtlCol="0" anchor="t" anchorCtr="0" compatLnSpc="1">
              <a:prstTxWarp prst="textNoShape">
                <a:avLst/>
              </a:prstTxWarp>
              <a:norm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1" fontAlgn="auto" hangingPunct="1">
                <a:spcAft>
                  <a:spcPts val="0"/>
                </a:spcAft>
                <a:buFontTx/>
                <a:buNone/>
                <a:defRPr/>
              </a:pPr>
              <a:r>
                <a:rPr lang="en-US" sz="4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		    </a:t>
              </a:r>
            </a:p>
            <a:p>
              <a:pPr defTabSz="914400" eaLnBrk="1" fontAlgn="auto" hangingPunct="1">
                <a:spcAft>
                  <a:spcPts val="0"/>
                </a:spcAft>
                <a:buFontTx/>
                <a:buNone/>
                <a:defRPr/>
              </a:pPr>
              <a:r>
                <a:rPr lang="en-US" sz="4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vi-VN" sz="4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4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Lỏng</a:t>
              </a:r>
              <a:r>
                <a:rPr lang="en-US" sz="4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</a:t>
              </a:r>
              <a:r>
                <a:rPr lang="vi-VN" sz="40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4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Hơi</a:t>
              </a:r>
              <a:endPara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E2FDD50A-491F-40ED-AE7D-BF2C7AD17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0276" y="1594739"/>
              <a:ext cx="2362200" cy="152400"/>
              <a:chOff x="2976" y="912"/>
              <a:chExt cx="464" cy="96"/>
            </a:xfrm>
          </p:grpSpPr>
          <p:sp>
            <p:nvSpPr>
              <p:cNvPr id="18" name="Line 5">
                <a:extLst>
                  <a:ext uri="{FF2B5EF4-FFF2-40B4-BE49-F238E27FC236}">
                    <a16:creationId xmlns:a16="http://schemas.microsoft.com/office/drawing/2014/main" id="{3986C5F3-391B-4003-AC4A-BC7896B6F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912"/>
                <a:ext cx="384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6">
                <a:extLst>
                  <a:ext uri="{FF2B5EF4-FFF2-40B4-BE49-F238E27FC236}">
                    <a16:creationId xmlns:a16="http://schemas.microsoft.com/office/drawing/2014/main" id="{16449063-ED0E-4596-9C98-DB5087749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1008"/>
                <a:ext cx="464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4F65A471-537A-4C59-9AA3-AEA05D685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732" y="980167"/>
              <a:ext cx="27432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Bay </a:t>
              </a:r>
              <a:r>
                <a:rPr lang="en-US" altLang="en-US" b="1" dirty="0" err="1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hơi</a:t>
              </a: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rgbClr val="006600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  <a:sym typeface="Symbol" panose="05050102010706020507" pitchFamily="18" charset="2"/>
                </a:rPr>
                <a:t>H &gt; 0</a:t>
              </a:r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EEA676B0-1A6E-48BB-80B7-0C25C5111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409" y="1830149"/>
              <a:ext cx="2971800" cy="547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Ngưng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tụ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  <a:sym typeface="Symbol" panose="05050102010706020507" pitchFamily="18" charset="2"/>
                </a:rPr>
                <a:t>H &lt; 0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en-US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16" y="3482361"/>
            <a:ext cx="5284625" cy="313858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5804427" y="3358431"/>
            <a:ext cx="6058388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2800" b="1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bh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tại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đó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pha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giữa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thể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thể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4427" y="5351393"/>
            <a:ext cx="60583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Đặc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trưng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bay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</a:t>
            </a:r>
            <a:r>
              <a:rPr lang="vi-VN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ất lỏng.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C30D3181-3711-4EBD-9855-0A0C7563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644" y="2473845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T, G  = 0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2FD46E92-7E04-4780-BBA6-6A02D2F47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172" y="2414895"/>
            <a:ext cx="31747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=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cb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= P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CB651901-FFE3-40AE-89EA-D4A9B59C1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4209" y="2395884"/>
            <a:ext cx="22028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cb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</a:t>
            </a:r>
            <a:r>
              <a:rPr lang="vi-VN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(T)</a:t>
            </a:r>
          </a:p>
        </p:txBody>
      </p:sp>
    </p:spTree>
    <p:extLst>
      <p:ext uri="{BB962C8B-B14F-4D97-AF65-F5344CB8AC3E}">
        <p14:creationId xmlns:p14="http://schemas.microsoft.com/office/powerpoint/2010/main" val="18076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4A3357-59AE-4E5C-AB9F-C1290F8B8B08}"/>
              </a:ext>
            </a:extLst>
          </p:cNvPr>
          <p:cNvSpPr txBox="1">
            <a:spLocks/>
          </p:cNvSpPr>
          <p:nvPr/>
        </p:nvSpPr>
        <p:spPr>
          <a:xfrm>
            <a:off x="506310" y="987940"/>
            <a:ext cx="11330648" cy="22907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vi-VN" sz="3200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ÁP DỤNG</a:t>
            </a:r>
            <a:r>
              <a:rPr lang="vi-VN" sz="3200" dirty="0">
                <a:latin typeface="+mj-lt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1AAABF-F0D8-4B4B-A6F1-D17C85E105D0}"/>
              </a:ext>
            </a:extLst>
          </p:cNvPr>
          <p:cNvSpPr txBox="1">
            <a:spLocks noChangeArrowheads="1"/>
          </p:cNvSpPr>
          <p:nvPr/>
        </p:nvSpPr>
        <p:spPr>
          <a:xfrm>
            <a:off x="2156738" y="2629493"/>
            <a:ext cx="7886700" cy="33392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 độ.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 tích bề mặt thoáng.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 hút giữa các phân tử.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 l</a:t>
            </a:r>
            <a:r>
              <a:rPr lang="vi-VN" alt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chất lỏng.</a:t>
            </a:r>
          </a:p>
          <a:p>
            <a:pPr marL="514350" indent="-514350">
              <a:buFont typeface="Calibri Light" panose="020F0302020204030204" pitchFamily="34" charset="0"/>
              <a:buAutoNum type="alphaUcPeriod"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2FC940-03E0-A9C1-2F6E-0D7554EC8FF2}"/>
              </a:ext>
            </a:extLst>
          </p:cNvPr>
          <p:cNvSpPr/>
          <p:nvPr/>
        </p:nvSpPr>
        <p:spPr>
          <a:xfrm>
            <a:off x="2156738" y="3694432"/>
            <a:ext cx="475590" cy="475713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7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4A3357-59AE-4E5C-AB9F-C1290F8B8B08}"/>
              </a:ext>
            </a:extLst>
          </p:cNvPr>
          <p:cNvSpPr txBox="1">
            <a:spLocks/>
          </p:cNvSpPr>
          <p:nvPr/>
        </p:nvSpPr>
        <p:spPr>
          <a:xfrm>
            <a:off x="506310" y="987940"/>
            <a:ext cx="11330648" cy="22907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DỤNG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 90</a:t>
            </a:r>
            <a:r>
              <a:rPr lang="vi-V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áp suất hơi bão hòa của nước là 0,697atm. Nhiệt hóa hơi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 = 40,65 kJ/mol. Tính áp suất hơi bão hòa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 nước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ở 100</a:t>
            </a:r>
            <a:r>
              <a:rPr lang="vi-VN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52164" y="3278703"/>
            <a:ext cx="505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3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C00CC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⇌ </a:t>
            </a:r>
            <a:r>
              <a:rPr lang="en-US" sz="3600" dirty="0" err="1">
                <a:solidFill>
                  <a:srgbClr val="CC00CC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Hơi</a:t>
            </a:r>
            <a:endParaRPr lang="en-US" sz="36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F6AE69D1-D284-454E-BCE3-40F00C0DA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326" y="4579664"/>
                <a:ext cx="4092997" cy="98980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vi-VN" sz="36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6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num>
                      <m:den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F6AE69D1-D284-454E-BCE3-40F00C0D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6" y="4579664"/>
                <a:ext cx="4092997" cy="989802"/>
              </a:xfrm>
              <a:prstGeom prst="rect">
                <a:avLst/>
              </a:prstGeom>
              <a:blipFill>
                <a:blip r:embed="rId3"/>
                <a:stretch>
                  <a:fillRect l="-4464" t="-4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BE3AE46-833B-40E8-A5B9-62837E4E23CF}"/>
              </a:ext>
            </a:extLst>
          </p:cNvPr>
          <p:cNvSpPr txBox="1"/>
          <p:nvPr/>
        </p:nvSpPr>
        <p:spPr>
          <a:xfrm>
            <a:off x="4585608" y="4284468"/>
            <a:ext cx="7538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vi-VN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áp suất hơi bão hòa ở nhiệt độ T</a:t>
            </a:r>
            <a:r>
              <a:rPr lang="vi-VN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vi-VN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47AC3F-F3BC-45E2-BE6A-F712C8A0C8BA}"/>
              </a:ext>
            </a:extLst>
          </p:cNvPr>
          <p:cNvSpPr txBox="1"/>
          <p:nvPr/>
        </p:nvSpPr>
        <p:spPr>
          <a:xfrm>
            <a:off x="4585608" y="5074565"/>
            <a:ext cx="447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H: nhiệt chuyển pha.</a:t>
            </a:r>
            <a:endParaRPr lang="en-US" sz="32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D46B7E-A99F-4D52-9A6C-9D451B5FA007}"/>
              </a:ext>
            </a:extLst>
          </p:cNvPr>
          <p:cNvSpPr txBox="1"/>
          <p:nvPr/>
        </p:nvSpPr>
        <p:spPr>
          <a:xfrm>
            <a:off x="2835581" y="6012561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1 atm ở 100</a:t>
            </a:r>
            <a:r>
              <a:rPr lang="vi-VN" sz="36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3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6" grpId="0"/>
      <p:bldP spid="29" grpId="0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779" y="929253"/>
            <a:ext cx="1481432" cy="197472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DE3CCAFD-708B-4629-84DD-5B84BD948CCC}"/>
              </a:ext>
            </a:extLst>
          </p:cNvPr>
          <p:cNvSpPr txBox="1">
            <a:spLocks noChangeArrowheads="1"/>
          </p:cNvSpPr>
          <p:nvPr/>
        </p:nvSpPr>
        <p:spPr>
          <a:xfrm>
            <a:off x="167350" y="929253"/>
            <a:ext cx="9669986" cy="21555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 ĐỘ SÔI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cũng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endParaRPr lang="en-US" altLang="en-US" sz="2800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66725" algn="just">
              <a:lnSpc>
                <a:spcPct val="150000"/>
              </a:lnSpc>
            </a:pP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E3CCAFD-708B-4629-84DD-5B84BD948CCC}"/>
              </a:ext>
            </a:extLst>
          </p:cNvPr>
          <p:cNvSpPr txBox="1">
            <a:spLocks noChangeArrowheads="1"/>
          </p:cNvSpPr>
          <p:nvPr/>
        </p:nvSpPr>
        <p:spPr>
          <a:xfrm>
            <a:off x="3417797" y="3053826"/>
            <a:ext cx="8611295" cy="21196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 ĐỘ ĐÔNG ĐẶC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cũng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endParaRPr lang="en-US" altLang="en-US" sz="2800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8" y="3210782"/>
            <a:ext cx="3231119" cy="1805689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01FD3FB-4B17-4CEE-8557-15C29BACE5E9}"/>
              </a:ext>
            </a:extLst>
          </p:cNvPr>
          <p:cNvSpPr txBox="1">
            <a:spLocks noChangeArrowheads="1"/>
          </p:cNvSpPr>
          <p:nvPr/>
        </p:nvSpPr>
        <p:spPr>
          <a:xfrm>
            <a:off x="318633" y="5170066"/>
            <a:ext cx="11524177" cy="16395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i="1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400" i="1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400" i="1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549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71C930A-EEFA-4CA1-9FFE-4654104E7A16}"/>
              </a:ext>
            </a:extLst>
          </p:cNvPr>
          <p:cNvSpPr txBox="1">
            <a:spLocks noChangeArrowheads="1"/>
          </p:cNvSpPr>
          <p:nvPr/>
        </p:nvSpPr>
        <p:spPr>
          <a:xfrm>
            <a:off x="495789" y="1037955"/>
            <a:ext cx="11297626" cy="20022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Một nồi áp suất có van xã áp ở 2,5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atm. Hãy tính nhiệt độ sôi của nước trong nồi đó. Cho biết nhiệt bay hơi của nước là 40,656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kJ/mol.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F11AFA-E456-44C6-855F-BFFDD845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157" y="5282783"/>
            <a:ext cx="2690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altLang="en-US" sz="4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128</a:t>
            </a:r>
            <a:r>
              <a:rPr lang="vi-VN" altLang="en-US" sz="4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8FA5EA-13B1-4843-BCBB-6EA1AEE4D078}"/>
              </a:ext>
            </a:extLst>
          </p:cNvPr>
          <p:cNvSpPr txBox="1"/>
          <p:nvPr/>
        </p:nvSpPr>
        <p:spPr>
          <a:xfrm>
            <a:off x="5322277" y="2967407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F6AE69D1-D284-454E-BCE3-40F00C0DA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5789" y="3821572"/>
                <a:ext cx="4304012" cy="98980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vi-VN" sz="36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6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𝑯𝒃𝒉</m:t>
                        </m:r>
                      </m:num>
                      <m:den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F6AE69D1-D284-454E-BCE3-40F00C0D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89" y="3821572"/>
                <a:ext cx="4304012" cy="989802"/>
              </a:xfrm>
              <a:prstGeom prst="rect">
                <a:avLst/>
              </a:prstGeom>
              <a:blipFill>
                <a:blip r:embed="rId3"/>
                <a:stretch>
                  <a:fillRect l="-4249"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547AC3F-F3BC-45E2-BE6A-F712C8A0C8BA}"/>
              </a:ext>
            </a:extLst>
          </p:cNvPr>
          <p:cNvSpPr txBox="1"/>
          <p:nvPr/>
        </p:nvSpPr>
        <p:spPr>
          <a:xfrm>
            <a:off x="5322277" y="4698008"/>
            <a:ext cx="447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H: nhiệt chuyển pha.</a:t>
            </a:r>
            <a:endParaRPr lang="en-US" sz="32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0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3">
            <a:extLst>
              <a:ext uri="{FF2B5EF4-FFF2-40B4-BE49-F238E27FC236}">
                <a16:creationId xmlns:a16="http://schemas.microsoft.com/office/drawing/2014/main" id="{A0C36CF9-AC1B-4EB1-B299-629943AB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692" y="6209881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0A9F7825-3634-4734-A377-72788E2A0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2653" y="6091923"/>
            <a:ext cx="4370539" cy="198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Line 5">
            <a:extLst>
              <a:ext uri="{FF2B5EF4-FFF2-40B4-BE49-F238E27FC236}">
                <a16:creationId xmlns:a16="http://schemas.microsoft.com/office/drawing/2014/main" id="{3E1725D0-C624-448B-9C48-B894B69AF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2653" y="2454127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1" name="Arc 6">
            <a:extLst>
              <a:ext uri="{FF2B5EF4-FFF2-40B4-BE49-F238E27FC236}">
                <a16:creationId xmlns:a16="http://schemas.microsoft.com/office/drawing/2014/main" id="{C7BA68C3-5319-452A-8D0C-85D38B866449}"/>
              </a:ext>
            </a:extLst>
          </p:cNvPr>
          <p:cNvSpPr>
            <a:spLocks/>
          </p:cNvSpPr>
          <p:nvPr/>
        </p:nvSpPr>
        <p:spPr bwMode="auto">
          <a:xfrm flipV="1">
            <a:off x="2860714" y="4592130"/>
            <a:ext cx="1776413" cy="1054818"/>
          </a:xfrm>
          <a:custGeom>
            <a:avLst/>
            <a:gdLst>
              <a:gd name="T0" fmla="*/ 2147483646 w 19560"/>
              <a:gd name="T1" fmla="*/ 0 h 21182"/>
              <a:gd name="T2" fmla="*/ 2147483646 w 19560"/>
              <a:gd name="T3" fmla="*/ 2147483646 h 21182"/>
              <a:gd name="T4" fmla="*/ 0 w 19560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560" h="21182" fill="none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</a:path>
              <a:path w="19560" h="21182" stroke="0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2" name="Arc 7">
            <a:extLst>
              <a:ext uri="{FF2B5EF4-FFF2-40B4-BE49-F238E27FC236}">
                <a16:creationId xmlns:a16="http://schemas.microsoft.com/office/drawing/2014/main" id="{81FBB7A2-BBC3-4A7F-B1E7-D671AE13F001}"/>
              </a:ext>
            </a:extLst>
          </p:cNvPr>
          <p:cNvSpPr>
            <a:spLocks/>
          </p:cNvSpPr>
          <p:nvPr/>
        </p:nvSpPr>
        <p:spPr bwMode="auto">
          <a:xfrm flipV="1">
            <a:off x="4621928" y="2377927"/>
            <a:ext cx="2447908" cy="2667000"/>
          </a:xfrm>
          <a:custGeom>
            <a:avLst/>
            <a:gdLst>
              <a:gd name="T0" fmla="*/ 0 w 22048"/>
              <a:gd name="T1" fmla="*/ 2147483646 h 21600"/>
              <a:gd name="T2" fmla="*/ 2147483646 w 22048"/>
              <a:gd name="T3" fmla="*/ 2147483646 h 21600"/>
              <a:gd name="T4" fmla="*/ 2147483646 w 2204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048" h="21600" fill="none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</a:path>
              <a:path w="22048" h="21600" stroke="0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  <a:lnTo>
                  <a:pt x="609" y="21600"/>
                </a:lnTo>
                <a:lnTo>
                  <a:pt x="-1" y="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3" name="Line 8">
            <a:extLst>
              <a:ext uri="{FF2B5EF4-FFF2-40B4-BE49-F238E27FC236}">
                <a16:creationId xmlns:a16="http://schemas.microsoft.com/office/drawing/2014/main" id="{BA813FD3-5683-4AFC-84BF-1D5CB78CBD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02853" y="2758927"/>
            <a:ext cx="228600" cy="2286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0FE97CF9-D4D4-4B75-BDBC-29F6A5321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853" y="3444727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AF55AC3A-267E-40A4-ADDD-6D545C04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53" y="3493154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C0CC6F44-C4D5-453F-A02E-E87DCDB1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860" y="3991352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125EF92A-654C-4FCD-9BBC-5E46612F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353" y="464964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AE954C25-01BC-4D77-94C8-EAC0479E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6548" y="570877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29" name="Text Box 16">
            <a:extLst>
              <a:ext uri="{FF2B5EF4-FFF2-40B4-BE49-F238E27FC236}">
                <a16:creationId xmlns:a16="http://schemas.microsoft.com/office/drawing/2014/main" id="{551F5229-6D7B-429D-B7FB-0BB54DD3E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636" y="253400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BBF1FB80-A516-4D64-B18A-A9AFAAE5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453" y="2454127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54616E6E-A228-470A-BE81-E21AFFC5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653" y="2149327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D8988434-A3D6-47DF-A84A-AA35C9B59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152" y="6070952"/>
            <a:ext cx="1086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(</a:t>
            </a:r>
            <a:r>
              <a:rPr lang="en-US" altLang="en-US" sz="2400" b="1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A2D11BAC-998C-401F-AC68-E27ED29974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2653" y="5044927"/>
            <a:ext cx="1828800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" name="Line 28">
            <a:extLst>
              <a:ext uri="{FF2B5EF4-FFF2-40B4-BE49-F238E27FC236}">
                <a16:creationId xmlns:a16="http://schemas.microsoft.com/office/drawing/2014/main" id="{FBD92AA8-054A-4DEE-B1B3-9FE54C861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1453" y="5044927"/>
            <a:ext cx="0" cy="1066800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" name="Text Box 29">
            <a:extLst>
              <a:ext uri="{FF2B5EF4-FFF2-40B4-BE49-F238E27FC236}">
                <a16:creationId xmlns:a16="http://schemas.microsoft.com/office/drawing/2014/main" id="{0A209F61-F1C6-4FD0-83F7-665CCD68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53" y="4740127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0,006</a:t>
            </a:r>
          </a:p>
        </p:txBody>
      </p:sp>
      <p:sp>
        <p:nvSpPr>
          <p:cNvPr id="36" name="Text Box 30">
            <a:extLst>
              <a:ext uri="{FF2B5EF4-FFF2-40B4-BE49-F238E27FC236}">
                <a16:creationId xmlns:a16="http://schemas.microsoft.com/office/drawing/2014/main" id="{1B2CA9EF-A57C-4975-A727-F104BC20E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6808" y="6101825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0,01</a:t>
            </a:r>
          </a:p>
        </p:txBody>
      </p:sp>
      <p:sp>
        <p:nvSpPr>
          <p:cNvPr id="37" name="Line 31">
            <a:extLst>
              <a:ext uri="{FF2B5EF4-FFF2-40B4-BE49-F238E27FC236}">
                <a16:creationId xmlns:a16="http://schemas.microsoft.com/office/drawing/2014/main" id="{528FFAD6-6BC0-45C4-B69E-B483D8EB5E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79052" y="3292327"/>
            <a:ext cx="1" cy="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778B27-7F01-4991-828A-038D872F0F1F}"/>
              </a:ext>
            </a:extLst>
          </p:cNvPr>
          <p:cNvSpPr txBox="1"/>
          <p:nvPr/>
        </p:nvSpPr>
        <p:spPr>
          <a:xfrm>
            <a:off x="1556839" y="838145"/>
            <a:ext cx="9086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SẤY THĂNG HOA THỰC PHẨM 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FREEZE DRYING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F078AB-D0F0-4764-A35C-6B80A011623D}"/>
              </a:ext>
            </a:extLst>
          </p:cNvPr>
          <p:cNvSpPr txBox="1"/>
          <p:nvPr/>
        </p:nvSpPr>
        <p:spPr>
          <a:xfrm>
            <a:off x="553066" y="1503295"/>
            <a:ext cx="105856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 ĐÔNG NHANH THỰC PHẨM Ở - 30</a:t>
            </a:r>
            <a:r>
              <a:rPr lang="en-US" sz="26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 -50</a:t>
            </a:r>
            <a:r>
              <a:rPr lang="en-US" sz="26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ÁP SUẤT THẤP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DF4732-605C-4D0D-AB61-7031BA613D44}"/>
              </a:ext>
            </a:extLst>
          </p:cNvPr>
          <p:cNvSpPr txBox="1"/>
          <p:nvPr/>
        </p:nvSpPr>
        <p:spPr>
          <a:xfrm>
            <a:off x="2712384" y="5010926"/>
            <a:ext cx="5486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O(R)              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O(H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Ơ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I)</a:t>
            </a:r>
            <a:endParaRPr lang="en-US" sz="2800" dirty="0">
              <a:solidFill>
                <a:srgbClr val="CC00FF"/>
              </a:solidFill>
            </a:endParaRPr>
          </a:p>
        </p:txBody>
      </p:sp>
      <p:pic>
        <p:nvPicPr>
          <p:cNvPr id="41" name="Picture 2" descr="Kết quả hình ảnh cho sây lạnh cà phê">
            <a:extLst>
              <a:ext uri="{FF2B5EF4-FFF2-40B4-BE49-F238E27FC236}">
                <a16:creationId xmlns:a16="http://schemas.microsoft.com/office/drawing/2014/main" id="{5B1389EB-B2FD-479F-B776-CAFCDB0B6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677" y="2287439"/>
            <a:ext cx="3133742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E82DE6F-6DAC-47BC-AA53-69716CF6E9EA}"/>
              </a:ext>
            </a:extLst>
          </p:cNvPr>
          <p:cNvSpPr txBox="1"/>
          <p:nvPr/>
        </p:nvSpPr>
        <p:spPr>
          <a:xfrm>
            <a:off x="9228596" y="2736236"/>
            <a:ext cx="2037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Cà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phê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sấy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lạnh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DCC027F-E035-4B48-AD0F-2003389CC5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635" y="4701629"/>
            <a:ext cx="2417464" cy="1683107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0509F2D-B9E5-4185-98C0-C47BAAB8BBCF}"/>
              </a:ext>
            </a:extLst>
          </p:cNvPr>
          <p:cNvCxnSpPr/>
          <p:nvPr/>
        </p:nvCxnSpPr>
        <p:spPr>
          <a:xfrm>
            <a:off x="4021853" y="5349727"/>
            <a:ext cx="1295400" cy="0"/>
          </a:xfrm>
          <a:prstGeom prst="straightConnector1">
            <a:avLst/>
          </a:prstGeom>
          <a:ln w="38100">
            <a:solidFill>
              <a:srgbClr val="CC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2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740097E-4AE4-440E-B84B-29A60DCC2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9" y="3346100"/>
            <a:ext cx="8122856" cy="331683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E2CDE6E-9F6D-429F-8BA4-369193591213}"/>
              </a:ext>
            </a:extLst>
          </p:cNvPr>
          <p:cNvSpPr txBox="1"/>
          <p:nvPr/>
        </p:nvSpPr>
        <p:spPr>
          <a:xfrm>
            <a:off x="2269776" y="941055"/>
            <a:ext cx="4142224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 KHÔ CO</a:t>
            </a:r>
            <a:r>
              <a:rPr 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 QUẢN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 PHẨM</a:t>
            </a:r>
          </a:p>
          <a:p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M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KHÓI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611B95-D330-4D60-BAC9-48A807D4B1B9}"/>
              </a:ext>
            </a:extLst>
          </p:cNvPr>
          <p:cNvSpPr txBox="1"/>
          <p:nvPr/>
        </p:nvSpPr>
        <p:spPr>
          <a:xfrm>
            <a:off x="9226474" y="4995502"/>
            <a:ext cx="294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latin typeface="+mn-lt"/>
              </a:rPr>
              <a:t>GIẢN ĐỒ PHA CO</a:t>
            </a:r>
            <a:r>
              <a:rPr lang="vi-VN" sz="2400" b="1" baseline="-25000" dirty="0">
                <a:solidFill>
                  <a:srgbClr val="FF0000"/>
                </a:solidFill>
                <a:latin typeface="+mn-lt"/>
              </a:rPr>
              <a:t>2</a:t>
            </a:r>
            <a:endParaRPr lang="en-US" sz="24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74D1DF4-F089-48DE-B6BA-DB5731044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767" y="797103"/>
            <a:ext cx="3429000" cy="2333567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B8483DEB-ADA1-4E3D-B0A2-D786986CD507}"/>
              </a:ext>
            </a:extLst>
          </p:cNvPr>
          <p:cNvSpPr/>
          <p:nvPr/>
        </p:nvSpPr>
        <p:spPr>
          <a:xfrm>
            <a:off x="4046944" y="5471136"/>
            <a:ext cx="152400" cy="76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36001A-6902-4A5D-AB20-EC9077E73471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4191993" y="5517192"/>
            <a:ext cx="27421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A1235EE-F396-4FA4-961D-FAC298E82E04}"/>
              </a:ext>
            </a:extLst>
          </p:cNvPr>
          <p:cNvSpPr txBox="1"/>
          <p:nvPr/>
        </p:nvSpPr>
        <p:spPr>
          <a:xfrm>
            <a:off x="2889739" y="5085671"/>
            <a:ext cx="1451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ĐÁ KHÔ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F7089F-7C34-425B-8CED-B6F6A984BE96}"/>
              </a:ext>
            </a:extLst>
          </p:cNvPr>
          <p:cNvSpPr txBox="1"/>
          <p:nvPr/>
        </p:nvSpPr>
        <p:spPr>
          <a:xfrm>
            <a:off x="6934107" y="528635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005909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CDE6E-9F6D-429F-8BA4-369193591213}"/>
              </a:ext>
            </a:extLst>
          </p:cNvPr>
          <p:cNvSpPr txBox="1"/>
          <p:nvPr/>
        </p:nvSpPr>
        <p:spPr>
          <a:xfrm>
            <a:off x="151680" y="814176"/>
            <a:ext cx="9144000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CHẤT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SIÊU TỚI HẠN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cafein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trà,cà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phê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hoa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huplon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dầu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lavande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…. </a:t>
            </a:r>
            <a:endParaRPr 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294001" y="3049608"/>
            <a:ext cx="8803565" cy="3733800"/>
            <a:chOff x="264234" y="2469177"/>
            <a:chExt cx="8803565" cy="37338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40097E-4AE4-440E-B84B-29A60DCC2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34" y="2469177"/>
              <a:ext cx="5644284" cy="3733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0911CF-CB58-4D6F-B6F0-B0E782F95495}"/>
                </a:ext>
              </a:extLst>
            </p:cNvPr>
            <p:cNvSpPr txBox="1"/>
            <p:nvPr/>
          </p:nvSpPr>
          <p:spPr>
            <a:xfrm>
              <a:off x="6071304" y="2732334"/>
              <a:ext cx="2996495" cy="113418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vi-VN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LƯU CHẤT </a:t>
              </a:r>
              <a:r>
                <a:rPr 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2800" b="1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SIÊU TỚI HẠN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C7797B-6B87-4FEA-AEB5-B6EAFF7D96E4}"/>
                </a:ext>
              </a:extLst>
            </p:cNvPr>
            <p:cNvSpPr/>
            <p:nvPr/>
          </p:nvSpPr>
          <p:spPr>
            <a:xfrm>
              <a:off x="4961476" y="2685732"/>
              <a:ext cx="753700" cy="700458"/>
            </a:xfrm>
            <a:prstGeom prst="rect">
              <a:avLst/>
            </a:prstGeom>
            <a:noFill/>
            <a:ln w="317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4F3942-CA16-4D98-A414-486777F87C8E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0" y="3015332"/>
              <a:ext cx="64656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0611B95-D330-4D60-BAC9-48A807D4B1B9}"/>
              </a:ext>
            </a:extLst>
          </p:cNvPr>
          <p:cNvSpPr txBox="1"/>
          <p:nvPr/>
        </p:nvSpPr>
        <p:spPr>
          <a:xfrm>
            <a:off x="8101071" y="6016912"/>
            <a:ext cx="316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0000FF"/>
                </a:solidFill>
                <a:latin typeface="+mn-lt"/>
              </a:rPr>
              <a:t>GIẢN ĐỒ PHA CO</a:t>
            </a:r>
            <a:r>
              <a:rPr lang="vi-VN" sz="2400" b="1" baseline="-25000" dirty="0">
                <a:solidFill>
                  <a:srgbClr val="0000FF"/>
                </a:solidFill>
                <a:latin typeface="+mn-lt"/>
              </a:rPr>
              <a:t>2</a:t>
            </a:r>
            <a:endParaRPr lang="en-US" sz="2400" b="1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13221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3886200" y="922679"/>
            <a:ext cx="8123564" cy="19514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nhân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với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phần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50524" y="3836433"/>
                <a:ext cx="9941696" cy="74219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4400" i="1">
                              <a:latin typeface="Cambria Math" panose="02040503050406030204" pitchFamily="18" charset="0"/>
                            </a:rPr>
                            <m:t>bh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ô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𝑏h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ô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𝑛𝑔𝑢𝑦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24" y="3836433"/>
                <a:ext cx="9941696" cy="742191"/>
              </a:xfrm>
              <a:prstGeom prst="rect">
                <a:avLst/>
              </a:prstGeom>
              <a:blipFill>
                <a:blip r:embed="rId3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Right Arrow 2"/>
          <p:cNvSpPr/>
          <p:nvPr/>
        </p:nvSpPr>
        <p:spPr>
          <a:xfrm>
            <a:off x="434703" y="4398954"/>
            <a:ext cx="373224" cy="74644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1050524" y="4775526"/>
            <a:ext cx="9343832" cy="7397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3200" baseline="-250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bh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3200" baseline="-250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bh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endParaRPr lang="en-US" altLang="en-US" sz="2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621315" y="5691787"/>
            <a:ext cx="721639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Nhắc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lại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Dalton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hh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khí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939837" y="5741191"/>
                <a:ext cx="3591240" cy="732188"/>
              </a:xfrm>
              <a:prstGeom prst="rect">
                <a:avLst/>
              </a:prstGeom>
              <a:solidFill>
                <a:srgbClr val="30F07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𝑛𝑔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837" y="5741191"/>
                <a:ext cx="3591240" cy="7321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CE579-2495-F76C-A128-C4E045F2B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74" y="821672"/>
            <a:ext cx="3352466" cy="226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EB0640-206F-4BB0-2F98-3439156203E5}"/>
              </a:ext>
            </a:extLst>
          </p:cNvPr>
          <p:cNvSpPr txBox="1"/>
          <p:nvPr/>
        </p:nvSpPr>
        <p:spPr>
          <a:xfrm>
            <a:off x="621315" y="3091472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17BD3E-4544-A387-5465-91291322A7EB}"/>
              </a:ext>
            </a:extLst>
          </p:cNvPr>
          <p:cNvSpPr txBox="1"/>
          <p:nvPr/>
        </p:nvSpPr>
        <p:spPr>
          <a:xfrm>
            <a:off x="1839310" y="3100171"/>
            <a:ext cx="2276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 đường</a:t>
            </a:r>
          </a:p>
        </p:txBody>
      </p:sp>
    </p:spTree>
    <p:extLst>
      <p:ext uri="{BB962C8B-B14F-4D97-AF65-F5344CB8AC3E}">
        <p14:creationId xmlns:p14="http://schemas.microsoft.com/office/powerpoint/2010/main" val="308033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3" grpId="0" animBg="1"/>
      <p:bldP spid="10" grpId="0" animBg="1"/>
      <p:bldP spid="11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237313" y="932613"/>
            <a:ext cx="11395888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Ví</a:t>
            </a:r>
            <a:r>
              <a:rPr lang="en-US" altLang="en-US" sz="28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dụ</a:t>
            </a:r>
            <a:r>
              <a:rPr lang="en-US" altLang="en-US" sz="28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1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ethanol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tại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60</a:t>
            </a:r>
            <a:r>
              <a:rPr lang="en-US" altLang="en-US" sz="2800" baseline="30000" dirty="0"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C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0,459 atm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tạo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bởi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naphthalene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90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ethanol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sẽ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tại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này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  <a:p>
            <a:pPr indent="466725" algn="just">
              <a:lnSpc>
                <a:spcPct val="150000"/>
              </a:lnSpc>
              <a:tabLst>
                <a:tab pos="3378200" algn="l"/>
                <a:tab pos="6176963" algn="l"/>
                <a:tab pos="9088438" algn="l"/>
              </a:tabLst>
            </a:pP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A. 0.367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atm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B. 0,510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atm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C. 0,413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atm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D. 0,498atm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19328" y="3799693"/>
            <a:ext cx="237000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Giải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 Ở 60</a:t>
            </a:r>
            <a:r>
              <a:rPr lang="en-US" altLang="en-US" sz="2800" baseline="30000" dirty="0"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C: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0976" y="4580699"/>
                <a:ext cx="4718664" cy="624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𝑛𝑔𝑢𝑦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=0,459 </m:t>
                      </m:r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𝑎𝑡𝑚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76" y="4580699"/>
                <a:ext cx="4718664" cy="6247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90976" y="5412473"/>
                <a:ext cx="260520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𝑐𝑡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76" y="5412473"/>
                <a:ext cx="26052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8769" y="6142792"/>
                <a:ext cx="279147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=90 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69" y="6142792"/>
                <a:ext cx="279147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439125" y="5510472"/>
                <a:ext cx="3560526" cy="908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10+90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=0,9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125" y="5510472"/>
                <a:ext cx="3560526" cy="90896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Notched Right Arrow 2"/>
          <p:cNvSpPr/>
          <p:nvPr/>
        </p:nvSpPr>
        <p:spPr>
          <a:xfrm>
            <a:off x="6939187" y="5891705"/>
            <a:ext cx="346229" cy="26869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3285757" y="5453282"/>
            <a:ext cx="168963" cy="11455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285416" y="5764441"/>
                <a:ext cx="50140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=0,9∗0,459=0,413 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𝑎𝑡𝑚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416" y="5764441"/>
                <a:ext cx="501400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6351073" y="2980185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9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/>
      <p:bldP spid="10" grpId="0"/>
      <p:bldP spid="11" grpId="0"/>
      <p:bldP spid="12" grpId="0"/>
      <p:bldP spid="3" grpId="0" animBg="1"/>
      <p:bldP spid="5" grpId="0" animBg="1"/>
      <p:bldP spid="15" grpId="0"/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151679" y="782861"/>
            <a:ext cx="11775713" cy="33239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Ví</a:t>
            </a:r>
            <a:r>
              <a:rPr lang="en-US" altLang="en-US" sz="28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dụ</a:t>
            </a:r>
            <a:r>
              <a:rPr lang="en-US" altLang="en-US" sz="28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2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tại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70</a:t>
            </a:r>
            <a:r>
              <a:rPr lang="en-US" altLang="en-US" sz="2800" baseline="30000" dirty="0"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C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233.8 mmHg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tạo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bởi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12 g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X (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bay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–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270 g 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sẽ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230.68 mmHg.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Vậy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khối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lượng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X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  <a:p>
            <a:pPr indent="466725" algn="just">
              <a:lnSpc>
                <a:spcPct val="150000"/>
              </a:lnSpc>
              <a:tabLst>
                <a:tab pos="3378200" algn="l"/>
                <a:tab pos="6176963" algn="l"/>
                <a:tab pos="9088438" algn="l"/>
              </a:tabLst>
            </a:pP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A. 60 g/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B. 40 g/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C. 50 g/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	D. 70 g/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19328" y="4370437"/>
            <a:ext cx="237000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Giải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: Ở 70</a:t>
            </a:r>
            <a:r>
              <a:rPr lang="en-US" altLang="en-US" sz="2800" baseline="30000" dirty="0"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C: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3069" y="3462504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389329" y="4452416"/>
                <a:ext cx="417999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vi-V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233.8 </m:t>
                      </m:r>
                      <m:r>
                        <a:rPr lang="vi-V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vi-VN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vi-VN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Hg</m:t>
                      </m:r>
                      <m:r>
                        <a:rPr lang="vi-V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329" y="4452416"/>
                <a:ext cx="417999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16454" y="5382760"/>
                <a:ext cx="205979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>
                    <a:solidFill>
                      <a:srgbClr val="0000FF"/>
                    </a:solidFill>
                  </a:rPr>
                  <a:t>12/M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54" y="5382760"/>
                <a:ext cx="2059795" cy="584775"/>
              </a:xfrm>
              <a:prstGeom prst="rect">
                <a:avLst/>
              </a:prstGeom>
              <a:blipFill>
                <a:blip r:embed="rId4"/>
                <a:stretch>
                  <a:fillRect t="-12500" r="-325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04247" y="6167397"/>
                <a:ext cx="301787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270/18</m:t>
                      </m:r>
                    </m:oMath>
                  </m:oMathPara>
                </a14:m>
                <a:endParaRPr lang="en-US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47" y="6167397"/>
                <a:ext cx="301787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901394" y="5320526"/>
                <a:ext cx="2941318" cy="15311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270</m:t>
                              </m:r>
                            </m:num>
                            <m:den>
                              <m: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den>
                          </m:f>
                          <m:r>
                            <a:rPr lang="vi-VN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270</m:t>
                              </m:r>
                            </m:num>
                            <m:den>
                              <m:r>
                                <a:rPr lang="vi-VN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394" y="5320526"/>
                <a:ext cx="2941318" cy="15311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Brace 23"/>
          <p:cNvSpPr/>
          <p:nvPr/>
        </p:nvSpPr>
        <p:spPr>
          <a:xfrm>
            <a:off x="3703922" y="5513349"/>
            <a:ext cx="168963" cy="11455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455897" y="5312397"/>
                <a:ext cx="4429353" cy="624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ị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𝑐h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vi-V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3200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897" y="5312397"/>
                <a:ext cx="4429353" cy="6247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AEC482-2E1B-3C40-B34A-83FC6AA468AC}"/>
                  </a:ext>
                </a:extLst>
              </p:cNvPr>
              <p:cNvSpPr/>
              <p:nvPr/>
            </p:nvSpPr>
            <p:spPr>
              <a:xfrm>
                <a:off x="6683094" y="4401294"/>
                <a:ext cx="5210657" cy="624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𝑑𝑢𝑛𝑔</m:t>
                          </m:r>
                          <m:r>
                            <a:rPr lang="en-US" sz="3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𝑑𝑖𝑐h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3200" b="0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230.68 </m:t>
                      </m:r>
                      <m:r>
                        <a:rPr lang="vi-VN" sz="3200" b="0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vi-VN" sz="3200" i="1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vi-VN" sz="3200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Hg</m:t>
                      </m:r>
                      <m:r>
                        <a:rPr lang="vi-VN" sz="3200" b="0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US" sz="32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AEC482-2E1B-3C40-B34A-83FC6AA46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094" y="4401294"/>
                <a:ext cx="5210657" cy="6247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8483197" y="6198174"/>
            <a:ext cx="2805567" cy="523220"/>
            <a:chOff x="8483197" y="6198174"/>
            <a:chExt cx="2805567" cy="523220"/>
          </a:xfrm>
        </p:grpSpPr>
        <p:sp>
          <p:nvSpPr>
            <p:cNvPr id="23" name="Notched Right Arrow 22"/>
            <p:cNvSpPr/>
            <p:nvPr/>
          </p:nvSpPr>
          <p:spPr>
            <a:xfrm>
              <a:off x="8483197" y="6308965"/>
              <a:ext cx="346229" cy="268693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3BE1FF-F66F-00A6-1113-B1871E429C35}"/>
                </a:ext>
              </a:extLst>
            </p:cNvPr>
            <p:cNvSpPr txBox="1"/>
            <p:nvPr/>
          </p:nvSpPr>
          <p:spPr>
            <a:xfrm>
              <a:off x="8839054" y="6198174"/>
              <a:ext cx="24497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 = 60 g/mol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511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6" grpId="0" animBg="1"/>
      <p:bldP spid="18" grpId="0"/>
      <p:bldP spid="20" grpId="0"/>
      <p:bldP spid="21" grpId="0"/>
      <p:bldP spid="22" grpId="0"/>
      <p:bldP spid="24" grpId="0" animBg="1"/>
      <p:bldP spid="25" grpId="0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7098F72-2660-434B-99CA-08729C36B631}"/>
              </a:ext>
            </a:extLst>
          </p:cNvPr>
          <p:cNvSpPr txBox="1">
            <a:spLocks noChangeArrowheads="1"/>
          </p:cNvSpPr>
          <p:nvPr/>
        </p:nvSpPr>
        <p:spPr>
          <a:xfrm>
            <a:off x="6955847" y="1072083"/>
            <a:ext cx="5211374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vi-VN" alt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ỊNH LUẬT RAOULT </a:t>
            </a:r>
            <a:r>
              <a:rPr lang="en-US" alt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II</a:t>
            </a:r>
            <a:endParaRPr lang="en-US" altLang="en-US" sz="3600" dirty="0">
              <a:solidFill>
                <a:srgbClr val="00B05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B66D9BD8-7077-4C2C-8DC2-2CF33E08A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842" y="5343419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6242" y="1106867"/>
            <a:ext cx="7531100" cy="5803650"/>
            <a:chOff x="56242" y="1106867"/>
            <a:chExt cx="7531100" cy="5803650"/>
          </a:xfrm>
        </p:grpSpPr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785B848B-6A3B-42D8-93BE-8815A79C8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8142" y="3757507"/>
              <a:ext cx="12192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9933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Hơi</a:t>
              </a:r>
              <a:endPara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90ED0D7-CF2A-E347-F6C4-D224094A2C50}"/>
                </a:ext>
              </a:extLst>
            </p:cNvPr>
            <p:cNvGrpSpPr/>
            <p:nvPr/>
          </p:nvGrpSpPr>
          <p:grpSpPr>
            <a:xfrm>
              <a:off x="56242" y="1106867"/>
              <a:ext cx="7239001" cy="5803650"/>
              <a:chOff x="56242" y="1106867"/>
              <a:chExt cx="7239001" cy="5803650"/>
            </a:xfrm>
          </p:grpSpPr>
          <p:sp>
            <p:nvSpPr>
              <p:cNvPr id="9" name="Line 4">
                <a:extLst>
                  <a:ext uri="{FF2B5EF4-FFF2-40B4-BE49-F238E27FC236}">
                    <a16:creationId xmlns:a16="http://schemas.microsoft.com/office/drawing/2014/main" id="{6DEB4DAF-3E5F-4BCF-B012-3715A3F6C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9242" y="5191018"/>
                <a:ext cx="58693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" name="Line 5">
                <a:extLst>
                  <a:ext uri="{FF2B5EF4-FFF2-40B4-BE49-F238E27FC236}">
                    <a16:creationId xmlns:a16="http://schemas.microsoft.com/office/drawing/2014/main" id="{07623498-6436-4A76-B86F-1A6F3F071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9242" y="1533419"/>
                <a:ext cx="0" cy="3657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Arc 6">
                <a:extLst>
                  <a:ext uri="{FF2B5EF4-FFF2-40B4-BE49-F238E27FC236}">
                    <a16:creationId xmlns:a16="http://schemas.microsoft.com/office/drawing/2014/main" id="{9208D079-6417-4C72-A87E-9C1690C2240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338942" y="3797194"/>
                <a:ext cx="1698625" cy="1300163"/>
              </a:xfrm>
              <a:custGeom>
                <a:avLst/>
                <a:gdLst>
                  <a:gd name="T0" fmla="*/ 2147483646 w 20889"/>
                  <a:gd name="T1" fmla="*/ 0 h 21182"/>
                  <a:gd name="T2" fmla="*/ 2147483646 w 20889"/>
                  <a:gd name="T3" fmla="*/ 2147483646 h 21182"/>
                  <a:gd name="T4" fmla="*/ 0 w 20889"/>
                  <a:gd name="T5" fmla="*/ 2147483646 h 211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889" h="21182" fill="none" extrusionOk="0">
                    <a:moveTo>
                      <a:pt x="4227" y="-1"/>
                    </a:moveTo>
                    <a:cubicBezTo>
                      <a:pt x="12322" y="1615"/>
                      <a:pt x="18788" y="7702"/>
                      <a:pt x="20889" y="15685"/>
                    </a:cubicBezTo>
                  </a:path>
                  <a:path w="20889" h="21182" stroke="0" extrusionOk="0">
                    <a:moveTo>
                      <a:pt x="4227" y="-1"/>
                    </a:moveTo>
                    <a:cubicBezTo>
                      <a:pt x="12322" y="1615"/>
                      <a:pt x="18788" y="7702"/>
                      <a:pt x="20889" y="15685"/>
                    </a:cubicBezTo>
                    <a:lnTo>
                      <a:pt x="0" y="21182"/>
                    </a:lnTo>
                    <a:lnTo>
                      <a:pt x="4227" y="-1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" name="Arc 7">
                <a:extLst>
                  <a:ext uri="{FF2B5EF4-FFF2-40B4-BE49-F238E27FC236}">
                    <a16:creationId xmlns:a16="http://schemas.microsoft.com/office/drawing/2014/main" id="{ECACA88B-8CED-4386-9138-0D1E1C38CBB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018517" y="1457219"/>
                <a:ext cx="2447925" cy="2667000"/>
              </a:xfrm>
              <a:custGeom>
                <a:avLst/>
                <a:gdLst>
                  <a:gd name="T0" fmla="*/ 0 w 22048"/>
                  <a:gd name="T1" fmla="*/ 2147483646 h 21600"/>
                  <a:gd name="T2" fmla="*/ 2147483646 w 22048"/>
                  <a:gd name="T3" fmla="*/ 2147483646 h 21600"/>
                  <a:gd name="T4" fmla="*/ 2147483646 w 22048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048" h="21600" fill="none" extrusionOk="0">
                    <a:moveTo>
                      <a:pt x="-1" y="8"/>
                    </a:moveTo>
                    <a:cubicBezTo>
                      <a:pt x="202" y="2"/>
                      <a:pt x="405" y="-1"/>
                      <a:pt x="609" y="0"/>
                    </a:cubicBezTo>
                    <a:cubicBezTo>
                      <a:pt x="11521" y="0"/>
                      <a:pt x="20719" y="8138"/>
                      <a:pt x="22048" y="18969"/>
                    </a:cubicBezTo>
                  </a:path>
                  <a:path w="22048" h="21600" stroke="0" extrusionOk="0">
                    <a:moveTo>
                      <a:pt x="-1" y="8"/>
                    </a:moveTo>
                    <a:cubicBezTo>
                      <a:pt x="202" y="2"/>
                      <a:pt x="405" y="-1"/>
                      <a:pt x="609" y="0"/>
                    </a:cubicBezTo>
                    <a:cubicBezTo>
                      <a:pt x="11521" y="0"/>
                      <a:pt x="20719" y="8138"/>
                      <a:pt x="22048" y="18969"/>
                    </a:cubicBezTo>
                    <a:lnTo>
                      <a:pt x="609" y="21600"/>
                    </a:lnTo>
                    <a:lnTo>
                      <a:pt x="-1" y="8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C03C63E5-2C3B-458B-AD98-92866AE4C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1842" y="1838219"/>
                <a:ext cx="76200" cy="22860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70B6795E-9987-41D6-B7F3-5C61F7C76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8609" y="3305144"/>
                <a:ext cx="914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b="1" dirty="0" err="1">
                    <a:solidFill>
                      <a:srgbClr val="9933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Rắn</a:t>
                </a:r>
                <a:endParaRPr lang="en-US" altLang="en-US" b="1" dirty="0">
                  <a:solidFill>
                    <a:srgbClr val="9933FF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8CBEA63C-67BE-42CE-9897-E8B23AAF52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9194" y="2766907"/>
                <a:ext cx="1143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b="1" dirty="0" err="1">
                    <a:solidFill>
                      <a:srgbClr val="9933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Lỏng</a:t>
                </a:r>
                <a:endParaRPr lang="en-US" altLang="en-US" b="1" dirty="0">
                  <a:solidFill>
                    <a:srgbClr val="9933FF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E23F2384-885B-4D3A-BBB2-BB6D7A0CC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8042" y="3667019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rgbClr val="FF33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O</a:t>
                </a:r>
              </a:p>
            </p:txBody>
          </p:sp>
          <p:sp>
            <p:nvSpPr>
              <p:cNvPr id="20" name="Text Box 16">
                <a:extLst>
                  <a:ext uri="{FF2B5EF4-FFF2-40B4-BE49-F238E27FC236}">
                    <a16:creationId xmlns:a16="http://schemas.microsoft.com/office/drawing/2014/main" id="{7DDDCE0F-8531-49CA-AA1D-C2CB0FDA5A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42" y="1228619"/>
                <a:ext cx="14478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P(</a:t>
                </a:r>
                <a:r>
                  <a:rPr lang="en-US" altLang="en-US" sz="2400" b="1" dirty="0" err="1">
                    <a:latin typeface="Arial" panose="020B0604020202020204" pitchFamily="34" charset="0"/>
                    <a:ea typeface="MS PGothic" panose="020B0600070205080204" pitchFamily="34" charset="-128"/>
                  </a:rPr>
                  <a:t>atm</a:t>
                </a:r>
                <a:r>
                  <a:rPr lang="en-US" altLang="en-US" sz="2400" b="1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)</a:t>
                </a:r>
              </a:p>
            </p:txBody>
          </p:sp>
          <p:sp>
            <p:nvSpPr>
              <p:cNvPr id="21" name="Text Box 17">
                <a:extLst>
                  <a:ext uri="{FF2B5EF4-FFF2-40B4-BE49-F238E27FC236}">
                    <a16:creationId xmlns:a16="http://schemas.microsoft.com/office/drawing/2014/main" id="{8AFDB89F-15D1-4137-9178-FF544371EA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0843" y="4699886"/>
                <a:ext cx="914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t(</a:t>
                </a:r>
                <a:r>
                  <a:rPr lang="en-US" altLang="en-US" sz="2400" b="1" baseline="300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0</a:t>
                </a:r>
                <a:r>
                  <a:rPr lang="en-US" altLang="en-US" sz="2400" b="1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C)</a:t>
                </a:r>
              </a:p>
            </p:txBody>
          </p:sp>
          <p:sp>
            <p:nvSpPr>
              <p:cNvPr id="22" name="Line 18">
                <a:extLst>
                  <a:ext uri="{FF2B5EF4-FFF2-40B4-BE49-F238E27FC236}">
                    <a16:creationId xmlns:a16="http://schemas.microsoft.com/office/drawing/2014/main" id="{178B9450-AF62-4799-A961-0AE55432D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9242" y="2371619"/>
                <a:ext cx="1676400" cy="0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" name="Text Box 19">
                <a:extLst>
                  <a:ext uri="{FF2B5EF4-FFF2-40B4-BE49-F238E27FC236}">
                    <a16:creationId xmlns:a16="http://schemas.microsoft.com/office/drawing/2014/main" id="{F64C3999-9A16-4F88-9DA7-015E3BE7C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042" y="1990619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1,00</a:t>
                </a:r>
              </a:p>
            </p:txBody>
          </p:sp>
          <p:sp>
            <p:nvSpPr>
              <p:cNvPr id="24" name="Line 20">
                <a:extLst>
                  <a:ext uri="{FF2B5EF4-FFF2-40B4-BE49-F238E27FC236}">
                    <a16:creationId xmlns:a16="http://schemas.microsoft.com/office/drawing/2014/main" id="{E599706A-2E07-4F89-9F0C-A1BE4EEE7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9242" y="4124219"/>
                <a:ext cx="1828800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Line 21">
                <a:extLst>
                  <a:ext uri="{FF2B5EF4-FFF2-40B4-BE49-F238E27FC236}">
                    <a16:creationId xmlns:a16="http://schemas.microsoft.com/office/drawing/2014/main" id="{3991C1D4-38C7-482B-B5A4-C5B242720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842" y="2371619"/>
                <a:ext cx="0" cy="2895600"/>
              </a:xfrm>
              <a:prstGeom prst="line">
                <a:avLst/>
              </a:prstGeom>
              <a:noFill/>
              <a:ln w="3810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Text Box 22">
                <a:extLst>
                  <a:ext uri="{FF2B5EF4-FFF2-40B4-BE49-F238E27FC236}">
                    <a16:creationId xmlns:a16="http://schemas.microsoft.com/office/drawing/2014/main" id="{87080A2B-D900-4861-A71A-C492713E8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642" y="3819419"/>
                <a:ext cx="10668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0,006</a:t>
                </a:r>
              </a:p>
            </p:txBody>
          </p:sp>
          <p:sp>
            <p:nvSpPr>
              <p:cNvPr id="27" name="Line 23">
                <a:extLst>
                  <a:ext uri="{FF2B5EF4-FFF2-40B4-BE49-F238E27FC236}">
                    <a16:creationId xmlns:a16="http://schemas.microsoft.com/office/drawing/2014/main" id="{BA84BB2F-53A9-4CFF-B167-F206DA877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5642" y="2371619"/>
                <a:ext cx="3352800" cy="76200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Line 24">
                <a:extLst>
                  <a:ext uri="{FF2B5EF4-FFF2-40B4-BE49-F238E27FC236}">
                    <a16:creationId xmlns:a16="http://schemas.microsoft.com/office/drawing/2014/main" id="{D436FD0E-D15E-4CEE-B354-2042513B42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4042" y="2447819"/>
                <a:ext cx="0" cy="2743200"/>
              </a:xfrm>
              <a:prstGeom prst="line">
                <a:avLst/>
              </a:prstGeom>
              <a:noFill/>
              <a:ln w="38100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Arc 29">
                <a:extLst>
                  <a:ext uri="{FF2B5EF4-FFF2-40B4-BE49-F238E27FC236}">
                    <a16:creationId xmlns:a16="http://schemas.microsoft.com/office/drawing/2014/main" id="{7F44D2D3-C647-48BE-9C7D-E28F73FC81A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418442" y="1798532"/>
                <a:ext cx="3810000" cy="3011487"/>
              </a:xfrm>
              <a:custGeom>
                <a:avLst/>
                <a:gdLst>
                  <a:gd name="T0" fmla="*/ 0 w 23581"/>
                  <a:gd name="T1" fmla="*/ 2147483646 h 21600"/>
                  <a:gd name="T2" fmla="*/ 2147483646 w 23581"/>
                  <a:gd name="T3" fmla="*/ 2147483646 h 21600"/>
                  <a:gd name="T4" fmla="*/ 2147483646 w 23581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581" h="21600" fill="none" extrusionOk="0">
                    <a:moveTo>
                      <a:pt x="0" y="91"/>
                    </a:moveTo>
                    <a:cubicBezTo>
                      <a:pt x="658" y="30"/>
                      <a:pt x="1319" y="-1"/>
                      <a:pt x="1981" y="0"/>
                    </a:cubicBezTo>
                    <a:cubicBezTo>
                      <a:pt x="13910" y="0"/>
                      <a:pt x="23581" y="9670"/>
                      <a:pt x="23581" y="21600"/>
                    </a:cubicBezTo>
                  </a:path>
                  <a:path w="23581" h="21600" stroke="0" extrusionOk="0">
                    <a:moveTo>
                      <a:pt x="0" y="91"/>
                    </a:moveTo>
                    <a:cubicBezTo>
                      <a:pt x="658" y="30"/>
                      <a:pt x="1319" y="-1"/>
                      <a:pt x="1981" y="0"/>
                    </a:cubicBezTo>
                    <a:cubicBezTo>
                      <a:pt x="13910" y="0"/>
                      <a:pt x="23581" y="9670"/>
                      <a:pt x="23581" y="21600"/>
                    </a:cubicBezTo>
                    <a:lnTo>
                      <a:pt x="1981" y="21600"/>
                    </a:lnTo>
                    <a:lnTo>
                      <a:pt x="0" y="91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30">
                <a:extLst>
                  <a:ext uri="{FF2B5EF4-FFF2-40B4-BE49-F238E27FC236}">
                    <a16:creationId xmlns:a16="http://schemas.microsoft.com/office/drawing/2014/main" id="{1EBE7B78-DE1D-42BB-890E-84F3E3D7A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66042" y="1838219"/>
                <a:ext cx="152400" cy="297180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E79016EB-E376-46F2-82D1-91E51D140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6042" y="2371619"/>
                <a:ext cx="0" cy="281940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32">
                <a:extLst>
                  <a:ext uri="{FF2B5EF4-FFF2-40B4-BE49-F238E27FC236}">
                    <a16:creationId xmlns:a16="http://schemas.microsoft.com/office/drawing/2014/main" id="{4E54E2EB-30CA-4B02-A2A6-D5D149751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6042" y="2371619"/>
                <a:ext cx="0" cy="2819400"/>
              </a:xfrm>
              <a:prstGeom prst="line">
                <a:avLst/>
              </a:prstGeom>
              <a:noFill/>
              <a:ln w="38100" cap="rnd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33">
                <a:extLst>
                  <a:ext uri="{FF2B5EF4-FFF2-40B4-BE49-F238E27FC236}">
                    <a16:creationId xmlns:a16="http://schemas.microsoft.com/office/drawing/2014/main" id="{F5C325BD-5AF6-4DFB-82E2-454B7EEE4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2242" y="2447819"/>
                <a:ext cx="0" cy="2743200"/>
              </a:xfrm>
              <a:prstGeom prst="line">
                <a:avLst/>
              </a:prstGeom>
              <a:noFill/>
              <a:ln w="38100" cap="rnd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Text Box 35">
                <a:extLst>
                  <a:ext uri="{FF2B5EF4-FFF2-40B4-BE49-F238E27FC236}">
                    <a16:creationId xmlns:a16="http://schemas.microsoft.com/office/drawing/2014/main" id="{F777D1BD-5E3F-4CE3-BE22-B516828335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1832" y="5191019"/>
                <a:ext cx="1066800" cy="523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vi-V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(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</a:t>
                </a:r>
                <a:r>
                  <a:rPr lang="en-US" altLang="en-US" b="1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s</a:t>
                </a:r>
                <a:r>
                  <a:rPr lang="vi-V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)</a:t>
                </a:r>
                <a:r>
                  <a:rPr lang="vi-VN" altLang="en-US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dd</a:t>
                </a:r>
                <a:r>
                  <a:rPr lang="en-US" altLang="en-US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endPara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5" name="Text Box 36">
                <a:extLst>
                  <a:ext uri="{FF2B5EF4-FFF2-40B4-BE49-F238E27FC236}">
                    <a16:creationId xmlns:a16="http://schemas.microsoft.com/office/drawing/2014/main" id="{B52461C2-BA3D-4212-9044-BC0647EF87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399" y="5221182"/>
                <a:ext cx="1498600" cy="523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vi-V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(</a:t>
                </a:r>
                <a:r>
                  <a:rPr lang="en-US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</a:t>
                </a:r>
                <a:r>
                  <a:rPr lang="en-US" altLang="en-US" b="1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đ</a:t>
                </a:r>
                <a:r>
                  <a:rPr lang="vi-V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)</a:t>
                </a:r>
                <a:r>
                  <a:rPr lang="vi-VN" altLang="en-US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dd</a:t>
                </a:r>
                <a:endPara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6" name="Text Box 36">
                <a:extLst>
                  <a:ext uri="{FF2B5EF4-FFF2-40B4-BE49-F238E27FC236}">
                    <a16:creationId xmlns:a16="http://schemas.microsoft.com/office/drawing/2014/main" id="{C211DD63-4450-43B1-B555-076FB6EEF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1355" y="5183082"/>
                <a:ext cx="14938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&lt;</a:t>
                </a:r>
                <a:r>
                  <a:rPr lang="en-US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(</a:t>
                </a:r>
                <a:r>
                  <a:rPr lang="en-US" altLang="en-US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</a:t>
                </a:r>
                <a:r>
                  <a:rPr lang="en-US" altLang="en-US" b="1" baseline="-25000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đ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)</a:t>
                </a:r>
                <a:r>
                  <a:rPr lang="vi-VN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dm</a:t>
                </a:r>
                <a:endParaRPr lang="en-US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" name="Text Box 35">
                <a:extLst>
                  <a:ext uri="{FF2B5EF4-FFF2-40B4-BE49-F238E27FC236}">
                    <a16:creationId xmlns:a16="http://schemas.microsoft.com/office/drawing/2014/main" id="{C8898D02-F7A1-4796-A0F7-46A69A397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3954" y="5177387"/>
                <a:ext cx="15081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(</a:t>
                </a:r>
                <a:r>
                  <a:rPr lang="en-US" altLang="en-US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</a:t>
                </a:r>
                <a:r>
                  <a:rPr lang="en-US" altLang="en-US" b="1" baseline="-25000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s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)</a:t>
                </a:r>
                <a:r>
                  <a:rPr lang="vi-VN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dm</a:t>
                </a:r>
                <a:r>
                  <a:rPr lang="en-US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&lt;</a:t>
                </a:r>
                <a:r>
                  <a:rPr lang="en-US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</a:t>
                </a:r>
                <a:endParaRPr lang="en-US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0" name="Arc 6">
                <a:extLst>
                  <a:ext uri="{FF2B5EF4-FFF2-40B4-BE49-F238E27FC236}">
                    <a16:creationId xmlns:a16="http://schemas.microsoft.com/office/drawing/2014/main" id="{92BF6E4B-0FF7-46F5-B663-2CFC59CF1BDC}"/>
                  </a:ext>
                </a:extLst>
              </p:cNvPr>
              <p:cNvSpPr>
                <a:spLocks/>
              </p:cNvSpPr>
              <p:nvPr/>
            </p:nvSpPr>
            <p:spPr bwMode="auto">
              <a:xfrm rot="20449116" flipV="1">
                <a:off x="1470705" y="4943369"/>
                <a:ext cx="1003300" cy="71438"/>
              </a:xfrm>
              <a:custGeom>
                <a:avLst/>
                <a:gdLst>
                  <a:gd name="T0" fmla="*/ 2147483646 w 20889"/>
                  <a:gd name="T1" fmla="*/ 0 h 21182"/>
                  <a:gd name="T2" fmla="*/ 2147483646 w 20889"/>
                  <a:gd name="T3" fmla="*/ 2147483646 h 21182"/>
                  <a:gd name="T4" fmla="*/ 0 w 20889"/>
                  <a:gd name="T5" fmla="*/ 2147483646 h 211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889" h="21182" fill="none" extrusionOk="0">
                    <a:moveTo>
                      <a:pt x="4227" y="-1"/>
                    </a:moveTo>
                    <a:cubicBezTo>
                      <a:pt x="12322" y="1615"/>
                      <a:pt x="18788" y="7702"/>
                      <a:pt x="20889" y="15685"/>
                    </a:cubicBezTo>
                  </a:path>
                  <a:path w="20889" h="21182" stroke="0" extrusionOk="0">
                    <a:moveTo>
                      <a:pt x="4227" y="-1"/>
                    </a:moveTo>
                    <a:cubicBezTo>
                      <a:pt x="12322" y="1615"/>
                      <a:pt x="18788" y="7702"/>
                      <a:pt x="20889" y="15685"/>
                    </a:cubicBezTo>
                    <a:lnTo>
                      <a:pt x="0" y="21182"/>
                    </a:lnTo>
                    <a:lnTo>
                      <a:pt x="4227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Text Box 11">
                <a:extLst>
                  <a:ext uri="{FF2B5EF4-FFF2-40B4-BE49-F238E27FC236}">
                    <a16:creationId xmlns:a16="http://schemas.microsoft.com/office/drawing/2014/main" id="{54A44A45-DDAD-4226-AA6F-9B82DDF21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6466" y="1868267"/>
                <a:ext cx="144650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P</a:t>
                </a:r>
                <a:r>
                  <a:rPr lang="vi-VN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0 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&gt;</a:t>
                </a:r>
                <a:r>
                  <a:rPr lang="en-US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  </a:t>
                </a:r>
                <a:r>
                  <a:rPr lang="en-US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P</a:t>
                </a:r>
                <a:r>
                  <a:rPr lang="en-US" altLang="en-US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1</a:t>
                </a:r>
                <a:endParaRPr lang="en-US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28F6A3B-2E71-4766-B884-6FBDB60E8857}"/>
                  </a:ext>
                </a:extLst>
              </p:cNvPr>
              <p:cNvSpPr txBox="1"/>
              <p:nvPr/>
            </p:nvSpPr>
            <p:spPr>
              <a:xfrm>
                <a:off x="2834370" y="1106867"/>
                <a:ext cx="11842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D</a:t>
                </a:r>
                <a:r>
                  <a:rPr lang="vi-VN" sz="2400" dirty="0">
                    <a:solidFill>
                      <a:srgbClr val="FF0000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ung </a:t>
                </a:r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m</a:t>
                </a:r>
                <a:r>
                  <a:rPr lang="vi-VN" sz="2400" dirty="0">
                    <a:solidFill>
                      <a:srgbClr val="FF0000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ôi</a:t>
                </a:r>
                <a:endParaRPr lang="en-US" sz="2400" dirty="0">
                  <a:solidFill>
                    <a:srgbClr val="FF0000"/>
                  </a:solidFill>
                  <a:latin typeface="Arial" panose="020B0604020202020204" pitchFamily="34" charset="0"/>
                  <a:ea typeface="Aachen" panose="02020500000000000000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62ECD68-B67A-447B-80A1-928C0EBAE3CC}"/>
                  </a:ext>
                </a:extLst>
              </p:cNvPr>
              <p:cNvSpPr txBox="1"/>
              <p:nvPr/>
            </p:nvSpPr>
            <p:spPr>
              <a:xfrm>
                <a:off x="1554050" y="1122257"/>
                <a:ext cx="11842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00FF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D</a:t>
                </a:r>
                <a:r>
                  <a:rPr lang="vi-VN" sz="2400" dirty="0">
                    <a:solidFill>
                      <a:srgbClr val="0000FF"/>
                    </a:solidFill>
                    <a:latin typeface="Arial" panose="020B0604020202020204" pitchFamily="34" charset="0"/>
                    <a:ea typeface="Aachen" panose="02020500000000000000" pitchFamily="18" charset="0"/>
                    <a:cs typeface="Arial" panose="020B0604020202020204" pitchFamily="34" charset="0"/>
                  </a:rPr>
                  <a:t>ung dịch</a:t>
                </a:r>
                <a:endParaRPr lang="en-US" sz="2400" dirty="0">
                  <a:solidFill>
                    <a:srgbClr val="0000FF"/>
                  </a:solidFill>
                  <a:latin typeface="Arial" panose="020B0604020202020204" pitchFamily="34" charset="0"/>
                  <a:ea typeface="Aachen" panose="02020500000000000000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1051394" y="5833299"/>
                <a:ext cx="6165086" cy="10772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 err="1"/>
                  <a:t>Giản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đồ</a:t>
                </a:r>
                <a:r>
                  <a:rPr lang="en-US" sz="3200" dirty="0"/>
                  <a:t> </a:t>
                </a:r>
                <a:r>
                  <a:rPr lang="en-US" sz="3200" dirty="0" err="1"/>
                  <a:t>pha</a:t>
                </a:r>
                <a:r>
                  <a:rPr lang="en-US" sz="3200" dirty="0"/>
                  <a:t>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dung </a:t>
                </a:r>
                <a:r>
                  <a:rPr lang="en-US" sz="3200" b="1" dirty="0" err="1">
                    <a:solidFill>
                      <a:srgbClr val="FF0000"/>
                    </a:solidFill>
                  </a:rPr>
                  <a:t>môi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</a:rPr>
                  <a:t>nguyên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b="1" dirty="0" err="1">
                    <a:solidFill>
                      <a:srgbClr val="FF0000"/>
                    </a:solidFill>
                  </a:rPr>
                  <a:t>chất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:r>
                  <a:rPr lang="en-US" sz="3200" dirty="0" err="1"/>
                  <a:t>và</a:t>
                </a:r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0000FF"/>
                    </a:solidFill>
                  </a:rPr>
                  <a:t>dung </a:t>
                </a:r>
                <a:r>
                  <a:rPr lang="en-US" sz="3200" b="1" dirty="0" err="1">
                    <a:solidFill>
                      <a:srgbClr val="0000FF"/>
                    </a:solidFill>
                  </a:rPr>
                  <a:t>dịch</a:t>
                </a:r>
                <a:r>
                  <a:rPr lang="en-US" sz="32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3200" b="1" dirty="0" err="1">
                    <a:solidFill>
                      <a:srgbClr val="0000FF"/>
                    </a:solidFill>
                  </a:rPr>
                  <a:t>không</a:t>
                </a:r>
                <a:r>
                  <a:rPr lang="en-US" sz="3200" b="1" dirty="0">
                    <a:solidFill>
                      <a:srgbClr val="0000FF"/>
                    </a:solidFill>
                  </a:rPr>
                  <a:t> bay </a:t>
                </a:r>
                <a:r>
                  <a:rPr lang="en-US" sz="3200" b="1" dirty="0" err="1">
                    <a:solidFill>
                      <a:srgbClr val="0000FF"/>
                    </a:solidFill>
                  </a:rPr>
                  <a:t>hơi</a:t>
                </a:r>
                <a:endParaRPr lang="en-US" sz="3200" b="1" dirty="0">
                  <a:solidFill>
                    <a:srgbClr val="0000FF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95242" y="2059357"/>
                <a:ext cx="4468339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242" y="2059357"/>
                <a:ext cx="4468339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487192" y="3072257"/>
                <a:ext cx="4621970" cy="49244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192" y="3072257"/>
                <a:ext cx="4621970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7637279" y="3924055"/>
            <a:ext cx="87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704" y="4549696"/>
            <a:ext cx="4430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C</a:t>
            </a:r>
            <a:r>
              <a:rPr lang="en-US" altLang="en-US" sz="2400" baseline="-25000" dirty="0"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molan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9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704" y="5222123"/>
            <a:ext cx="4430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sz="2400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nghiệm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sôi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;</a:t>
            </a:r>
          </a:p>
        </p:txBody>
      </p:sp>
      <p:sp>
        <p:nvSpPr>
          <p:cNvPr id="50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891" y="5894550"/>
            <a:ext cx="4430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-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sz="2400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nghiệm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đông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3388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46" grpId="0" animBg="1"/>
      <p:bldP spid="47" grpId="0"/>
      <p:bldP spid="48" grpId="0"/>
      <p:bldP spid="49" grpId="0"/>
      <p:bldP spid="5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B66D9BD8-7077-4C2C-8DC2-2CF33E08A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842" y="5343419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80358" y="900573"/>
            <a:ext cx="11425972" cy="5508165"/>
            <a:chOff x="280358" y="900573"/>
            <a:chExt cx="11425972" cy="5508165"/>
          </a:xfrm>
        </p:grpSpPr>
        <p:sp>
          <p:nvSpPr>
            <p:cNvPr id="51" name="Rectangle 3">
              <a:extLst>
                <a:ext uri="{FF2B5EF4-FFF2-40B4-BE49-F238E27FC236}">
                  <a16:creationId xmlns:a16="http://schemas.microsoft.com/office/drawing/2014/main" id="{BDD5ECFA-743A-4F5F-ABA6-1F7B053197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58" y="900573"/>
              <a:ext cx="6582666" cy="800890"/>
            </a:xfrm>
            <a:prstGeom prst="rect">
              <a:avLst/>
            </a:prstGeom>
            <a:solidFill>
              <a:schemeClr val="bg1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buFont typeface="Wingdings" panose="05000000000000000000" pitchFamily="2" charset="2"/>
                <a:buChar char="§"/>
                <a:defRPr/>
              </a:pP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Đối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dung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dịch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chưa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bão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hoà</a:t>
              </a:r>
              <a:r>
                <a:rPr lang="en-US" altLang="en-US" sz="3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BB3D04C-2D46-4065-A2A8-3BFED1E4CF1F}"/>
                </a:ext>
              </a:extLst>
            </p:cNvPr>
            <p:cNvSpPr txBox="1"/>
            <p:nvPr/>
          </p:nvSpPr>
          <p:spPr>
            <a:xfrm>
              <a:off x="831946" y="1671632"/>
              <a:ext cx="10874384" cy="16094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quá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trình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sôi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nồng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chất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tan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tăng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tục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nên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nhiệt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sôi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u="sng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tăng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tục</a:t>
              </a:r>
              <a:r>
                <a:rPr lang="en-US" altLang="en-US" sz="32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3200" dirty="0">
                <a:solidFill>
                  <a:srgbClr val="CC00FF"/>
                </a:solidFill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485900" y="5028291"/>
              <a:ext cx="3593370" cy="1380447"/>
              <a:chOff x="5625149" y="5033768"/>
              <a:chExt cx="3593370" cy="1380447"/>
            </a:xfrm>
          </p:grpSpPr>
          <p:graphicFrame>
            <p:nvGraphicFramePr>
              <p:cNvPr id="55" name="Object 4">
                <a:extLst>
                  <a:ext uri="{FF2B5EF4-FFF2-40B4-BE49-F238E27FC236}">
                    <a16:creationId xmlns:a16="http://schemas.microsoft.com/office/drawing/2014/main" id="{D90B660C-CBD8-4817-BFE8-F0213C0619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0005186"/>
                  </p:ext>
                </p:extLst>
              </p:nvPr>
            </p:nvGraphicFramePr>
            <p:xfrm>
              <a:off x="5625149" y="5799852"/>
              <a:ext cx="3462338" cy="614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6" name="Equation" r:id="rId4" imgW="1498320" imgH="241200" progId="Equation.3">
                      <p:embed/>
                    </p:oleObj>
                  </mc:Choice>
                  <mc:Fallback>
                    <p:oleObj name="Equation" r:id="rId4" imgW="1498320" imgH="241200" progId="Equation.3">
                      <p:embed/>
                      <p:pic>
                        <p:nvPicPr>
                          <p:cNvPr id="55" name="Object 4">
                            <a:extLst>
                              <a:ext uri="{FF2B5EF4-FFF2-40B4-BE49-F238E27FC236}">
                                <a16:creationId xmlns:a16="http://schemas.microsoft.com/office/drawing/2014/main" id="{D90B660C-CBD8-4817-BFE8-F0213C0619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5149" y="5799852"/>
                            <a:ext cx="3462338" cy="61436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TextBox 11">
                <a:extLst>
                  <a:ext uri="{FF2B5EF4-FFF2-40B4-BE49-F238E27FC236}">
                    <a16:creationId xmlns:a16="http://schemas.microsoft.com/office/drawing/2014/main" id="{2EACFD48-27A6-423B-BF70-922EB2192E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2294" y="5814986"/>
                <a:ext cx="27622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1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</a:t>
                </a:r>
                <a:endParaRPr lang="en-US" altLang="en-US" b="1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CF03954C-C1AB-428D-B163-54BA59173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0682" y="5649304"/>
                <a:ext cx="494046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40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</a:t>
                </a:r>
                <a:endParaRPr lang="en-US" altLang="en-US" sz="4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TextBox 15">
                <a:extLst>
                  <a:ext uri="{FF2B5EF4-FFF2-40B4-BE49-F238E27FC236}">
                    <a16:creationId xmlns:a16="http://schemas.microsoft.com/office/drawing/2014/main" id="{F1A82E31-E6A7-471D-BFE2-60B55DC313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7128" y="5033768"/>
                <a:ext cx="1365096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vi-V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Không đổi</a:t>
                </a:r>
                <a:endParaRPr lang="en-US" altLang="en-US" dirty="0">
                  <a:solidFill>
                    <a:srgbClr val="0000FF"/>
                  </a:solidFill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841995" y="3119659"/>
            <a:ext cx="10864335" cy="3290666"/>
            <a:chOff x="841995" y="3119659"/>
            <a:chExt cx="10864335" cy="329066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FC3003F-8D41-46FA-9F49-AFB824C9FB33}"/>
                </a:ext>
              </a:extLst>
            </p:cNvPr>
            <p:cNvSpPr txBox="1"/>
            <p:nvPr/>
          </p:nvSpPr>
          <p:spPr>
            <a:xfrm>
              <a:off x="841995" y="3119659"/>
              <a:ext cx="10864335" cy="15694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quá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trình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đông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đặc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nồng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chất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tan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tăng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tục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nên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nhiệt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đông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đặc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u="sng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giảm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tục</a:t>
              </a:r>
              <a:r>
                <a:rPr lang="en-US" altLang="en-US" sz="32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3200" dirty="0">
                <a:solidFill>
                  <a:srgbClr val="006600"/>
                </a:solidFill>
              </a:endParaRP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6294438" y="5028291"/>
              <a:ext cx="3636308" cy="1382034"/>
              <a:chOff x="1478337" y="4999240"/>
              <a:chExt cx="3636308" cy="1382034"/>
            </a:xfrm>
          </p:grpSpPr>
          <p:graphicFrame>
            <p:nvGraphicFramePr>
              <p:cNvPr id="54" name="Object 6">
                <a:extLst>
                  <a:ext uri="{FF2B5EF4-FFF2-40B4-BE49-F238E27FC236}">
                    <a16:creationId xmlns:a16="http://schemas.microsoft.com/office/drawing/2014/main" id="{52DDFBF3-E439-4F16-9B0C-4360F2AD5B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3052816"/>
                  </p:ext>
                </p:extLst>
              </p:nvPr>
            </p:nvGraphicFramePr>
            <p:xfrm>
              <a:off x="1478337" y="5771674"/>
              <a:ext cx="3414712" cy="609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7" name="Equation" r:id="rId6" imgW="1574640" imgH="253800" progId="Equation.3">
                      <p:embed/>
                    </p:oleObj>
                  </mc:Choice>
                  <mc:Fallback>
                    <p:oleObj name="Equation" r:id="rId6" imgW="1574640" imgH="253800" progId="Equation.3">
                      <p:embed/>
                      <p:pic>
                        <p:nvPicPr>
                          <p:cNvPr id="54" name="Object 6">
                            <a:extLst>
                              <a:ext uri="{FF2B5EF4-FFF2-40B4-BE49-F238E27FC236}">
                                <a16:creationId xmlns:a16="http://schemas.microsoft.com/office/drawing/2014/main" id="{52DDFBF3-E439-4F16-9B0C-4360F2AD5BC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8337" y="5771674"/>
                            <a:ext cx="3414712" cy="609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" name="TextBox 10">
                <a:extLst>
                  <a:ext uri="{FF2B5EF4-FFF2-40B4-BE49-F238E27FC236}">
                    <a16:creationId xmlns:a16="http://schemas.microsoft.com/office/drawing/2014/main" id="{6BBEA02C-C537-4973-897B-7023BFD9A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809845" y="5784209"/>
                <a:ext cx="30480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3200" b="1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</a:t>
                </a:r>
                <a:endParaRPr lang="en-US" altLang="en-US" sz="3200" b="1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59" name="TextBox 13">
                <a:extLst>
                  <a:ext uri="{FF2B5EF4-FFF2-40B4-BE49-F238E27FC236}">
                    <a16:creationId xmlns:a16="http://schemas.microsoft.com/office/drawing/2014/main" id="{B553BAEE-CB05-47C2-92ED-44A6633210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3608" y="5537895"/>
                <a:ext cx="524503" cy="769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44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</a:t>
                </a:r>
                <a:endParaRPr lang="en-US" altLang="en-US" sz="4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TextBox 16">
                <a:extLst>
                  <a:ext uri="{FF2B5EF4-FFF2-40B4-BE49-F238E27FC236}">
                    <a16:creationId xmlns:a16="http://schemas.microsoft.com/office/drawing/2014/main" id="{87911B4A-9E37-453D-A458-A6ABD16A47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7836" y="4999240"/>
                <a:ext cx="1462620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vi-V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Không đổi</a:t>
                </a:r>
                <a:endParaRPr lang="en-US" altLang="en-US" dirty="0">
                  <a:solidFill>
                    <a:srgbClr val="0000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446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746476"/>
            <a:ext cx="11774766" cy="1530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3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3000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9g glucose (k bay </a:t>
            </a:r>
            <a:r>
              <a:rPr lang="en-US" altLang="en-US" sz="3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3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3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100g H</a:t>
            </a:r>
            <a:r>
              <a:rPr lang="en-US" altLang="en-US" sz="30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000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0,52 (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3000" baseline="30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/mol) 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000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1,86 (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3000" baseline="30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/mol)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64644" y="2547858"/>
                <a:ext cx="5030608" cy="5539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644" y="2547858"/>
                <a:ext cx="5030608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73847" y="2547858"/>
            <a:ext cx="107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931386" y="2547858"/>
                <a:ext cx="5078378" cy="55399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386" y="2547858"/>
                <a:ext cx="5078378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63" y="3307324"/>
            <a:ext cx="4430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molan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20" y="4023895"/>
            <a:ext cx="831871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100g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→ 9g glucose (M=180) → 0,05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endParaRPr lang="en-US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1000g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                                    → ???? </a:t>
            </a:r>
          </a:p>
        </p:txBody>
      </p:sp>
      <p:sp>
        <p:nvSpPr>
          <p:cNvPr id="2" name="Right Brace 1"/>
          <p:cNvSpPr/>
          <p:nvPr/>
        </p:nvSpPr>
        <p:spPr>
          <a:xfrm>
            <a:off x="8524560" y="4044746"/>
            <a:ext cx="205274" cy="11695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8634973" y="4195359"/>
                <a:ext cx="3656129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𝟎𝟓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𝟏𝟎𝟎𝟎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973" y="4195359"/>
                <a:ext cx="3656129" cy="7936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Notched Right Arrow 2"/>
          <p:cNvSpPr/>
          <p:nvPr/>
        </p:nvSpPr>
        <p:spPr>
          <a:xfrm>
            <a:off x="1811209" y="5921146"/>
            <a:ext cx="438277" cy="42604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218" y="5398279"/>
            <a:ext cx="75300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s,dd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+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100 + 0,5*0,52 =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100,26</a:t>
            </a:r>
            <a:r>
              <a:rPr lang="en-US" altLang="en-US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218" y="6266299"/>
            <a:ext cx="75300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đ,dd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-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0 - 0,5*1,86 =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- 0,93</a:t>
            </a:r>
            <a:r>
              <a:rPr lang="en-US" altLang="en-US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" name="Left Brace 5"/>
          <p:cNvSpPr/>
          <p:nvPr/>
        </p:nvSpPr>
        <p:spPr>
          <a:xfrm>
            <a:off x="2421511" y="5435601"/>
            <a:ext cx="308707" cy="13912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6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 animBg="1"/>
      <p:bldP spid="12" grpId="0"/>
      <p:bldP spid="16" grpId="0" animBg="1"/>
      <p:bldP spid="17" grpId="0"/>
      <p:bldP spid="18" grpId="0"/>
      <p:bldP spid="2" grpId="0" animBg="1"/>
      <p:bldP spid="25" grpId="0"/>
      <p:bldP spid="3" grpId="0" animBg="1"/>
      <p:bldP spid="27" grpId="0"/>
      <p:bldP spid="28" grpId="0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746476"/>
            <a:ext cx="1177476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Cho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lượt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10g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kg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13751" y="5396363"/>
                <a:ext cx="5030608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51" y="5396363"/>
                <a:ext cx="5030608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>
            <a:off x="9575298" y="5359041"/>
            <a:ext cx="221843" cy="14616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009921" y="5297778"/>
            <a:ext cx="1999843" cy="1305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→ C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→ M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57" y="3574298"/>
            <a:ext cx="561230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26757" y="6064321"/>
                <a:ext cx="4112408" cy="7948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𝒄𝒕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𝟏𝟎𝟎𝟎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𝒅𝒎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9933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99336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𝒄𝒕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rgbClr val="9933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57" y="6064321"/>
                <a:ext cx="4112408" cy="7948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97221" y="5396363"/>
                <a:ext cx="3469731" cy="5539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221" y="5396363"/>
                <a:ext cx="3469731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Notched Right Arrow 7"/>
          <p:cNvSpPr/>
          <p:nvPr/>
        </p:nvSpPr>
        <p:spPr>
          <a:xfrm>
            <a:off x="5544359" y="5598367"/>
            <a:ext cx="259282" cy="20527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378798" y="4512605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97459" y="3574298"/>
            <a:ext cx="561230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6757" y="4377947"/>
            <a:ext cx="550009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19901" y="4411813"/>
            <a:ext cx="556742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&lt; C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28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00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 animBg="1"/>
      <p:bldP spid="2" grpId="0" animBg="1"/>
      <p:bldP spid="25" grpId="0"/>
      <p:bldP spid="5" grpId="0"/>
      <p:bldP spid="20" grpId="0"/>
      <p:bldP spid="21" grpId="0" animBg="1"/>
      <p:bldP spid="8" grpId="0" animBg="1"/>
      <p:bldP spid="23" grpId="0" animBg="1"/>
      <p:bldP spid="26" grpId="0"/>
      <p:bldP spid="29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746476"/>
            <a:ext cx="11774766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Hòa tan </a:t>
            </a:r>
            <a:r>
              <a:rPr lang="vi-V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0,98g một chất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vào trong </a:t>
            </a:r>
            <a:r>
              <a:rPr lang="vi-VN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100g benzen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dịch có nhiệt độ sôi </a:t>
            </a:r>
            <a:r>
              <a:rPr lang="vi-VN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  <a:r>
              <a:rPr lang="en-US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,3</a:t>
            </a:r>
            <a:r>
              <a:rPr lang="en-US" baseline="300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biết </a:t>
            </a:r>
            <a:r>
              <a:rPr lang="vi-VN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benzen có nhiệt độ sôi </a:t>
            </a:r>
            <a:r>
              <a:rPr lang="vi-VN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  <a:r>
              <a:rPr 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,1</a:t>
            </a:r>
            <a:r>
              <a:rPr lang="en-US" baseline="30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và </a:t>
            </a:r>
            <a:r>
              <a:rPr lang="vi-VN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=2,65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độ/molan. Tính khối lượng mol của chất đó.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3B97886-BEB1-4FFD-AAE6-83B12CBA2F9D}"/>
              </a:ext>
            </a:extLst>
          </p:cNvPr>
          <p:cNvSpPr txBox="1">
            <a:spLocks noChangeArrowheads="1"/>
          </p:cNvSpPr>
          <p:nvPr/>
        </p:nvSpPr>
        <p:spPr>
          <a:xfrm>
            <a:off x="1530699" y="3043793"/>
            <a:ext cx="7886700" cy="917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altLang="en-US" b="1" dirty="0">
                <a:solidFill>
                  <a:srgbClr val="FF0000"/>
                </a:solidFill>
              </a:rPr>
              <a:t>                            </a:t>
            </a:r>
            <a:r>
              <a:rPr lang="vi-VN" altLang="en-US" sz="4000" b="1" dirty="0">
                <a:solidFill>
                  <a:srgbClr val="FF0000"/>
                </a:solidFill>
              </a:rPr>
              <a:t>M = 130 g/mol</a:t>
            </a:r>
            <a:endParaRPr lang="en-US" alt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urved Right Arrow 2"/>
          <p:cNvSpPr/>
          <p:nvPr/>
        </p:nvSpPr>
        <p:spPr>
          <a:xfrm>
            <a:off x="3687745" y="2967700"/>
            <a:ext cx="472272" cy="4632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3566827"/>
            <a:ext cx="11774766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alt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Cần bao nhiêu gam etylen-glycol (M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g/mol) pha vào 6 lit nước để hạ nhiệt độ đông đặc của nước xuống -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C. Cho biết nước có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= 1,86 độ/molan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7867" y="5898687"/>
            <a:ext cx="28232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en-US" sz="4000" b="1" dirty="0">
                <a:solidFill>
                  <a:srgbClr val="FF0000"/>
                </a:solidFill>
              </a:rPr>
              <a:t>m = 1200 g</a:t>
            </a:r>
            <a:endParaRPr lang="en-US" sz="4000" b="1" dirty="0"/>
          </a:p>
        </p:txBody>
      </p:sp>
      <p:sp>
        <p:nvSpPr>
          <p:cNvPr id="27" name="Curved Right Arrow 26"/>
          <p:cNvSpPr/>
          <p:nvPr/>
        </p:nvSpPr>
        <p:spPr>
          <a:xfrm>
            <a:off x="3687745" y="5898687"/>
            <a:ext cx="472272" cy="4632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8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3" grpId="0" animBg="1"/>
      <p:bldP spid="22" grpId="0"/>
      <p:bldP spid="6" grpId="0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6CCD96-33C2-DBE5-9A74-6506B0BCFFBC}"/>
              </a:ext>
            </a:extLst>
          </p:cNvPr>
          <p:cNvGrpSpPr/>
          <p:nvPr/>
        </p:nvGrpSpPr>
        <p:grpSpPr>
          <a:xfrm>
            <a:off x="373624" y="1062081"/>
            <a:ext cx="11766235" cy="5398811"/>
            <a:chOff x="373624" y="1062081"/>
            <a:chExt cx="11766235" cy="5398811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B7BFE714-3F50-4630-983B-C00D48E11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24" y="1062081"/>
              <a:ext cx="11766235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indent="466725"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Là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 </a:t>
              </a:r>
              <a:r>
                <a:rPr lang="en-US" alt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chuyển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DUNG MÔI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từ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NỒNG ĐỘ DUNG DỊCH THẤP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đến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NỒNG ĐỘ DUNG DỊCH CAO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thông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qua </a:t>
              </a:r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MÀNG BÁN THẨM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373624" y="2766507"/>
              <a:ext cx="6868228" cy="3694385"/>
              <a:chOff x="925877" y="2669889"/>
              <a:chExt cx="6868228" cy="3694385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597" y="2749482"/>
                <a:ext cx="6686550" cy="3467430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>
                <a:off x="3932807" y="2757884"/>
                <a:ext cx="1358284" cy="5211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3827920" y="2669889"/>
                <a:ext cx="15953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rgbClr val="0070C0"/>
                    </a:solidFill>
                  </a:rPr>
                  <a:t>Màn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bán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thẩm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905129" y="5717943"/>
                <a:ext cx="1772018" cy="4989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703630" y="4138815"/>
                <a:ext cx="1880422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C00CC"/>
                    </a:solidFill>
                  </a:rPr>
                  <a:t>SỰ THẨM THẤU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788171" y="5762333"/>
                <a:ext cx="200593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rgbClr val="00B050"/>
                    </a:solidFill>
                  </a:rPr>
                  <a:t>Quá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trình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cân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bằng</a:t>
                </a:r>
                <a:endParaRPr lang="en-US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147689" y="4668392"/>
                <a:ext cx="2853615" cy="5254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Chiều</a:t>
                </a:r>
                <a:r>
                  <a:rPr lang="en-US" dirty="0">
                    <a:solidFill>
                      <a:schemeClr val="tx1"/>
                    </a:solidFill>
                  </a:rPr>
                  <a:t> di </a:t>
                </a:r>
                <a:r>
                  <a:rPr lang="en-US" dirty="0" err="1">
                    <a:solidFill>
                      <a:schemeClr val="tx1"/>
                    </a:solidFill>
                  </a:rPr>
                  <a:t>chuyển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từ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nồng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độ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chất</a:t>
                </a:r>
                <a:r>
                  <a:rPr lang="en-US" dirty="0">
                    <a:solidFill>
                      <a:schemeClr val="tx1"/>
                    </a:solidFill>
                  </a:rPr>
                  <a:t> tan </a:t>
                </a:r>
                <a:r>
                  <a:rPr lang="en-US" dirty="0" err="1">
                    <a:solidFill>
                      <a:schemeClr val="tx1"/>
                    </a:solidFill>
                  </a:rPr>
                  <a:t>thấp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đến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cao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990597" y="3172383"/>
                <a:ext cx="944735" cy="4203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90128" y="3009161"/>
                <a:ext cx="621773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rgbClr val="FF0000"/>
                    </a:solidFill>
                  </a:rPr>
                  <a:t>Chất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tan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925877" y="5757266"/>
                <a:ext cx="3006929" cy="4203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162639" y="5717943"/>
                <a:ext cx="1030145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solidFill>
                      <a:srgbClr val="0000FF"/>
                    </a:solidFill>
                  </a:rPr>
                  <a:t>Nồng</a:t>
                </a:r>
                <a:r>
                  <a:rPr lang="en-US" b="1" dirty="0">
                    <a:solidFill>
                      <a:srgbClr val="0000FF"/>
                    </a:solidFill>
                  </a:rPr>
                  <a:t> </a:t>
                </a:r>
                <a:r>
                  <a:rPr lang="en-US" b="1" dirty="0" err="1">
                    <a:solidFill>
                      <a:srgbClr val="0000FF"/>
                    </a:solidFill>
                  </a:rPr>
                  <a:t>độ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algn="ctr"/>
                <a:r>
                  <a:rPr lang="en-US" b="1" dirty="0" err="1">
                    <a:solidFill>
                      <a:srgbClr val="0000FF"/>
                    </a:solidFill>
                  </a:rPr>
                  <a:t>thấp</a:t>
                </a:r>
                <a:endParaRPr lang="en-US" b="1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309742" y="5717943"/>
                <a:ext cx="1030145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solidFill>
                      <a:srgbClr val="A27B00"/>
                    </a:solidFill>
                  </a:rPr>
                  <a:t>Nồng</a:t>
                </a:r>
                <a:r>
                  <a:rPr lang="en-US" b="1" dirty="0">
                    <a:solidFill>
                      <a:srgbClr val="A27B00"/>
                    </a:solidFill>
                  </a:rPr>
                  <a:t> </a:t>
                </a:r>
                <a:r>
                  <a:rPr lang="en-US" b="1" dirty="0" err="1">
                    <a:solidFill>
                      <a:srgbClr val="A27B00"/>
                    </a:solidFill>
                  </a:rPr>
                  <a:t>độ</a:t>
                </a:r>
                <a:endParaRPr lang="en-US" b="1" dirty="0">
                  <a:solidFill>
                    <a:srgbClr val="A27B00"/>
                  </a:solidFill>
                </a:endParaRPr>
              </a:p>
              <a:p>
                <a:pPr algn="ctr"/>
                <a:r>
                  <a:rPr lang="en-US" b="1" dirty="0" err="1">
                    <a:solidFill>
                      <a:srgbClr val="A27B00"/>
                    </a:solidFill>
                  </a:rPr>
                  <a:t>cao</a:t>
                </a:r>
                <a:endParaRPr lang="en-US" b="1" dirty="0">
                  <a:solidFill>
                    <a:srgbClr val="A27B00"/>
                  </a:solidFill>
                </a:endParaRP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578353" y="4285602"/>
                <a:ext cx="8878" cy="8229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5200060" y="3135721"/>
                <a:ext cx="1176222" cy="4936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/>
                    </a:solidFill>
                  </a:rPr>
                  <a:t>Áp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tx1"/>
                    </a:solidFill>
                  </a:rPr>
                  <a:t>suất</a:t>
                </a:r>
                <a:endParaRPr 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b="1" dirty="0" err="1">
                    <a:solidFill>
                      <a:schemeClr val="tx1"/>
                    </a:solidFill>
                  </a:rPr>
                  <a:t>thẩm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tx1"/>
                    </a:solidFill>
                  </a:rPr>
                  <a:t>thấu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116717" y="4384304"/>
                <a:ext cx="3930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2800" b="1" dirty="0"/>
                  <a:t>π</a:t>
                </a:r>
                <a:endParaRPr lang="en-US" sz="2800" b="1" dirty="0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5788171" y="3655492"/>
                <a:ext cx="452831" cy="8277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485864"/>
              </p:ext>
            </p:extLst>
          </p:nvPr>
        </p:nvGraphicFramePr>
        <p:xfrm>
          <a:off x="7412069" y="3855228"/>
          <a:ext cx="4699000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5" imgW="1358640" imgH="660240" progId="Equation.3">
                  <p:embed/>
                </p:oleObj>
              </mc:Choice>
              <mc:Fallback>
                <p:oleObj name="Equation" r:id="rId5" imgW="1358640" imgH="660240" progId="Equation.3">
                  <p:embed/>
                  <p:pic>
                    <p:nvPicPr>
                      <p:cNvPr id="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69" y="3855228"/>
                        <a:ext cx="4699000" cy="1665288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F1D88B7D-197D-4E61-87D4-038B13CD9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461172"/>
              </p:ext>
            </p:extLst>
          </p:nvPr>
        </p:nvGraphicFramePr>
        <p:xfrm>
          <a:off x="8518063" y="5819194"/>
          <a:ext cx="2971800" cy="87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7" imgW="710891" imgH="215806" progId="Equation.3">
                  <p:embed/>
                </p:oleObj>
              </mc:Choice>
              <mc:Fallback>
                <p:oleObj name="Equation" r:id="rId7" imgW="710891" imgH="215806" progId="Equation.3">
                  <p:embed/>
                  <p:pic>
                    <p:nvPicPr>
                      <p:cNvPr id="30" name="Object 7">
                        <a:extLst>
                          <a:ext uri="{FF2B5EF4-FFF2-40B4-BE49-F238E27FC236}">
                            <a16:creationId xmlns:a16="http://schemas.microsoft.com/office/drawing/2014/main" id="{F1D88B7D-197D-4E61-87D4-038B13CD9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8063" y="5819194"/>
                        <a:ext cx="2971800" cy="87597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Curved Right Arrow 30"/>
          <p:cNvSpPr/>
          <p:nvPr/>
        </p:nvSpPr>
        <p:spPr>
          <a:xfrm rot="20317241">
            <a:off x="7805826" y="5795768"/>
            <a:ext cx="462967" cy="66857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:a16="http://schemas.microsoft.com/office/drawing/2014/main" id="{D6996B39-F1A5-4540-A322-126ECF3F8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5997" y="2805676"/>
            <a:ext cx="45443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Van’t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Hoff:</a:t>
            </a:r>
            <a:r>
              <a:rPr lang="en-US" altLang="en-US" sz="3200" b="1" dirty="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03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3C598B71-EE58-4B4C-A1C0-27396815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26" y="724052"/>
            <a:ext cx="113547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66725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Một dung dịch có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chứa 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chất tan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có áp suất </a:t>
            </a:r>
            <a:r>
              <a:rPr lang="vi-VN" alt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thẩm thấu </a:t>
            </a:r>
            <a:r>
              <a:rPr lang="vi-VN" alt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 = 1,5</a:t>
            </a:r>
            <a:r>
              <a:rPr lang="en-US" alt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atm ở 25</a:t>
            </a:r>
            <a:r>
              <a:rPr lang="vi-VN" altLang="en-US" sz="32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Tính </a:t>
            </a:r>
            <a:r>
              <a:rPr lang="vi-VN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khối lượng mol của chất tan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=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0,082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lit.atm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/mol.K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598025"/>
              </p:ext>
            </p:extLst>
          </p:nvPr>
        </p:nvGraphicFramePr>
        <p:xfrm>
          <a:off x="423327" y="3444285"/>
          <a:ext cx="29718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710891" imgH="215806" progId="Equation.3">
                  <p:embed/>
                </p:oleObj>
              </mc:Choice>
              <mc:Fallback>
                <p:oleObj name="Equation" r:id="rId4" imgW="710891" imgH="215806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27" y="3444285"/>
                        <a:ext cx="2971800" cy="90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1240" y="4798482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298 K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240" y="5651356"/>
            <a:ext cx="2529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</a:t>
            </a:r>
            <a:r>
              <a:rPr lang="vi-VN" sz="3200" dirty="0">
                <a:latin typeface="Arial" pitchFamily="34" charset="0"/>
                <a:cs typeface="Arial" pitchFamily="34" charset="0"/>
                <a:sym typeface="Symbol"/>
              </a:rPr>
              <a:t> = 1,5 atm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3361259" y="3372390"/>
            <a:ext cx="378688" cy="28208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20506" y="3132434"/>
                <a:ext cx="4560416" cy="987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0,082.298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=0,06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506" y="3132434"/>
                <a:ext cx="4560416" cy="9873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otched Right Arrow 4"/>
          <p:cNvSpPr/>
          <p:nvPr/>
        </p:nvSpPr>
        <p:spPr>
          <a:xfrm>
            <a:off x="4000572" y="4457615"/>
            <a:ext cx="317241" cy="321731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69594" y="4394324"/>
                <a:ext cx="60535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 dirty="0"/>
                  <a:t>n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=0,06∗0,2=0,012</m:t>
                    </m:r>
                  </m:oMath>
                </a14:m>
                <a:r>
                  <a:rPr lang="en-US" sz="3200" dirty="0"/>
                  <a:t> mol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594" y="4394324"/>
                <a:ext cx="6053517" cy="492443"/>
              </a:xfrm>
              <a:prstGeom prst="rect">
                <a:avLst/>
              </a:prstGeom>
              <a:blipFill>
                <a:blip r:embed="rId7"/>
                <a:stretch>
                  <a:fillRect l="-4028" t="-24691" r="-3122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rved Right Arrow 11"/>
          <p:cNvSpPr/>
          <p:nvPr/>
        </p:nvSpPr>
        <p:spPr>
          <a:xfrm rot="20679911">
            <a:off x="4982645" y="5156837"/>
            <a:ext cx="252426" cy="45284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66572" y="4978531"/>
                <a:ext cx="485671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𝟎𝟏𝟐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𝟏𝟔𝟑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𝒎𝒐𝒍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572" y="4978531"/>
                <a:ext cx="4856714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715C79B-9DC4-46B6-99CD-D8CB2D0CBF67}"/>
              </a:ext>
            </a:extLst>
          </p:cNvPr>
          <p:cNvSpPr txBox="1"/>
          <p:nvPr/>
        </p:nvSpPr>
        <p:spPr>
          <a:xfrm>
            <a:off x="3833253" y="5918607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ý: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[mmHg] , C [mol/lit]</a:t>
            </a:r>
          </a:p>
          <a:p>
            <a:pPr marL="457200" indent="-457200">
              <a:buFont typeface="Symbol" panose="05050102010706020507" pitchFamily="18" charset="2"/>
              <a:buChar char="®"/>
            </a:pP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R = 62,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 [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mmHg.lit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mol.K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 </a:t>
            </a:r>
          </a:p>
        </p:txBody>
      </p:sp>
    </p:spTree>
    <p:extLst>
      <p:ext uri="{BB962C8B-B14F-4D97-AF65-F5344CB8AC3E}">
        <p14:creationId xmlns:p14="http://schemas.microsoft.com/office/powerpoint/2010/main" val="125650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2" grpId="0" animBg="1"/>
      <p:bldP spid="3" grpId="0"/>
      <p:bldP spid="5" grpId="0" animBg="1"/>
      <p:bldP spid="15" grpId="0"/>
      <p:bldP spid="12" grpId="0" animBg="1"/>
      <p:bldP spid="16" grpId="0"/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F1407-5488-4C2B-8760-2237996DF090}"/>
              </a:ext>
            </a:extLst>
          </p:cNvPr>
          <p:cNvSpPr txBox="1"/>
          <p:nvPr/>
        </p:nvSpPr>
        <p:spPr>
          <a:xfrm>
            <a:off x="171046" y="5757181"/>
            <a:ext cx="11858084" cy="6124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XUẤT N</a:t>
            </a:r>
            <a:r>
              <a:rPr lang="vi-VN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NGỌT TỪ NƯỚC BIỂN BẰNG THẨM THẤU NG</a:t>
            </a:r>
            <a:r>
              <a:rPr lang="vi-VN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294030"/>
            <a:ext cx="6033432" cy="42678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433" y="2014251"/>
            <a:ext cx="4872576" cy="3136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33750" y="1629354"/>
            <a:ext cx="9048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C00CC"/>
                </a:solidFill>
              </a:rPr>
              <a:t>NƯỚC BIỂN</a:t>
            </a:r>
            <a:endParaRPr lang="en-US" b="1" dirty="0">
              <a:solidFill>
                <a:srgbClr val="CC00C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4479" y="2181782"/>
            <a:ext cx="7905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NƯỚC NGỌT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58147" y="2442960"/>
            <a:ext cx="79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C00CC"/>
                </a:solidFill>
              </a:rPr>
              <a:t>NƯỚC BIỂN</a:t>
            </a:r>
            <a:endParaRPr lang="en-US" b="1" dirty="0">
              <a:solidFill>
                <a:srgbClr val="CC00C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06" y="4164182"/>
            <a:ext cx="7905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NƯỚC NGỌT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19909" y="3179415"/>
            <a:ext cx="7905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 &gt; 30 </a:t>
            </a:r>
            <a:r>
              <a:rPr lang="en-US" b="1" dirty="0" err="1" smtClean="0"/>
              <a:t>atm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857484" y="2856249"/>
            <a:ext cx="79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b="1" dirty="0"/>
              <a:t>π</a:t>
            </a:r>
            <a:r>
              <a:rPr lang="en-US" b="1" dirty="0" smtClean="0"/>
              <a:t> </a:t>
            </a:r>
            <a:r>
              <a:rPr lang="en-US" b="1" dirty="0"/>
              <a:t>=</a:t>
            </a:r>
            <a:r>
              <a:rPr lang="en-US" b="1" dirty="0" smtClean="0"/>
              <a:t> 30 </a:t>
            </a:r>
            <a:r>
              <a:rPr lang="en-US" b="1" dirty="0" err="1" smtClean="0"/>
              <a:t>atm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89002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CD62EDD-EAE0-4D3D-A5D0-83E4D266CA58}"/>
              </a:ext>
            </a:extLst>
          </p:cNvPr>
          <p:cNvSpPr txBox="1">
            <a:spLocks noChangeArrowheads="1"/>
          </p:cNvSpPr>
          <p:nvPr/>
        </p:nvSpPr>
        <p:spPr>
          <a:xfrm>
            <a:off x="369098" y="849505"/>
            <a:ext cx="11640666" cy="1678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66725" algn="just">
              <a:lnSpc>
                <a:spcPct val="150000"/>
              </a:lnSpc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  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Raoult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hoff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42310" y="3752074"/>
                <a:ext cx="7791044" cy="73218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𝑏h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𝑏h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𝑛𝑔𝑢𝑦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310" y="3752074"/>
                <a:ext cx="7791044" cy="7321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2146" y="5042548"/>
                <a:ext cx="4468339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46" y="5042548"/>
                <a:ext cx="4468339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02146" y="5970343"/>
                <a:ext cx="4621970" cy="49244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𝑑𝑑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46" y="5970343"/>
                <a:ext cx="4621970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5">
            <a:extLst>
              <a:ext uri="{FF2B5EF4-FFF2-40B4-BE49-F238E27FC236}">
                <a16:creationId xmlns:a16="http://schemas.microsoft.com/office/drawing/2014/main" id="{D6996B39-F1A5-4540-A322-126ECF3F8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8" y="2715542"/>
            <a:ext cx="45443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RAOULT:</a:t>
            </a:r>
            <a:endParaRPr lang="en-US" altLang="en-US" sz="3200" b="1" dirty="0">
              <a:solidFill>
                <a:schemeClr val="accent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Left Brace 1"/>
          <p:cNvSpPr/>
          <p:nvPr/>
        </p:nvSpPr>
        <p:spPr>
          <a:xfrm>
            <a:off x="1398293" y="4937594"/>
            <a:ext cx="503853" cy="15692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328" y="3834859"/>
            <a:ext cx="1361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Raoult</a:t>
            </a:r>
            <a:r>
              <a:rPr lang="en-US" sz="2400" b="1" dirty="0"/>
              <a:t>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27" y="5508678"/>
            <a:ext cx="1361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Raoult</a:t>
            </a:r>
            <a:r>
              <a:rPr lang="en-US" sz="2400" b="1" dirty="0"/>
              <a:t> II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D6996B39-F1A5-4540-A322-126ECF3F8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1939" y="4919418"/>
            <a:ext cx="50600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b="1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VAN’T HOFF: </a:t>
            </a: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F1D88B7D-197D-4E61-87D4-038B13CD9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64315"/>
              </p:ext>
            </p:extLst>
          </p:nvPr>
        </p:nvGraphicFramePr>
        <p:xfrm>
          <a:off x="8499402" y="5722209"/>
          <a:ext cx="2971800" cy="87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7" imgW="710891" imgH="215806" progId="Equation.3">
                  <p:embed/>
                </p:oleObj>
              </mc:Choice>
              <mc:Fallback>
                <p:oleObj name="Equation" r:id="rId7" imgW="710891" imgH="215806" progId="Equation.3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F1D88B7D-197D-4E61-87D4-038B13CD9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9402" y="5722209"/>
                        <a:ext cx="2971800" cy="87597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207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/>
      <p:bldP spid="2" grpId="0" animBg="1"/>
      <p:bldP spid="3" grpId="0"/>
      <p:bldP spid="13" grpId="0"/>
      <p:bldP spid="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CD62EDD-EAE0-4D3D-A5D0-83E4D266CA58}"/>
              </a:ext>
            </a:extLst>
          </p:cNvPr>
          <p:cNvSpPr txBox="1">
            <a:spLocks noChangeArrowheads="1"/>
          </p:cNvSpPr>
          <p:nvPr/>
        </p:nvSpPr>
        <p:spPr>
          <a:xfrm>
            <a:off x="93972" y="849505"/>
            <a:ext cx="11990436" cy="23602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66725" algn="just">
              <a:lnSpc>
                <a:spcPct val="150000"/>
              </a:lnSpc>
              <a:buFontTx/>
              <a:buNone/>
            </a:pP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(acid, base,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…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tuân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Raoult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Hoff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Hoff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537947"/>
              </p:ext>
            </p:extLst>
          </p:nvPr>
        </p:nvGraphicFramePr>
        <p:xfrm>
          <a:off x="4898583" y="3341623"/>
          <a:ext cx="4355302" cy="2724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1168200" imgH="736560" progId="Equation.3">
                  <p:embed/>
                </p:oleObj>
              </mc:Choice>
              <mc:Fallback>
                <p:oleObj name="Equation" r:id="rId4" imgW="1168200" imgH="73656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8583" y="3341623"/>
                        <a:ext cx="4355302" cy="2724659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7" descr="van-t-hoff-2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336" y="3333611"/>
            <a:ext cx="1516063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71022" y="5557352"/>
            <a:ext cx="18386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Jacobus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Hendricus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Van't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Hoff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676262" y="6198175"/>
            <a:ext cx="67999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trương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Hoff</a:t>
            </a:r>
          </a:p>
        </p:txBody>
      </p:sp>
    </p:spTree>
    <p:extLst>
      <p:ext uri="{BB962C8B-B14F-4D97-AF65-F5344CB8AC3E}">
        <p14:creationId xmlns:p14="http://schemas.microsoft.com/office/powerpoint/2010/main" val="223831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4" descr="image%3Fid%3D13364%26rendTypeId%3D4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3" y="973494"/>
            <a:ext cx="1723232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213849" y="814176"/>
            <a:ext cx="9598706" cy="21056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 ARRHENIUS:</a:t>
            </a:r>
            <a:r>
              <a:rPr lang="vi-VN" alt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acid,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bazơ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cation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(anion).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79401" y="3605437"/>
            <a:ext cx="20426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Svante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August 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Arrhenius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213849" y="2809079"/>
            <a:ext cx="9978151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Acid +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Bazơ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435223" y="3619822"/>
            <a:ext cx="1311315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3746538" y="3619822"/>
            <a:ext cx="5322814" cy="18478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HCl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H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NaOH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Na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OH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HCl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NaOH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Na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86744" y="5530238"/>
            <a:ext cx="11587956" cy="13277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tiểu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↔ ion, </a:t>
            </a:r>
            <a:r>
              <a:rPr lang="en-US" altLang="en-US" sz="2800" b="1" dirty="0" err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979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4" descr="I.A. Kablukov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69" y="1111206"/>
            <a:ext cx="1754598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-55951" y="3681251"/>
            <a:ext cx="24854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Ivan </a:t>
            </a:r>
            <a:r>
              <a:rPr lang="en-US" sz="2400" b="1" dirty="0" err="1">
                <a:solidFill>
                  <a:srgbClr val="00B050"/>
                </a:solidFill>
              </a:rPr>
              <a:t>Alekseevich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</a:p>
          <a:p>
            <a:pPr algn="ctr"/>
            <a:r>
              <a:rPr lang="en-US" sz="2400" b="1" dirty="0" err="1">
                <a:solidFill>
                  <a:srgbClr val="00B050"/>
                </a:solidFill>
              </a:rPr>
              <a:t>Kablukov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429486" y="1150634"/>
            <a:ext cx="9222143" cy="21056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 KABLUKOV:</a:t>
            </a:r>
            <a:r>
              <a:rPr lang="vi-VN" alt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tiểu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solvat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en-US" alt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2880322" y="3501003"/>
            <a:ext cx="6400799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hydrat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en-US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752752" y="4704853"/>
            <a:ext cx="1311315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027879"/>
              </p:ext>
            </p:extLst>
          </p:nvPr>
        </p:nvGraphicFramePr>
        <p:xfrm>
          <a:off x="1042988" y="5651500"/>
          <a:ext cx="107759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5" imgW="3771720" imgH="228600" progId="Equation.3">
                  <p:embed/>
                </p:oleObj>
              </mc:Choice>
              <mc:Fallback>
                <p:oleObj name="Equation" r:id="rId5" imgW="3771720" imgH="228600" progId="Equation.3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651500"/>
                        <a:ext cx="10775950" cy="6492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612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Hoff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2" y="2314408"/>
            <a:ext cx="6383792" cy="2807730"/>
          </a:xfrm>
          <a:prstGeom prst="rect">
            <a:avLst/>
          </a:prstGeom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12531" y="973676"/>
            <a:ext cx="114206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87813-B5A7-4B4C-86D5-7B05B6CAE1E3}"/>
              </a:ext>
            </a:extLst>
          </p:cNvPr>
          <p:cNvSpPr txBox="1"/>
          <p:nvPr/>
        </p:nvSpPr>
        <p:spPr>
          <a:xfrm>
            <a:off x="1172250" y="1676736"/>
            <a:ext cx="5116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</a:t>
            </a:r>
            <a:r>
              <a:rPr lang="vi-VN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vi-VN" sz="36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ử</a:t>
            </a:r>
            <a:r>
              <a:rPr lang="vi-VN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&gt;    P</a:t>
            </a:r>
            <a:r>
              <a:rPr lang="vi-VN" sz="36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đly</a:t>
            </a:r>
            <a:endParaRPr lang="en-US" sz="3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052812" y="1932029"/>
            <a:ext cx="487035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KHÔNG ĐIỆN LY: </a:t>
            </a:r>
            <a:r>
              <a:rPr lang="en-US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947114" y="2847978"/>
            <a:ext cx="4492979" cy="65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ĐIỆN LY: 1 &lt; </a:t>
            </a:r>
            <a:r>
              <a:rPr 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35766" y="3487400"/>
            <a:ext cx="420499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m: số ion có trong 1 phân tử. 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vi-VN" sz="24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</a:t>
            </a:r>
            <a:r>
              <a:rPr lang="vi-V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vi-V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 có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vi-V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1458D-E431-4AB2-8D60-3E345C57189B}"/>
              </a:ext>
            </a:extLst>
          </p:cNvPr>
          <p:cNvSpPr txBox="1"/>
          <p:nvPr/>
        </p:nvSpPr>
        <p:spPr>
          <a:xfrm>
            <a:off x="928375" y="5421030"/>
            <a:ext cx="1356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20EB3-4B75-4615-A47F-51E4EAFAED8E}"/>
              </a:ext>
            </a:extLst>
          </p:cNvPr>
          <p:cNvSpPr txBox="1"/>
          <p:nvPr/>
        </p:nvSpPr>
        <p:spPr>
          <a:xfrm>
            <a:off x="2760895" y="5205587"/>
            <a:ext cx="1624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</a:p>
          <a:p>
            <a:pPr algn="ctr"/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8162-8DB2-4705-82DF-F4973A1B544D}"/>
              </a:ext>
            </a:extLst>
          </p:cNvPr>
          <p:cNvSpPr txBox="1"/>
          <p:nvPr/>
        </p:nvSpPr>
        <p:spPr>
          <a:xfrm>
            <a:off x="5213810" y="5205587"/>
            <a:ext cx="14181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  <a:p>
            <a:pPr algn="ctr"/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MUỐI 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402745" y="6250204"/>
            <a:ext cx="11420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8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en-US" sz="2800" dirty="0">
              <a:solidFill>
                <a:srgbClr val="A27B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6962766" y="4755825"/>
            <a:ext cx="4993649" cy="138499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36550" indent="-3365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ĐIỆN LY HOÀN TOÀN: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</a:t>
            </a:r>
          </a:p>
        </p:txBody>
      </p:sp>
    </p:spTree>
    <p:extLst>
      <p:ext uri="{BB962C8B-B14F-4D97-AF65-F5344CB8AC3E}">
        <p14:creationId xmlns:p14="http://schemas.microsoft.com/office/powerpoint/2010/main" val="162222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93979B-34DF-C536-DEE0-ED6D79E03239}"/>
              </a:ext>
            </a:extLst>
          </p:cNvPr>
          <p:cNvGrpSpPr/>
          <p:nvPr/>
        </p:nvGrpSpPr>
        <p:grpSpPr>
          <a:xfrm>
            <a:off x="2114605" y="814176"/>
            <a:ext cx="14173200" cy="4636790"/>
            <a:chOff x="2114605" y="814176"/>
            <a:chExt cx="14173200" cy="4636790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154CD010-E31C-4644-BF5D-042D03AE6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1405" y="4532101"/>
              <a:ext cx="6324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C15C908-C604-4DB2-A32F-95FB0573E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7605" y="874501"/>
              <a:ext cx="0" cy="3657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" name="Arc 6">
              <a:extLst>
                <a:ext uri="{FF2B5EF4-FFF2-40B4-BE49-F238E27FC236}">
                  <a16:creationId xmlns:a16="http://schemas.microsoft.com/office/drawing/2014/main" id="{1232BD13-D2C0-46CE-9E06-BD7564F75C3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67205" y="2855701"/>
              <a:ext cx="1219200" cy="1295400"/>
            </a:xfrm>
            <a:custGeom>
              <a:avLst/>
              <a:gdLst>
                <a:gd name="T0" fmla="*/ 2147483646 w 19560"/>
                <a:gd name="T1" fmla="*/ 0 h 21182"/>
                <a:gd name="T2" fmla="*/ 2147483646 w 19560"/>
                <a:gd name="T3" fmla="*/ 2147483646 h 21182"/>
                <a:gd name="T4" fmla="*/ 0 w 19560"/>
                <a:gd name="T5" fmla="*/ 2147483646 h 21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560" h="21182" fill="none" extrusionOk="0">
                  <a:moveTo>
                    <a:pt x="4227" y="-1"/>
                  </a:moveTo>
                  <a:cubicBezTo>
                    <a:pt x="10957" y="1342"/>
                    <a:pt x="16649" y="5804"/>
                    <a:pt x="19560" y="12019"/>
                  </a:cubicBezTo>
                </a:path>
                <a:path w="19560" h="21182" stroke="0" extrusionOk="0">
                  <a:moveTo>
                    <a:pt x="4227" y="-1"/>
                  </a:moveTo>
                  <a:cubicBezTo>
                    <a:pt x="10957" y="1342"/>
                    <a:pt x="16649" y="5804"/>
                    <a:pt x="19560" y="12019"/>
                  </a:cubicBezTo>
                  <a:lnTo>
                    <a:pt x="0" y="21182"/>
                  </a:lnTo>
                  <a:lnTo>
                    <a:pt x="4227" y="-1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Arc 7">
              <a:extLst>
                <a:ext uri="{FF2B5EF4-FFF2-40B4-BE49-F238E27FC236}">
                  <a16:creationId xmlns:a16="http://schemas.microsoft.com/office/drawing/2014/main" id="{5259FF7C-ACA5-4238-BA60-879E9DE094E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68299" y="855752"/>
              <a:ext cx="3173413" cy="2590800"/>
            </a:xfrm>
            <a:custGeom>
              <a:avLst/>
              <a:gdLst>
                <a:gd name="T0" fmla="*/ 0 w 21255"/>
                <a:gd name="T1" fmla="*/ 0 h 21600"/>
                <a:gd name="T2" fmla="*/ 2147483646 w 21255"/>
                <a:gd name="T3" fmla="*/ 2147483646 h 21600"/>
                <a:gd name="T4" fmla="*/ 0 w 21255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55" h="21600" fill="none" extrusionOk="0">
                  <a:moveTo>
                    <a:pt x="0" y="0"/>
                  </a:moveTo>
                  <a:cubicBezTo>
                    <a:pt x="10446" y="0"/>
                    <a:pt x="19396" y="7476"/>
                    <a:pt x="21255" y="17755"/>
                  </a:cubicBezTo>
                </a:path>
                <a:path w="21255" h="21600" stroke="0" extrusionOk="0">
                  <a:moveTo>
                    <a:pt x="0" y="0"/>
                  </a:moveTo>
                  <a:cubicBezTo>
                    <a:pt x="10446" y="0"/>
                    <a:pt x="19396" y="7476"/>
                    <a:pt x="21255" y="17755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A21D045A-22F3-4B53-9365-D489AEE48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4952" y="1246448"/>
              <a:ext cx="152400" cy="2209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2CBEFF8-74AE-467F-953C-4F51375D2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305" y="2246101"/>
              <a:ext cx="914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CC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Rắn</a:t>
              </a:r>
              <a:endPara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7045A9F-7B6E-497F-8EDC-DA3ABF698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105" y="2329949"/>
              <a:ext cx="11430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CC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Lỏng</a:t>
              </a:r>
              <a:endPara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9BB51442-75C8-469C-8B31-2071A4215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3805" y="3617701"/>
              <a:ext cx="1219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 err="1">
                  <a:solidFill>
                    <a:srgbClr val="CC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Hơi</a:t>
              </a:r>
              <a:endPara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BCED6954-54DA-4943-8FFE-B8DFF49EB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605" y="814176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P(atm)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ACC0D1D4-33C9-4950-86BB-CD52A5948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1368" y="4055851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t(</a:t>
              </a:r>
              <a:r>
                <a:rPr lang="en-US" altLang="en-US" sz="2400" b="1" baseline="3000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0</a:t>
              </a:r>
              <a:r>
                <a:rPr lang="en-US" altLang="en-US" sz="2400" b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C)</a:t>
              </a:r>
            </a:p>
          </p:txBody>
        </p:sp>
        <p:sp>
          <p:nvSpPr>
            <p:cNvPr id="18" name="Arc 23">
              <a:extLst>
                <a:ext uri="{FF2B5EF4-FFF2-40B4-BE49-F238E27FC236}">
                  <a16:creationId xmlns:a16="http://schemas.microsoft.com/office/drawing/2014/main" id="{7320BCC4-B494-4E90-8044-9FA77AA74B1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32405" y="1209464"/>
              <a:ext cx="3752850" cy="2559050"/>
            </a:xfrm>
            <a:custGeom>
              <a:avLst/>
              <a:gdLst>
                <a:gd name="T0" fmla="*/ 0 w 22169"/>
                <a:gd name="T1" fmla="*/ 2147483646 h 21600"/>
                <a:gd name="T2" fmla="*/ 2147483646 w 22169"/>
                <a:gd name="T3" fmla="*/ 2147483646 h 21600"/>
                <a:gd name="T4" fmla="*/ 2147483646 w 22169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69" h="21600" fill="none" extrusionOk="0">
                  <a:moveTo>
                    <a:pt x="0" y="8"/>
                  </a:moveTo>
                  <a:cubicBezTo>
                    <a:pt x="200" y="2"/>
                    <a:pt x="401" y="-1"/>
                    <a:pt x="602" y="0"/>
                  </a:cubicBezTo>
                  <a:cubicBezTo>
                    <a:pt x="12067" y="0"/>
                    <a:pt x="21535" y="8958"/>
                    <a:pt x="22168" y="20406"/>
                  </a:cubicBezTo>
                </a:path>
                <a:path w="22169" h="21600" stroke="0" extrusionOk="0">
                  <a:moveTo>
                    <a:pt x="0" y="8"/>
                  </a:moveTo>
                  <a:cubicBezTo>
                    <a:pt x="200" y="2"/>
                    <a:pt x="401" y="-1"/>
                    <a:pt x="602" y="0"/>
                  </a:cubicBezTo>
                  <a:cubicBezTo>
                    <a:pt x="12067" y="0"/>
                    <a:pt x="21535" y="8958"/>
                    <a:pt x="22168" y="20406"/>
                  </a:cubicBezTo>
                  <a:lnTo>
                    <a:pt x="602" y="21600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70DE3315-43B7-4986-8601-67BF1BFA8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20152" y="1179301"/>
              <a:ext cx="228600" cy="25908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1" name="Arc 25">
              <a:extLst>
                <a:ext uri="{FF2B5EF4-FFF2-40B4-BE49-F238E27FC236}">
                  <a16:creationId xmlns:a16="http://schemas.microsoft.com/office/drawing/2014/main" id="{ADC676F6-2C5C-40AC-934B-360F4737FD4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68090" y="1372167"/>
              <a:ext cx="4465637" cy="2665412"/>
            </a:xfrm>
            <a:custGeom>
              <a:avLst/>
              <a:gdLst>
                <a:gd name="T0" fmla="*/ 0 w 22612"/>
                <a:gd name="T1" fmla="*/ 2147483646 h 21600"/>
                <a:gd name="T2" fmla="*/ 2147483646 w 22612"/>
                <a:gd name="T3" fmla="*/ 2147483646 h 21600"/>
                <a:gd name="T4" fmla="*/ 2147483646 w 22612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612" h="21600" fill="none" extrusionOk="0">
                  <a:moveTo>
                    <a:pt x="-1" y="23"/>
                  </a:moveTo>
                  <a:cubicBezTo>
                    <a:pt x="337" y="7"/>
                    <a:pt x="674" y="-1"/>
                    <a:pt x="1012" y="0"/>
                  </a:cubicBezTo>
                  <a:cubicBezTo>
                    <a:pt x="12941" y="0"/>
                    <a:pt x="22612" y="9670"/>
                    <a:pt x="22612" y="21600"/>
                  </a:cubicBezTo>
                </a:path>
                <a:path w="22612" h="21600" stroke="0" extrusionOk="0">
                  <a:moveTo>
                    <a:pt x="-1" y="23"/>
                  </a:moveTo>
                  <a:cubicBezTo>
                    <a:pt x="337" y="7"/>
                    <a:pt x="674" y="-1"/>
                    <a:pt x="1012" y="0"/>
                  </a:cubicBezTo>
                  <a:cubicBezTo>
                    <a:pt x="12941" y="0"/>
                    <a:pt x="22612" y="9670"/>
                    <a:pt x="22612" y="21600"/>
                  </a:cubicBezTo>
                  <a:lnTo>
                    <a:pt x="1012" y="21600"/>
                  </a:lnTo>
                  <a:lnTo>
                    <a:pt x="-1" y="23"/>
                  </a:lnTo>
                  <a:close/>
                </a:path>
              </a:pathLst>
            </a:custGeom>
            <a:noFill/>
            <a:ln w="2857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977FA7A0-E630-40A5-9833-62A476BA2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8205" y="1218734"/>
              <a:ext cx="228600" cy="281940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3F4B5FFB-D77D-4652-B5CE-BDCC7A0E0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7605" y="1865101"/>
              <a:ext cx="5638800" cy="762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A59FF598-5C00-45EA-8BFF-C6B65D379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0205" y="1941301"/>
              <a:ext cx="0" cy="25908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C578951B-D3E7-4FA0-9061-324EB4E5C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9205" y="1941301"/>
              <a:ext cx="0" cy="25908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" name="Line 30">
              <a:extLst>
                <a:ext uri="{FF2B5EF4-FFF2-40B4-BE49-F238E27FC236}">
                  <a16:creationId xmlns:a16="http://schemas.microsoft.com/office/drawing/2014/main" id="{93C12FFE-FE86-4DC4-BE78-B6DEA7AB0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8205" y="1941301"/>
              <a:ext cx="0" cy="25908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CF41C9D7-FF76-48AA-ADA4-183320AFA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7805" y="1484101"/>
              <a:ext cx="304800" cy="3810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C73B936E-D1EB-4472-9A2C-5F5DACA85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205" y="1941301"/>
              <a:ext cx="0" cy="25908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6C9756AE-5AF0-425C-934C-D1D596395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405" y="1865101"/>
              <a:ext cx="0" cy="26670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EE659CBC-8EC7-4C43-B40A-3D8FC7B84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8205" y="1865101"/>
              <a:ext cx="76200" cy="2667000"/>
            </a:xfrm>
            <a:prstGeom prst="line">
              <a:avLst/>
            </a:prstGeom>
            <a:noFill/>
            <a:ln w="2857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" name="Text Box 36">
              <a:extLst>
                <a:ext uri="{FF2B5EF4-FFF2-40B4-BE49-F238E27FC236}">
                  <a16:creationId xmlns:a16="http://schemas.microsoft.com/office/drawing/2014/main" id="{67BC3B71-660D-4459-8926-66013089D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8005" y="4913101"/>
              <a:ext cx="3429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</a:t>
              </a:r>
              <a:r>
                <a:rPr lang="en-US" altLang="en-US" sz="2400" b="1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(dm)&lt;</a:t>
              </a:r>
              <a:r>
                <a:rPr lang="en-US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</a:t>
              </a:r>
              <a:r>
                <a:rPr lang="en-US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</a:t>
              </a:r>
              <a:r>
                <a:rPr lang="en-US" altLang="en-US" sz="2400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pt</a:t>
              </a:r>
              <a:r>
                <a:rPr lang="vi-V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ử</a:t>
              </a:r>
              <a:r>
                <a:rPr lang="en-US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)&lt;</a:t>
              </a:r>
              <a:r>
                <a:rPr lang="en-US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</a:t>
              </a:r>
              <a:r>
                <a:rPr lang="en-US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</a:t>
              </a:r>
              <a:r>
                <a:rPr lang="en-US" altLang="en-US" sz="24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đl</a:t>
              </a:r>
              <a:r>
                <a:rPr lang="vi-VN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y</a:t>
              </a:r>
              <a:r>
                <a:rPr lang="en-US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)</a:t>
              </a:r>
            </a:p>
          </p:txBody>
        </p:sp>
        <p:sp>
          <p:nvSpPr>
            <p:cNvPr id="32" name="Line 37">
              <a:extLst>
                <a:ext uri="{FF2B5EF4-FFF2-40B4-BE49-F238E27FC236}">
                  <a16:creationId xmlns:a16="http://schemas.microsoft.com/office/drawing/2014/main" id="{272FA855-06BB-4685-AB4D-61D605EBE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2805" y="4532101"/>
              <a:ext cx="1295400" cy="4572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" name="Line 38">
              <a:extLst>
                <a:ext uri="{FF2B5EF4-FFF2-40B4-BE49-F238E27FC236}">
                  <a16:creationId xmlns:a16="http://schemas.microsoft.com/office/drawing/2014/main" id="{56A9E3D2-2D64-426B-9D38-A66AF07CF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39005" y="4532101"/>
              <a:ext cx="1219200" cy="4572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" name="Line 39">
              <a:extLst>
                <a:ext uri="{FF2B5EF4-FFF2-40B4-BE49-F238E27FC236}">
                  <a16:creationId xmlns:a16="http://schemas.microsoft.com/office/drawing/2014/main" id="{0FF510FA-24B9-424E-87BA-AA34E02F2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2805" y="4532101"/>
              <a:ext cx="1295400" cy="4572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" name="Line 40">
              <a:extLst>
                <a:ext uri="{FF2B5EF4-FFF2-40B4-BE49-F238E27FC236}">
                  <a16:creationId xmlns:a16="http://schemas.microsoft.com/office/drawing/2014/main" id="{8B81A117-F3A7-4F11-885F-9406E3B0C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29601" y="4532101"/>
              <a:ext cx="609604" cy="42224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6" name="Line 41">
              <a:extLst>
                <a:ext uri="{FF2B5EF4-FFF2-40B4-BE49-F238E27FC236}">
                  <a16:creationId xmlns:a16="http://schemas.microsoft.com/office/drawing/2014/main" id="{B9135402-3DBE-47D3-906A-0285B45C4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0205" y="4532100"/>
              <a:ext cx="76196" cy="42224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7" name="Text Box 42">
              <a:extLst>
                <a:ext uri="{FF2B5EF4-FFF2-40B4-BE49-F238E27FC236}">
                  <a16:creationId xmlns:a16="http://schemas.microsoft.com/office/drawing/2014/main" id="{E80170F8-A48E-4F22-B555-50C48D07B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005" y="4989301"/>
              <a:ext cx="3581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4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</a:t>
              </a:r>
              <a:r>
                <a:rPr lang="en-US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</a:t>
              </a:r>
              <a:r>
                <a:rPr lang="en-US" altLang="en-US" sz="2400" b="1" dirty="0" err="1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đl</a:t>
              </a:r>
              <a:r>
                <a:rPr lang="vi-VN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y</a:t>
              </a:r>
              <a:r>
                <a:rPr lang="en-US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)&lt;</a:t>
              </a:r>
              <a:r>
                <a:rPr lang="en-US" altLang="en-US" sz="2400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</a:t>
              </a:r>
              <a:r>
                <a:rPr lang="en-US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</a:t>
              </a:r>
              <a:r>
                <a:rPr lang="en-US" altLang="en-US" sz="2400" b="1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pt</a:t>
              </a:r>
              <a:r>
                <a:rPr lang="vi-V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ử</a:t>
              </a:r>
              <a:r>
                <a:rPr lang="en-US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)&lt;</a:t>
              </a:r>
              <a:r>
                <a:rPr lang="en-US" altLang="en-US" sz="2400" b="1" dirty="0" err="1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r>
                <a:rPr lang="en-US" altLang="en-US" sz="2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đ</a:t>
              </a:r>
              <a:r>
                <a:rPr lang="en-US" altLang="en-US" sz="2400" b="1" dirty="0">
                  <a:solidFill>
                    <a:srgbClr val="FF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(dm)</a:t>
              </a:r>
            </a:p>
          </p:txBody>
        </p:sp>
        <p:sp>
          <p:nvSpPr>
            <p:cNvPr id="38" name="Line 43">
              <a:extLst>
                <a:ext uri="{FF2B5EF4-FFF2-40B4-BE49-F238E27FC236}">
                  <a16:creationId xmlns:a16="http://schemas.microsoft.com/office/drawing/2014/main" id="{09C901FA-D0F0-4F24-840D-6F35AF2D4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2806" y="4532101"/>
              <a:ext cx="1295399" cy="51259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9" name="Line 44">
              <a:extLst>
                <a:ext uri="{FF2B5EF4-FFF2-40B4-BE49-F238E27FC236}">
                  <a16:creationId xmlns:a16="http://schemas.microsoft.com/office/drawing/2014/main" id="{F33139F3-9554-46ED-AEC6-3E3355E20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9601" y="4532100"/>
              <a:ext cx="685804" cy="51258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0" name="Line 45">
              <a:extLst>
                <a:ext uri="{FF2B5EF4-FFF2-40B4-BE49-F238E27FC236}">
                  <a16:creationId xmlns:a16="http://schemas.microsoft.com/office/drawing/2014/main" id="{80C6FC3E-4B81-497B-A8D1-7C44858C1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205" y="4532101"/>
              <a:ext cx="76200" cy="4572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" name="Rectangle 2">
              <a:extLst>
                <a:ext uri="{FF2B5EF4-FFF2-40B4-BE49-F238E27FC236}">
                  <a16:creationId xmlns:a16="http://schemas.microsoft.com/office/drawing/2014/main" id="{90282E8C-E9B4-4CDF-B764-066CC7DA3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7205" y="950701"/>
              <a:ext cx="8610600" cy="74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Calibri Light" panose="020F0302020204030204" pitchFamily="34" charset="0"/>
                </a:rPr>
                <a:t>  </a:t>
              </a:r>
              <a:r>
                <a:rPr lang="en-US" altLang="en-US" sz="2000" b="1" dirty="0">
                  <a:solidFill>
                    <a:srgbClr val="FF0000"/>
                  </a:solidFill>
                  <a:latin typeface="Calibri Light" panose="020F0302020204030204" pitchFamily="34" charset="0"/>
                </a:rPr>
                <a:t>P</a:t>
              </a:r>
              <a:r>
                <a:rPr lang="vi-VN" altLang="en-US" sz="2000" b="1" baseline="-25000" dirty="0">
                  <a:solidFill>
                    <a:srgbClr val="FF0000"/>
                  </a:solidFill>
                  <a:latin typeface="Calibri Light" panose="020F0302020204030204" pitchFamily="34" charset="0"/>
                </a:rPr>
                <a:t>dm</a:t>
              </a:r>
              <a:r>
                <a:rPr lang="en-US" altLang="en-US" sz="2000" b="1" dirty="0">
                  <a:solidFill>
                    <a:srgbClr val="FF0000"/>
                  </a:solidFill>
                  <a:latin typeface="Calibri Light" panose="020F0302020204030204" pitchFamily="34" charset="0"/>
                </a:rPr>
                <a:t>&gt;</a:t>
              </a:r>
              <a:r>
                <a:rPr lang="en-US" altLang="en-US" sz="2000" b="1" dirty="0">
                  <a:solidFill>
                    <a:schemeClr val="tx2"/>
                  </a:solidFill>
                  <a:latin typeface="Calibri Light" panose="020F0302020204030204" pitchFamily="34" charset="0"/>
                </a:rPr>
                <a:t> </a:t>
              </a:r>
              <a:r>
                <a:rPr lang="en-US" altLang="en-US" sz="2000" b="1" dirty="0">
                  <a:solidFill>
                    <a:srgbClr val="0000FF"/>
                  </a:solidFill>
                  <a:latin typeface="Calibri Light" panose="020F0302020204030204" pitchFamily="34" charset="0"/>
                </a:rPr>
                <a:t>P</a:t>
              </a:r>
              <a:r>
                <a:rPr lang="vi-VN" altLang="en-US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ptử</a:t>
              </a:r>
              <a:r>
                <a:rPr lang="en-US" altLang="en-US" sz="2000" b="1" dirty="0">
                  <a:solidFill>
                    <a:srgbClr val="0000FF"/>
                  </a:solidFill>
                  <a:latin typeface="Calibri Light" panose="020F0302020204030204" pitchFamily="34" charset="0"/>
                </a:rPr>
                <a:t> &gt; </a:t>
              </a:r>
              <a:r>
                <a:rPr lang="en-US" altLang="en-US" sz="2000" b="1" dirty="0">
                  <a:solidFill>
                    <a:srgbClr val="C00000"/>
                  </a:solidFill>
                  <a:latin typeface="Calibri Light" panose="020F0302020204030204" pitchFamily="34" charset="0"/>
                </a:rPr>
                <a:t>P</a:t>
              </a:r>
              <a:r>
                <a:rPr lang="vi-VN" altLang="en-US" sz="20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đly</a:t>
              </a:r>
              <a:r>
                <a:rPr lang="en-US" altLang="en-US" sz="2400" b="1" dirty="0">
                  <a:solidFill>
                    <a:schemeClr val="tx2"/>
                  </a:solidFill>
                  <a:latin typeface="Calibri Light" panose="020F0302020204030204" pitchFamily="34" charset="0"/>
                </a:rPr>
                <a:t/>
              </a:r>
              <a:br>
                <a:rPr lang="en-US" altLang="en-US" sz="2400" b="1" dirty="0">
                  <a:solidFill>
                    <a:schemeClr val="tx2"/>
                  </a:solidFill>
                  <a:latin typeface="Calibri Light" panose="020F0302020204030204" pitchFamily="34" charset="0"/>
                </a:rPr>
              </a:br>
              <a:endParaRPr lang="en-US" altLang="en-US" sz="2400" b="1" dirty="0">
                <a:solidFill>
                  <a:schemeClr val="tx2"/>
                </a:solidFill>
                <a:latin typeface="Calibri Light" panose="020F0302020204030204" pitchFamily="34" charset="0"/>
              </a:endParaRPr>
            </a:p>
          </p:txBody>
        </p:sp>
      </p:grpSp>
      <p:sp>
        <p:nvSpPr>
          <p:cNvPr id="42" name="Text Box 46">
            <a:extLst>
              <a:ext uri="{FF2B5EF4-FFF2-40B4-BE49-F238E27FC236}">
                <a16:creationId xmlns:a16="http://schemas.microsoft.com/office/drawing/2014/main" id="{295492BD-0367-4DCA-958A-7FDC106F4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80" y="5603664"/>
            <a:ext cx="6496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&lt;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/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tử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&lt;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đ/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id="{9D211A67-F237-4F94-8AD4-89C6CDD1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75" y="6314988"/>
            <a:ext cx="6001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&gt;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/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tử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&gt;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đ/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09283CB8-B3A0-46BC-B272-E0ECCBB5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826" y="5981734"/>
            <a:ext cx="4432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 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ph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/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tử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) &lt;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 (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đ/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ly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5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6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356118" y="973494"/>
            <a:ext cx="11456437" cy="26993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vi-VN" alt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Cần pha 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bao nhiêu gam muối ăn NaCl vào 10 lit nước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để hạ nhiệt độ đóng băng của 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 từ 0</a:t>
            </a:r>
            <a:r>
              <a:rPr lang="vi-VN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xuống -10</a:t>
            </a:r>
            <a:r>
              <a:rPr lang="vi-VN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Cho biết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 số nghiệm đông của nước là 1,86 độ/molan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A2889A-9C82-456C-9756-62943DE3A58F}"/>
              </a:ext>
            </a:extLst>
          </p:cNvPr>
          <p:cNvSpPr txBox="1">
            <a:spLocks noChangeArrowheads="1"/>
          </p:cNvSpPr>
          <p:nvPr/>
        </p:nvSpPr>
        <p:spPr>
          <a:xfrm>
            <a:off x="3695699" y="6019286"/>
            <a:ext cx="3615612" cy="685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altLang="en-US" sz="4000" dirty="0">
                <a:solidFill>
                  <a:srgbClr val="FF0000"/>
                </a:solidFill>
              </a:rPr>
              <a:t>m = 1,5726 Kg</a:t>
            </a:r>
            <a:endParaRPr lang="en-US" altLang="en-US" sz="4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8235" y="3936820"/>
            <a:ext cx="11281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itchFamily="34" charset="0"/>
                <a:cs typeface="Arial" pitchFamily="34" charset="0"/>
                <a:sym typeface="Symbol"/>
              </a:rPr>
              <a:t>   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vi-VN" sz="32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0 –(–10) = 10 = i.k</a:t>
            </a:r>
            <a:r>
              <a:rPr lang="vi-VN" sz="32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đ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.C</a:t>
            </a:r>
            <a:r>
              <a:rPr lang="vi-VN" sz="32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2.1,86.C</a:t>
            </a:r>
            <a:r>
              <a:rPr lang="vi-VN" sz="32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C</a:t>
            </a:r>
            <a:r>
              <a:rPr lang="vi-VN" sz="32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2,688 </a:t>
            </a:r>
            <a:endParaRPr lang="en-US" sz="32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3906" y="4819878"/>
            <a:ext cx="8839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  <a:latin typeface="+mn-lt"/>
                <a:sym typeface="Symbol"/>
              </a:rPr>
              <a:t> 2,688 mol NaCl = 2,688 mol. 58,5 g/mol   1 lit nước</a:t>
            </a:r>
          </a:p>
          <a:p>
            <a:r>
              <a:rPr lang="vi-VN" sz="2800" dirty="0">
                <a:solidFill>
                  <a:srgbClr val="CC00FF"/>
                </a:solidFill>
                <a:latin typeface="+mn-lt"/>
                <a:sym typeface="Symbol"/>
              </a:rPr>
              <a:t>                                                      </a:t>
            </a:r>
            <a:r>
              <a:rPr lang="vi-VN" sz="2800" dirty="0">
                <a:solidFill>
                  <a:srgbClr val="C00000"/>
                </a:solidFill>
                <a:latin typeface="+mn-lt"/>
                <a:sym typeface="Symbol"/>
              </a:rPr>
              <a:t>m ?      10 lit nước</a:t>
            </a:r>
            <a:endParaRPr lang="en-US" sz="28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620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1437942-8E48-488F-966E-CB02FED26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2" y="933569"/>
            <a:ext cx="4758539" cy="2453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B7CAD3-0423-4487-9C7D-D45D7FAD5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1" y="3594625"/>
            <a:ext cx="4758539" cy="3138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D6E09-90A3-45EC-BE16-7CE32C6055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03" y="1362750"/>
            <a:ext cx="3325828" cy="496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25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q/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0BF697A-3450-449E-94F0-ED3FCD2C5E31}"/>
              </a:ext>
            </a:extLst>
          </p:cNvPr>
          <p:cNvSpPr txBox="1">
            <a:spLocks noChangeArrowheads="1"/>
          </p:cNvSpPr>
          <p:nvPr/>
        </p:nvSpPr>
        <p:spPr>
          <a:xfrm>
            <a:off x="361204" y="863395"/>
            <a:ext cx="11648559" cy="15177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kiểu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trật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32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82521AD-1750-4407-97CF-F34AAEA8C764}"/>
              </a:ext>
            </a:extLst>
          </p:cNvPr>
          <p:cNvSpPr txBox="1">
            <a:spLocks noChangeArrowheads="1"/>
          </p:cNvSpPr>
          <p:nvPr/>
        </p:nvSpPr>
        <p:spPr>
          <a:xfrm>
            <a:off x="1469215" y="4201665"/>
            <a:ext cx="8915400" cy="129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NaHSO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   =    Na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+ HSO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HSO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⇌  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+  SO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en-US" dirty="0">
              <a:solidFill>
                <a:schemeClr val="tx2"/>
              </a:solidFill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C9D4EBD6-8574-45AD-9586-7F8170887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313" y="2511798"/>
            <a:ext cx="28042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1.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Liên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kết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ion</a:t>
            </a:r>
            <a:endParaRPr lang="en-US" altLang="en-US" b="1" dirty="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D29B44A3-2464-4B62-ABFD-5531E24AE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313" y="3384881"/>
            <a:ext cx="55358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2.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Cộng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hoá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trị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cực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mạnh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9E7BA9F4-478B-470A-B207-2AC765BA4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313" y="5473005"/>
            <a:ext cx="108764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3.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xảy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ra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những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lk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cộng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hoá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trị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cực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hoặc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cực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883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CE286A11-4E44-4808-B113-7802EA1B8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058" y="1170152"/>
            <a:ext cx="2362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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 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 1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1D4148-F1FD-44DE-99CE-0C02EF3A5644}"/>
                  </a:ext>
                </a:extLst>
              </p:cNvPr>
              <p:cNvSpPr txBox="1"/>
              <p:nvPr/>
            </p:nvSpPr>
            <p:spPr>
              <a:xfrm>
                <a:off x="1087468" y="959102"/>
                <a:ext cx="6800786" cy="1006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ử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ấ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đ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ệ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ly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𝑖𝑜𝑛</m:t>
                              </m:r>
                            </m:e>
                          </m:func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ổ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ng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ử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ấ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ò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1D4148-F1FD-44DE-99CE-0C02EF3A5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468" y="959102"/>
                <a:ext cx="6800786" cy="100630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94622" y="2423869"/>
                <a:ext cx="8726455" cy="8306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itchFamily="34" charset="0"/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𝑖𝑜𝑛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func>
                          <m:funcPr>
                            <m:ctrlP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+ 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𝑠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ố 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𝑚𝑜𝑙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𝑐h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ấ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𝑡</m:t>
                            </m:r>
                            <m:func>
                              <m:funcPr>
                                <m:ctrlP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tan</m:t>
                                </m:r>
                              </m:fName>
                              <m:e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𝑘h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ô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𝑛𝑔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 đ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ệ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𝑙𝑦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func>
                          <m:funcPr>
                            <m:ctrlP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h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ò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𝑎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32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𝑡𝑎𝑛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22" y="2423869"/>
                <a:ext cx="8726455" cy="830612"/>
              </a:xfrm>
              <a:prstGeom prst="rect">
                <a:avLst/>
              </a:prstGeom>
              <a:blipFill rotWithShape="0">
                <a:blip r:embed="rId4"/>
                <a:stretch>
                  <a:fillRect l="-1746"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151680" y="3254481"/>
            <a:ext cx="3671779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3823459" y="3958600"/>
            <a:ext cx="8527381" cy="6978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COOH ↔ CH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COO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(m=2 do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2 ion)  </a:t>
            </a:r>
            <a:endParaRPr lang="en-US" altLang="en-US" sz="2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42927" y="4629958"/>
            <a:ext cx="2663750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4487405" y="4629957"/>
            <a:ext cx="625768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25C512-8F29-4AF0-CB55-B83A2AF04EC6}"/>
              </a:ext>
            </a:extLst>
          </p:cNvPr>
          <p:cNvGrpSpPr/>
          <p:nvPr/>
        </p:nvGrpSpPr>
        <p:grpSpPr>
          <a:xfrm>
            <a:off x="0" y="4729128"/>
            <a:ext cx="8976777" cy="1327444"/>
            <a:chOff x="0" y="4729128"/>
            <a:chExt cx="8976777" cy="1327444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0" y="5360568"/>
              <a:ext cx="3950575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mol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chất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tan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điện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ly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87400" y="5360568"/>
              <a:ext cx="625768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l-GR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17890" y="5360567"/>
              <a:ext cx="625768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l-GR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928543" y="5363071"/>
              <a:ext cx="625768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l-GR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Left Brace 1"/>
            <p:cNvSpPr/>
            <p:nvPr/>
          </p:nvSpPr>
          <p:spPr>
            <a:xfrm rot="5400000">
              <a:off x="7480708" y="4651869"/>
              <a:ext cx="214721" cy="183714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99358" y="4729128"/>
              <a:ext cx="2777419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mol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ion: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mn</a:t>
              </a:r>
              <a:r>
                <a:rPr lang="el-GR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19328" y="6152230"/>
            <a:ext cx="4228486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800" baseline="30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endParaRPr lang="en-US" altLang="en-US" sz="28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D96642A-1168-4E10-AA3D-6865EA1649D6}"/>
              </a:ext>
            </a:extLst>
          </p:cNvPr>
          <p:cNvSpPr txBox="1">
            <a:spLocks noChangeArrowheads="1"/>
          </p:cNvSpPr>
          <p:nvPr/>
        </p:nvSpPr>
        <p:spPr>
          <a:xfrm>
            <a:off x="4506053" y="6152229"/>
            <a:ext cx="1185619" cy="693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- n</a:t>
            </a:r>
            <a:r>
              <a:rPr lang="el-GR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n-US" altLang="en-US" sz="28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51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20" grpId="0"/>
      <p:bldP spid="21" grpId="0"/>
      <p:bldP spid="22" grpId="0"/>
      <p:bldP spid="23" grpId="0"/>
      <p:bldP spid="29" grpId="0"/>
      <p:bldP spid="3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76A54D51-B8BB-4E67-AB16-800B743BB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826530"/>
              </p:ext>
            </p:extLst>
          </p:nvPr>
        </p:nvGraphicFramePr>
        <p:xfrm>
          <a:off x="1541701" y="1593247"/>
          <a:ext cx="6084015" cy="1283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4" imgW="2005729" imgH="393529" progId="Equation.3">
                  <p:embed/>
                </p:oleObj>
              </mc:Choice>
              <mc:Fallback>
                <p:oleObj name="Equation" r:id="rId4" imgW="2005729" imgH="393529" progId="Equation.3">
                  <p:embed/>
                  <p:pic>
                    <p:nvPicPr>
                      <p:cNvPr id="31" name="Object 15">
                        <a:extLst>
                          <a:ext uri="{FF2B5EF4-FFF2-40B4-BE49-F238E27FC236}">
                            <a16:creationId xmlns:a16="http://schemas.microsoft.com/office/drawing/2014/main" id="{76A54D51-B8BB-4E67-AB16-800B743BB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701" y="1593247"/>
                        <a:ext cx="6084015" cy="1283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Notched Right Arrow 2"/>
          <p:cNvSpPr/>
          <p:nvPr/>
        </p:nvSpPr>
        <p:spPr>
          <a:xfrm>
            <a:off x="405438" y="1964332"/>
            <a:ext cx="746449" cy="54117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14EA32F4-E7C1-407C-8021-E0366D941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371768"/>
              </p:ext>
            </p:extLst>
          </p:nvPr>
        </p:nvGraphicFramePr>
        <p:xfrm>
          <a:off x="9015739" y="1559481"/>
          <a:ext cx="29940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6" imgW="622030" imgH="393529" progId="Equation.3">
                  <p:embed/>
                </p:oleObj>
              </mc:Choice>
              <mc:Fallback>
                <p:oleObj name="Equation" r:id="rId6" imgW="622030" imgH="393529" progId="Equation.3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14EA32F4-E7C1-407C-8021-E0366D941B0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739" y="1559481"/>
                        <a:ext cx="2994025" cy="1295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0">
            <a:extLst>
              <a:ext uri="{FF2B5EF4-FFF2-40B4-BE49-F238E27FC236}">
                <a16:creationId xmlns:a16="http://schemas.microsoft.com/office/drawing/2014/main" id="{66BC2C50-5E6D-465D-A482-A7D746987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13" y="859849"/>
            <a:ext cx="5289226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Công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thức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xác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endParaRPr lang="en-US" altLang="en-US" b="1" i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Striped Right Arrow 7"/>
          <p:cNvSpPr/>
          <p:nvPr/>
        </p:nvSpPr>
        <p:spPr>
          <a:xfrm>
            <a:off x="7956833" y="1936593"/>
            <a:ext cx="727788" cy="54117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Box 10">
            <a:extLst>
              <a:ext uri="{FF2B5EF4-FFF2-40B4-BE49-F238E27FC236}">
                <a16:creationId xmlns:a16="http://schemas.microsoft.com/office/drawing/2014/main" id="{66BC2C50-5E6D-465D-A482-A7D746987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2" y="3069485"/>
            <a:ext cx="2039183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i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i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i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đó</a:t>
            </a:r>
            <a:r>
              <a:rPr lang="en-US" altLang="en-US" i="1" dirty="0"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7845" y="3069485"/>
            <a:ext cx="3820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i: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hệ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đẳng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trương</a:t>
            </a:r>
            <a:endParaRPr lang="en-US" altLang="en-US" sz="2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55294" y="3069485"/>
            <a:ext cx="4982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m: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từ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1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ea typeface="MS PGothic" panose="020B0600070205080204" pitchFamily="34" charset="-128"/>
              </a:rPr>
              <a:t>tử</a:t>
            </a:r>
            <a:endParaRPr lang="en-US" altLang="en-US" sz="2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F991985B-19F1-4844-A76B-92671DF5DF40}"/>
              </a:ext>
            </a:extLst>
          </p:cNvPr>
          <p:cNvSpPr txBox="1">
            <a:spLocks noChangeArrowheads="1"/>
          </p:cNvSpPr>
          <p:nvPr/>
        </p:nvSpPr>
        <p:spPr>
          <a:xfrm>
            <a:off x="226420" y="3883244"/>
            <a:ext cx="11783343" cy="13372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66725"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Dung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</a:t>
            </a:r>
            <a:r>
              <a:rPr lang="en-US" altLang="en-US" sz="28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trương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1,84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</a:t>
            </a:r>
            <a:r>
              <a:rPr lang="en-US" altLang="en-US" sz="28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438" y="5800491"/>
            <a:ext cx="267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+mn-lt"/>
              </a:rPr>
              <a:t>AB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 </a:t>
            </a:r>
            <a:r>
              <a:rPr lang="vi-VN" sz="3200" dirty="0">
                <a:latin typeface="+mn-lt"/>
                <a:sym typeface="Symbol"/>
              </a:rPr>
              <a:t> m = 3</a:t>
            </a:r>
            <a:endParaRPr lang="en-US" sz="3200" dirty="0">
              <a:latin typeface="+mn-lt"/>
            </a:endParaRPr>
          </a:p>
        </p:txBody>
      </p:sp>
      <p:graphicFrame>
        <p:nvGraphicFramePr>
          <p:cNvPr id="38" name="Object 3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8259547"/>
              </p:ext>
            </p:extLst>
          </p:nvPr>
        </p:nvGraphicFramePr>
        <p:xfrm>
          <a:off x="3929365" y="5445178"/>
          <a:ext cx="8064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8" imgW="1676160" imgH="393480" progId="Equation.3">
                  <p:embed/>
                </p:oleObj>
              </mc:Choice>
              <mc:Fallback>
                <p:oleObj name="Equation" r:id="rId8" imgW="1676160" imgH="393480" progId="Equation.3">
                  <p:embed/>
                  <p:pic>
                    <p:nvPicPr>
                      <p:cNvPr id="38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365" y="5445178"/>
                        <a:ext cx="8064500" cy="1295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Notched Right Arrow 38"/>
          <p:cNvSpPr/>
          <p:nvPr/>
        </p:nvSpPr>
        <p:spPr>
          <a:xfrm>
            <a:off x="3070659" y="5875942"/>
            <a:ext cx="610712" cy="433872"/>
          </a:xfrm>
          <a:prstGeom prst="notch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4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34" grpId="0" animBg="1"/>
      <p:bldP spid="9" grpId="0"/>
      <p:bldP spid="35" grpId="0"/>
      <p:bldP spid="36" grpId="0"/>
      <p:bldP spid="37" grpId="0"/>
      <p:bldP spid="3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2618" y="973737"/>
            <a:ext cx="11243641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465138" algn="just" fontAlgn="base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</a:pP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suất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hơi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bão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hòa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chứa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22,1 g CaCl</a:t>
            </a:r>
            <a:r>
              <a:rPr lang="en-US" sz="28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100g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ở 20</a:t>
            </a:r>
            <a:r>
              <a:rPr lang="en-US" sz="2800" baseline="30000" dirty="0"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C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16,34 mmHg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suất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hơi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bão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hòa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nguyên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17,54 mmHg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ly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biểu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kiến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CaCl</a:t>
            </a:r>
            <a:r>
              <a:rPr lang="en-US" sz="2800" baseline="-25000" dirty="0">
                <a:solidFill>
                  <a:srgbClr val="CC00CC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2618" y="2526074"/>
            <a:ext cx="1145493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  <a:tabLst>
                <a:tab pos="3378200" algn="l"/>
                <a:tab pos="6176963" algn="l"/>
                <a:tab pos="9088438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A. 32,42%	B. 36,24%	C. 48,87%	D. 31,25%</a:t>
            </a:r>
          </a:p>
        </p:txBody>
      </p:sp>
      <p:sp>
        <p:nvSpPr>
          <p:cNvPr id="20" name="Oval 19"/>
          <p:cNvSpPr/>
          <p:nvPr/>
        </p:nvSpPr>
        <p:spPr>
          <a:xfrm>
            <a:off x="6478551" y="2663408"/>
            <a:ext cx="570368" cy="568080"/>
          </a:xfrm>
          <a:prstGeom prst="ellipse">
            <a:avLst/>
          </a:prstGeom>
          <a:noFill/>
          <a:ln w="38100">
            <a:solidFill>
              <a:srgbClr val="CC00C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60738B-2484-B579-9FEB-86D0A35D53DF}"/>
              </a:ext>
            </a:extLst>
          </p:cNvPr>
          <p:cNvGrpSpPr/>
          <p:nvPr/>
        </p:nvGrpSpPr>
        <p:grpSpPr>
          <a:xfrm>
            <a:off x="-239369" y="3447180"/>
            <a:ext cx="12179247" cy="3186801"/>
            <a:chOff x="-239369" y="3447180"/>
            <a:chExt cx="12179247" cy="3186801"/>
          </a:xfrm>
        </p:grpSpPr>
        <p:sp>
          <p:nvSpPr>
            <p:cNvPr id="22" name="Rectangle 21"/>
            <p:cNvSpPr/>
            <p:nvPr/>
          </p:nvSpPr>
          <p:spPr>
            <a:xfrm>
              <a:off x="213785" y="4944256"/>
              <a:ext cx="11561305" cy="5878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algn="just" fontAlgn="base">
                <a:lnSpc>
                  <a:spcPct val="115000"/>
                </a:lnSpc>
                <a:spcBef>
                  <a:spcPts val="600"/>
                </a:spcBef>
                <a:spcAft>
                  <a:spcPts val="1000"/>
                </a:spcAft>
              </a:pPr>
              <a:r>
                <a:rPr lang="en-US" sz="2800" b="1" dirty="0">
                  <a:latin typeface="Times New Roman" panose="02020603050405020304" pitchFamily="18" charset="0"/>
                  <a:ea typeface="Calibri" panose="020F0502020204030204" pitchFamily="34" charset="0"/>
                </a:rPr>
                <a:t>Theo Dalton 1</a:t>
              </a:r>
              <a:r>
                <a: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: </a:t>
              </a:r>
              <a:r>
                <a:rPr lang="en-US" sz="28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dd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=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i.N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.P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→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baseline="-250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-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dd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=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-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i.N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.P</a:t>
              </a:r>
              <a:r>
                <a:rPr lang="en-US" sz="2800" baseline="-250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dm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→</a:t>
              </a:r>
              <a:endParaRPr lang="en-US" sz="2800" b="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-239369" y="3447180"/>
              <a:ext cx="11243641" cy="1497076"/>
              <a:chOff x="458901" y="3736333"/>
              <a:chExt cx="11243641" cy="149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58901" y="3736333"/>
                    <a:ext cx="11243641" cy="1497076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1" indent="465138" algn="just" fontAlgn="base">
                      <a:lnSpc>
                        <a:spcPct val="115000"/>
                      </a:lnSpc>
                      <a:spcBef>
                        <a:spcPts val="600"/>
                      </a:spcBef>
                      <a:spcAft>
                        <a:spcPts val="1000"/>
                      </a:spcAft>
                    </a:pPr>
                    <a:r>
                      <a:rPr lang="en-US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Giải</a:t>
                    </a: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: Ta </a:t>
                    </a:r>
                    <a:r>
                      <a:rPr lang="en-US" sz="28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có</a:t>
                    </a: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22,1 g CaCl</a:t>
                    </a:r>
                    <a:r>
                      <a:rPr lang="en-US" sz="28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2</a:t>
                    </a: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→ 100 g H</a:t>
                    </a:r>
                    <a:r>
                      <a:rPr lang="en-US" sz="28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2</a:t>
                    </a: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O</a:t>
                    </a:r>
                  </a:p>
                  <a:p>
                    <a:pPr marL="0" marR="0" lvl="1" indent="465138" algn="just" fontAlgn="base">
                      <a:lnSpc>
                        <a:spcPct val="115000"/>
                      </a:lnSpc>
                      <a:spcBef>
                        <a:spcPts val="600"/>
                      </a:spcBef>
                      <a:spcAft>
                        <a:spcPts val="1000"/>
                      </a:spcAft>
                    </a:pP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        </a:t>
                    </a:r>
                    <a:r>
                      <a:rPr lang="en-US" sz="28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nên</a:t>
                    </a:r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22,1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111</m:t>
                            </m:r>
                          </m:den>
                        </m:f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𝐶𝑎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</a:rPr>
                      <a:t> →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a14:m>
                    <a:endParaRPr lang="en-US" sz="28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901" y="3736333"/>
                    <a:ext cx="11243641" cy="149707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t="-2439" b="-36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Right Brace 4"/>
              <p:cNvSpPr/>
              <p:nvPr/>
            </p:nvSpPr>
            <p:spPr>
              <a:xfrm>
                <a:off x="7348451" y="3802833"/>
                <a:ext cx="249382" cy="1400932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833406" y="3829860"/>
                <a:ext cx="22461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en-US" sz="2800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CaCl2</a:t>
                </a:r>
                <a:r>
                  <a:rPr lang="en-US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= 0,035</a:t>
                </a:r>
                <a:endParaRPr lang="en-US" sz="2800" dirty="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7833406" y="4562079"/>
                <a:ext cx="21002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en-US" sz="2800" baseline="-25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H2O</a:t>
                </a:r>
                <a:r>
                  <a:rPr lang="en-US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= 0,965</a:t>
                </a:r>
                <a:endParaRPr 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9706382" y="4723843"/>
                  <a:ext cx="2233496" cy="1100686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𝑑𝑚</m:t>
                                </m:r>
                              </m:sub>
                            </m:sSub>
                          </m:den>
                        </m:f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𝑐𝑡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6382" y="4723843"/>
                  <a:ext cx="2233496" cy="1100686"/>
                </a:xfrm>
                <a:prstGeom prst="rect">
                  <a:avLst/>
                </a:prstGeom>
                <a:blipFill>
                  <a:blip r:embed="rId4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1337879" y="6001664"/>
              <a:ext cx="24529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→ </a:t>
              </a:r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</a:rPr>
                <a:t>i</a:t>
              </a:r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 = 1,977 →</a:t>
              </a:r>
              <a:r>
                <a:rPr lang="en-US" sz="2800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790795" y="5824529"/>
                  <a:ext cx="5375511" cy="8094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1,977−1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3−1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𝟒𝟖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𝟖𝟕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0795" y="5824529"/>
                  <a:ext cx="5375511" cy="809452"/>
                </a:xfrm>
                <a:prstGeom prst="rect">
                  <a:avLst/>
                </a:prstGeom>
                <a:blipFill>
                  <a:blip r:embed="rId5"/>
                  <a:stretch>
                    <a:fillRect l="-472" t="-1538" r="-1415" b="-12308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707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186D9662-9F7E-49CE-8517-7EDBCABB8609}"/>
              </a:ext>
            </a:extLst>
          </p:cNvPr>
          <p:cNvSpPr txBox="1">
            <a:spLocks noChangeArrowheads="1"/>
          </p:cNvSpPr>
          <p:nvPr/>
        </p:nvSpPr>
        <p:spPr>
          <a:xfrm>
            <a:off x="151680" y="1096609"/>
            <a:ext cx="8416212" cy="7488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vi-V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QUI ƯỚC ĐÁNH GIÁ ĐỘ ĐIỆN LY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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41282E5-3221-4C68-92DB-6ACF0CE5E808}"/>
              </a:ext>
            </a:extLst>
          </p:cNvPr>
          <p:cNvSpPr txBox="1">
            <a:spLocks noChangeArrowheads="1"/>
          </p:cNvSpPr>
          <p:nvPr/>
        </p:nvSpPr>
        <p:spPr>
          <a:xfrm>
            <a:off x="1729273" y="1994777"/>
            <a:ext cx="8420100" cy="42158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ịch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0,1N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ở 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altLang="en-US" sz="32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&gt; 30%  </a:t>
            </a:r>
            <a:r>
              <a:rPr lang="vi-VN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C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mạnh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3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3%&lt;  &lt; 30% </a:t>
            </a:r>
            <a:r>
              <a:rPr lang="vi-VN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trung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bình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3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&lt; 3%  </a:t>
            </a:r>
            <a:r>
              <a:rPr lang="vi-VN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C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yếu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562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BDF2A9-632F-4860-B35D-4286A8D66D19}"/>
              </a:ext>
            </a:extLst>
          </p:cNvPr>
          <p:cNvSpPr txBox="1">
            <a:spLocks noChangeArrowheads="1"/>
          </p:cNvSpPr>
          <p:nvPr/>
        </p:nvSpPr>
        <p:spPr>
          <a:xfrm>
            <a:off x="1973424" y="1371600"/>
            <a:ext cx="8458200" cy="685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altLang="en-US" dirty="0">
                <a:solidFill>
                  <a:srgbClr val="0000FF"/>
                </a:solidFill>
                <a:cs typeface="Arial" panose="020B0604020202020204" pitchFamily="34" charset="0"/>
              </a:rPr>
              <a:t>      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en-US" altLang="en-US" b="1" baseline="30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+ 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  <a:r>
              <a:rPr lang="en-US" altLang="en-US" b="1" baseline="30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06101D41-BE68-44A2-8E7C-B7189974A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624" y="1545773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932C338C-F434-4F75-A70D-2FCEA53339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4624" y="1698173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A66A5266-89E3-4DB6-9DD6-7EC41F695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888" y="1052198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Qt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hoá</a:t>
            </a:r>
            <a:endParaRPr lang="en-US" altLang="en-US" sz="2400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FA7101B9-EB63-4D4E-9F48-A711FC904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424" y="1698173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Qt phân tử hoá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4130" y="2246175"/>
            <a:ext cx="52100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viết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kèm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hydrat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ea typeface="MS PGothic" panose="020B0600070205080204" pitchFamily="34" charset="-128"/>
              </a:rPr>
              <a:t>hóa</a:t>
            </a:r>
            <a:r>
              <a:rPr lang="en-US" altLang="en-US" sz="2800" i="1" dirty="0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endParaRPr lang="en-US" altLang="en-US" sz="2800" i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4AC5C16E-E387-4E92-BA61-F2CE0A08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5" y="3131695"/>
            <a:ext cx="341261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endParaRPr lang="en-US" altLang="en-US" sz="3200" b="1" dirty="0">
              <a:solidFill>
                <a:srgbClr val="9933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(HSĐL)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7DF3BB8D-B215-45A8-B5C4-D0E6DB5B9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352734"/>
              </p:ext>
            </p:extLst>
          </p:nvPr>
        </p:nvGraphicFramePr>
        <p:xfrm>
          <a:off x="4231705" y="3021204"/>
          <a:ext cx="3698033" cy="154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4" imgW="1155700" imgH="482600" progId="Equation.3">
                  <p:embed/>
                </p:oleObj>
              </mc:Choice>
              <mc:Fallback>
                <p:oleObj name="Equation" r:id="rId4" imgW="1155700" imgH="482600" progId="Equation.3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7DF3BB8D-B215-45A8-B5C4-D0E6DB5B968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705" y="3021204"/>
                        <a:ext cx="3698033" cy="1544422"/>
                      </a:xfrm>
                      <a:prstGeom prst="rect">
                        <a:avLst/>
                      </a:prstGeom>
                      <a:solidFill>
                        <a:srgbClr val="30F07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8">
            <a:extLst>
              <a:ext uri="{FF2B5EF4-FFF2-40B4-BE49-F238E27FC236}">
                <a16:creationId xmlns:a16="http://schemas.microsoft.com/office/drawing/2014/main" id="{4AC5C16E-E387-4E92-BA61-F2CE0A08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3" y="4738337"/>
            <a:ext cx="109159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acid,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bazơ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hay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tương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ứng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K</a:t>
            </a:r>
            <a:r>
              <a:rPr lang="en-US" altLang="en-US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K</a:t>
            </a:r>
            <a:r>
              <a:rPr lang="en-US" altLang="en-US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3" y="6152289"/>
            <a:ext cx="114841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dd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nước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aseline="-250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K</a:t>
            </a:r>
            <a:r>
              <a:rPr lang="en-US" altLang="en-US" baseline="-25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 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 10</a:t>
            </a:r>
            <a:r>
              <a:rPr lang="en-US" altLang="en-US" baseline="30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-4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hay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pK</a:t>
            </a:r>
            <a:r>
              <a:rPr lang="en-US" altLang="en-US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pK</a:t>
            </a:r>
            <a:r>
              <a:rPr lang="en-US" altLang="en-US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&gt; 4 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axit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, base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endParaRPr lang="en-US" altLang="en-US" b="1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4AC5C16E-E387-4E92-BA61-F2CE0A08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289" y="5446578"/>
            <a:ext cx="4166269" cy="5232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-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lgK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= -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lgK</a:t>
            </a:r>
            <a:r>
              <a:rPr lang="en-US" altLang="en-US" baseline="-25000" dirty="0" err="1"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endParaRPr lang="en-US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10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24" grpId="0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F58F0CA2-BAE0-4D93-8D89-AA37C20EBE47}"/>
              </a:ext>
            </a:extLst>
          </p:cNvPr>
          <p:cNvSpPr txBox="1">
            <a:spLocks noChangeArrowheads="1"/>
          </p:cNvSpPr>
          <p:nvPr/>
        </p:nvSpPr>
        <p:spPr>
          <a:xfrm>
            <a:off x="700259" y="1333228"/>
            <a:ext cx="9879145" cy="7495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COOH 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⇌ CH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COO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 + H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en-US" altLang="en-US" sz="3600" b="1" baseline="30000" dirty="0">
              <a:solidFill>
                <a:srgbClr val="0000FF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36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2" name="Object 4">
            <a:extLst>
              <a:ext uri="{FF2B5EF4-FFF2-40B4-BE49-F238E27FC236}">
                <a16:creationId xmlns:a16="http://schemas.microsoft.com/office/drawing/2014/main" id="{CA44BB1C-5968-44E8-AAC9-4C202A819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801705"/>
              </p:ext>
            </p:extLst>
          </p:nvPr>
        </p:nvGraphicFramePr>
        <p:xfrm>
          <a:off x="5228845" y="2207836"/>
          <a:ext cx="3635445" cy="1051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4" imgW="1549400" imgH="457200" progId="Equation.3">
                  <p:embed/>
                </p:oleObj>
              </mc:Choice>
              <mc:Fallback>
                <p:oleObj name="Equation" r:id="rId4" imgW="1549400" imgH="457200" progId="Equation.3">
                  <p:embed/>
                  <p:pic>
                    <p:nvPicPr>
                      <p:cNvPr id="32" name="Object 4">
                        <a:extLst>
                          <a:ext uri="{FF2B5EF4-FFF2-40B4-BE49-F238E27FC236}">
                            <a16:creationId xmlns:a16="http://schemas.microsoft.com/office/drawing/2014/main" id="{CA44BB1C-5968-44E8-AAC9-4C202A819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845" y="2207836"/>
                        <a:ext cx="3635445" cy="1051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6">
            <a:extLst>
              <a:ext uri="{FF2B5EF4-FFF2-40B4-BE49-F238E27FC236}">
                <a16:creationId xmlns:a16="http://schemas.microsoft.com/office/drawing/2014/main" id="{3773BDC6-72E5-452B-A95E-A1E72D3EF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691" y="2364804"/>
            <a:ext cx="23530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7">
            <a:extLst>
              <a:ext uri="{FF2B5EF4-FFF2-40B4-BE49-F238E27FC236}">
                <a16:creationId xmlns:a16="http://schemas.microsoft.com/office/drawing/2014/main" id="{BF79BC15-5894-4CEB-B200-B21761058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59" y="4032552"/>
            <a:ext cx="845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altLang="en-US" sz="3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(dd) ⇌ NH</a:t>
            </a:r>
            <a:r>
              <a:rPr lang="en-US" altLang="en-US" sz="3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6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(dd)  +  OH</a:t>
            </a:r>
            <a:r>
              <a:rPr lang="en-US" altLang="en-US" sz="36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(dd)</a:t>
            </a:r>
          </a:p>
        </p:txBody>
      </p:sp>
      <p:graphicFrame>
        <p:nvGraphicFramePr>
          <p:cNvPr id="35" name="Object 8">
            <a:extLst>
              <a:ext uri="{FF2B5EF4-FFF2-40B4-BE49-F238E27FC236}">
                <a16:creationId xmlns:a16="http://schemas.microsoft.com/office/drawing/2014/main" id="{C44C4D72-DCB2-4A00-9E12-D94F57293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155238"/>
              </p:ext>
            </p:extLst>
          </p:nvPr>
        </p:nvGraphicFramePr>
        <p:xfrm>
          <a:off x="5449888" y="4989513"/>
          <a:ext cx="33813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6" imgW="1193760" imgH="457200" progId="Equation.3">
                  <p:embed/>
                </p:oleObj>
              </mc:Choice>
              <mc:Fallback>
                <p:oleObj name="Equation" r:id="rId6" imgW="1193760" imgH="457200" progId="Equation.3">
                  <p:embed/>
                  <p:pic>
                    <p:nvPicPr>
                      <p:cNvPr id="35" name="Object 8">
                        <a:extLst>
                          <a:ext uri="{FF2B5EF4-FFF2-40B4-BE49-F238E27FC236}">
                            <a16:creationId xmlns:a16="http://schemas.microsoft.com/office/drawing/2014/main" id="{C44C4D72-DCB2-4A00-9E12-D94F57293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4989513"/>
                        <a:ext cx="33813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1">
            <a:extLst>
              <a:ext uri="{FF2B5EF4-FFF2-40B4-BE49-F238E27FC236}">
                <a16:creationId xmlns:a16="http://schemas.microsoft.com/office/drawing/2014/main" id="{BDD410A5-CFA9-43F3-A734-8678D605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4453" y="5233271"/>
            <a:ext cx="24229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664EAD7A-EE05-4A03-AF9C-406B336D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59" y="2364805"/>
            <a:ext cx="4528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axit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1FC12332-F855-4B22-9268-BBDF5E5E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59" y="5233271"/>
            <a:ext cx="48209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base:</a:t>
            </a:r>
          </a:p>
        </p:txBody>
      </p:sp>
    </p:spTree>
    <p:extLst>
      <p:ext uri="{BB962C8B-B14F-4D97-AF65-F5344CB8AC3E}">
        <p14:creationId xmlns:p14="http://schemas.microsoft.com/office/powerpoint/2010/main" val="274130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6" grpId="0"/>
      <p:bldP spid="37" grpId="0"/>
      <p:bldP spid="3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51" y="1008038"/>
            <a:ext cx="1148414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Với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acid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bazơ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đa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bậc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hiện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tượng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từng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bậc</a:t>
            </a:r>
            <a:r>
              <a:rPr lang="en-US" altLang="en-US" sz="30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65" y="1822412"/>
            <a:ext cx="55249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Ví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dụ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Xét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H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PO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2" y="2540085"/>
            <a:ext cx="58951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PO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4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 H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+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+ H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2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PO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4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-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            K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a1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2" y="3297572"/>
            <a:ext cx="58951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PO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  <a:r>
              <a:rPr lang="en-US" altLang="en-US" sz="3200" baseline="30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 H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+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+ HPO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4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2-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           K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a2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2" y="4060550"/>
            <a:ext cx="58951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HPO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  <a:r>
              <a:rPr lang="en-US" altLang="en-US" sz="3200" baseline="30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2-</a:t>
            </a:r>
            <a:r>
              <a:rPr lang="en-US" altLang="en-US" sz="3200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 H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+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+ PO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4</a:t>
            </a:r>
            <a:r>
              <a:rPr lang="en-US" sz="3200" baseline="30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3-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               K</a:t>
            </a:r>
            <a:r>
              <a:rPr lang="en-US" sz="3200" baseline="-25000" dirty="0">
                <a:solidFill>
                  <a:schemeClr val="accent5">
                    <a:lumMod val="50000"/>
                  </a:schemeClr>
                </a:solidFill>
                <a:latin typeface="VNI-Times" pitchFamily="2" charset="0"/>
                <a:sym typeface="Wingdings 3" panose="05040102010807070707" pitchFamily="18" charset="2"/>
              </a:rPr>
              <a:t>a3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61" y="5517068"/>
            <a:ext cx="13467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Ta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117415"/>
              </p:ext>
            </p:extLst>
          </p:nvPr>
        </p:nvGraphicFramePr>
        <p:xfrm>
          <a:off x="2707171" y="5045075"/>
          <a:ext cx="4175125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4" imgW="1320480" imgH="482400" progId="Equation.3">
                  <p:embed/>
                </p:oleObj>
              </mc:Choice>
              <mc:Fallback>
                <p:oleObj name="Equation" r:id="rId4" imgW="1320480" imgH="482400" progId="Equation.3">
                  <p:embed/>
                  <p:pic>
                    <p:nvPicPr>
                      <p:cNvPr id="2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7171" y="5045075"/>
                        <a:ext cx="4175125" cy="1528763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632916"/>
              </p:ext>
            </p:extLst>
          </p:nvPr>
        </p:nvGraphicFramePr>
        <p:xfrm>
          <a:off x="8687189" y="5260327"/>
          <a:ext cx="2434901" cy="1199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6" imgW="685800" imgH="342720" progId="Equation.3">
                  <p:embed/>
                </p:oleObj>
              </mc:Choice>
              <mc:Fallback>
                <p:oleObj name="Equation" r:id="rId6" imgW="685800" imgH="342720" progId="Equation.3">
                  <p:embed/>
                  <p:pic>
                    <p:nvPicPr>
                      <p:cNvPr id="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7189" y="5260327"/>
                        <a:ext cx="2434901" cy="11994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ched Right Arrow 1"/>
          <p:cNvSpPr/>
          <p:nvPr/>
        </p:nvSpPr>
        <p:spPr>
          <a:xfrm>
            <a:off x="7371183" y="5517068"/>
            <a:ext cx="746449" cy="58477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4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6" grpId="0"/>
      <p:bldP spid="27" grpId="0"/>
      <p:bldP spid="28" grpId="0"/>
      <p:bldP spid="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95F3A0FC-0281-4AF1-9A3B-A118B91F4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917512"/>
            <a:ext cx="868680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HẰNG SỐ ĐIỆN LY CỦA CÁC AXIT ĐA BẬC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982" y="1584667"/>
            <a:ext cx="9633711" cy="52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102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HSĐL (K)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4AC5C16E-E387-4E92-BA61-F2CE0A08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770" y="4429943"/>
            <a:ext cx="221664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pha</a:t>
            </a:r>
            <a:r>
              <a: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loãng</a:t>
            </a:r>
            <a:r>
              <a: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Ostwald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615" y="1025497"/>
            <a:ext cx="75672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Xét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sz="3200" b="1" u="sng" dirty="0">
                <a:latin typeface="Arial" panose="020B0604020202020204" pitchFamily="34" charset="0"/>
                <a:ea typeface="MS PGothic" panose="020B0600070205080204" pitchFamily="34" charset="-128"/>
              </a:rPr>
              <a:t> AB</a:t>
            </a: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59247" y="1723534"/>
            <a:ext cx="39381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4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  </a:t>
            </a:r>
            <a:r>
              <a:rPr lang="en-US" altLang="ja-JP" sz="44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  A</a:t>
            </a:r>
            <a:r>
              <a:rPr lang="en-US" altLang="ja-JP" sz="4400" baseline="300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+</a:t>
            </a:r>
            <a:r>
              <a:rPr lang="en-US" altLang="ja-JP" sz="44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 + B</a:t>
            </a:r>
            <a:r>
              <a:rPr lang="en-US" altLang="ja-JP" sz="4400" baseline="300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-</a:t>
            </a:r>
            <a:r>
              <a:rPr lang="en-US" altLang="ja-JP" sz="4400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endParaRPr lang="en-US" sz="4400" dirty="0">
              <a:solidFill>
                <a:srgbClr val="99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610469" y="2983993"/>
            <a:ext cx="6899051" cy="693501"/>
            <a:chOff x="1610469" y="3170603"/>
            <a:chExt cx="6899051" cy="693501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85745" y="3170603"/>
              <a:ext cx="167142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l-GR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10469" y="3170603"/>
              <a:ext cx="167142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</a:t>
              </a:r>
              <a:r>
                <a: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ly</a:t>
              </a:r>
              <a:endPara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457167" y="3170603"/>
              <a:ext cx="3052353" cy="693501"/>
              <a:chOff x="5457167" y="3170603"/>
              <a:chExt cx="3052353" cy="693501"/>
            </a:xfrm>
          </p:grpSpPr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ED96642A-1168-4E10-AA3D-6865EA1649D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57167" y="3170603"/>
                <a:ext cx="1671422" cy="693501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en-US" sz="28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l-GR" altLang="en-US" sz="28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endPara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ED96642A-1168-4E10-AA3D-6865EA1649D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838098" y="3170603"/>
                <a:ext cx="1671422" cy="693501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en-US" sz="28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l-GR" altLang="en-US" sz="28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endParaRPr lang="en-US" altLang="en-US" sz="28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610469" y="2365841"/>
            <a:ext cx="6246439" cy="693503"/>
            <a:chOff x="1610469" y="2552451"/>
            <a:chExt cx="6246439" cy="693503"/>
          </a:xfrm>
        </p:grpSpPr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10469" y="2552453"/>
              <a:ext cx="167142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 </a:t>
              </a:r>
              <a:r>
                <a:rPr lang="en-US" altLang="en-US" sz="28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đầu</a:t>
              </a:r>
              <a:endPara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85745" y="2552453"/>
              <a:ext cx="167142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31450" y="2552452"/>
              <a:ext cx="649099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207809" y="2552451"/>
              <a:ext cx="649099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610469" y="3677492"/>
            <a:ext cx="6899051" cy="721976"/>
            <a:chOff x="1610469" y="3864102"/>
            <a:chExt cx="6899051" cy="721976"/>
          </a:xfrm>
        </p:grpSpPr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10469" y="3892577"/>
              <a:ext cx="188230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Cân</a:t>
              </a: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bằng</a:t>
              </a:r>
              <a:endParaRPr lang="en-US" alt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ED96642A-1168-4E10-AA3D-6865EA1649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85745" y="3888263"/>
              <a:ext cx="1671422" cy="69350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C(1-</a:t>
              </a:r>
              <a:r>
                <a:rPr lang="el-GR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</a:t>
              </a:r>
              <a:r>
                <a: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5457167" y="3864102"/>
              <a:ext cx="3052353" cy="693501"/>
              <a:chOff x="5457167" y="3170603"/>
              <a:chExt cx="3052353" cy="693501"/>
            </a:xfrm>
          </p:grpSpPr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ED96642A-1168-4E10-AA3D-6865EA1649D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57167" y="3170603"/>
                <a:ext cx="1671422" cy="693501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l-GR" alt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endPara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ED96642A-1168-4E10-AA3D-6865EA1649D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838098" y="3170603"/>
                <a:ext cx="1671422" cy="693501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l-GR" alt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endParaRPr lang="en-US" altLang="en-US" sz="28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7" name="Text Box 7">
            <a:extLst>
              <a:ext uri="{FF2B5EF4-FFF2-40B4-BE49-F238E27FC236}">
                <a16:creationId xmlns:a16="http://schemas.microsoft.com/office/drawing/2014/main" id="{93132948-F2AA-41E9-8184-396DC4F76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67" y="4540443"/>
            <a:ext cx="312500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(C/t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tổng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quát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endParaRPr lang="en-US" altLang="en-US" sz="1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B11509B6-0487-4BEF-A813-37B76F2E9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097762"/>
              </p:ext>
            </p:extLst>
          </p:nvPr>
        </p:nvGraphicFramePr>
        <p:xfrm>
          <a:off x="3593045" y="4630960"/>
          <a:ext cx="32607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4" imgW="1346200" imgH="457200" progId="Equation.3">
                  <p:embed/>
                </p:oleObj>
              </mc:Choice>
              <mc:Fallback>
                <p:oleObj name="Equation" r:id="rId4" imgW="1346200" imgH="457200" progId="Equation.3">
                  <p:embed/>
                  <p:pic>
                    <p:nvPicPr>
                      <p:cNvPr id="28" name="Object 9">
                        <a:extLst>
                          <a:ext uri="{FF2B5EF4-FFF2-40B4-BE49-F238E27FC236}">
                            <a16:creationId xmlns:a16="http://schemas.microsoft.com/office/drawing/2014/main" id="{B11509B6-0487-4BEF-A813-37B76F2E9D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045" y="4630960"/>
                        <a:ext cx="3260725" cy="11176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56677FD0-DC50-4C77-9AF6-C5EF1A43E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86460"/>
              </p:ext>
            </p:extLst>
          </p:nvPr>
        </p:nvGraphicFramePr>
        <p:xfrm>
          <a:off x="7673809" y="4629313"/>
          <a:ext cx="2059746" cy="1611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6" imgW="622030" imgH="482391" progId="Equation.3">
                  <p:embed/>
                </p:oleObj>
              </mc:Choice>
              <mc:Fallback>
                <p:oleObj name="Equation" r:id="rId6" imgW="622030" imgH="482391" progId="Equation.3">
                  <p:embed/>
                  <p:pic>
                    <p:nvPicPr>
                      <p:cNvPr id="29" name="Object 12">
                        <a:extLst>
                          <a:ext uri="{FF2B5EF4-FFF2-40B4-BE49-F238E27FC236}">
                            <a16:creationId xmlns:a16="http://schemas.microsoft.com/office/drawing/2014/main" id="{56677FD0-DC50-4C77-9AF6-C5EF1A43EB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3809" y="4629313"/>
                        <a:ext cx="2059746" cy="161112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0">
            <a:extLst>
              <a:ext uri="{FF2B5EF4-FFF2-40B4-BE49-F238E27FC236}">
                <a16:creationId xmlns:a16="http://schemas.microsoft.com/office/drawing/2014/main" id="{B594A490-0FB4-4BB0-9E59-329DB87A7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700" y="5887528"/>
            <a:ext cx="596507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Với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đ/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&lt;&lt; 1 : (1 -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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1	          (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thường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 0,05)	</a:t>
            </a:r>
          </a:p>
        </p:txBody>
      </p:sp>
      <p:sp>
        <p:nvSpPr>
          <p:cNvPr id="31" name="Right Brace 30"/>
          <p:cNvSpPr/>
          <p:nvPr/>
        </p:nvSpPr>
        <p:spPr>
          <a:xfrm>
            <a:off x="7008368" y="4664844"/>
            <a:ext cx="400138" cy="21492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Box 7">
            <a:extLst>
              <a:ext uri="{FF2B5EF4-FFF2-40B4-BE49-F238E27FC236}">
                <a16:creationId xmlns:a16="http://schemas.microsoft.com/office/drawing/2014/main" id="{93132948-F2AA-41E9-8184-396DC4F76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8507" y="6303102"/>
            <a:ext cx="47834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dụng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 0,05 (5%) </a:t>
            </a:r>
            <a:endParaRPr lang="en-US" altLang="en-US" sz="18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768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  <p:bldP spid="27" grpId="0"/>
      <p:bldP spid="30" grpId="0"/>
      <p:bldP spid="31" grpId="0" animBg="1"/>
      <p:bldP spid="3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D90F026-5D0F-4DE0-BD75-AB0BDE499D25}"/>
              </a:ext>
            </a:extLst>
          </p:cNvPr>
          <p:cNvSpPr txBox="1">
            <a:spLocks noChangeArrowheads="1"/>
          </p:cNvSpPr>
          <p:nvPr/>
        </p:nvSpPr>
        <p:spPr>
          <a:xfrm>
            <a:off x="484254" y="1061143"/>
            <a:ext cx="11231667" cy="254047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 tan và dung môi có cực càng mạnh →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lớn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càng nhỏ → 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lớn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altLang="en-US" sz="32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thường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3200" b="1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vi-VN" altLang="en-US" sz="3200" b="1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sz="3200" b="1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CD9A7725-EB8C-4124-8559-02EB40B6B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16" y="3937135"/>
            <a:ext cx="1172284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66725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fr-F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HA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 0,1M </a:t>
            </a:r>
            <a:r>
              <a:rPr lang="fr-F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 α = 1,3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–2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ở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HA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α’ = α/2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839" y="5725165"/>
            <a:ext cx="406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latin typeface="+mn-lt"/>
              </a:rPr>
              <a:t>K </a:t>
            </a:r>
            <a:r>
              <a:rPr lang="vi-VN" sz="3600" dirty="0">
                <a:latin typeface="+mn-lt"/>
                <a:sym typeface="Symbol"/>
              </a:rPr>
              <a:t> C.</a:t>
            </a:r>
            <a:r>
              <a:rPr lang="vi-VN" sz="3600" baseline="30000" dirty="0">
                <a:latin typeface="+mn-lt"/>
                <a:sym typeface="Symbol"/>
              </a:rPr>
              <a:t>2</a:t>
            </a:r>
            <a:r>
              <a:rPr lang="vi-VN" sz="3600" dirty="0">
                <a:latin typeface="+mn-lt"/>
                <a:sym typeface="Symbol"/>
              </a:rPr>
              <a:t> = C’.(’)</a:t>
            </a:r>
            <a:r>
              <a:rPr lang="vi-VN" sz="3600" baseline="30000" dirty="0">
                <a:latin typeface="+mn-lt"/>
                <a:sym typeface="Symbol"/>
              </a:rPr>
              <a:t>2</a:t>
            </a:r>
            <a:r>
              <a:rPr lang="vi-VN" sz="3600" dirty="0">
                <a:latin typeface="+mn-lt"/>
              </a:rPr>
              <a:t> </a:t>
            </a:r>
            <a:endParaRPr lang="en-US" sz="3600" dirty="0">
              <a:latin typeface="+mn-lt"/>
            </a:endParaRPr>
          </a:p>
        </p:txBody>
      </p:sp>
      <p:sp>
        <p:nvSpPr>
          <p:cNvPr id="2" name="Notched Right Arrow 1"/>
          <p:cNvSpPr/>
          <p:nvPr/>
        </p:nvSpPr>
        <p:spPr>
          <a:xfrm>
            <a:off x="5482976" y="5886747"/>
            <a:ext cx="445032" cy="32316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4206" y="5510586"/>
                <a:ext cx="5458995" cy="10754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=0,1∗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sz="3200" b="1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206" y="5510586"/>
                <a:ext cx="5458995" cy="10754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85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2" grpId="0" animBg="1"/>
      <p:bldP spid="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67366-2BE4-4A15-B8F4-D6B08D6FB533}"/>
              </a:ext>
            </a:extLst>
          </p:cNvPr>
          <p:cNvSpPr txBox="1"/>
          <p:nvPr/>
        </p:nvSpPr>
        <p:spPr>
          <a:xfrm>
            <a:off x="1945431" y="1950723"/>
            <a:ext cx="8915400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HA(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O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+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+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A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-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dd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);   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" name="Rectangle 1"/>
          <p:cNvSpPr/>
          <p:nvPr/>
        </p:nvSpPr>
        <p:spPr>
          <a:xfrm>
            <a:off x="330494" y="959389"/>
            <a:ext cx="6533135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ÁP DỤNG 2: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vi-VN" sz="3200" dirty="0"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7943" y="2892420"/>
            <a:ext cx="887652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Trường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nào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dd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HA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2800" b="1" u="sng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800" b="1" u="sng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sz="2800" b="1" u="sng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 </a:t>
            </a:r>
            <a:r>
              <a:rPr lang="en-US" sz="2800" b="1" u="sng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marL="914400" indent="-4476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nhiệt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914400" indent="-4476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nồng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HA.</a:t>
            </a:r>
          </a:p>
          <a:p>
            <a:pPr marL="914400" indent="-4476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Thay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dung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vi-VN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ớc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r</a:t>
            </a:r>
            <a:r>
              <a:rPr lang="vi-VN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ợu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etylic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sz="28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14400" indent="-4476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4. 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Thêm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dd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NaOH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B52D2-F5D0-41F7-9876-AFCCCC554307}"/>
              </a:ext>
            </a:extLst>
          </p:cNvPr>
          <p:cNvSpPr txBox="1"/>
          <p:nvPr/>
        </p:nvSpPr>
        <p:spPr>
          <a:xfrm>
            <a:off x="9118601" y="4737751"/>
            <a:ext cx="251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Đáp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1, </a:t>
            </a:r>
            <a:r>
              <a:rPr lang="vi-VN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30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1681" y="814176"/>
            <a:ext cx="11481520" cy="1478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151681" y="2891480"/>
            <a:ext cx="114815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ion →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NaCl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Na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…) →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Curved Right Arrow 2"/>
          <p:cNvSpPr/>
          <p:nvPr/>
        </p:nvSpPr>
        <p:spPr>
          <a:xfrm>
            <a:off x="590217" y="4580228"/>
            <a:ext cx="501464" cy="59009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68963" y="4555906"/>
            <a:ext cx="806164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81E4388-66D3-4D80-A89B-ACE3EA031814}"/>
              </a:ext>
            </a:extLst>
          </p:cNvPr>
          <p:cNvSpPr txBox="1">
            <a:spLocks noChangeArrowheads="1"/>
          </p:cNvSpPr>
          <p:nvPr/>
        </p:nvSpPr>
        <p:spPr>
          <a:xfrm>
            <a:off x="8983760" y="4588445"/>
            <a:ext cx="1818952" cy="706125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 = </a:t>
            </a:r>
            <a:r>
              <a:rPr lang="en-US" alt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f.C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1855" y="2002174"/>
            <a:ext cx="4597734" cy="739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66725" algn="ctr">
              <a:lnSpc>
                <a:spcPct val="150000"/>
              </a:lnSpc>
            </a:pP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200" b="1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b="1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en-US" sz="3200" b="1" baseline="30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+n</a:t>
            </a:r>
            <a:r>
              <a:rPr lang="en-US" sz="32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  <a:r>
              <a:rPr lang="en-US" sz="32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</a:t>
            </a:r>
            <a:endParaRPr lang="vi-VN" sz="3200" dirty="0">
              <a:solidFill>
                <a:srgbClr val="CC00CC"/>
              </a:solidFill>
              <a:cs typeface="Arial" panose="020B0604020202020204" pitchFamily="34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B15369AA-BA8D-457C-9CCC-AEEA64F4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17" y="5552835"/>
            <a:ext cx="11256977" cy="130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f: (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hệ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hoạt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phụ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vào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vi-VN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ản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tích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các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lực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dd)</a:t>
            </a:r>
          </a:p>
        </p:txBody>
      </p:sp>
    </p:spTree>
    <p:extLst>
      <p:ext uri="{BB962C8B-B14F-4D97-AF65-F5344CB8AC3E}">
        <p14:creationId xmlns:p14="http://schemas.microsoft.com/office/powerpoint/2010/main" val="167502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animBg="1"/>
      <p:bldP spid="9" grpId="0"/>
      <p:bldP spid="10" grpId="0" animBg="1"/>
      <p:bldP spid="5" grpId="0"/>
      <p:bldP spid="1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69EB1985-CC8D-4B4B-97DB-4133D1DE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" y="1215702"/>
            <a:ext cx="81533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ịch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rất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loãng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f =1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a = c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→ =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endParaRPr lang="en-US" altLang="en-US" sz="3200" b="1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66F2090C-B464-4790-8DC1-42AF3DB46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" y="2620297"/>
            <a:ext cx="10054936" cy="584775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ịch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cao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f &lt; 1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 a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c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→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bk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1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FB8D6409-CE77-4329-8385-22B4E4F82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" y="3912507"/>
            <a:ext cx="11865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3200" dirty="0">
              <a:solidFill>
                <a:srgbClr val="9933FF"/>
              </a:solidFill>
            </a:endParaRPr>
          </a:p>
        </p:txBody>
      </p:sp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14EA32F4-E7C1-407C-8021-E0366D941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801384"/>
              </p:ext>
            </p:extLst>
          </p:nvPr>
        </p:nvGraphicFramePr>
        <p:xfrm>
          <a:off x="4751297" y="5096554"/>
          <a:ext cx="29940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4" imgW="622030" imgH="393529" progId="Equation.3">
                  <p:embed/>
                </p:oleObj>
              </mc:Choice>
              <mc:Fallback>
                <p:oleObj name="Equation" r:id="rId4" imgW="622030" imgH="393529" progId="Equation.3">
                  <p:embed/>
                  <p:pic>
                    <p:nvPicPr>
                      <p:cNvPr id="18" name="Object 11">
                        <a:extLst>
                          <a:ext uri="{FF2B5EF4-FFF2-40B4-BE49-F238E27FC236}">
                            <a16:creationId xmlns:a16="http://schemas.microsoft.com/office/drawing/2014/main" id="{14EA32F4-E7C1-407C-8021-E0366D941B0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297" y="5096554"/>
                        <a:ext cx="2994025" cy="1295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82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9EB1985-CC8D-4B4B-97DB-4133D1DE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121" y="1067492"/>
            <a:ext cx="74846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(r)   ↔  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mA</a:t>
            </a:r>
            <a:r>
              <a:rPr lang="en-US" altLang="en-US" sz="3200" b="1" baseline="30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   +  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nB</a:t>
            </a:r>
            <a:r>
              <a:rPr lang="en-US" altLang="en-US" sz="3200" b="1" baseline="30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-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539" y="1866148"/>
            <a:ext cx="922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G = 0  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/l]              [A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n+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mS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         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en-US" sz="2800" baseline="30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nS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dd A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 bh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   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ĐỘ TAN 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438A38EB-3BFB-48A1-A906-A65F83B5D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878371"/>
              </p:ext>
            </p:extLst>
          </p:nvPr>
        </p:nvGraphicFramePr>
        <p:xfrm>
          <a:off x="2518620" y="3465024"/>
          <a:ext cx="6607541" cy="987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4" imgW="1574640" imgH="253800" progId="Equation.3">
                  <p:embed/>
                </p:oleObj>
              </mc:Choice>
              <mc:Fallback>
                <p:oleObj name="Equation" r:id="rId4" imgW="1574640" imgH="253800" progId="Equation.3">
                  <p:embed/>
                  <p:pic>
                    <p:nvPicPr>
                      <p:cNvPr id="10" name="Object 14">
                        <a:extLst>
                          <a:ext uri="{FF2B5EF4-FFF2-40B4-BE49-F238E27FC236}">
                            <a16:creationId xmlns:a16="http://schemas.microsoft.com/office/drawing/2014/main" id="{438A38EB-3BFB-48A1-A906-A65F83B5D2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620" y="3465024"/>
                        <a:ext cx="6607541" cy="98774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22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">
            <a:extLst>
              <a:ext uri="{FF2B5EF4-FFF2-40B4-BE49-F238E27FC236}">
                <a16:creationId xmlns:a16="http://schemas.microsoft.com/office/drawing/2014/main" id="{173C7E80-F8AC-44A7-ADD9-E93E98ACBAF1}"/>
              </a:ext>
            </a:extLst>
          </p:cNvPr>
          <p:cNvSpPr txBox="1"/>
          <p:nvPr/>
        </p:nvSpPr>
        <p:spPr>
          <a:xfrm>
            <a:off x="9423401" y="3666510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(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= -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lgT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5F7C8-8B8C-46B6-BD96-C0F54DAFFF57}"/>
              </a:ext>
            </a:extLst>
          </p:cNvPr>
          <p:cNvSpPr txBox="1"/>
          <p:nvPr/>
        </p:nvSpPr>
        <p:spPr>
          <a:xfrm>
            <a:off x="1581882" y="4703974"/>
            <a:ext cx="9431096" cy="2031325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 số tan T</a:t>
            </a:r>
            <a:r>
              <a:rPr lang="vi-VN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AmBn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 trưng cho độ hòa tan của A</a:t>
            </a:r>
            <a:r>
              <a:rPr lang="vi-VN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 thuộc: nhiệt độ, bản chất của dung môi và chất tan. 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55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F92B8-D8A1-4136-A687-4568ECE642CD}"/>
              </a:ext>
            </a:extLst>
          </p:cNvPr>
          <p:cNvSpPr txBox="1"/>
          <p:nvPr/>
        </p:nvSpPr>
        <p:spPr>
          <a:xfrm>
            <a:off x="300134" y="1036737"/>
            <a:ext cx="117096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6725" algn="just">
              <a:lnSpc>
                <a:spcPct val="150000"/>
              </a:lnSpc>
            </a:pPr>
            <a:r>
              <a:rPr lang="vi-VN" sz="3200" b="1" dirty="0">
                <a:solidFill>
                  <a:srgbClr val="0000FF"/>
                </a:solidFill>
                <a:latin typeface="+mn-lt"/>
              </a:rPr>
              <a:t>ÁP DỤNG</a:t>
            </a:r>
            <a:r>
              <a:rPr lang="vi-VN" sz="3200" dirty="0">
                <a:latin typeface="+mn-lt"/>
              </a:rPr>
              <a:t>:</a:t>
            </a:r>
            <a:r>
              <a:rPr lang="en-US" sz="3200" dirty="0">
                <a:latin typeface="+mn-lt"/>
              </a:rPr>
              <a:t> </a:t>
            </a:r>
            <a:r>
              <a:rPr lang="vi-VN" sz="3200" dirty="0">
                <a:latin typeface="+mn-lt"/>
              </a:rPr>
              <a:t>Ở 25</a:t>
            </a:r>
            <a:r>
              <a:rPr lang="vi-VN" sz="3200" baseline="30000" dirty="0">
                <a:latin typeface="+mn-lt"/>
              </a:rPr>
              <a:t>0</a:t>
            </a:r>
            <a:r>
              <a:rPr lang="vi-VN" sz="3200" dirty="0">
                <a:latin typeface="+mn-lt"/>
              </a:rPr>
              <a:t>C, trong dd Ag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CrO</a:t>
            </a:r>
            <a:r>
              <a:rPr lang="vi-VN" sz="3200" baseline="-25000" dirty="0">
                <a:latin typeface="+mn-lt"/>
              </a:rPr>
              <a:t>4</a:t>
            </a:r>
            <a:r>
              <a:rPr lang="vi-VN" sz="3200" dirty="0">
                <a:latin typeface="+mn-lt"/>
              </a:rPr>
              <a:t> bão hòa</a:t>
            </a:r>
            <a:r>
              <a:rPr lang="en-US" sz="3200" dirty="0">
                <a:latin typeface="+mn-lt"/>
              </a:rPr>
              <a:t> </a:t>
            </a:r>
            <a:r>
              <a:rPr lang="vi-VN" sz="3200" dirty="0">
                <a:latin typeface="+mn-lt"/>
              </a:rPr>
              <a:t>nồng độ [Ag</a:t>
            </a:r>
            <a:r>
              <a:rPr lang="vi-VN" sz="3200" baseline="30000" dirty="0">
                <a:latin typeface="+mn-lt"/>
              </a:rPr>
              <a:t>+</a:t>
            </a:r>
            <a:r>
              <a:rPr lang="vi-VN" sz="3200" dirty="0">
                <a:latin typeface="+mn-lt"/>
              </a:rPr>
              <a:t>]</a:t>
            </a:r>
            <a:r>
              <a:rPr lang="vi-VN" sz="3200" baseline="-25000" dirty="0">
                <a:latin typeface="+mn-lt"/>
              </a:rPr>
              <a:t>bh </a:t>
            </a:r>
            <a:r>
              <a:rPr lang="vi-VN" sz="3200" dirty="0">
                <a:latin typeface="+mn-lt"/>
              </a:rPr>
              <a:t> = 1,3.10</a:t>
            </a:r>
            <a:r>
              <a:rPr lang="vi-VN" sz="3200" baseline="30000" dirty="0">
                <a:latin typeface="+mn-lt"/>
              </a:rPr>
              <a:t>-4</a:t>
            </a:r>
            <a:r>
              <a:rPr lang="vi-VN" sz="3200" dirty="0">
                <a:latin typeface="+mn-lt"/>
              </a:rPr>
              <a:t>M. Tính tích số tan Ag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CrO</a:t>
            </a:r>
            <a:r>
              <a:rPr lang="vi-VN" sz="3200" baseline="-25000" dirty="0">
                <a:latin typeface="+mn-lt"/>
              </a:rPr>
              <a:t>4 </a:t>
            </a:r>
            <a:r>
              <a:rPr lang="vi-VN" sz="3200" dirty="0">
                <a:latin typeface="+mn-lt"/>
              </a:rPr>
              <a:t>ở 25</a:t>
            </a:r>
            <a:r>
              <a:rPr lang="vi-VN" sz="3200" baseline="30000" dirty="0">
                <a:latin typeface="+mn-lt"/>
              </a:rPr>
              <a:t>0</a:t>
            </a:r>
            <a:r>
              <a:rPr lang="vi-VN" sz="3200" dirty="0">
                <a:latin typeface="+mn-lt"/>
              </a:rPr>
              <a:t>C.</a:t>
            </a:r>
            <a:endParaRPr lang="vi-VN" sz="3200" baseline="-25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E604AC-3161-486D-ACE5-89C219FFD1C2}"/>
                  </a:ext>
                </a:extLst>
              </p:cNvPr>
              <p:cNvSpPr txBox="1"/>
              <p:nvPr/>
            </p:nvSpPr>
            <p:spPr>
              <a:xfrm>
                <a:off x="1421148" y="2917509"/>
                <a:ext cx="9402361" cy="652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600" dirty="0">
                    <a:solidFill>
                      <a:srgbClr val="CC00FF"/>
                    </a:solidFill>
                  </a:rPr>
                  <a:t>Ag</a:t>
                </a:r>
                <a:r>
                  <a:rPr lang="vi-VN" sz="3600" baseline="-25000" dirty="0">
                    <a:solidFill>
                      <a:srgbClr val="CC00FF"/>
                    </a:solidFill>
                  </a:rPr>
                  <a:t>2</a:t>
                </a:r>
                <a:r>
                  <a:rPr lang="vi-VN" sz="3600" dirty="0">
                    <a:solidFill>
                      <a:srgbClr val="CC00FF"/>
                    </a:solidFill>
                  </a:rPr>
                  <a:t>CrO</a:t>
                </a:r>
                <a:r>
                  <a:rPr lang="vi-VN" sz="3600" baseline="-25000" dirty="0">
                    <a:solidFill>
                      <a:srgbClr val="CC00FF"/>
                    </a:solidFill>
                  </a:rPr>
                  <a:t>4</a:t>
                </a:r>
                <a:r>
                  <a:rPr lang="vi-VN" sz="3600" dirty="0">
                    <a:solidFill>
                      <a:srgbClr val="CC00FF"/>
                    </a:solidFill>
                  </a:rPr>
                  <a:t>(r)   </a:t>
                </a:r>
                <a:r>
                  <a:rPr lang="en-US" altLang="en-US" sz="3600" dirty="0">
                    <a:solidFill>
                      <a:srgbClr val="CC00FF"/>
                    </a:solidFill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</a:t>
                </a:r>
                <a:r>
                  <a:rPr lang="vi-VN" altLang="en-US" sz="3600" dirty="0">
                    <a:solidFill>
                      <a:srgbClr val="CC00FF"/>
                    </a:solidFill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    2Ag</a:t>
                </a:r>
                <a:r>
                  <a:rPr lang="vi-VN" altLang="en-US" sz="3600" baseline="30000" dirty="0">
                    <a:solidFill>
                      <a:srgbClr val="CC00FF"/>
                    </a:solidFill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+</a:t>
                </a:r>
                <a:r>
                  <a:rPr lang="vi-VN" altLang="en-US" sz="3600" dirty="0">
                    <a:solidFill>
                      <a:srgbClr val="CC00FF"/>
                    </a:solidFill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(dd)  +     Cr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altLang="en-US" sz="360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vi-VN" altLang="en-US" sz="36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O</m:t>
                        </m:r>
                      </m:e>
                      <m:sub>
                        <m:r>
                          <a:rPr lang="vi-VN" altLang="en-US" sz="36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4</m:t>
                        </m:r>
                      </m:sub>
                      <m:sup>
                        <m:r>
                          <a:rPr lang="vi-VN" altLang="en-US" sz="36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2−</m:t>
                        </m:r>
                      </m:sup>
                    </m:sSubSup>
                  </m:oMath>
                </a14:m>
                <a:r>
                  <a:rPr lang="vi-VN" altLang="en-US" sz="3600" dirty="0">
                    <a:solidFill>
                      <a:srgbClr val="CC00FF"/>
                    </a:solidFill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(dd)</a:t>
                </a:r>
                <a:endParaRPr lang="en-US" sz="36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E604AC-3161-486D-ACE5-89C219FFD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148" y="2917509"/>
                <a:ext cx="9402361" cy="652294"/>
              </a:xfrm>
              <a:prstGeom prst="rect">
                <a:avLst/>
              </a:prstGeom>
              <a:blipFill rotWithShape="0">
                <a:blip r:embed="rId3"/>
                <a:stretch>
                  <a:fillRect l="-1944" t="-15888" b="-3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ACB5964-F073-41AD-BB4D-CD4FB6B1CBC4}"/>
              </a:ext>
            </a:extLst>
          </p:cNvPr>
          <p:cNvSpPr txBox="1"/>
          <p:nvPr/>
        </p:nvSpPr>
        <p:spPr>
          <a:xfrm>
            <a:off x="4523570" y="380309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    1,3.10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-4 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03082-E1F9-4E72-BA51-C278EF7DF96D}"/>
              </a:ext>
            </a:extLst>
          </p:cNvPr>
          <p:cNvSpPr txBox="1"/>
          <p:nvPr/>
        </p:nvSpPr>
        <p:spPr>
          <a:xfrm>
            <a:off x="8094307" y="380309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6,5.10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-5 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EF5707-1D3D-4728-A4E5-A11A4D000EDE}"/>
                  </a:ext>
                </a:extLst>
              </p:cNvPr>
              <p:cNvSpPr txBox="1"/>
              <p:nvPr/>
            </p:nvSpPr>
            <p:spPr>
              <a:xfrm>
                <a:off x="650625" y="4753041"/>
                <a:ext cx="11008645" cy="652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vi-VN" sz="3600" baseline="-25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Ag2CrO4</a:t>
                </a:r>
                <a:r>
                  <a:rPr lang="en-US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[Ag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.[</a:t>
                </a:r>
                <a:r>
                  <a:rPr lang="vi-VN" altLang="en-US" sz="3600" dirty="0">
                    <a:solidFill>
                      <a:srgbClr val="C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  <a:sym typeface="Wingdings 3" panose="05040102010807070707" pitchFamily="18" charset="2"/>
                  </a:rPr>
                  <a:t>Cr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altLang="en-US" sz="3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vi-VN" alt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O</m:t>
                        </m:r>
                      </m:e>
                      <m:sub>
                        <m:r>
                          <a:rPr lang="vi-VN" alt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4</m:t>
                        </m:r>
                      </m:sub>
                      <m:sup>
                        <m:r>
                          <a:rPr lang="vi-VN" alt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S PGothic" panose="020B0600070205080204" pitchFamily="34" charset="-128"/>
                            <a:cs typeface="Arial" panose="020B0604020202020204" pitchFamily="34" charset="0"/>
                            <a:sym typeface="Wingdings 3" panose="05040102010807070707" pitchFamily="18" charset="2"/>
                          </a:rPr>
                          <m:t>2−</m:t>
                        </m:r>
                      </m:sup>
                    </m:sSubSup>
                  </m:oMath>
                </a14:m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en-US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[1,3.10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-4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.[6,5.10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-5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 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 10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-12</a:t>
                </a:r>
                <a:r>
                  <a:rPr lang="vi-VN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endParaRPr lang="en-US" sz="3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EF5707-1D3D-4728-A4E5-A11A4D000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25" y="4753041"/>
                <a:ext cx="11008645" cy="652294"/>
              </a:xfrm>
              <a:prstGeom prst="rect">
                <a:avLst/>
              </a:prstGeom>
              <a:blipFill rotWithShape="0">
                <a:blip r:embed="rId4"/>
                <a:stretch>
                  <a:fillRect l="-1717" t="-14953" b="-34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CEF5707-1D3D-4728-A4E5-A11A4D000EDE}"/>
              </a:ext>
            </a:extLst>
          </p:cNvPr>
          <p:cNvSpPr txBox="1"/>
          <p:nvPr/>
        </p:nvSpPr>
        <p:spPr>
          <a:xfrm>
            <a:off x="1672656" y="5716447"/>
            <a:ext cx="8292627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sz="36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Ag2CrO4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-log</a:t>
            </a:r>
            <a:r>
              <a:rPr lang="vi-VN" sz="3600" dirty="0">
                <a:solidFill>
                  <a:srgbClr val="00B050"/>
                </a:solidFill>
                <a:cs typeface="Arial" panose="020B0604020202020204" pitchFamily="34" charset="0"/>
              </a:rPr>
              <a:t> </a:t>
            </a:r>
            <a:r>
              <a:rPr lang="en-US" sz="3600" dirty="0">
                <a:solidFill>
                  <a:srgbClr val="00B050"/>
                </a:solidFill>
                <a:cs typeface="Arial" panose="020B0604020202020204" pitchFamily="34" charset="0"/>
              </a:rPr>
              <a:t>(</a:t>
            </a:r>
            <a:r>
              <a:rPr lang="vi-VN" sz="3600" dirty="0">
                <a:solidFill>
                  <a:srgbClr val="00B050"/>
                </a:solidFill>
                <a:cs typeface="Arial" panose="020B0604020202020204" pitchFamily="34" charset="0"/>
              </a:rPr>
              <a:t>T</a:t>
            </a:r>
            <a:r>
              <a:rPr lang="vi-VN" sz="3600" baseline="-25000" dirty="0">
                <a:solidFill>
                  <a:srgbClr val="00B050"/>
                </a:solidFill>
                <a:cs typeface="Arial" panose="020B0604020202020204" pitchFamily="34" charset="0"/>
              </a:rPr>
              <a:t>Ag2CrO4</a:t>
            </a:r>
            <a:r>
              <a:rPr lang="en-US" sz="3600" dirty="0">
                <a:solidFill>
                  <a:srgbClr val="00B050"/>
                </a:solidFill>
                <a:cs typeface="Arial" panose="020B0604020202020204" pitchFamily="34" charset="0"/>
              </a:rPr>
              <a:t>)</a:t>
            </a: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 </a:t>
            </a:r>
            <a:r>
              <a:rPr lang="en-US" sz="3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lg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vi-VN" sz="36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-12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vi-VN" sz="36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</a:t>
            </a:r>
            <a:r>
              <a:rPr lang="en-US" sz="36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12</a:t>
            </a:r>
            <a:endParaRPr lang="en-US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4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9EB1985-CC8D-4B4B-97DB-4133D1DE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121" y="1067492"/>
            <a:ext cx="74846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(r)   ↔  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mA</a:t>
            </a:r>
            <a:r>
              <a:rPr lang="en-US" altLang="en-US" sz="3200" b="1" baseline="30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   +  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nB</a:t>
            </a:r>
            <a:r>
              <a:rPr lang="en-US" altLang="en-US" sz="3200" b="1" baseline="30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-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539" y="1584107"/>
            <a:ext cx="922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G = 0  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/l]              [A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n+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mS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         [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en-US" sz="2800" baseline="30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nS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dd A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vi-VN" sz="2000" baseline="-25000" dirty="0"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000" dirty="0">
                <a:latin typeface="Arial" pitchFamily="34" charset="0"/>
                <a:cs typeface="Arial" pitchFamily="34" charset="0"/>
                <a:sym typeface="Symbol"/>
              </a:rPr>
              <a:t> bh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   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ĐỘ TAN 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AC5CD973-60C7-4103-B996-C654E9D24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304885"/>
              </p:ext>
            </p:extLst>
          </p:nvPr>
        </p:nvGraphicFramePr>
        <p:xfrm>
          <a:off x="7668567" y="3896380"/>
          <a:ext cx="36576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4" imgW="965200" imgH="469900" progId="Equation.3">
                  <p:embed/>
                </p:oleObj>
              </mc:Choice>
              <mc:Fallback>
                <p:oleObj name="Equation" r:id="rId4" imgW="965200" imgH="469900" progId="Equation.3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AC5CD973-60C7-4103-B996-C654E9D24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567" y="3896380"/>
                        <a:ext cx="3657600" cy="1370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79B60D75-FE1E-45AF-8C07-F61D76453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177122"/>
              </p:ext>
            </p:extLst>
          </p:nvPr>
        </p:nvGraphicFramePr>
        <p:xfrm>
          <a:off x="1451888" y="3279637"/>
          <a:ext cx="464820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6" imgW="1384300" imgH="774700" progId="Equation.3">
                  <p:embed/>
                </p:oleObj>
              </mc:Choice>
              <mc:Fallback>
                <p:oleObj name="Equation" r:id="rId6" imgW="1384300" imgH="774700" progId="Equation.3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79B60D75-FE1E-45AF-8C07-F61D764534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888" y="3279637"/>
                        <a:ext cx="4648200" cy="260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ched Right Arrow 1"/>
          <p:cNvSpPr/>
          <p:nvPr/>
        </p:nvSpPr>
        <p:spPr>
          <a:xfrm>
            <a:off x="6511332" y="4491614"/>
            <a:ext cx="542611" cy="41198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C7842F-43E5-4A89-97D0-8E0AA6E18B5B}"/>
              </a:ext>
            </a:extLst>
          </p:cNvPr>
          <p:cNvSpPr txBox="1"/>
          <p:nvPr/>
        </p:nvSpPr>
        <p:spPr>
          <a:xfrm>
            <a:off x="613786" y="1024979"/>
            <a:ext cx="11092543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  <a:defRPr/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Al(OH)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  <a:defRPr/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CdCO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FontTx/>
              <a:buAutoNum type="arabicPeriod"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US" sz="3200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</a:t>
            </a:r>
            <a:r>
              <a:rPr lang="en-US" sz="3200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  <a:defRPr/>
            </a:pP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Tx/>
              <a:buAutoNum type="arabicPeriod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644DE-0A94-476B-8236-6801A00F7670}"/>
              </a:ext>
            </a:extLst>
          </p:cNvPr>
          <p:cNvSpPr txBox="1"/>
          <p:nvPr/>
        </p:nvSpPr>
        <p:spPr>
          <a:xfrm>
            <a:off x="3569677" y="2481943"/>
            <a:ext cx="6705600" cy="295574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3</a:t>
            </a:r>
            <a:r>
              <a:rPr lang="en-US" sz="32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.S</a:t>
            </a:r>
            <a:r>
              <a:rPr lang="en-US" sz="32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S</a:t>
            </a:r>
            <a:r>
              <a:rPr lang="en-US" sz="3200" b="1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.S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3</a:t>
            </a:r>
            <a:r>
              <a:rPr lang="en-US" sz="32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.2</a:t>
            </a:r>
            <a:r>
              <a:rPr lang="en-US" sz="32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.S</a:t>
            </a:r>
            <a:r>
              <a:rPr lang="en-US" sz="32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8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79" y="52053"/>
            <a:ext cx="12015541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tan,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9A6DDC5-F630-4545-9CF0-81801EADF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16" y="4529957"/>
            <a:ext cx="57880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sẽ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kết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tủa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khi</a:t>
            </a:r>
            <a:r>
              <a:rPr lang="en-US" altLang="en-US" sz="3200" b="1" i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6009521-FA26-49B8-AF7C-78AAD7189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799889"/>
              </p:ext>
            </p:extLst>
          </p:nvPr>
        </p:nvGraphicFramePr>
        <p:xfrm>
          <a:off x="6463777" y="4408348"/>
          <a:ext cx="33559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4" imgW="1002865" imgH="253890" progId="Equation.3">
                  <p:embed/>
                </p:oleObj>
              </mc:Choice>
              <mc:Fallback>
                <p:oleObj name="Equation" r:id="rId4" imgW="1002865" imgH="253890" progId="Equation.3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96009521-FA26-49B8-AF7C-78AAD71898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777" y="4408348"/>
                        <a:ext cx="3355975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9933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828601D9-1A34-473F-9E12-27F457A3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928" y="5554319"/>
            <a:ext cx="5562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3200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3200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sẽ</a:t>
            </a:r>
            <a:r>
              <a:rPr lang="en-US" altLang="en-US" sz="3200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sz="3200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khi</a:t>
            </a:r>
            <a:r>
              <a:rPr lang="en-US" altLang="en-US" sz="3200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r>
              <a:rPr lang="en-US" altLang="en-US" sz="3200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73431858-C10E-4F18-B0CA-FF17884CF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055365"/>
              </p:ext>
            </p:extLst>
          </p:nvPr>
        </p:nvGraphicFramePr>
        <p:xfrm>
          <a:off x="6463777" y="5441810"/>
          <a:ext cx="33559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6" imgW="1066337" imgH="253890" progId="Equation.3">
                  <p:embed/>
                </p:oleObj>
              </mc:Choice>
              <mc:Fallback>
                <p:oleObj name="Equation" r:id="rId6" imgW="1066337" imgH="253890" progId="Equation.3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73431858-C10E-4F18-B0CA-FF17884CF1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777" y="5441810"/>
                        <a:ext cx="3355975" cy="819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17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9">
            <a:extLst>
              <a:ext uri="{FF2B5EF4-FFF2-40B4-BE49-F238E27FC236}">
                <a16:creationId xmlns:a16="http://schemas.microsoft.com/office/drawing/2014/main" id="{D2855778-AB62-4437-AFDB-BF9629331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816" y="3498710"/>
            <a:ext cx="4797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3200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</a:t>
            </a:r>
            <a:r>
              <a:rPr lang="en-US" altLang="en-US" sz="3200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sz="3200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3200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sz="3200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</a:p>
        </p:txBody>
      </p:sp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67D48822-6A5A-4A26-96D5-E1FF4AA0E6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02907"/>
              </p:ext>
            </p:extLst>
          </p:nvPr>
        </p:nvGraphicFramePr>
        <p:xfrm>
          <a:off x="6466952" y="3405841"/>
          <a:ext cx="33528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8" imgW="1066337" imgH="253890" progId="Equation.3">
                  <p:embed/>
                </p:oleObj>
              </mc:Choice>
              <mc:Fallback>
                <p:oleObj name="Equation" r:id="rId8" imgW="1066337" imgH="253890" progId="Equation.3">
                  <p:embed/>
                  <p:pic>
                    <p:nvPicPr>
                      <p:cNvPr id="16" name="Object 14">
                        <a:extLst>
                          <a:ext uri="{FF2B5EF4-FFF2-40B4-BE49-F238E27FC236}">
                            <a16:creationId xmlns:a16="http://schemas.microsoft.com/office/drawing/2014/main" id="{67D48822-6A5A-4A26-96D5-E1FF4AA0E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6952" y="3405841"/>
                        <a:ext cx="3352800" cy="8620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C509C57-87D4-4B2F-BFCA-745C2D020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465869"/>
              </p:ext>
            </p:extLst>
          </p:nvPr>
        </p:nvGraphicFramePr>
        <p:xfrm>
          <a:off x="2123552" y="1079360"/>
          <a:ext cx="67056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10" imgW="1600200" imgH="254000" progId="Equation.3">
                  <p:embed/>
                </p:oleObj>
              </mc:Choice>
              <mc:Fallback>
                <p:oleObj name="Equation" r:id="rId10" imgW="1600200" imgH="254000" progId="Equation.3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FC509C57-87D4-4B2F-BFCA-745C2D020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552" y="1079360"/>
                        <a:ext cx="67056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227EF81-2264-4738-B771-E1CE40DC57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105155"/>
              </p:ext>
            </p:extLst>
          </p:nvPr>
        </p:nvGraphicFramePr>
        <p:xfrm>
          <a:off x="3190352" y="2063609"/>
          <a:ext cx="4495800" cy="1247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12" imgW="1130300" imgH="457200" progId="Equation.3">
                  <p:embed/>
                </p:oleObj>
              </mc:Choice>
              <mc:Fallback>
                <p:oleObj name="Equation" r:id="rId12" imgW="1130300" imgH="457200" progId="Equation.3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1227EF81-2264-4738-B771-E1CE40DC57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352" y="2063609"/>
                        <a:ext cx="4495800" cy="1247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77779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6B45F72-B7D9-8C2D-7F9D-267F14FACF91}"/>
              </a:ext>
            </a:extLst>
          </p:cNvPr>
          <p:cNvSpPr txBox="1">
            <a:spLocks/>
          </p:cNvSpPr>
          <p:nvPr/>
        </p:nvSpPr>
        <p:spPr>
          <a:xfrm>
            <a:off x="151679" y="52053"/>
            <a:ext cx="12015541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tan,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8630" y="910291"/>
            <a:ext cx="110470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Ở 25oC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ml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CaCl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1.10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ml </a:t>
            </a:r>
            <a:r>
              <a:rPr lang="en-US" sz="24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AgNO</a:t>
            </a:r>
            <a:r>
              <a:rPr lang="en-US" sz="24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2.10</a:t>
            </a:r>
            <a:r>
              <a:rPr lang="en-US" sz="24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AgCl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 Cho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sz="2400" baseline="-250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AgCl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9,7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035" y="1959372"/>
            <a:ext cx="57325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AgCl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(r) ↔ Ag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+ Cl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0775" y="2475450"/>
            <a:ext cx="62651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dung </a:t>
            </a: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Q = [Ag</a:t>
            </a:r>
            <a:r>
              <a:rPr lang="en-US" sz="24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][Cl</a:t>
            </a:r>
            <a:r>
              <a:rPr lang="en-US" sz="24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775" y="3038825"/>
            <a:ext cx="67776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 vs T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630" y="3692058"/>
            <a:ext cx="97803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[Ag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]:  100 ml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AgNO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→ [Ag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= 2.10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(ban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  200 ml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→ 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[Ag</a:t>
            </a:r>
            <a:r>
              <a:rPr lang="en-US" sz="24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(2.10</a:t>
            </a:r>
            <a:r>
              <a:rPr lang="en-US" sz="24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)/2 = 10</a:t>
            </a:r>
            <a:r>
              <a:rPr lang="en-US" sz="24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4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8035" y="4655804"/>
            <a:ext cx="100725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[Ca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]: 100 ml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CaCl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→ [Ca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= 2.10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(ban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  200 ml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→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[Ca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(2.10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)/2 = 10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</a:p>
        </p:txBody>
      </p:sp>
      <p:sp>
        <p:nvSpPr>
          <p:cNvPr id="12" name="Notched Right Arrow 11"/>
          <p:cNvSpPr/>
          <p:nvPr/>
        </p:nvSpPr>
        <p:spPr>
          <a:xfrm>
            <a:off x="444731" y="6051857"/>
            <a:ext cx="422031" cy="35038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40566" y="5995980"/>
            <a:ext cx="70630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[Ag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][Cl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10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.10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10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T = 10</a:t>
            </a:r>
            <a:r>
              <a:rPr lang="en-US" sz="2800" baseline="300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-9.7</a:t>
            </a:r>
            <a:r>
              <a:rPr lang="en-US" sz="2800" dirty="0">
                <a:solidFill>
                  <a:srgbClr val="A27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2800" dirty="0"/>
          </a:p>
        </p:txBody>
      </p:sp>
      <p:sp>
        <p:nvSpPr>
          <p:cNvPr id="30" name="Notched Right Arrow 29"/>
          <p:cNvSpPr/>
          <p:nvPr/>
        </p:nvSpPr>
        <p:spPr>
          <a:xfrm>
            <a:off x="7792575" y="6113175"/>
            <a:ext cx="422031" cy="35038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54678" y="5970663"/>
            <a:ext cx="3811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AgCl</a:t>
            </a:r>
            <a:endParaRPr 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72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  <p:bldP spid="26" grpId="0"/>
      <p:bldP spid="27" grpId="0"/>
      <p:bldP spid="28" grpId="0"/>
      <p:bldP spid="29" grpId="0"/>
      <p:bldP spid="12" grpId="0" animBg="1"/>
      <p:bldP spid="13" grpId="0"/>
      <p:bldP spid="30" grpId="0" animBg="1"/>
      <p:bldP spid="3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19AFB7-2A9A-49A4-A9B3-704D1B3C6718}"/>
              </a:ext>
            </a:extLst>
          </p:cNvPr>
          <p:cNvSpPr txBox="1">
            <a:spLocks/>
          </p:cNvSpPr>
          <p:nvPr/>
        </p:nvSpPr>
        <p:spPr>
          <a:xfrm>
            <a:off x="287699" y="1403315"/>
            <a:ext cx="11355510" cy="216098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7 (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11 &amp; 12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DUNG DỊCH VÀ TÍNH CHẤT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84169-B9A5-837C-38A7-2F54AA732C0D}"/>
              </a:ext>
            </a:extLst>
          </p:cNvPr>
          <p:cNvSpPr txBox="1"/>
          <p:nvPr/>
        </p:nvSpPr>
        <p:spPr>
          <a:xfrm>
            <a:off x="1139421" y="4048947"/>
            <a:ext cx="965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11.1-8; 12.18;12.21-22.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0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4F5BD4-0E3E-4FF3-B28D-5ECDCBD81BD8}">
  <ds:schemaRefs>
    <ds:schemaRef ds:uri="3e938420-8c97-46ce-a2e8-40c02b4fa026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146704</TotalTime>
  <Words>6556</Words>
  <Application>Microsoft Office PowerPoint</Application>
  <PresentationFormat>Widescreen</PresentationFormat>
  <Paragraphs>903</Paragraphs>
  <Slides>86</Slides>
  <Notes>85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103" baseType="lpstr">
      <vt:lpstr>Arial Unicode MS</vt:lpstr>
      <vt:lpstr>MS PGothic</vt:lpstr>
      <vt:lpstr>MS PGothic</vt:lpstr>
      <vt:lpstr>Aachen</vt:lpstr>
      <vt:lpstr>Arial</vt:lpstr>
      <vt:lpstr>Calibri</vt:lpstr>
      <vt:lpstr>Calibri Light</vt:lpstr>
      <vt:lpstr>Cambria Math</vt:lpstr>
      <vt:lpstr>MS Mincho</vt:lpstr>
      <vt:lpstr>新細明體</vt:lpstr>
      <vt:lpstr>Symbol</vt:lpstr>
      <vt:lpstr>Times New Roman</vt:lpstr>
      <vt:lpstr>VNI-Times</vt:lpstr>
      <vt:lpstr>Wingdings</vt:lpstr>
      <vt:lpstr>Wingdings 3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ASIA</cp:lastModifiedBy>
  <cp:revision>2584</cp:revision>
  <cp:lastPrinted>2022-04-05T11:02:26Z</cp:lastPrinted>
  <dcterms:created xsi:type="dcterms:W3CDTF">2019-11-21T08:08:13Z</dcterms:created>
  <dcterms:modified xsi:type="dcterms:W3CDTF">2023-12-11T13:25:15Z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