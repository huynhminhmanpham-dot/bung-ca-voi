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94"/>
  </p:notesMasterIdLst>
  <p:handoutMasterIdLst>
    <p:handoutMasterId r:id="rId95"/>
  </p:handoutMasterIdLst>
  <p:sldIdLst>
    <p:sldId id="256" r:id="rId5"/>
    <p:sldId id="435" r:id="rId6"/>
    <p:sldId id="661" r:id="rId7"/>
    <p:sldId id="535" r:id="rId8"/>
    <p:sldId id="651" r:id="rId9"/>
    <p:sldId id="649" r:id="rId10"/>
    <p:sldId id="652" r:id="rId11"/>
    <p:sldId id="654" r:id="rId12"/>
    <p:sldId id="634" r:id="rId13"/>
    <p:sldId id="637" r:id="rId14"/>
    <p:sldId id="638" r:id="rId15"/>
    <p:sldId id="656" r:id="rId16"/>
    <p:sldId id="644" r:id="rId17"/>
    <p:sldId id="645" r:id="rId18"/>
    <p:sldId id="639" r:id="rId19"/>
    <p:sldId id="641" r:id="rId20"/>
    <p:sldId id="657" r:id="rId21"/>
    <p:sldId id="577" r:id="rId22"/>
    <p:sldId id="662" r:id="rId23"/>
    <p:sldId id="640" r:id="rId24"/>
    <p:sldId id="658" r:id="rId25"/>
    <p:sldId id="666" r:id="rId26"/>
    <p:sldId id="668" r:id="rId27"/>
    <p:sldId id="667" r:id="rId28"/>
    <p:sldId id="642" r:id="rId29"/>
    <p:sldId id="643" r:id="rId30"/>
    <p:sldId id="659" r:id="rId31"/>
    <p:sldId id="646" r:id="rId32"/>
    <p:sldId id="664" r:id="rId33"/>
    <p:sldId id="647" r:id="rId34"/>
    <p:sldId id="700" r:id="rId35"/>
    <p:sldId id="540" r:id="rId36"/>
    <p:sldId id="537" r:id="rId37"/>
    <p:sldId id="536" r:id="rId38"/>
    <p:sldId id="541" r:id="rId39"/>
    <p:sldId id="538" r:id="rId40"/>
    <p:sldId id="544" r:id="rId41"/>
    <p:sldId id="542" r:id="rId42"/>
    <p:sldId id="547" r:id="rId43"/>
    <p:sldId id="543" r:id="rId44"/>
    <p:sldId id="650" r:id="rId45"/>
    <p:sldId id="565" r:id="rId46"/>
    <p:sldId id="570" r:id="rId47"/>
    <p:sldId id="566" r:id="rId48"/>
    <p:sldId id="569" r:id="rId49"/>
    <p:sldId id="568" r:id="rId50"/>
    <p:sldId id="665" r:id="rId51"/>
    <p:sldId id="567" r:id="rId52"/>
    <p:sldId id="571" r:id="rId53"/>
    <p:sldId id="703" r:id="rId54"/>
    <p:sldId id="575" r:id="rId55"/>
    <p:sldId id="553" r:id="rId56"/>
    <p:sldId id="578" r:id="rId57"/>
    <p:sldId id="670" r:id="rId58"/>
    <p:sldId id="564" r:id="rId59"/>
    <p:sldId id="672" r:id="rId60"/>
    <p:sldId id="701" r:id="rId61"/>
    <p:sldId id="663" r:id="rId62"/>
    <p:sldId id="586" r:id="rId63"/>
    <p:sldId id="660" r:id="rId64"/>
    <p:sldId id="588" r:id="rId65"/>
    <p:sldId id="674" r:id="rId66"/>
    <p:sldId id="675" r:id="rId67"/>
    <p:sldId id="676" r:id="rId68"/>
    <p:sldId id="677" r:id="rId69"/>
    <p:sldId id="704" r:id="rId70"/>
    <p:sldId id="679" r:id="rId71"/>
    <p:sldId id="591" r:id="rId72"/>
    <p:sldId id="680" r:id="rId73"/>
    <p:sldId id="682" r:id="rId74"/>
    <p:sldId id="681" r:id="rId75"/>
    <p:sldId id="678" r:id="rId76"/>
    <p:sldId id="684" r:id="rId77"/>
    <p:sldId id="687" r:id="rId78"/>
    <p:sldId id="683" r:id="rId79"/>
    <p:sldId id="686" r:id="rId80"/>
    <p:sldId id="685" r:id="rId81"/>
    <p:sldId id="689" r:id="rId82"/>
    <p:sldId id="590" r:id="rId83"/>
    <p:sldId id="690" r:id="rId84"/>
    <p:sldId id="691" r:id="rId85"/>
    <p:sldId id="693" r:id="rId86"/>
    <p:sldId id="694" r:id="rId87"/>
    <p:sldId id="695" r:id="rId88"/>
    <p:sldId id="696" r:id="rId89"/>
    <p:sldId id="697" r:id="rId90"/>
    <p:sldId id="698" r:id="rId91"/>
    <p:sldId id="699" r:id="rId92"/>
    <p:sldId id="702" r:id="rId9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F070"/>
    <a:srgbClr val="FF0000"/>
    <a:srgbClr val="CC00CC"/>
    <a:srgbClr val="A27B00"/>
    <a:srgbClr val="0000FF"/>
    <a:srgbClr val="993366"/>
    <a:srgbClr val="FFFFFF"/>
    <a:srgbClr val="00FFCC"/>
    <a:srgbClr val="ECE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51" autoAdjust="0"/>
    <p:restoredTop sz="94986" autoAdjust="0"/>
  </p:normalViewPr>
  <p:slideViewPr>
    <p:cSldViewPr snapToGrid="0">
      <p:cViewPr varScale="1">
        <p:scale>
          <a:sx n="106" d="100"/>
          <a:sy n="106" d="100"/>
        </p:scale>
        <p:origin x="200" y="424"/>
      </p:cViewPr>
      <p:guideLst>
        <p:guide orient="horz" pos="2112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eu Do" userId="8091c26b-a61d-4e97-addd-a670c191ef7c" providerId="ADAL" clId="{26D3FC98-36AC-9A45-B3A7-D7277D2239A3}"/>
    <pc:docChg chg="delSld">
      <pc:chgData name="Hieu Do" userId="8091c26b-a61d-4e97-addd-a670c191ef7c" providerId="ADAL" clId="{26D3FC98-36AC-9A45-B3A7-D7277D2239A3}" dt="2023-01-01T09:57:46.141" v="18" actId="2696"/>
      <pc:docMkLst>
        <pc:docMk/>
      </pc:docMkLst>
      <pc:sldChg chg="del">
        <pc:chgData name="Hieu Do" userId="8091c26b-a61d-4e97-addd-a670c191ef7c" providerId="ADAL" clId="{26D3FC98-36AC-9A45-B3A7-D7277D2239A3}" dt="2023-01-01T09:57:32.003" v="0" actId="2696"/>
        <pc:sldMkLst>
          <pc:docMk/>
          <pc:sldMk cId="3469525054" sldId="605"/>
        </pc:sldMkLst>
      </pc:sldChg>
      <pc:sldChg chg="del">
        <pc:chgData name="Hieu Do" userId="8091c26b-a61d-4e97-addd-a670c191ef7c" providerId="ADAL" clId="{26D3FC98-36AC-9A45-B3A7-D7277D2239A3}" dt="2023-01-01T09:57:34.837" v="2" actId="2696"/>
        <pc:sldMkLst>
          <pc:docMk/>
          <pc:sldMk cId="2830809423" sldId="609"/>
        </pc:sldMkLst>
      </pc:sldChg>
      <pc:sldChg chg="del">
        <pc:chgData name="Hieu Do" userId="8091c26b-a61d-4e97-addd-a670c191ef7c" providerId="ADAL" clId="{26D3FC98-36AC-9A45-B3A7-D7277D2239A3}" dt="2023-01-01T09:57:34.222" v="1" actId="2696"/>
        <pc:sldMkLst>
          <pc:docMk/>
          <pc:sldMk cId="2351935061" sldId="610"/>
        </pc:sldMkLst>
      </pc:sldChg>
      <pc:sldChg chg="del">
        <pc:chgData name="Hieu Do" userId="8091c26b-a61d-4e97-addd-a670c191ef7c" providerId="ADAL" clId="{26D3FC98-36AC-9A45-B3A7-D7277D2239A3}" dt="2023-01-01T09:57:35.458" v="3" actId="2696"/>
        <pc:sldMkLst>
          <pc:docMk/>
          <pc:sldMk cId="3832135748" sldId="611"/>
        </pc:sldMkLst>
      </pc:sldChg>
      <pc:sldChg chg="del">
        <pc:chgData name="Hieu Do" userId="8091c26b-a61d-4e97-addd-a670c191ef7c" providerId="ADAL" clId="{26D3FC98-36AC-9A45-B3A7-D7277D2239A3}" dt="2023-01-01T09:57:36.062" v="4" actId="2696"/>
        <pc:sldMkLst>
          <pc:docMk/>
          <pc:sldMk cId="533117447" sldId="612"/>
        </pc:sldMkLst>
      </pc:sldChg>
      <pc:sldChg chg="del">
        <pc:chgData name="Hieu Do" userId="8091c26b-a61d-4e97-addd-a670c191ef7c" providerId="ADAL" clId="{26D3FC98-36AC-9A45-B3A7-D7277D2239A3}" dt="2023-01-01T09:57:36.541" v="5" actId="2696"/>
        <pc:sldMkLst>
          <pc:docMk/>
          <pc:sldMk cId="2952318262" sldId="613"/>
        </pc:sldMkLst>
      </pc:sldChg>
      <pc:sldChg chg="del">
        <pc:chgData name="Hieu Do" userId="8091c26b-a61d-4e97-addd-a670c191ef7c" providerId="ADAL" clId="{26D3FC98-36AC-9A45-B3A7-D7277D2239A3}" dt="2023-01-01T09:57:37.073" v="6" actId="2696"/>
        <pc:sldMkLst>
          <pc:docMk/>
          <pc:sldMk cId="3915727030" sldId="614"/>
        </pc:sldMkLst>
      </pc:sldChg>
      <pc:sldChg chg="del">
        <pc:chgData name="Hieu Do" userId="8091c26b-a61d-4e97-addd-a670c191ef7c" providerId="ADAL" clId="{26D3FC98-36AC-9A45-B3A7-D7277D2239A3}" dt="2023-01-01T09:57:38.503" v="8" actId="2696"/>
        <pc:sldMkLst>
          <pc:docMk/>
          <pc:sldMk cId="2727468886" sldId="615"/>
        </pc:sldMkLst>
      </pc:sldChg>
      <pc:sldChg chg="del">
        <pc:chgData name="Hieu Do" userId="8091c26b-a61d-4e97-addd-a670c191ef7c" providerId="ADAL" clId="{26D3FC98-36AC-9A45-B3A7-D7277D2239A3}" dt="2023-01-01T09:57:39.699" v="10" actId="2696"/>
        <pc:sldMkLst>
          <pc:docMk/>
          <pc:sldMk cId="701282778" sldId="616"/>
        </pc:sldMkLst>
      </pc:sldChg>
      <pc:sldChg chg="del">
        <pc:chgData name="Hieu Do" userId="8091c26b-a61d-4e97-addd-a670c191ef7c" providerId="ADAL" clId="{26D3FC98-36AC-9A45-B3A7-D7277D2239A3}" dt="2023-01-01T09:57:40.378" v="11" actId="2696"/>
        <pc:sldMkLst>
          <pc:docMk/>
          <pc:sldMk cId="1644375646" sldId="617"/>
        </pc:sldMkLst>
      </pc:sldChg>
      <pc:sldChg chg="del">
        <pc:chgData name="Hieu Do" userId="8091c26b-a61d-4e97-addd-a670c191ef7c" providerId="ADAL" clId="{26D3FC98-36AC-9A45-B3A7-D7277D2239A3}" dt="2023-01-01T09:57:44.201" v="15" actId="2696"/>
        <pc:sldMkLst>
          <pc:docMk/>
          <pc:sldMk cId="1138018970" sldId="618"/>
        </pc:sldMkLst>
      </pc:sldChg>
      <pc:sldChg chg="del">
        <pc:chgData name="Hieu Do" userId="8091c26b-a61d-4e97-addd-a670c191ef7c" providerId="ADAL" clId="{26D3FC98-36AC-9A45-B3A7-D7277D2239A3}" dt="2023-01-01T09:57:39.129" v="9" actId="2696"/>
        <pc:sldMkLst>
          <pc:docMk/>
          <pc:sldMk cId="588682130" sldId="619"/>
        </pc:sldMkLst>
      </pc:sldChg>
      <pc:sldChg chg="del">
        <pc:chgData name="Hieu Do" userId="8091c26b-a61d-4e97-addd-a670c191ef7c" providerId="ADAL" clId="{26D3FC98-36AC-9A45-B3A7-D7277D2239A3}" dt="2023-01-01T09:57:37.783" v="7" actId="2696"/>
        <pc:sldMkLst>
          <pc:docMk/>
          <pc:sldMk cId="2426851983" sldId="620"/>
        </pc:sldMkLst>
      </pc:sldChg>
      <pc:sldChg chg="del">
        <pc:chgData name="Hieu Do" userId="8091c26b-a61d-4e97-addd-a670c191ef7c" providerId="ADAL" clId="{26D3FC98-36AC-9A45-B3A7-D7277D2239A3}" dt="2023-01-01T09:57:42.072" v="13" actId="2696"/>
        <pc:sldMkLst>
          <pc:docMk/>
          <pc:sldMk cId="3764360977" sldId="621"/>
        </pc:sldMkLst>
      </pc:sldChg>
      <pc:sldChg chg="del">
        <pc:chgData name="Hieu Do" userId="8091c26b-a61d-4e97-addd-a670c191ef7c" providerId="ADAL" clId="{26D3FC98-36AC-9A45-B3A7-D7277D2239A3}" dt="2023-01-01T09:57:40.957" v="12" actId="2696"/>
        <pc:sldMkLst>
          <pc:docMk/>
          <pc:sldMk cId="299617236" sldId="622"/>
        </pc:sldMkLst>
      </pc:sldChg>
      <pc:sldChg chg="del">
        <pc:chgData name="Hieu Do" userId="8091c26b-a61d-4e97-addd-a670c191ef7c" providerId="ADAL" clId="{26D3FC98-36AC-9A45-B3A7-D7277D2239A3}" dt="2023-01-01T09:57:42.649" v="14" actId="2696"/>
        <pc:sldMkLst>
          <pc:docMk/>
          <pc:sldMk cId="2416720989" sldId="623"/>
        </pc:sldMkLst>
      </pc:sldChg>
      <pc:sldChg chg="del">
        <pc:chgData name="Hieu Do" userId="8091c26b-a61d-4e97-addd-a670c191ef7c" providerId="ADAL" clId="{26D3FC98-36AC-9A45-B3A7-D7277D2239A3}" dt="2023-01-01T09:57:46.141" v="18" actId="2696"/>
        <pc:sldMkLst>
          <pc:docMk/>
          <pc:sldMk cId="3072410644" sldId="624"/>
        </pc:sldMkLst>
      </pc:sldChg>
      <pc:sldChg chg="del">
        <pc:chgData name="Hieu Do" userId="8091c26b-a61d-4e97-addd-a670c191ef7c" providerId="ADAL" clId="{26D3FC98-36AC-9A45-B3A7-D7277D2239A3}" dt="2023-01-01T09:57:44.862" v="16" actId="2696"/>
        <pc:sldMkLst>
          <pc:docMk/>
          <pc:sldMk cId="211945684" sldId="625"/>
        </pc:sldMkLst>
      </pc:sldChg>
      <pc:sldChg chg="del">
        <pc:chgData name="Hieu Do" userId="8091c26b-a61d-4e97-addd-a670c191ef7c" providerId="ADAL" clId="{26D3FC98-36AC-9A45-B3A7-D7277D2239A3}" dt="2023-01-01T09:57:45.548" v="17" actId="2696"/>
        <pc:sldMkLst>
          <pc:docMk/>
          <pc:sldMk cId="1998733684" sldId="626"/>
        </pc:sldMkLst>
      </pc:sldChg>
    </pc:docChg>
  </pc:docChgLst>
  <pc:docChgLst>
    <pc:chgData name="Hieu Do" userId="8091c26b-a61d-4e97-addd-a670c191ef7c" providerId="ADAL" clId="{71208BD9-1F1C-F54F-8F66-8D7EEE3B36D2}"/>
    <pc:docChg chg="undo custSel addSld delSld modSld">
      <pc:chgData name="Hieu Do" userId="8091c26b-a61d-4e97-addd-a670c191ef7c" providerId="ADAL" clId="{71208BD9-1F1C-F54F-8F66-8D7EEE3B36D2}" dt="2022-07-14T05:48:11.860" v="2931" actId="20577"/>
      <pc:docMkLst>
        <pc:docMk/>
      </pc:docMkLst>
      <pc:sldChg chg="addSp delSp modSp mod">
        <pc:chgData name="Hieu Do" userId="8091c26b-a61d-4e97-addd-a670c191ef7c" providerId="ADAL" clId="{71208BD9-1F1C-F54F-8F66-8D7EEE3B36D2}" dt="2022-06-30T06:46:27.117" v="625" actId="478"/>
        <pc:sldMkLst>
          <pc:docMk/>
          <pc:sldMk cId="1355225653" sldId="435"/>
        </pc:sldMkLst>
        <pc:spChg chg="add del mod">
          <ac:chgData name="Hieu Do" userId="8091c26b-a61d-4e97-addd-a670c191ef7c" providerId="ADAL" clId="{71208BD9-1F1C-F54F-8F66-8D7EEE3B36D2}" dt="2022-06-30T06:46:27.117" v="625" actId="478"/>
          <ac:spMkLst>
            <pc:docMk/>
            <pc:sldMk cId="1355225653" sldId="435"/>
            <ac:spMk id="3" creationId="{06041721-8643-A2F6-1E7A-C2838BA7FA07}"/>
          </ac:spMkLst>
        </pc:spChg>
      </pc:sldChg>
      <pc:sldChg chg="addSp delSp modSp add mod">
        <pc:chgData name="Hieu Do" userId="8091c26b-a61d-4e97-addd-a670c191ef7c" providerId="ADAL" clId="{71208BD9-1F1C-F54F-8F66-8D7EEE3B36D2}" dt="2022-07-07T05:12:30.770" v="861" actId="1076"/>
        <pc:sldMkLst>
          <pc:docMk/>
          <pc:sldMk cId="430467475" sldId="628"/>
        </pc:sldMkLst>
        <pc:spChg chg="del">
          <ac:chgData name="Hieu Do" userId="8091c26b-a61d-4e97-addd-a670c191ef7c" providerId="ADAL" clId="{71208BD9-1F1C-F54F-8F66-8D7EEE3B36D2}" dt="2022-06-30T06:46:20.123" v="624" actId="478"/>
          <ac:spMkLst>
            <pc:docMk/>
            <pc:sldMk cId="430467475" sldId="628"/>
            <ac:spMk id="2" creationId="{00000000-0000-0000-0000-000000000000}"/>
          </ac:spMkLst>
        </pc:spChg>
        <pc:spChg chg="add mod">
          <ac:chgData name="Hieu Do" userId="8091c26b-a61d-4e97-addd-a670c191ef7c" providerId="ADAL" clId="{71208BD9-1F1C-F54F-8F66-8D7EEE3B36D2}" dt="2022-07-07T05:12:30.770" v="861" actId="1076"/>
          <ac:spMkLst>
            <pc:docMk/>
            <pc:sldMk cId="430467475" sldId="628"/>
            <ac:spMk id="5" creationId="{51C32A45-46C7-3B77-9579-52A62C26053C}"/>
          </ac:spMkLst>
        </pc:spChg>
      </pc:sldChg>
      <pc:sldChg chg="addSp delSp modSp new mod">
        <pc:chgData name="Hieu Do" userId="8091c26b-a61d-4e97-addd-a670c191ef7c" providerId="ADAL" clId="{71208BD9-1F1C-F54F-8F66-8D7EEE3B36D2}" dt="2022-07-07T06:07:14.507" v="2073" actId="478"/>
        <pc:sldMkLst>
          <pc:docMk/>
          <pc:sldMk cId="1162825896" sldId="629"/>
        </pc:sldMkLst>
        <pc:spChg chg="add mod">
          <ac:chgData name="Hieu Do" userId="8091c26b-a61d-4e97-addd-a670c191ef7c" providerId="ADAL" clId="{71208BD9-1F1C-F54F-8F66-8D7EEE3B36D2}" dt="2022-07-07T05:12:49.692" v="876" actId="1076"/>
          <ac:spMkLst>
            <pc:docMk/>
            <pc:sldMk cId="1162825896" sldId="629"/>
            <ac:spMk id="3" creationId="{91900AB4-1626-CA49-4D67-5E725BBDE7BA}"/>
          </ac:spMkLst>
        </pc:spChg>
        <pc:spChg chg="add mod">
          <ac:chgData name="Hieu Do" userId="8091c26b-a61d-4e97-addd-a670c191ef7c" providerId="ADAL" clId="{71208BD9-1F1C-F54F-8F66-8D7EEE3B36D2}" dt="2022-07-07T05:38:44.585" v="1689" actId="1076"/>
          <ac:spMkLst>
            <pc:docMk/>
            <pc:sldMk cId="1162825896" sldId="629"/>
            <ac:spMk id="4" creationId="{58FF2348-F8E5-88D2-42C5-429EBD0C1069}"/>
          </ac:spMkLst>
        </pc:spChg>
        <pc:spChg chg="add mod">
          <ac:chgData name="Hieu Do" userId="8091c26b-a61d-4e97-addd-a670c191ef7c" providerId="ADAL" clId="{71208BD9-1F1C-F54F-8F66-8D7EEE3B36D2}" dt="2022-07-07T06:01:59.534" v="2066" actId="20577"/>
          <ac:spMkLst>
            <pc:docMk/>
            <pc:sldMk cId="1162825896" sldId="629"/>
            <ac:spMk id="5" creationId="{A3D025C0-F786-22FF-AE81-B6FA91068802}"/>
          </ac:spMkLst>
        </pc:spChg>
        <pc:spChg chg="add mod">
          <ac:chgData name="Hieu Do" userId="8091c26b-a61d-4e97-addd-a670c191ef7c" providerId="ADAL" clId="{71208BD9-1F1C-F54F-8F66-8D7EEE3B36D2}" dt="2022-07-07T05:39:59.220" v="1698" actId="1076"/>
          <ac:spMkLst>
            <pc:docMk/>
            <pc:sldMk cId="1162825896" sldId="629"/>
            <ac:spMk id="6" creationId="{99DF443F-1233-A78D-D47C-569641BE8539}"/>
          </ac:spMkLst>
        </pc:spChg>
        <pc:spChg chg="add mod">
          <ac:chgData name="Hieu Do" userId="8091c26b-a61d-4e97-addd-a670c191ef7c" providerId="ADAL" clId="{71208BD9-1F1C-F54F-8F66-8D7EEE3B36D2}" dt="2022-07-07T05:46:25.958" v="1763" actId="20577"/>
          <ac:spMkLst>
            <pc:docMk/>
            <pc:sldMk cId="1162825896" sldId="629"/>
            <ac:spMk id="7" creationId="{EFBBCBFA-5102-41EC-8AA1-9F7866262AD9}"/>
          </ac:spMkLst>
        </pc:spChg>
        <pc:spChg chg="add mod">
          <ac:chgData name="Hieu Do" userId="8091c26b-a61d-4e97-addd-a670c191ef7c" providerId="ADAL" clId="{71208BD9-1F1C-F54F-8F66-8D7EEE3B36D2}" dt="2022-07-07T05:46:35.737" v="1765" actId="14100"/>
          <ac:spMkLst>
            <pc:docMk/>
            <pc:sldMk cId="1162825896" sldId="629"/>
            <ac:spMk id="8" creationId="{A7BAB2E5-A700-10AF-CB00-BCB433E8AB29}"/>
          </ac:spMkLst>
        </pc:spChg>
        <pc:spChg chg="add del mod">
          <ac:chgData name="Hieu Do" userId="8091c26b-a61d-4e97-addd-a670c191ef7c" providerId="ADAL" clId="{71208BD9-1F1C-F54F-8F66-8D7EEE3B36D2}" dt="2022-07-07T06:07:14.507" v="2073" actId="478"/>
          <ac:spMkLst>
            <pc:docMk/>
            <pc:sldMk cId="1162825896" sldId="629"/>
            <ac:spMk id="13" creationId="{423F6656-A1FE-871C-552A-4ACDFFA0E012}"/>
          </ac:spMkLst>
        </pc:spChg>
        <pc:cxnChg chg="add">
          <ac:chgData name="Hieu Do" userId="8091c26b-a61d-4e97-addd-a670c191ef7c" providerId="ADAL" clId="{71208BD9-1F1C-F54F-8F66-8D7EEE3B36D2}" dt="2022-07-07T05:55:36.170" v="1791" actId="11529"/>
          <ac:cxnSpMkLst>
            <pc:docMk/>
            <pc:sldMk cId="1162825896" sldId="629"/>
            <ac:cxnSpMk id="10" creationId="{CAD1C88A-3CE2-C108-3BA3-3A83E258768D}"/>
          </ac:cxnSpMkLst>
        </pc:cxnChg>
        <pc:cxnChg chg="add mod">
          <ac:chgData name="Hieu Do" userId="8091c26b-a61d-4e97-addd-a670c191ef7c" providerId="ADAL" clId="{71208BD9-1F1C-F54F-8F66-8D7EEE3B36D2}" dt="2022-07-07T05:55:46.579" v="1794" actId="1076"/>
          <ac:cxnSpMkLst>
            <pc:docMk/>
            <pc:sldMk cId="1162825896" sldId="629"/>
            <ac:cxnSpMk id="11" creationId="{8794C586-73BE-9FE4-8C2E-E5AB06D36F58}"/>
          </ac:cxnSpMkLst>
        </pc:cxnChg>
      </pc:sldChg>
      <pc:sldChg chg="delSp add del mod">
        <pc:chgData name="Hieu Do" userId="8091c26b-a61d-4e97-addd-a670c191ef7c" providerId="ADAL" clId="{71208BD9-1F1C-F54F-8F66-8D7EEE3B36D2}" dt="2022-07-07T06:09:52.737" v="2077" actId="2696"/>
        <pc:sldMkLst>
          <pc:docMk/>
          <pc:sldMk cId="1203486425" sldId="630"/>
        </pc:sldMkLst>
        <pc:spChg chg="del">
          <ac:chgData name="Hieu Do" userId="8091c26b-a61d-4e97-addd-a670c191ef7c" providerId="ADAL" clId="{71208BD9-1F1C-F54F-8F66-8D7EEE3B36D2}" dt="2022-07-07T06:09:42.503" v="2075" actId="478"/>
          <ac:spMkLst>
            <pc:docMk/>
            <pc:sldMk cId="1203486425" sldId="630"/>
            <ac:spMk id="5" creationId="{A3D025C0-F786-22FF-AE81-B6FA91068802}"/>
          </ac:spMkLst>
        </pc:spChg>
      </pc:sldChg>
      <pc:sldChg chg="addSp modSp new mod">
        <pc:chgData name="Hieu Do" userId="8091c26b-a61d-4e97-addd-a670c191ef7c" providerId="ADAL" clId="{71208BD9-1F1C-F54F-8F66-8D7EEE3B36D2}" dt="2022-07-07T06:28:41.528" v="2797" actId="20577"/>
        <pc:sldMkLst>
          <pc:docMk/>
          <pc:sldMk cId="1784133686" sldId="631"/>
        </pc:sldMkLst>
        <pc:spChg chg="add mod">
          <ac:chgData name="Hieu Do" userId="8091c26b-a61d-4e97-addd-a670c191ef7c" providerId="ADAL" clId="{71208BD9-1F1C-F54F-8F66-8D7EEE3B36D2}" dt="2022-07-07T06:17:53.208" v="2166" actId="20577"/>
          <ac:spMkLst>
            <pc:docMk/>
            <pc:sldMk cId="1784133686" sldId="631"/>
            <ac:spMk id="3" creationId="{E0CEBE19-04BC-403C-96D9-049BD92877C0}"/>
          </ac:spMkLst>
        </pc:spChg>
        <pc:spChg chg="add mod">
          <ac:chgData name="Hieu Do" userId="8091c26b-a61d-4e97-addd-a670c191ef7c" providerId="ADAL" clId="{71208BD9-1F1C-F54F-8F66-8D7EEE3B36D2}" dt="2022-07-07T06:23:16.454" v="2564" actId="1076"/>
          <ac:spMkLst>
            <pc:docMk/>
            <pc:sldMk cId="1784133686" sldId="631"/>
            <ac:spMk id="4" creationId="{3E65B8B4-B548-1BF8-166F-8F74738DD8F0}"/>
          </ac:spMkLst>
        </pc:spChg>
        <pc:spChg chg="add mod">
          <ac:chgData name="Hieu Do" userId="8091c26b-a61d-4e97-addd-a670c191ef7c" providerId="ADAL" clId="{71208BD9-1F1C-F54F-8F66-8D7EEE3B36D2}" dt="2022-07-07T06:22:42.443" v="2499" actId="14100"/>
          <ac:spMkLst>
            <pc:docMk/>
            <pc:sldMk cId="1784133686" sldId="631"/>
            <ac:spMk id="5" creationId="{F8275748-495C-8B7B-CD93-B674E53EBDBC}"/>
          </ac:spMkLst>
        </pc:spChg>
        <pc:spChg chg="add mod">
          <ac:chgData name="Hieu Do" userId="8091c26b-a61d-4e97-addd-a670c191ef7c" providerId="ADAL" clId="{71208BD9-1F1C-F54F-8F66-8D7EEE3B36D2}" dt="2022-07-07T06:28:41.528" v="2797" actId="20577"/>
          <ac:spMkLst>
            <pc:docMk/>
            <pc:sldMk cId="1784133686" sldId="631"/>
            <ac:spMk id="6" creationId="{DF6F873C-69FF-4232-3949-069FBC557D2D}"/>
          </ac:spMkLst>
        </pc:spChg>
      </pc:sldChg>
      <pc:sldChg chg="addSp delSp modSp add mod modAnim">
        <pc:chgData name="Hieu Do" userId="8091c26b-a61d-4e97-addd-a670c191ef7c" providerId="ADAL" clId="{71208BD9-1F1C-F54F-8F66-8D7EEE3B36D2}" dt="2022-07-14T05:48:11.860" v="2931" actId="20577"/>
        <pc:sldMkLst>
          <pc:docMk/>
          <pc:sldMk cId="3705627577" sldId="632"/>
        </pc:sldMkLst>
        <pc:spChg chg="add mod">
          <ac:chgData name="Hieu Do" userId="8091c26b-a61d-4e97-addd-a670c191ef7c" providerId="ADAL" clId="{71208BD9-1F1C-F54F-8F66-8D7EEE3B36D2}" dt="2022-07-14T05:44:02.616" v="2812" actId="20577"/>
          <ac:spMkLst>
            <pc:docMk/>
            <pc:sldMk cId="3705627577" sldId="632"/>
            <ac:spMk id="2" creationId="{73969BC2-1C5B-8D27-BB44-CEABDF4671F6}"/>
          </ac:spMkLst>
        </pc:spChg>
        <pc:spChg chg="del mod">
          <ac:chgData name="Hieu Do" userId="8091c26b-a61d-4e97-addd-a670c191ef7c" providerId="ADAL" clId="{71208BD9-1F1C-F54F-8F66-8D7EEE3B36D2}" dt="2022-07-14T05:43:45.299" v="2802" actId="478"/>
          <ac:spMkLst>
            <pc:docMk/>
            <pc:sldMk cId="3705627577" sldId="632"/>
            <ac:spMk id="7" creationId="{00000000-0000-0000-0000-000000000000}"/>
          </ac:spMkLst>
        </pc:spChg>
        <pc:spChg chg="del">
          <ac:chgData name="Hieu Do" userId="8091c26b-a61d-4e97-addd-a670c191ef7c" providerId="ADAL" clId="{71208BD9-1F1C-F54F-8F66-8D7EEE3B36D2}" dt="2022-07-14T05:43:40.760" v="2800" actId="478"/>
          <ac:spMkLst>
            <pc:docMk/>
            <pc:sldMk cId="3705627577" sldId="632"/>
            <ac:spMk id="12" creationId="{00000000-0000-0000-0000-000000000000}"/>
          </ac:spMkLst>
        </pc:spChg>
        <pc:spChg chg="del">
          <ac:chgData name="Hieu Do" userId="8091c26b-a61d-4e97-addd-a670c191ef7c" providerId="ADAL" clId="{71208BD9-1F1C-F54F-8F66-8D7EEE3B36D2}" dt="2022-07-14T05:43:53.882" v="2803" actId="478"/>
          <ac:spMkLst>
            <pc:docMk/>
            <pc:sldMk cId="3705627577" sldId="632"/>
            <ac:spMk id="15" creationId="{00000000-0000-0000-0000-000000000000}"/>
          </ac:spMkLst>
        </pc:spChg>
        <pc:spChg chg="add mod">
          <ac:chgData name="Hieu Do" userId="8091c26b-a61d-4e97-addd-a670c191ef7c" providerId="ADAL" clId="{71208BD9-1F1C-F54F-8F66-8D7EEE3B36D2}" dt="2022-07-14T05:45:26.495" v="2840" actId="20577"/>
          <ac:spMkLst>
            <pc:docMk/>
            <pc:sldMk cId="3705627577" sldId="632"/>
            <ac:spMk id="33" creationId="{D9688707-8FE2-B6B4-53CD-02138D4FFD7F}"/>
          </ac:spMkLst>
        </pc:spChg>
        <pc:spChg chg="add mod">
          <ac:chgData name="Hieu Do" userId="8091c26b-a61d-4e97-addd-a670c191ef7c" providerId="ADAL" clId="{71208BD9-1F1C-F54F-8F66-8D7EEE3B36D2}" dt="2022-07-14T05:46:52.887" v="2867" actId="1076"/>
          <ac:spMkLst>
            <pc:docMk/>
            <pc:sldMk cId="3705627577" sldId="632"/>
            <ac:spMk id="57" creationId="{809971BE-C617-E9F5-0F1C-EB7E87C63358}"/>
          </ac:spMkLst>
        </pc:spChg>
        <pc:spChg chg="add mod">
          <ac:chgData name="Hieu Do" userId="8091c26b-a61d-4e97-addd-a670c191ef7c" providerId="ADAL" clId="{71208BD9-1F1C-F54F-8F66-8D7EEE3B36D2}" dt="2022-07-14T05:47:23.808" v="2891" actId="20577"/>
          <ac:spMkLst>
            <pc:docMk/>
            <pc:sldMk cId="3705627577" sldId="632"/>
            <ac:spMk id="58" creationId="{79646E48-9070-268E-14E5-F7CA3E3E3D10}"/>
          </ac:spMkLst>
        </pc:spChg>
        <pc:spChg chg="add mod">
          <ac:chgData name="Hieu Do" userId="8091c26b-a61d-4e97-addd-a670c191ef7c" providerId="ADAL" clId="{71208BD9-1F1C-F54F-8F66-8D7EEE3B36D2}" dt="2022-07-14T05:47:46.958" v="2909" actId="20577"/>
          <ac:spMkLst>
            <pc:docMk/>
            <pc:sldMk cId="3705627577" sldId="632"/>
            <ac:spMk id="59" creationId="{4C895E0D-9437-32CC-18FC-9A1D261C0318}"/>
          </ac:spMkLst>
        </pc:spChg>
        <pc:spChg chg="add mod">
          <ac:chgData name="Hieu Do" userId="8091c26b-a61d-4e97-addd-a670c191ef7c" providerId="ADAL" clId="{71208BD9-1F1C-F54F-8F66-8D7EEE3B36D2}" dt="2022-07-14T05:48:11.860" v="2931" actId="20577"/>
          <ac:spMkLst>
            <pc:docMk/>
            <pc:sldMk cId="3705627577" sldId="632"/>
            <ac:spMk id="60" creationId="{384658F0-1880-B9B4-926A-63603D2D4A08}"/>
          </ac:spMkLst>
        </pc:spChg>
        <pc:grpChg chg="del mod">
          <ac:chgData name="Hieu Do" userId="8091c26b-a61d-4e97-addd-a670c191ef7c" providerId="ADAL" clId="{71208BD9-1F1C-F54F-8F66-8D7EEE3B36D2}" dt="2022-07-14T05:44:56.446" v="2828"/>
          <ac:grpSpMkLst>
            <pc:docMk/>
            <pc:sldMk cId="3705627577" sldId="632"/>
            <ac:grpSpMk id="6" creationId="{6F8A3BEA-4B20-339C-6A75-B06127C0AACB}"/>
          </ac:grpSpMkLst>
        </pc:grpChg>
        <pc:grpChg chg="del">
          <ac:chgData name="Hieu Do" userId="8091c26b-a61d-4e97-addd-a670c191ef7c" providerId="ADAL" clId="{71208BD9-1F1C-F54F-8F66-8D7EEE3B36D2}" dt="2022-07-14T05:43:32.072" v="2799" actId="478"/>
          <ac:grpSpMkLst>
            <pc:docMk/>
            <pc:sldMk cId="3705627577" sldId="632"/>
            <ac:grpSpMk id="9" creationId="{00000000-0000-0000-0000-000000000000}"/>
          </ac:grpSpMkLst>
        </pc:grpChg>
        <pc:grpChg chg="del mod">
          <ac:chgData name="Hieu Do" userId="8091c26b-a61d-4e97-addd-a670c191ef7c" providerId="ADAL" clId="{71208BD9-1F1C-F54F-8F66-8D7EEE3B36D2}" dt="2022-07-14T05:44:37.457" v="2820"/>
          <ac:grpSpMkLst>
            <pc:docMk/>
            <pc:sldMk cId="3705627577" sldId="632"/>
            <ac:grpSpMk id="18" creationId="{55941226-A74E-F67F-1102-D96FC20EDFCE}"/>
          </ac:grpSpMkLst>
        </pc:grpChg>
        <pc:grpChg chg="del mod">
          <ac:chgData name="Hieu Do" userId="8091c26b-a61d-4e97-addd-a670c191ef7c" providerId="ADAL" clId="{71208BD9-1F1C-F54F-8F66-8D7EEE3B36D2}" dt="2022-07-14T05:44:54.890" v="2826"/>
          <ac:grpSpMkLst>
            <pc:docMk/>
            <pc:sldMk cId="3705627577" sldId="632"/>
            <ac:grpSpMk id="21" creationId="{555E8160-9200-D433-3C2A-20B93E2DBF2B}"/>
          </ac:grpSpMkLst>
        </pc:grpChg>
        <pc:grpChg chg="mod">
          <ac:chgData name="Hieu Do" userId="8091c26b-a61d-4e97-addd-a670c191ef7c" providerId="ADAL" clId="{71208BD9-1F1C-F54F-8F66-8D7EEE3B36D2}" dt="2022-07-14T05:44:46.772" v="2824"/>
          <ac:grpSpMkLst>
            <pc:docMk/>
            <pc:sldMk cId="3705627577" sldId="632"/>
            <ac:grpSpMk id="25" creationId="{B401D6F8-2214-FA76-3AAA-DEAF9B12E5B7}"/>
          </ac:grpSpMkLst>
        </pc:grpChg>
        <pc:grpChg chg="mod">
          <ac:chgData name="Hieu Do" userId="8091c26b-a61d-4e97-addd-a670c191ef7c" providerId="ADAL" clId="{71208BD9-1F1C-F54F-8F66-8D7EEE3B36D2}" dt="2022-07-14T05:45:02.584" v="2831"/>
          <ac:grpSpMkLst>
            <pc:docMk/>
            <pc:sldMk cId="3705627577" sldId="632"/>
            <ac:grpSpMk id="28" creationId="{99983873-B6AE-03D6-97B6-0771F10E9A60}"/>
          </ac:grpSpMkLst>
        </pc:grpChg>
        <pc:grpChg chg="mod">
          <ac:chgData name="Hieu Do" userId="8091c26b-a61d-4e97-addd-a670c191ef7c" providerId="ADAL" clId="{71208BD9-1F1C-F54F-8F66-8D7EEE3B36D2}" dt="2022-07-14T05:45:06.158" v="2834"/>
          <ac:grpSpMkLst>
            <pc:docMk/>
            <pc:sldMk cId="3705627577" sldId="632"/>
            <ac:grpSpMk id="31" creationId="{5FC41B8F-3BF9-896E-D6A8-935BD9EC781C}"/>
          </ac:grpSpMkLst>
        </pc:grpChg>
        <pc:grpChg chg="mod">
          <ac:chgData name="Hieu Do" userId="8091c26b-a61d-4e97-addd-a670c191ef7c" providerId="ADAL" clId="{71208BD9-1F1C-F54F-8F66-8D7EEE3B36D2}" dt="2022-07-14T05:46:07.067" v="2846"/>
          <ac:grpSpMkLst>
            <pc:docMk/>
            <pc:sldMk cId="3705627577" sldId="632"/>
            <ac:grpSpMk id="37" creationId="{E6B503E5-B0D4-EDCE-684E-A838387EC754}"/>
          </ac:grpSpMkLst>
        </pc:grpChg>
        <pc:grpChg chg="mod">
          <ac:chgData name="Hieu Do" userId="8091c26b-a61d-4e97-addd-a670c191ef7c" providerId="ADAL" clId="{71208BD9-1F1C-F54F-8F66-8D7EEE3B36D2}" dt="2022-07-14T05:46:09.846" v="2849"/>
          <ac:grpSpMkLst>
            <pc:docMk/>
            <pc:sldMk cId="3705627577" sldId="632"/>
            <ac:grpSpMk id="40" creationId="{9AD718D4-6F2E-931B-FDA2-B8D460FEF457}"/>
          </ac:grpSpMkLst>
        </pc:grpChg>
        <pc:grpChg chg="del mod">
          <ac:chgData name="Hieu Do" userId="8091c26b-a61d-4e97-addd-a670c191ef7c" providerId="ADAL" clId="{71208BD9-1F1C-F54F-8F66-8D7EEE3B36D2}" dt="2022-07-14T05:46:44.498" v="2865"/>
          <ac:grpSpMkLst>
            <pc:docMk/>
            <pc:sldMk cId="3705627577" sldId="632"/>
            <ac:grpSpMk id="44" creationId="{B4F815C5-7916-C70C-9E1B-96C0D9CEC250}"/>
          </ac:grpSpMkLst>
        </pc:grpChg>
        <pc:grpChg chg="del mod">
          <ac:chgData name="Hieu Do" userId="8091c26b-a61d-4e97-addd-a670c191ef7c" providerId="ADAL" clId="{71208BD9-1F1C-F54F-8F66-8D7EEE3B36D2}" dt="2022-07-14T05:46:39.743" v="2859"/>
          <ac:grpSpMkLst>
            <pc:docMk/>
            <pc:sldMk cId="3705627577" sldId="632"/>
            <ac:grpSpMk id="48" creationId="{F7F6E3CE-243B-BC85-8E61-84FCD8481E6E}"/>
          </ac:grpSpMkLst>
        </pc:grpChg>
        <pc:grpChg chg="del mod">
          <ac:chgData name="Hieu Do" userId="8091c26b-a61d-4e97-addd-a670c191ef7c" providerId="ADAL" clId="{71208BD9-1F1C-F54F-8F66-8D7EEE3B36D2}" dt="2022-07-14T05:46:41.103" v="2861"/>
          <ac:grpSpMkLst>
            <pc:docMk/>
            <pc:sldMk cId="3705627577" sldId="632"/>
            <ac:grpSpMk id="50" creationId="{78F1970C-C1CF-A8B3-1595-15AE54D4D5C0}"/>
          </ac:grpSpMkLst>
        </pc:grpChg>
        <pc:grpChg chg="del mod">
          <ac:chgData name="Hieu Do" userId="8091c26b-a61d-4e97-addd-a670c191ef7c" providerId="ADAL" clId="{71208BD9-1F1C-F54F-8F66-8D7EEE3B36D2}" dt="2022-07-14T05:46:44.498" v="2865"/>
          <ac:grpSpMkLst>
            <pc:docMk/>
            <pc:sldMk cId="3705627577" sldId="632"/>
            <ac:grpSpMk id="52" creationId="{F2C863A1-B535-AA8B-4770-0105BB50B5F2}"/>
          </ac:grpSpMkLst>
        </pc:grpChg>
        <pc:grpChg chg="mod">
          <ac:chgData name="Hieu Do" userId="8091c26b-a61d-4e97-addd-a670c191ef7c" providerId="ADAL" clId="{71208BD9-1F1C-F54F-8F66-8D7EEE3B36D2}" dt="2022-07-14T05:46:44.498" v="2865"/>
          <ac:grpSpMkLst>
            <pc:docMk/>
            <pc:sldMk cId="3705627577" sldId="632"/>
            <ac:grpSpMk id="56" creationId="{CF7B1127-2563-6216-26A1-4E7AB2AEA785}"/>
          </ac:grpSpMkLst>
        </pc:grpChg>
        <pc:inkChg chg="add mod">
          <ac:chgData name="Hieu Do" userId="8091c26b-a61d-4e97-addd-a670c191ef7c" providerId="ADAL" clId="{71208BD9-1F1C-F54F-8F66-8D7EEE3B36D2}" dt="2022-07-14T05:44:56.446" v="2828"/>
          <ac:inkMkLst>
            <pc:docMk/>
            <pc:sldMk cId="3705627577" sldId="632"/>
            <ac:inkMk id="3" creationId="{6DD818EE-F9B2-4225-393A-5EE21D731430}"/>
          </ac:inkMkLst>
        </pc:inkChg>
        <pc:inkChg chg="add del mod">
          <ac:chgData name="Hieu Do" userId="8091c26b-a61d-4e97-addd-a670c191ef7c" providerId="ADAL" clId="{71208BD9-1F1C-F54F-8F66-8D7EEE3B36D2}" dt="2022-07-14T05:44:56.446" v="2828"/>
          <ac:inkMkLst>
            <pc:docMk/>
            <pc:sldMk cId="3705627577" sldId="632"/>
            <ac:inkMk id="5" creationId="{5DA210A4-C348-6913-432C-268FB0E8276B}"/>
          </ac:inkMkLst>
        </pc:inkChg>
        <pc:inkChg chg="add del mod">
          <ac:chgData name="Hieu Do" userId="8091c26b-a61d-4e97-addd-a670c191ef7c" providerId="ADAL" clId="{71208BD9-1F1C-F54F-8F66-8D7EEE3B36D2}" dt="2022-07-14T05:44:54.889" v="2825"/>
          <ac:inkMkLst>
            <pc:docMk/>
            <pc:sldMk cId="3705627577" sldId="632"/>
            <ac:inkMk id="16" creationId="{212C8018-A566-9309-3A17-9D9D84C049E7}"/>
          </ac:inkMkLst>
        </pc:inkChg>
        <pc:inkChg chg="add del mod">
          <ac:chgData name="Hieu Do" userId="8091c26b-a61d-4e97-addd-a670c191ef7c" providerId="ADAL" clId="{71208BD9-1F1C-F54F-8F66-8D7EEE3B36D2}" dt="2022-07-14T05:44:54.890" v="2827"/>
          <ac:inkMkLst>
            <pc:docMk/>
            <pc:sldMk cId="3705627577" sldId="632"/>
            <ac:inkMk id="17" creationId="{26077C77-60B0-7220-7CE7-3D56758D9374}"/>
          </ac:inkMkLst>
        </pc:inkChg>
        <pc:inkChg chg="add del mod">
          <ac:chgData name="Hieu Do" userId="8091c26b-a61d-4e97-addd-a670c191ef7c" providerId="ADAL" clId="{71208BD9-1F1C-F54F-8F66-8D7EEE3B36D2}" dt="2022-07-14T05:44:54.890" v="2826"/>
          <ac:inkMkLst>
            <pc:docMk/>
            <pc:sldMk cId="3705627577" sldId="632"/>
            <ac:inkMk id="20" creationId="{3648819D-CB48-4504-9C81-4458DD5E81FC}"/>
          </ac:inkMkLst>
        </pc:inkChg>
        <pc:inkChg chg="add">
          <ac:chgData name="Hieu Do" userId="8091c26b-a61d-4e97-addd-a670c191ef7c" providerId="ADAL" clId="{71208BD9-1F1C-F54F-8F66-8D7EEE3B36D2}" dt="2022-07-14T05:44:41.298" v="2821" actId="9405"/>
          <ac:inkMkLst>
            <pc:docMk/>
            <pc:sldMk cId="3705627577" sldId="632"/>
            <ac:inkMk id="22" creationId="{5537B128-1777-7480-0593-8116F90EA499}"/>
          </ac:inkMkLst>
        </pc:inkChg>
        <pc:inkChg chg="add mod">
          <ac:chgData name="Hieu Do" userId="8091c26b-a61d-4e97-addd-a670c191ef7c" providerId="ADAL" clId="{71208BD9-1F1C-F54F-8F66-8D7EEE3B36D2}" dt="2022-07-14T05:44:46.772" v="2824"/>
          <ac:inkMkLst>
            <pc:docMk/>
            <pc:sldMk cId="3705627577" sldId="632"/>
            <ac:inkMk id="23" creationId="{4D8AD9D4-EFA7-C982-4F55-207355A45A91}"/>
          </ac:inkMkLst>
        </pc:inkChg>
        <pc:inkChg chg="add mod">
          <ac:chgData name="Hieu Do" userId="8091c26b-a61d-4e97-addd-a670c191ef7c" providerId="ADAL" clId="{71208BD9-1F1C-F54F-8F66-8D7EEE3B36D2}" dt="2022-07-14T05:44:46.772" v="2824"/>
          <ac:inkMkLst>
            <pc:docMk/>
            <pc:sldMk cId="3705627577" sldId="632"/>
            <ac:inkMk id="24" creationId="{DE337DC5-480D-F561-3AD9-100D7DE06DDB}"/>
          </ac:inkMkLst>
        </pc:inkChg>
        <pc:inkChg chg="add mod">
          <ac:chgData name="Hieu Do" userId="8091c26b-a61d-4e97-addd-a670c191ef7c" providerId="ADAL" clId="{71208BD9-1F1C-F54F-8F66-8D7EEE3B36D2}" dt="2022-07-14T05:45:02.584" v="2831"/>
          <ac:inkMkLst>
            <pc:docMk/>
            <pc:sldMk cId="3705627577" sldId="632"/>
            <ac:inkMk id="26" creationId="{3CE6D586-9E17-AA0A-EE14-8697EFF0C58E}"/>
          </ac:inkMkLst>
        </pc:inkChg>
        <pc:inkChg chg="add mod">
          <ac:chgData name="Hieu Do" userId="8091c26b-a61d-4e97-addd-a670c191ef7c" providerId="ADAL" clId="{71208BD9-1F1C-F54F-8F66-8D7EEE3B36D2}" dt="2022-07-14T05:45:02.584" v="2831"/>
          <ac:inkMkLst>
            <pc:docMk/>
            <pc:sldMk cId="3705627577" sldId="632"/>
            <ac:inkMk id="27" creationId="{66052C1D-4BDD-3577-9273-B5CAB6936EEA}"/>
          </ac:inkMkLst>
        </pc:inkChg>
        <pc:inkChg chg="add mod">
          <ac:chgData name="Hieu Do" userId="8091c26b-a61d-4e97-addd-a670c191ef7c" providerId="ADAL" clId="{71208BD9-1F1C-F54F-8F66-8D7EEE3B36D2}" dt="2022-07-14T05:45:06.158" v="2834"/>
          <ac:inkMkLst>
            <pc:docMk/>
            <pc:sldMk cId="3705627577" sldId="632"/>
            <ac:inkMk id="29" creationId="{426F91D3-DE35-C597-1F65-3C3E42B68F31}"/>
          </ac:inkMkLst>
        </pc:inkChg>
        <pc:inkChg chg="add mod">
          <ac:chgData name="Hieu Do" userId="8091c26b-a61d-4e97-addd-a670c191ef7c" providerId="ADAL" clId="{71208BD9-1F1C-F54F-8F66-8D7EEE3B36D2}" dt="2022-07-14T05:45:06.158" v="2834"/>
          <ac:inkMkLst>
            <pc:docMk/>
            <pc:sldMk cId="3705627577" sldId="632"/>
            <ac:inkMk id="30" creationId="{1C31B516-7C41-929C-B2F9-CD847FDE5817}"/>
          </ac:inkMkLst>
        </pc:inkChg>
        <pc:inkChg chg="add">
          <ac:chgData name="Hieu Do" userId="8091c26b-a61d-4e97-addd-a670c191ef7c" providerId="ADAL" clId="{71208BD9-1F1C-F54F-8F66-8D7EEE3B36D2}" dt="2022-07-14T05:45:07.563" v="2835" actId="9405"/>
          <ac:inkMkLst>
            <pc:docMk/>
            <pc:sldMk cId="3705627577" sldId="632"/>
            <ac:inkMk id="32" creationId="{F5F45FDD-3A8E-F693-9BA8-A395E79E4E03}"/>
          </ac:inkMkLst>
        </pc:inkChg>
        <pc:inkChg chg="add mod">
          <ac:chgData name="Hieu Do" userId="8091c26b-a61d-4e97-addd-a670c191ef7c" providerId="ADAL" clId="{71208BD9-1F1C-F54F-8F66-8D7EEE3B36D2}" dt="2022-07-14T05:45:51.507" v="2843" actId="1076"/>
          <ac:inkMkLst>
            <pc:docMk/>
            <pc:sldMk cId="3705627577" sldId="632"/>
            <ac:inkMk id="34" creationId="{F88E69F3-AD91-9516-BBF4-08CC2C774617}"/>
          </ac:inkMkLst>
        </pc:inkChg>
        <pc:inkChg chg="add mod">
          <ac:chgData name="Hieu Do" userId="8091c26b-a61d-4e97-addd-a670c191ef7c" providerId="ADAL" clId="{71208BD9-1F1C-F54F-8F66-8D7EEE3B36D2}" dt="2022-07-14T05:46:07.067" v="2846"/>
          <ac:inkMkLst>
            <pc:docMk/>
            <pc:sldMk cId="3705627577" sldId="632"/>
            <ac:inkMk id="35" creationId="{BFB4A40D-E677-77FD-41A4-33BE0F4C9320}"/>
          </ac:inkMkLst>
        </pc:inkChg>
        <pc:inkChg chg="add mod">
          <ac:chgData name="Hieu Do" userId="8091c26b-a61d-4e97-addd-a670c191ef7c" providerId="ADAL" clId="{71208BD9-1F1C-F54F-8F66-8D7EEE3B36D2}" dt="2022-07-14T05:46:07.067" v="2846"/>
          <ac:inkMkLst>
            <pc:docMk/>
            <pc:sldMk cId="3705627577" sldId="632"/>
            <ac:inkMk id="36" creationId="{720D321B-91A9-1CBD-D1ED-7F7138BCD3B6}"/>
          </ac:inkMkLst>
        </pc:inkChg>
        <pc:inkChg chg="add mod">
          <ac:chgData name="Hieu Do" userId="8091c26b-a61d-4e97-addd-a670c191ef7c" providerId="ADAL" clId="{71208BD9-1F1C-F54F-8F66-8D7EEE3B36D2}" dt="2022-07-14T05:46:09.846" v="2849"/>
          <ac:inkMkLst>
            <pc:docMk/>
            <pc:sldMk cId="3705627577" sldId="632"/>
            <ac:inkMk id="38" creationId="{D3DE7F0A-1122-6325-414C-E13A22FD648F}"/>
          </ac:inkMkLst>
        </pc:inkChg>
        <pc:inkChg chg="add mod">
          <ac:chgData name="Hieu Do" userId="8091c26b-a61d-4e97-addd-a670c191ef7c" providerId="ADAL" clId="{71208BD9-1F1C-F54F-8F66-8D7EEE3B36D2}" dt="2022-07-14T05:46:09.846" v="2849"/>
          <ac:inkMkLst>
            <pc:docMk/>
            <pc:sldMk cId="3705627577" sldId="632"/>
            <ac:inkMk id="39" creationId="{867A7314-9164-BEAB-4DD4-E20E784ED912}"/>
          </ac:inkMkLst>
        </pc:inkChg>
        <pc:inkChg chg="add">
          <ac:chgData name="Hieu Do" userId="8091c26b-a61d-4e97-addd-a670c191ef7c" providerId="ADAL" clId="{71208BD9-1F1C-F54F-8F66-8D7EEE3B36D2}" dt="2022-07-14T05:46:20.925" v="2850" actId="9405"/>
          <ac:inkMkLst>
            <pc:docMk/>
            <pc:sldMk cId="3705627577" sldId="632"/>
            <ac:inkMk id="41" creationId="{D7B9D5CB-7D84-CE45-4160-E5937960B6AD}"/>
          </ac:inkMkLst>
        </pc:inkChg>
        <pc:inkChg chg="add mod">
          <ac:chgData name="Hieu Do" userId="8091c26b-a61d-4e97-addd-a670c191ef7c" providerId="ADAL" clId="{71208BD9-1F1C-F54F-8F66-8D7EEE3B36D2}" dt="2022-07-14T05:46:44.498" v="2865"/>
          <ac:inkMkLst>
            <pc:docMk/>
            <pc:sldMk cId="3705627577" sldId="632"/>
            <ac:inkMk id="42" creationId="{D2CD3782-72B9-55F5-71E4-E6C57F8C3EA8}"/>
          </ac:inkMkLst>
        </pc:inkChg>
        <pc:inkChg chg="add mod">
          <ac:chgData name="Hieu Do" userId="8091c26b-a61d-4e97-addd-a670c191ef7c" providerId="ADAL" clId="{71208BD9-1F1C-F54F-8F66-8D7EEE3B36D2}" dt="2022-07-14T05:46:44.498" v="2865"/>
          <ac:inkMkLst>
            <pc:docMk/>
            <pc:sldMk cId="3705627577" sldId="632"/>
            <ac:inkMk id="43" creationId="{C4AE5573-D23B-92CE-09A6-9A49874ACF2D}"/>
          </ac:inkMkLst>
        </pc:inkChg>
        <pc:inkChg chg="add">
          <ac:chgData name="Hieu Do" userId="8091c26b-a61d-4e97-addd-a670c191ef7c" providerId="ADAL" clId="{71208BD9-1F1C-F54F-8F66-8D7EEE3B36D2}" dt="2022-07-14T05:46:33.387" v="2854" actId="9405"/>
          <ac:inkMkLst>
            <pc:docMk/>
            <pc:sldMk cId="3705627577" sldId="632"/>
            <ac:inkMk id="45" creationId="{25F936ED-094C-D812-D342-2EEBFB1BFA69}"/>
          </ac:inkMkLst>
        </pc:inkChg>
        <pc:inkChg chg="add mod">
          <ac:chgData name="Hieu Do" userId="8091c26b-a61d-4e97-addd-a670c191ef7c" providerId="ADAL" clId="{71208BD9-1F1C-F54F-8F66-8D7EEE3B36D2}" dt="2022-07-14T05:46:44.498" v="2865"/>
          <ac:inkMkLst>
            <pc:docMk/>
            <pc:sldMk cId="3705627577" sldId="632"/>
            <ac:inkMk id="46" creationId="{2F9CB6F7-6636-0D89-2DCE-96D5B729D406}"/>
          </ac:inkMkLst>
        </pc:inkChg>
        <pc:inkChg chg="add mod">
          <ac:chgData name="Hieu Do" userId="8091c26b-a61d-4e97-addd-a670c191ef7c" providerId="ADAL" clId="{71208BD9-1F1C-F54F-8F66-8D7EEE3B36D2}" dt="2022-07-14T05:46:44.498" v="2865"/>
          <ac:inkMkLst>
            <pc:docMk/>
            <pc:sldMk cId="3705627577" sldId="632"/>
            <ac:inkMk id="47" creationId="{A7E1420E-23DA-CCAB-5D68-87710CE66772}"/>
          </ac:inkMkLst>
        </pc:inkChg>
        <pc:inkChg chg="add mod">
          <ac:chgData name="Hieu Do" userId="8091c26b-a61d-4e97-addd-a670c191ef7c" providerId="ADAL" clId="{71208BD9-1F1C-F54F-8F66-8D7EEE3B36D2}" dt="2022-07-14T05:46:44.498" v="2865"/>
          <ac:inkMkLst>
            <pc:docMk/>
            <pc:sldMk cId="3705627577" sldId="632"/>
            <ac:inkMk id="49" creationId="{9E90A61C-01D5-5057-176B-0E62EF486343}"/>
          </ac:inkMkLst>
        </pc:inkChg>
        <pc:inkChg chg="add mod">
          <ac:chgData name="Hieu Do" userId="8091c26b-a61d-4e97-addd-a670c191ef7c" providerId="ADAL" clId="{71208BD9-1F1C-F54F-8F66-8D7EEE3B36D2}" dt="2022-07-14T05:46:44.498" v="2865"/>
          <ac:inkMkLst>
            <pc:docMk/>
            <pc:sldMk cId="3705627577" sldId="632"/>
            <ac:inkMk id="51" creationId="{F0614F60-3A08-4509-32CB-DB1B38095F09}"/>
          </ac:inkMkLst>
        </pc:inkChg>
        <pc:inkChg chg="add mod">
          <ac:chgData name="Hieu Do" userId="8091c26b-a61d-4e97-addd-a670c191ef7c" providerId="ADAL" clId="{71208BD9-1F1C-F54F-8F66-8D7EEE3B36D2}" dt="2022-07-14T05:46:44.498" v="2865"/>
          <ac:inkMkLst>
            <pc:docMk/>
            <pc:sldMk cId="3705627577" sldId="632"/>
            <ac:inkMk id="53" creationId="{2329B141-A3A7-BF79-8967-97DF1713ED6B}"/>
          </ac:inkMkLst>
        </pc:inkChg>
        <pc:inkChg chg="add mod">
          <ac:chgData name="Hieu Do" userId="8091c26b-a61d-4e97-addd-a670c191ef7c" providerId="ADAL" clId="{71208BD9-1F1C-F54F-8F66-8D7EEE3B36D2}" dt="2022-07-14T05:46:44.498" v="2865"/>
          <ac:inkMkLst>
            <pc:docMk/>
            <pc:sldMk cId="3705627577" sldId="632"/>
            <ac:inkMk id="54" creationId="{64971B58-6318-FC32-4A32-2ECCB77C279A}"/>
          </ac:inkMkLst>
        </pc:inkChg>
        <pc:inkChg chg="add mod">
          <ac:chgData name="Hieu Do" userId="8091c26b-a61d-4e97-addd-a670c191ef7c" providerId="ADAL" clId="{71208BD9-1F1C-F54F-8F66-8D7EEE3B36D2}" dt="2022-07-14T05:46:44.498" v="2865"/>
          <ac:inkMkLst>
            <pc:docMk/>
            <pc:sldMk cId="3705627577" sldId="632"/>
            <ac:inkMk id="55" creationId="{DA25FA96-336A-2504-B22A-9B649B525381}"/>
          </ac:inkMkLst>
        </pc:inkChg>
      </pc:sldChg>
    </pc:docChg>
  </pc:docChgLst>
  <pc:docChgLst>
    <pc:chgData name="Hieu Do" userId="8091c26b-a61d-4e97-addd-a670c191ef7c" providerId="ADAL" clId="{DFF23E71-26D5-4845-BC9E-ECEA86AFC563}"/>
    <pc:docChg chg="custSel modSld">
      <pc:chgData name="Hieu Do" userId="8091c26b-a61d-4e97-addd-a670c191ef7c" providerId="ADAL" clId="{DFF23E71-26D5-4845-BC9E-ECEA86AFC563}" dt="2023-02-28T07:52:56.331" v="67" actId="1076"/>
      <pc:docMkLst>
        <pc:docMk/>
      </pc:docMkLst>
      <pc:sldChg chg="modSp mod">
        <pc:chgData name="Hieu Do" userId="8091c26b-a61d-4e97-addd-a670c191ef7c" providerId="ADAL" clId="{DFF23E71-26D5-4845-BC9E-ECEA86AFC563}" dt="2023-02-27T03:38:33.047" v="19" actId="20577"/>
        <pc:sldMkLst>
          <pc:docMk/>
          <pc:sldMk cId="2961410781" sldId="553"/>
        </pc:sldMkLst>
        <pc:spChg chg="mod">
          <ac:chgData name="Hieu Do" userId="8091c26b-a61d-4e97-addd-a670c191ef7c" providerId="ADAL" clId="{DFF23E71-26D5-4845-BC9E-ECEA86AFC563}" dt="2023-02-27T03:38:33.047" v="19" actId="20577"/>
          <ac:spMkLst>
            <pc:docMk/>
            <pc:sldMk cId="2961410781" sldId="553"/>
            <ac:spMk id="11" creationId="{4BAF6E62-1B70-C881-FE08-02A729FE8F10}"/>
          </ac:spMkLst>
        </pc:spChg>
        <pc:spChg chg="mod">
          <ac:chgData name="Hieu Do" userId="8091c26b-a61d-4e97-addd-a670c191ef7c" providerId="ADAL" clId="{DFF23E71-26D5-4845-BC9E-ECEA86AFC563}" dt="2023-02-27T03:38:23.241" v="9" actId="20577"/>
          <ac:spMkLst>
            <pc:docMk/>
            <pc:sldMk cId="2961410781" sldId="553"/>
            <ac:spMk id="12" creationId="{F8E26213-BFA8-8A53-72B4-11F7C51696F8}"/>
          </ac:spMkLst>
        </pc:spChg>
      </pc:sldChg>
      <pc:sldChg chg="modSp mod">
        <pc:chgData name="Hieu Do" userId="8091c26b-a61d-4e97-addd-a670c191ef7c" providerId="ADAL" clId="{DFF23E71-26D5-4845-BC9E-ECEA86AFC563}" dt="2023-02-28T07:52:06.636" v="60" actId="20577"/>
        <pc:sldMkLst>
          <pc:docMk/>
          <pc:sldMk cId="2796053059" sldId="634"/>
        </pc:sldMkLst>
        <pc:spChg chg="mod">
          <ac:chgData name="Hieu Do" userId="8091c26b-a61d-4e97-addd-a670c191ef7c" providerId="ADAL" clId="{DFF23E71-26D5-4845-BC9E-ECEA86AFC563}" dt="2023-02-28T07:52:06.636" v="60" actId="20577"/>
          <ac:spMkLst>
            <pc:docMk/>
            <pc:sldMk cId="2796053059" sldId="634"/>
            <ac:spMk id="20" creationId="{780B80ED-5DE9-9881-D839-5465ABEF6CEC}"/>
          </ac:spMkLst>
        </pc:spChg>
      </pc:sldChg>
      <pc:sldChg chg="modSp mod">
        <pc:chgData name="Hieu Do" userId="8091c26b-a61d-4e97-addd-a670c191ef7c" providerId="ADAL" clId="{DFF23E71-26D5-4845-BC9E-ECEA86AFC563}" dt="2023-02-28T07:52:56.331" v="67" actId="1076"/>
        <pc:sldMkLst>
          <pc:docMk/>
          <pc:sldMk cId="3418407911" sldId="639"/>
        </pc:sldMkLst>
        <pc:spChg chg="mod">
          <ac:chgData name="Hieu Do" userId="8091c26b-a61d-4e97-addd-a670c191ef7c" providerId="ADAL" clId="{DFF23E71-26D5-4845-BC9E-ECEA86AFC563}" dt="2023-02-28T07:52:48.240" v="65" actId="1076"/>
          <ac:spMkLst>
            <pc:docMk/>
            <pc:sldMk cId="3418407911" sldId="639"/>
            <ac:spMk id="36" creationId="{00000000-0000-0000-0000-000000000000}"/>
          </ac:spMkLst>
        </pc:spChg>
        <pc:grpChg chg="mod">
          <ac:chgData name="Hieu Do" userId="8091c26b-a61d-4e97-addd-a670c191ef7c" providerId="ADAL" clId="{DFF23E71-26D5-4845-BC9E-ECEA86AFC563}" dt="2023-02-28T07:52:52.700" v="66" actId="1076"/>
          <ac:grpSpMkLst>
            <pc:docMk/>
            <pc:sldMk cId="3418407911" sldId="639"/>
            <ac:grpSpMk id="11" creationId="{5BEADD07-3D8F-B41E-0DDE-0C14D7A79E1F}"/>
          </ac:grpSpMkLst>
        </pc:grpChg>
        <pc:grpChg chg="mod">
          <ac:chgData name="Hieu Do" userId="8091c26b-a61d-4e97-addd-a670c191ef7c" providerId="ADAL" clId="{DFF23E71-26D5-4845-BC9E-ECEA86AFC563}" dt="2023-02-28T07:52:56.331" v="67" actId="1076"/>
          <ac:grpSpMkLst>
            <pc:docMk/>
            <pc:sldMk cId="3418407911" sldId="639"/>
            <ac:grpSpMk id="13" creationId="{5E182450-32FB-B28D-E7FB-62E86E1B4589}"/>
          </ac:grpSpMkLst>
        </pc:grpChg>
      </pc:sldChg>
      <pc:sldChg chg="delSp modSp mod">
        <pc:chgData name="Hieu Do" userId="8091c26b-a61d-4e97-addd-a670c191ef7c" providerId="ADAL" clId="{DFF23E71-26D5-4845-BC9E-ECEA86AFC563}" dt="2023-02-28T07:51:37.315" v="34" actId="1035"/>
        <pc:sldMkLst>
          <pc:docMk/>
          <pc:sldMk cId="2296019121" sldId="654"/>
        </pc:sldMkLst>
        <pc:spChg chg="mod">
          <ac:chgData name="Hieu Do" userId="8091c26b-a61d-4e97-addd-a670c191ef7c" providerId="ADAL" clId="{DFF23E71-26D5-4845-BC9E-ECEA86AFC563}" dt="2023-02-28T07:51:37.315" v="34" actId="1035"/>
          <ac:spMkLst>
            <pc:docMk/>
            <pc:sldMk cId="2296019121" sldId="654"/>
            <ac:spMk id="6" creationId="{54D248F3-0CAF-A483-E4EF-497DADCAB592}"/>
          </ac:spMkLst>
        </pc:spChg>
        <pc:spChg chg="del">
          <ac:chgData name="Hieu Do" userId="8091c26b-a61d-4e97-addd-a670c191ef7c" providerId="ADAL" clId="{DFF23E71-26D5-4845-BC9E-ECEA86AFC563}" dt="2023-02-28T07:51:18.950" v="20" actId="478"/>
          <ac:spMkLst>
            <pc:docMk/>
            <pc:sldMk cId="2296019121" sldId="654"/>
            <ac:spMk id="29" creationId="{00000000-0000-0000-0000-000000000000}"/>
          </ac:spMkLst>
        </pc:spChg>
        <pc:spChg chg="del">
          <ac:chgData name="Hieu Do" userId="8091c26b-a61d-4e97-addd-a670c191ef7c" providerId="ADAL" clId="{DFF23E71-26D5-4845-BC9E-ECEA86AFC563}" dt="2023-02-28T07:51:20.663" v="21" actId="478"/>
          <ac:spMkLst>
            <pc:docMk/>
            <pc:sldMk cId="2296019121" sldId="654"/>
            <ac:spMk id="30" creationId="{00000000-0000-0000-0000-000000000000}"/>
          </ac:spMkLst>
        </pc:spChg>
        <pc:picChg chg="mod">
          <ac:chgData name="Hieu Do" userId="8091c26b-a61d-4e97-addd-a670c191ef7c" providerId="ADAL" clId="{DFF23E71-26D5-4845-BC9E-ECEA86AFC563}" dt="2023-02-28T07:51:31.939" v="29" actId="1036"/>
          <ac:picMkLst>
            <pc:docMk/>
            <pc:sldMk cId="2296019121" sldId="654"/>
            <ac:picMk id="27" creationId="{00000000-0000-0000-0000-000000000000}"/>
          </ac:picMkLst>
        </pc:picChg>
        <pc:picChg chg="mod">
          <ac:chgData name="Hieu Do" userId="8091c26b-a61d-4e97-addd-a670c191ef7c" providerId="ADAL" clId="{DFF23E71-26D5-4845-BC9E-ECEA86AFC563}" dt="2023-02-28T07:51:27.907" v="23" actId="1076"/>
          <ac:picMkLst>
            <pc:docMk/>
            <pc:sldMk cId="2296019121" sldId="654"/>
            <ac:picMk id="28" creationId="{74F7DE39-F167-3E2D-99A7-F168DD17CFE1}"/>
          </ac:picMkLst>
        </pc:picChg>
      </pc:sldChg>
    </pc:docChg>
  </pc:docChgLst>
  <pc:docChgLst>
    <pc:chgData name="Hieu Do" userId="8091c26b-a61d-4e97-addd-a670c191ef7c" providerId="ADAL" clId="{99BDEF05-8795-5A48-9AD2-AB1FF7856BE5}"/>
    <pc:docChg chg="undo custSel addSld delSld modSld sldOrd">
      <pc:chgData name="Hieu Do" userId="8091c26b-a61d-4e97-addd-a670c191ef7c" providerId="ADAL" clId="{99BDEF05-8795-5A48-9AD2-AB1FF7856BE5}" dt="2022-06-08T08:49:59.337" v="2445" actId="20577"/>
      <pc:docMkLst>
        <pc:docMk/>
      </pc:docMkLst>
      <pc:sldChg chg="addSp modSp mod">
        <pc:chgData name="Hieu Do" userId="8091c26b-a61d-4e97-addd-a670c191ef7c" providerId="ADAL" clId="{99BDEF05-8795-5A48-9AD2-AB1FF7856BE5}" dt="2022-06-06T02:37:41.531" v="85" actId="20577"/>
        <pc:sldMkLst>
          <pc:docMk/>
          <pc:sldMk cId="2961410781" sldId="553"/>
        </pc:sldMkLst>
        <pc:spChg chg="add mod">
          <ac:chgData name="Hieu Do" userId="8091c26b-a61d-4e97-addd-a670c191ef7c" providerId="ADAL" clId="{99BDEF05-8795-5A48-9AD2-AB1FF7856BE5}" dt="2022-06-06T02:36:20.208" v="55" actId="164"/>
          <ac:spMkLst>
            <pc:docMk/>
            <pc:sldMk cId="2961410781" sldId="553"/>
            <ac:spMk id="2" creationId="{8C36EF8C-7E16-720C-6659-0FE5D5B3C088}"/>
          </ac:spMkLst>
        </pc:spChg>
        <pc:spChg chg="add mod">
          <ac:chgData name="Hieu Do" userId="8091c26b-a61d-4e97-addd-a670c191ef7c" providerId="ADAL" clId="{99BDEF05-8795-5A48-9AD2-AB1FF7856BE5}" dt="2022-06-06T02:36:20.208" v="55" actId="164"/>
          <ac:spMkLst>
            <pc:docMk/>
            <pc:sldMk cId="2961410781" sldId="553"/>
            <ac:spMk id="9" creationId="{491AA736-B722-7660-3A7D-79C01F73105E}"/>
          </ac:spMkLst>
        </pc:spChg>
        <pc:spChg chg="add mod">
          <ac:chgData name="Hieu Do" userId="8091c26b-a61d-4e97-addd-a670c191ef7c" providerId="ADAL" clId="{99BDEF05-8795-5A48-9AD2-AB1FF7856BE5}" dt="2022-06-06T02:37:24.854" v="68" actId="20577"/>
          <ac:spMkLst>
            <pc:docMk/>
            <pc:sldMk cId="2961410781" sldId="553"/>
            <ac:spMk id="11" creationId="{4BAF6E62-1B70-C881-FE08-02A729FE8F10}"/>
          </ac:spMkLst>
        </pc:spChg>
        <pc:spChg chg="add mod">
          <ac:chgData name="Hieu Do" userId="8091c26b-a61d-4e97-addd-a670c191ef7c" providerId="ADAL" clId="{99BDEF05-8795-5A48-9AD2-AB1FF7856BE5}" dt="2022-06-06T02:37:41.531" v="85" actId="20577"/>
          <ac:spMkLst>
            <pc:docMk/>
            <pc:sldMk cId="2961410781" sldId="553"/>
            <ac:spMk id="12" creationId="{F8E26213-BFA8-8A53-72B4-11F7C51696F8}"/>
          </ac:spMkLst>
        </pc:spChg>
        <pc:spChg chg="mod">
          <ac:chgData name="Hieu Do" userId="8091c26b-a61d-4e97-addd-a670c191ef7c" providerId="ADAL" clId="{99BDEF05-8795-5A48-9AD2-AB1FF7856BE5}" dt="2022-06-06T02:36:33.551" v="56" actId="166"/>
          <ac:spMkLst>
            <pc:docMk/>
            <pc:sldMk cId="2961410781" sldId="553"/>
            <ac:spMk id="19" creationId="{00000000-0000-0000-0000-000000000000}"/>
          </ac:spMkLst>
        </pc:spChg>
        <pc:grpChg chg="add mod">
          <ac:chgData name="Hieu Do" userId="8091c26b-a61d-4e97-addd-a670c191ef7c" providerId="ADAL" clId="{99BDEF05-8795-5A48-9AD2-AB1FF7856BE5}" dt="2022-06-06T02:36:20.208" v="55" actId="164"/>
          <ac:grpSpMkLst>
            <pc:docMk/>
            <pc:sldMk cId="2961410781" sldId="553"/>
            <ac:grpSpMk id="3" creationId="{321F97D0-46D2-931A-9874-5BEC92F26B40}"/>
          </ac:grpSpMkLst>
        </pc:grpChg>
        <pc:picChg chg="mod">
          <ac:chgData name="Hieu Do" userId="8091c26b-a61d-4e97-addd-a670c191ef7c" providerId="ADAL" clId="{99BDEF05-8795-5A48-9AD2-AB1FF7856BE5}" dt="2022-06-06T02:36:20.208" v="55" actId="164"/>
          <ac:picMkLst>
            <pc:docMk/>
            <pc:sldMk cId="2961410781" sldId="553"/>
            <ac:picMk id="6" creationId="{00000000-0000-0000-0000-000000000000}"/>
          </ac:picMkLst>
        </pc:picChg>
        <pc:picChg chg="mod">
          <ac:chgData name="Hieu Do" userId="8091c26b-a61d-4e97-addd-a670c191ef7c" providerId="ADAL" clId="{99BDEF05-8795-5A48-9AD2-AB1FF7856BE5}" dt="2022-06-06T02:36:20.208" v="55" actId="164"/>
          <ac:picMkLst>
            <pc:docMk/>
            <pc:sldMk cId="2961410781" sldId="553"/>
            <ac:picMk id="7" creationId="{00000000-0000-0000-0000-000000000000}"/>
          </ac:picMkLst>
        </pc:picChg>
      </pc:sldChg>
      <pc:sldChg chg="addSp delSp modSp mod">
        <pc:chgData name="Hieu Do" userId="8091c26b-a61d-4e97-addd-a670c191ef7c" providerId="ADAL" clId="{99BDEF05-8795-5A48-9AD2-AB1FF7856BE5}" dt="2022-06-06T03:13:14.482" v="153" actId="1035"/>
        <pc:sldMkLst>
          <pc:docMk/>
          <pc:sldMk cId="2651377920" sldId="554"/>
        </pc:sldMkLst>
        <pc:spChg chg="add mod">
          <ac:chgData name="Hieu Do" userId="8091c26b-a61d-4e97-addd-a670c191ef7c" providerId="ADAL" clId="{99BDEF05-8795-5A48-9AD2-AB1FF7856BE5}" dt="2022-06-06T03:13:14.482" v="153" actId="1035"/>
          <ac:spMkLst>
            <pc:docMk/>
            <pc:sldMk cId="2651377920" sldId="554"/>
            <ac:spMk id="3" creationId="{FEC2444E-0033-D523-831A-3E28A2051F6C}"/>
          </ac:spMkLst>
        </pc:spChg>
        <pc:spChg chg="add del mod">
          <ac:chgData name="Hieu Do" userId="8091c26b-a61d-4e97-addd-a670c191ef7c" providerId="ADAL" clId="{99BDEF05-8795-5A48-9AD2-AB1FF7856BE5}" dt="2022-06-06T02:53:59.362" v="87" actId="478"/>
          <ac:spMkLst>
            <pc:docMk/>
            <pc:sldMk cId="2651377920" sldId="554"/>
            <ac:spMk id="6" creationId="{08885865-B546-D064-1EDD-C4183968A824}"/>
          </ac:spMkLst>
        </pc:spChg>
        <pc:picChg chg="add mod">
          <ac:chgData name="Hieu Do" userId="8091c26b-a61d-4e97-addd-a670c191ef7c" providerId="ADAL" clId="{99BDEF05-8795-5A48-9AD2-AB1FF7856BE5}" dt="2022-06-06T03:13:06.203" v="152" actId="14100"/>
          <ac:picMkLst>
            <pc:docMk/>
            <pc:sldMk cId="2651377920" sldId="554"/>
            <ac:picMk id="2" creationId="{8A721903-7570-0312-6D76-BD4988CB1FDA}"/>
          </ac:picMkLst>
        </pc:picChg>
      </pc:sldChg>
      <pc:sldChg chg="addSp delSp modSp mod">
        <pc:chgData name="Hieu Do" userId="8091c26b-a61d-4e97-addd-a670c191ef7c" providerId="ADAL" clId="{99BDEF05-8795-5A48-9AD2-AB1FF7856BE5}" dt="2022-06-06T03:47:32.754" v="363" actId="1076"/>
        <pc:sldMkLst>
          <pc:docMk/>
          <pc:sldMk cId="2595758321" sldId="555"/>
        </pc:sldMkLst>
        <pc:spChg chg="add del mod">
          <ac:chgData name="Hieu Do" userId="8091c26b-a61d-4e97-addd-a670c191ef7c" providerId="ADAL" clId="{99BDEF05-8795-5A48-9AD2-AB1FF7856BE5}" dt="2022-06-06T03:09:20.271" v="136" actId="478"/>
          <ac:spMkLst>
            <pc:docMk/>
            <pc:sldMk cId="2595758321" sldId="555"/>
            <ac:spMk id="2" creationId="{C93C605C-4C61-EB14-35FA-72F1A0C9D934}"/>
          </ac:spMkLst>
        </pc:spChg>
        <pc:spChg chg="add del mod">
          <ac:chgData name="Hieu Do" userId="8091c26b-a61d-4e97-addd-a670c191ef7c" providerId="ADAL" clId="{99BDEF05-8795-5A48-9AD2-AB1FF7856BE5}" dt="2022-06-06T03:11:41.722" v="138" actId="478"/>
          <ac:spMkLst>
            <pc:docMk/>
            <pc:sldMk cId="2595758321" sldId="555"/>
            <ac:spMk id="3" creationId="{6EFDB213-FC44-44F9-4CB2-C3A523DDD441}"/>
          </ac:spMkLst>
        </pc:spChg>
        <pc:spChg chg="add mod">
          <ac:chgData name="Hieu Do" userId="8091c26b-a61d-4e97-addd-a670c191ef7c" providerId="ADAL" clId="{99BDEF05-8795-5A48-9AD2-AB1FF7856BE5}" dt="2022-06-06T03:12:03.039" v="139"/>
          <ac:spMkLst>
            <pc:docMk/>
            <pc:sldMk cId="2595758321" sldId="555"/>
            <ac:spMk id="5" creationId="{F3619979-5D6E-EDF3-53ED-8BEEAB4A4502}"/>
          </ac:spMkLst>
        </pc:spChg>
        <pc:spChg chg="add mod">
          <ac:chgData name="Hieu Do" userId="8091c26b-a61d-4e97-addd-a670c191ef7c" providerId="ADAL" clId="{99BDEF05-8795-5A48-9AD2-AB1FF7856BE5}" dt="2022-06-06T03:47:32.754" v="363" actId="1076"/>
          <ac:spMkLst>
            <pc:docMk/>
            <pc:sldMk cId="2595758321" sldId="555"/>
            <ac:spMk id="15" creationId="{FF893B97-7AEA-970F-23E5-52465A2BD929}"/>
          </ac:spMkLst>
        </pc:spChg>
        <pc:grpChg chg="add del mod">
          <ac:chgData name="Hieu Do" userId="8091c26b-a61d-4e97-addd-a670c191ef7c" providerId="ADAL" clId="{99BDEF05-8795-5A48-9AD2-AB1FF7856BE5}" dt="2022-06-06T03:29:11.388" v="258" actId="478"/>
          <ac:grpSpMkLst>
            <pc:docMk/>
            <pc:sldMk cId="2595758321" sldId="555"/>
            <ac:grpSpMk id="8" creationId="{CF47A8F3-8BE4-F059-2DEC-F1D2FBE323FA}"/>
          </ac:grpSpMkLst>
        </pc:grpChg>
        <pc:picChg chg="add mod">
          <ac:chgData name="Hieu Do" userId="8091c26b-a61d-4e97-addd-a670c191ef7c" providerId="ADAL" clId="{99BDEF05-8795-5A48-9AD2-AB1FF7856BE5}" dt="2022-06-06T03:16:20.958" v="174" actId="164"/>
          <ac:picMkLst>
            <pc:docMk/>
            <pc:sldMk cId="2595758321" sldId="555"/>
            <ac:picMk id="6" creationId="{07814503-9270-A076-6724-3CE6632EC951}"/>
          </ac:picMkLst>
        </pc:picChg>
        <pc:picChg chg="add mod">
          <ac:chgData name="Hieu Do" userId="8091c26b-a61d-4e97-addd-a670c191ef7c" providerId="ADAL" clId="{99BDEF05-8795-5A48-9AD2-AB1FF7856BE5}" dt="2022-06-06T03:16:20.958" v="174" actId="164"/>
          <ac:picMkLst>
            <pc:docMk/>
            <pc:sldMk cId="2595758321" sldId="555"/>
            <ac:picMk id="7" creationId="{27570E08-0BBE-7241-B42C-E9762AABFD35}"/>
          </ac:picMkLst>
        </pc:picChg>
        <pc:picChg chg="add mod">
          <ac:chgData name="Hieu Do" userId="8091c26b-a61d-4e97-addd-a670c191ef7c" providerId="ADAL" clId="{99BDEF05-8795-5A48-9AD2-AB1FF7856BE5}" dt="2022-06-06T03:29:49.178" v="265" actId="14100"/>
          <ac:picMkLst>
            <pc:docMk/>
            <pc:sldMk cId="2595758321" sldId="555"/>
            <ac:picMk id="9" creationId="{0C7138A2-773C-7E5B-2A89-3C244127303A}"/>
          </ac:picMkLst>
        </pc:picChg>
      </pc:sldChg>
      <pc:sldChg chg="addSp delSp modSp mod modAnim">
        <pc:chgData name="Hieu Do" userId="8091c26b-a61d-4e97-addd-a670c191ef7c" providerId="ADAL" clId="{99BDEF05-8795-5A48-9AD2-AB1FF7856BE5}" dt="2022-06-06T03:46:08.413" v="356" actId="1076"/>
        <pc:sldMkLst>
          <pc:docMk/>
          <pc:sldMk cId="2694696524" sldId="556"/>
        </pc:sldMkLst>
        <pc:spChg chg="add mod">
          <ac:chgData name="Hieu Do" userId="8091c26b-a61d-4e97-addd-a670c191ef7c" providerId="ADAL" clId="{99BDEF05-8795-5A48-9AD2-AB1FF7856BE5}" dt="2022-06-06T03:41:29.285" v="311" actId="114"/>
          <ac:spMkLst>
            <pc:docMk/>
            <pc:sldMk cId="2694696524" sldId="556"/>
            <ac:spMk id="2" creationId="{B4F788A4-3667-DEC1-9AC7-303330D66FF1}"/>
          </ac:spMkLst>
        </pc:spChg>
        <pc:spChg chg="add mod">
          <ac:chgData name="Hieu Do" userId="8091c26b-a61d-4e97-addd-a670c191ef7c" providerId="ADAL" clId="{99BDEF05-8795-5A48-9AD2-AB1FF7856BE5}" dt="2022-06-06T03:42:39.745" v="327" actId="1035"/>
          <ac:spMkLst>
            <pc:docMk/>
            <pc:sldMk cId="2694696524" sldId="556"/>
            <ac:spMk id="3" creationId="{98B956EE-B38B-D1B9-84F9-BA69C1E2B21B}"/>
          </ac:spMkLst>
        </pc:spChg>
        <pc:spChg chg="add mod">
          <ac:chgData name="Hieu Do" userId="8091c26b-a61d-4e97-addd-a670c191ef7c" providerId="ADAL" clId="{99BDEF05-8795-5A48-9AD2-AB1FF7856BE5}" dt="2022-06-06T03:46:08.413" v="356" actId="1076"/>
          <ac:spMkLst>
            <pc:docMk/>
            <pc:sldMk cId="2694696524" sldId="556"/>
            <ac:spMk id="12" creationId="{18F73E78-9983-D5D5-2735-17713941193D}"/>
          </ac:spMkLst>
        </pc:spChg>
        <pc:spChg chg="mod">
          <ac:chgData name="Hieu Do" userId="8091c26b-a61d-4e97-addd-a670c191ef7c" providerId="ADAL" clId="{99BDEF05-8795-5A48-9AD2-AB1FF7856BE5}" dt="2022-06-06T03:24:37.013" v="245" actId="6549"/>
          <ac:spMkLst>
            <pc:docMk/>
            <pc:sldMk cId="2694696524" sldId="556"/>
            <ac:spMk id="13" creationId="{00000000-0000-0000-0000-000000000000}"/>
          </ac:spMkLst>
        </pc:spChg>
        <pc:picChg chg="add del mod">
          <ac:chgData name="Hieu Do" userId="8091c26b-a61d-4e97-addd-a670c191ef7c" providerId="ADAL" clId="{99BDEF05-8795-5A48-9AD2-AB1FF7856BE5}" dt="2022-06-06T03:39:55.103" v="299" actId="478"/>
          <ac:picMkLst>
            <pc:docMk/>
            <pc:sldMk cId="2694696524" sldId="556"/>
            <ac:picMk id="5" creationId="{E8BFE7CD-E8F1-6CA5-9750-C576DF23C526}"/>
          </ac:picMkLst>
        </pc:picChg>
        <pc:picChg chg="add mod">
          <ac:chgData name="Hieu Do" userId="8091c26b-a61d-4e97-addd-a670c191ef7c" providerId="ADAL" clId="{99BDEF05-8795-5A48-9AD2-AB1FF7856BE5}" dt="2022-06-06T03:45:31.967" v="350" actId="1076"/>
          <ac:picMkLst>
            <pc:docMk/>
            <pc:sldMk cId="2694696524" sldId="556"/>
            <ac:picMk id="6" creationId="{A9C3C189-A7FA-04D6-D686-F7051C229400}"/>
          </ac:picMkLst>
        </pc:picChg>
        <pc:picChg chg="add mod">
          <ac:chgData name="Hieu Do" userId="8091c26b-a61d-4e97-addd-a670c191ef7c" providerId="ADAL" clId="{99BDEF05-8795-5A48-9AD2-AB1FF7856BE5}" dt="2022-06-06T03:37:29.724" v="292" actId="1076"/>
          <ac:picMkLst>
            <pc:docMk/>
            <pc:sldMk cId="2694696524" sldId="556"/>
            <ac:picMk id="7" creationId="{AE108301-CB5D-549F-61AC-48F9584EC31E}"/>
          </ac:picMkLst>
        </pc:picChg>
        <pc:picChg chg="add mod">
          <ac:chgData name="Hieu Do" userId="8091c26b-a61d-4e97-addd-a670c191ef7c" providerId="ADAL" clId="{99BDEF05-8795-5A48-9AD2-AB1FF7856BE5}" dt="2022-06-06T03:46:00.234" v="354" actId="1076"/>
          <ac:picMkLst>
            <pc:docMk/>
            <pc:sldMk cId="2694696524" sldId="556"/>
            <ac:picMk id="11" creationId="{0B737BC8-2504-F312-E7B0-6AAC5CACCADF}"/>
          </ac:picMkLst>
        </pc:picChg>
      </pc:sldChg>
      <pc:sldChg chg="modSp mod ord">
        <pc:chgData name="Hieu Do" userId="8091c26b-a61d-4e97-addd-a670c191ef7c" providerId="ADAL" clId="{99BDEF05-8795-5A48-9AD2-AB1FF7856BE5}" dt="2022-06-06T02:33:13.779" v="6" actId="20577"/>
        <pc:sldMkLst>
          <pc:docMk/>
          <pc:sldMk cId="47502958" sldId="557"/>
        </pc:sldMkLst>
        <pc:spChg chg="mod">
          <ac:chgData name="Hieu Do" userId="8091c26b-a61d-4e97-addd-a670c191ef7c" providerId="ADAL" clId="{99BDEF05-8795-5A48-9AD2-AB1FF7856BE5}" dt="2022-06-06T02:33:13.779" v="6" actId="20577"/>
          <ac:spMkLst>
            <pc:docMk/>
            <pc:sldMk cId="47502958" sldId="557"/>
            <ac:spMk id="6" creationId="{00000000-0000-0000-0000-000000000000}"/>
          </ac:spMkLst>
        </pc:spChg>
      </pc:sldChg>
      <pc:sldChg chg="addSp delSp modSp add mod">
        <pc:chgData name="Hieu Do" userId="8091c26b-a61d-4e97-addd-a670c191ef7c" providerId="ADAL" clId="{99BDEF05-8795-5A48-9AD2-AB1FF7856BE5}" dt="2022-06-06T03:47:19.468" v="360" actId="21"/>
        <pc:sldMkLst>
          <pc:docMk/>
          <pc:sldMk cId="3785508053" sldId="558"/>
        </pc:sldMkLst>
        <pc:spChg chg="del">
          <ac:chgData name="Hieu Do" userId="8091c26b-a61d-4e97-addd-a670c191ef7c" providerId="ADAL" clId="{99BDEF05-8795-5A48-9AD2-AB1FF7856BE5}" dt="2022-06-06T03:30:05.022" v="268" actId="478"/>
          <ac:spMkLst>
            <pc:docMk/>
            <pc:sldMk cId="3785508053" sldId="558"/>
            <ac:spMk id="5" creationId="{F3619979-5D6E-EDF3-53ED-8BEEAB4A4502}"/>
          </ac:spMkLst>
        </pc:spChg>
        <pc:spChg chg="add mod">
          <ac:chgData name="Hieu Do" userId="8091c26b-a61d-4e97-addd-a670c191ef7c" providerId="ADAL" clId="{99BDEF05-8795-5A48-9AD2-AB1FF7856BE5}" dt="2022-06-06T03:47:15.061" v="359" actId="1076"/>
          <ac:spMkLst>
            <pc:docMk/>
            <pc:sldMk cId="3785508053" sldId="558"/>
            <ac:spMk id="10" creationId="{8472020D-BDD6-E9B6-F83F-A730A3C3ECFE}"/>
          </ac:spMkLst>
        </pc:spChg>
        <pc:spChg chg="add del mod">
          <ac:chgData name="Hieu Do" userId="8091c26b-a61d-4e97-addd-a670c191ef7c" providerId="ADAL" clId="{99BDEF05-8795-5A48-9AD2-AB1FF7856BE5}" dt="2022-06-06T03:47:19.468" v="360" actId="21"/>
          <ac:spMkLst>
            <pc:docMk/>
            <pc:sldMk cId="3785508053" sldId="558"/>
            <ac:spMk id="11" creationId="{E7B2D2CD-D23C-5D22-7BA9-35169C798C27}"/>
          </ac:spMkLst>
        </pc:spChg>
        <pc:picChg chg="add del mod">
          <ac:chgData name="Hieu Do" userId="8091c26b-a61d-4e97-addd-a670c191ef7c" providerId="ADAL" clId="{99BDEF05-8795-5A48-9AD2-AB1FF7856BE5}" dt="2022-06-06T03:31:54.501" v="275" actId="478"/>
          <ac:picMkLst>
            <pc:docMk/>
            <pc:sldMk cId="3785508053" sldId="558"/>
            <ac:picMk id="2" creationId="{13E6011F-B421-42E2-444F-CFFB695190EA}"/>
          </ac:picMkLst>
        </pc:picChg>
        <pc:picChg chg="add mod">
          <ac:chgData name="Hieu Do" userId="8091c26b-a61d-4e97-addd-a670c191ef7c" providerId="ADAL" clId="{99BDEF05-8795-5A48-9AD2-AB1FF7856BE5}" dt="2022-06-06T03:32:17.172" v="281" actId="1038"/>
          <ac:picMkLst>
            <pc:docMk/>
            <pc:sldMk cId="3785508053" sldId="558"/>
            <ac:picMk id="3" creationId="{6F834195-C9CB-57B6-EAAD-9E88B065B5F5}"/>
          </ac:picMkLst>
        </pc:picChg>
        <pc:picChg chg="del">
          <ac:chgData name="Hieu Do" userId="8091c26b-a61d-4e97-addd-a670c191ef7c" providerId="ADAL" clId="{99BDEF05-8795-5A48-9AD2-AB1FF7856BE5}" dt="2022-06-06T03:30:02.274" v="267" actId="478"/>
          <ac:picMkLst>
            <pc:docMk/>
            <pc:sldMk cId="3785508053" sldId="558"/>
            <ac:picMk id="9" creationId="{0C7138A2-773C-7E5B-2A89-3C244127303A}"/>
          </ac:picMkLst>
        </pc:picChg>
      </pc:sldChg>
      <pc:sldChg chg="addSp delSp modSp add mod modAnim">
        <pc:chgData name="Hieu Do" userId="8091c26b-a61d-4e97-addd-a670c191ef7c" providerId="ADAL" clId="{99BDEF05-8795-5A48-9AD2-AB1FF7856BE5}" dt="2022-06-06T06:30:53.641" v="566" actId="1076"/>
        <pc:sldMkLst>
          <pc:docMk/>
          <pc:sldMk cId="1589784218" sldId="559"/>
        </pc:sldMkLst>
        <pc:spChg chg="del">
          <ac:chgData name="Hieu Do" userId="8091c26b-a61d-4e97-addd-a670c191ef7c" providerId="ADAL" clId="{99BDEF05-8795-5A48-9AD2-AB1FF7856BE5}" dt="2022-06-06T03:43:32.285" v="330" actId="478"/>
          <ac:spMkLst>
            <pc:docMk/>
            <pc:sldMk cId="1589784218" sldId="559"/>
            <ac:spMk id="2" creationId="{B4F788A4-3667-DEC1-9AC7-303330D66FF1}"/>
          </ac:spMkLst>
        </pc:spChg>
        <pc:spChg chg="del">
          <ac:chgData name="Hieu Do" userId="8091c26b-a61d-4e97-addd-a670c191ef7c" providerId="ADAL" clId="{99BDEF05-8795-5A48-9AD2-AB1FF7856BE5}" dt="2022-06-06T03:43:30.869" v="329" actId="478"/>
          <ac:spMkLst>
            <pc:docMk/>
            <pc:sldMk cId="1589784218" sldId="559"/>
            <ac:spMk id="3" creationId="{98B956EE-B38B-D1B9-84F9-BA69C1E2B21B}"/>
          </ac:spMkLst>
        </pc:spChg>
        <pc:spChg chg="add del mod">
          <ac:chgData name="Hieu Do" userId="8091c26b-a61d-4e97-addd-a670c191ef7c" providerId="ADAL" clId="{99BDEF05-8795-5A48-9AD2-AB1FF7856BE5}" dt="2022-06-06T04:13:40.943" v="485" actId="478"/>
          <ac:spMkLst>
            <pc:docMk/>
            <pc:sldMk cId="1589784218" sldId="559"/>
            <ac:spMk id="8" creationId="{33E11AE2-F5BD-821E-4CB0-E367A78BF945}"/>
          </ac:spMkLst>
        </pc:spChg>
        <pc:spChg chg="add del mod">
          <ac:chgData name="Hieu Do" userId="8091c26b-a61d-4e97-addd-a670c191ef7c" providerId="ADAL" clId="{99BDEF05-8795-5A48-9AD2-AB1FF7856BE5}" dt="2022-06-06T04:13:40.943" v="485" actId="478"/>
          <ac:spMkLst>
            <pc:docMk/>
            <pc:sldMk cId="1589784218" sldId="559"/>
            <ac:spMk id="12" creationId="{046DCF8C-8078-3863-BBAF-89CFD9706F57}"/>
          </ac:spMkLst>
        </pc:spChg>
        <pc:spChg chg="mod">
          <ac:chgData name="Hieu Do" userId="8091c26b-a61d-4e97-addd-a670c191ef7c" providerId="ADAL" clId="{99BDEF05-8795-5A48-9AD2-AB1FF7856BE5}" dt="2022-06-06T06:22:19.463" v="522" actId="20577"/>
          <ac:spMkLst>
            <pc:docMk/>
            <pc:sldMk cId="1589784218" sldId="559"/>
            <ac:spMk id="13" creationId="{00000000-0000-0000-0000-000000000000}"/>
          </ac:spMkLst>
        </pc:spChg>
        <pc:spChg chg="add del mod">
          <ac:chgData name="Hieu Do" userId="8091c26b-a61d-4e97-addd-a670c191ef7c" providerId="ADAL" clId="{99BDEF05-8795-5A48-9AD2-AB1FF7856BE5}" dt="2022-06-06T03:52:22.437" v="376" actId="478"/>
          <ac:spMkLst>
            <pc:docMk/>
            <pc:sldMk cId="1589784218" sldId="559"/>
            <ac:spMk id="17" creationId="{B069B65A-2208-B012-5A8A-2CBDF015D681}"/>
          </ac:spMkLst>
        </pc:spChg>
        <pc:spChg chg="add del mod">
          <ac:chgData name="Hieu Do" userId="8091c26b-a61d-4e97-addd-a670c191ef7c" providerId="ADAL" clId="{99BDEF05-8795-5A48-9AD2-AB1FF7856BE5}" dt="2022-06-06T04:13:40.943" v="485" actId="478"/>
          <ac:spMkLst>
            <pc:docMk/>
            <pc:sldMk cId="1589784218" sldId="559"/>
            <ac:spMk id="18" creationId="{8CE699BE-3940-3353-B965-7C6D2D35F198}"/>
          </ac:spMkLst>
        </pc:spChg>
        <pc:spChg chg="add del mod">
          <ac:chgData name="Hieu Do" userId="8091c26b-a61d-4e97-addd-a670c191ef7c" providerId="ADAL" clId="{99BDEF05-8795-5A48-9AD2-AB1FF7856BE5}" dt="2022-06-06T04:13:40.943" v="485" actId="478"/>
          <ac:spMkLst>
            <pc:docMk/>
            <pc:sldMk cId="1589784218" sldId="559"/>
            <ac:spMk id="21" creationId="{82020BC1-CFD9-415D-92B2-37D3D077A613}"/>
          </ac:spMkLst>
        </pc:spChg>
        <pc:spChg chg="add del mod">
          <ac:chgData name="Hieu Do" userId="8091c26b-a61d-4e97-addd-a670c191ef7c" providerId="ADAL" clId="{99BDEF05-8795-5A48-9AD2-AB1FF7856BE5}" dt="2022-06-06T06:30:50.050" v="565" actId="1076"/>
          <ac:spMkLst>
            <pc:docMk/>
            <pc:sldMk cId="1589784218" sldId="559"/>
            <ac:spMk id="22" creationId="{B0196D89-B18F-6D3A-E665-2D5EDB7388D6}"/>
          </ac:spMkLst>
        </pc:spChg>
        <pc:spChg chg="add mod">
          <ac:chgData name="Hieu Do" userId="8091c26b-a61d-4e97-addd-a670c191ef7c" providerId="ADAL" clId="{99BDEF05-8795-5A48-9AD2-AB1FF7856BE5}" dt="2022-06-06T06:30:53.641" v="566" actId="1076"/>
          <ac:spMkLst>
            <pc:docMk/>
            <pc:sldMk cId="1589784218" sldId="559"/>
            <ac:spMk id="23" creationId="{0144F4B3-B0EE-C337-50C5-F5B15650115B}"/>
          </ac:spMkLst>
        </pc:spChg>
        <pc:picChg chg="add del mod">
          <ac:chgData name="Hieu Do" userId="8091c26b-a61d-4e97-addd-a670c191ef7c" providerId="ADAL" clId="{99BDEF05-8795-5A48-9AD2-AB1FF7856BE5}" dt="2022-06-06T04:13:40.943" v="485" actId="478"/>
          <ac:picMkLst>
            <pc:docMk/>
            <pc:sldMk cId="1589784218" sldId="559"/>
            <ac:picMk id="5" creationId="{79A80C9C-7F73-C409-5891-3F7DFE15AD59}"/>
          </ac:picMkLst>
        </pc:picChg>
        <pc:picChg chg="del">
          <ac:chgData name="Hieu Do" userId="8091c26b-a61d-4e97-addd-a670c191ef7c" providerId="ADAL" clId="{99BDEF05-8795-5A48-9AD2-AB1FF7856BE5}" dt="2022-06-06T03:43:34.681" v="332" actId="478"/>
          <ac:picMkLst>
            <pc:docMk/>
            <pc:sldMk cId="1589784218" sldId="559"/>
            <ac:picMk id="6" creationId="{A9C3C189-A7FA-04D6-D686-F7051C229400}"/>
          </ac:picMkLst>
        </pc:picChg>
        <pc:picChg chg="del">
          <ac:chgData name="Hieu Do" userId="8091c26b-a61d-4e97-addd-a670c191ef7c" providerId="ADAL" clId="{99BDEF05-8795-5A48-9AD2-AB1FF7856BE5}" dt="2022-06-06T03:43:35.814" v="333" actId="478"/>
          <ac:picMkLst>
            <pc:docMk/>
            <pc:sldMk cId="1589784218" sldId="559"/>
            <ac:picMk id="7" creationId="{AE108301-CB5D-549F-61AC-48F9584EC31E}"/>
          </ac:picMkLst>
        </pc:picChg>
        <pc:picChg chg="add del mod">
          <ac:chgData name="Hieu Do" userId="8091c26b-a61d-4e97-addd-a670c191ef7c" providerId="ADAL" clId="{99BDEF05-8795-5A48-9AD2-AB1FF7856BE5}" dt="2022-06-06T04:13:40.943" v="485" actId="478"/>
          <ac:picMkLst>
            <pc:docMk/>
            <pc:sldMk cId="1589784218" sldId="559"/>
            <ac:picMk id="9" creationId="{AA6D1AEE-A14D-3D0A-132A-A0098998F7C9}"/>
          </ac:picMkLst>
        </pc:picChg>
        <pc:picChg chg="add mod">
          <ac:chgData name="Hieu Do" userId="8091c26b-a61d-4e97-addd-a670c191ef7c" providerId="ADAL" clId="{99BDEF05-8795-5A48-9AD2-AB1FF7856BE5}" dt="2022-06-06T06:23:17.118" v="526" actId="1076"/>
          <ac:picMkLst>
            <pc:docMk/>
            <pc:sldMk cId="1589784218" sldId="559"/>
            <ac:picMk id="10" creationId="{A0591EE4-9F2C-E586-EFD3-88D28CDB20DB}"/>
          </ac:picMkLst>
        </pc:picChg>
        <pc:picChg chg="del">
          <ac:chgData name="Hieu Do" userId="8091c26b-a61d-4e97-addd-a670c191ef7c" providerId="ADAL" clId="{99BDEF05-8795-5A48-9AD2-AB1FF7856BE5}" dt="2022-06-06T03:43:33.372" v="331" actId="478"/>
          <ac:picMkLst>
            <pc:docMk/>
            <pc:sldMk cId="1589784218" sldId="559"/>
            <ac:picMk id="11" creationId="{0B737BC8-2504-F312-E7B0-6AAC5CACCADF}"/>
          </ac:picMkLst>
        </pc:picChg>
        <pc:picChg chg="add del mod">
          <ac:chgData name="Hieu Do" userId="8091c26b-a61d-4e97-addd-a670c191ef7c" providerId="ADAL" clId="{99BDEF05-8795-5A48-9AD2-AB1FF7856BE5}" dt="2022-06-06T04:13:40.943" v="485" actId="478"/>
          <ac:picMkLst>
            <pc:docMk/>
            <pc:sldMk cId="1589784218" sldId="559"/>
            <ac:picMk id="15" creationId="{D69F1322-09F5-100F-65D7-937D98902C11}"/>
          </ac:picMkLst>
        </pc:picChg>
        <pc:picChg chg="add del mod">
          <ac:chgData name="Hieu Do" userId="8091c26b-a61d-4e97-addd-a670c191ef7c" providerId="ADAL" clId="{99BDEF05-8795-5A48-9AD2-AB1FF7856BE5}" dt="2022-06-06T04:13:40.943" v="485" actId="478"/>
          <ac:picMkLst>
            <pc:docMk/>
            <pc:sldMk cId="1589784218" sldId="559"/>
            <ac:picMk id="16" creationId="{0C4E0A39-2BA2-144E-65AF-C0919EDA4E62}"/>
          </ac:picMkLst>
        </pc:picChg>
        <pc:picChg chg="add del mod">
          <ac:chgData name="Hieu Do" userId="8091c26b-a61d-4e97-addd-a670c191ef7c" providerId="ADAL" clId="{99BDEF05-8795-5A48-9AD2-AB1FF7856BE5}" dt="2022-06-06T04:13:40.943" v="485" actId="478"/>
          <ac:picMkLst>
            <pc:docMk/>
            <pc:sldMk cId="1589784218" sldId="559"/>
            <ac:picMk id="20" creationId="{EE5587CE-211A-CD8E-F7EA-8C6F096AFE3E}"/>
          </ac:picMkLst>
        </pc:picChg>
      </pc:sldChg>
      <pc:sldChg chg="modSp add mod ord">
        <pc:chgData name="Hieu Do" userId="8091c26b-a61d-4e97-addd-a670c191ef7c" providerId="ADAL" clId="{99BDEF05-8795-5A48-9AD2-AB1FF7856BE5}" dt="2022-06-06T04:13:29.975" v="484" actId="20578"/>
        <pc:sldMkLst>
          <pc:docMk/>
          <pc:sldMk cId="3016026079" sldId="560"/>
        </pc:sldMkLst>
        <pc:spChg chg="mod">
          <ac:chgData name="Hieu Do" userId="8091c26b-a61d-4e97-addd-a670c191ef7c" providerId="ADAL" clId="{99BDEF05-8795-5A48-9AD2-AB1FF7856BE5}" dt="2022-06-06T04:12:44.391" v="483" actId="207"/>
          <ac:spMkLst>
            <pc:docMk/>
            <pc:sldMk cId="3016026079" sldId="560"/>
            <ac:spMk id="8" creationId="{33E11AE2-F5BD-821E-4CB0-E367A78BF945}"/>
          </ac:spMkLst>
        </pc:spChg>
      </pc:sldChg>
      <pc:sldChg chg="addSp delSp modSp add mod">
        <pc:chgData name="Hieu Do" userId="8091c26b-a61d-4e97-addd-a670c191ef7c" providerId="ADAL" clId="{99BDEF05-8795-5A48-9AD2-AB1FF7856BE5}" dt="2022-06-06T08:24:15.511" v="1041" actId="12"/>
        <pc:sldMkLst>
          <pc:docMk/>
          <pc:sldMk cId="674210177" sldId="561"/>
        </pc:sldMkLst>
        <pc:spChg chg="add mod">
          <ac:chgData name="Hieu Do" userId="8091c26b-a61d-4e97-addd-a670c191ef7c" providerId="ADAL" clId="{99BDEF05-8795-5A48-9AD2-AB1FF7856BE5}" dt="2022-06-06T08:23:58.891" v="1039" actId="12"/>
          <ac:spMkLst>
            <pc:docMk/>
            <pc:sldMk cId="674210177" sldId="561"/>
            <ac:spMk id="3" creationId="{0F34F64B-CA07-6562-F0F5-BF7045D573D3}"/>
          </ac:spMkLst>
        </pc:spChg>
        <pc:spChg chg="add mod">
          <ac:chgData name="Hieu Do" userId="8091c26b-a61d-4e97-addd-a670c191ef7c" providerId="ADAL" clId="{99BDEF05-8795-5A48-9AD2-AB1FF7856BE5}" dt="2022-06-06T08:24:15.511" v="1041" actId="12"/>
          <ac:spMkLst>
            <pc:docMk/>
            <pc:sldMk cId="674210177" sldId="561"/>
            <ac:spMk id="5" creationId="{1085458B-15A4-E189-33DD-B8A220E01CF2}"/>
          </ac:spMkLst>
        </pc:spChg>
        <pc:spChg chg="add mod">
          <ac:chgData name="Hieu Do" userId="8091c26b-a61d-4e97-addd-a670c191ef7c" providerId="ADAL" clId="{99BDEF05-8795-5A48-9AD2-AB1FF7856BE5}" dt="2022-06-06T08:02:50.674" v="679" actId="164"/>
          <ac:spMkLst>
            <pc:docMk/>
            <pc:sldMk cId="674210177" sldId="561"/>
            <ac:spMk id="6" creationId="{28991A32-A7E7-432F-087F-315D6FA67758}"/>
          </ac:spMkLst>
        </pc:spChg>
        <pc:spChg chg="add mod">
          <ac:chgData name="Hieu Do" userId="8091c26b-a61d-4e97-addd-a670c191ef7c" providerId="ADAL" clId="{99BDEF05-8795-5A48-9AD2-AB1FF7856BE5}" dt="2022-06-06T08:24:09.119" v="1040" actId="12"/>
          <ac:spMkLst>
            <pc:docMk/>
            <pc:sldMk cId="674210177" sldId="561"/>
            <ac:spMk id="7" creationId="{2EE2DAAE-6A9D-52D9-486B-3FA831325495}"/>
          </ac:spMkLst>
        </pc:spChg>
        <pc:spChg chg="add mod">
          <ac:chgData name="Hieu Do" userId="8091c26b-a61d-4e97-addd-a670c191ef7c" providerId="ADAL" clId="{99BDEF05-8795-5A48-9AD2-AB1FF7856BE5}" dt="2022-06-06T08:02:50.674" v="679" actId="164"/>
          <ac:spMkLst>
            <pc:docMk/>
            <pc:sldMk cId="674210177" sldId="561"/>
            <ac:spMk id="8" creationId="{2BFF1ECD-AD1E-A902-73FE-39E2D75FB214}"/>
          </ac:spMkLst>
        </pc:spChg>
        <pc:spChg chg="add mod">
          <ac:chgData name="Hieu Do" userId="8091c26b-a61d-4e97-addd-a670c191ef7c" providerId="ADAL" clId="{99BDEF05-8795-5A48-9AD2-AB1FF7856BE5}" dt="2022-06-06T07:51:13.092" v="589" actId="21"/>
          <ac:spMkLst>
            <pc:docMk/>
            <pc:sldMk cId="674210177" sldId="561"/>
            <ac:spMk id="9" creationId="{806CFC9F-E5DD-1777-F321-1A36846313BF}"/>
          </ac:spMkLst>
        </pc:spChg>
        <pc:spChg chg="add del mod">
          <ac:chgData name="Hieu Do" userId="8091c26b-a61d-4e97-addd-a670c191ef7c" providerId="ADAL" clId="{99BDEF05-8795-5A48-9AD2-AB1FF7856BE5}" dt="2022-06-06T07:49:23.325" v="573" actId="478"/>
          <ac:spMkLst>
            <pc:docMk/>
            <pc:sldMk cId="674210177" sldId="561"/>
            <ac:spMk id="11" creationId="{ECDE51F8-36A3-3AC1-BAB1-ACC92B761E70}"/>
          </ac:spMkLst>
        </pc:spChg>
        <pc:spChg chg="add del mod">
          <ac:chgData name="Hieu Do" userId="8091c26b-a61d-4e97-addd-a670c191ef7c" providerId="ADAL" clId="{99BDEF05-8795-5A48-9AD2-AB1FF7856BE5}" dt="2022-06-06T07:49:43.873" v="575" actId="478"/>
          <ac:spMkLst>
            <pc:docMk/>
            <pc:sldMk cId="674210177" sldId="561"/>
            <ac:spMk id="12" creationId="{1E695517-0273-0089-ED1D-23D0432795D4}"/>
          </ac:spMkLst>
        </pc:spChg>
        <pc:spChg chg="mod">
          <ac:chgData name="Hieu Do" userId="8091c26b-a61d-4e97-addd-a670c191ef7c" providerId="ADAL" clId="{99BDEF05-8795-5A48-9AD2-AB1FF7856BE5}" dt="2022-06-06T08:14:01.047" v="990" actId="255"/>
          <ac:spMkLst>
            <pc:docMk/>
            <pc:sldMk cId="674210177" sldId="561"/>
            <ac:spMk id="13" creationId="{00000000-0000-0000-0000-000000000000}"/>
          </ac:spMkLst>
        </pc:spChg>
        <pc:spChg chg="add mod">
          <ac:chgData name="Hieu Do" userId="8091c26b-a61d-4e97-addd-a670c191ef7c" providerId="ADAL" clId="{99BDEF05-8795-5A48-9AD2-AB1FF7856BE5}" dt="2022-06-06T08:02:50.674" v="679" actId="164"/>
          <ac:spMkLst>
            <pc:docMk/>
            <pc:sldMk cId="674210177" sldId="561"/>
            <ac:spMk id="16" creationId="{E2DDCC3D-07A9-602A-756D-23715635E2DA}"/>
          </ac:spMkLst>
        </pc:spChg>
        <pc:spChg chg="add mod">
          <ac:chgData name="Hieu Do" userId="8091c26b-a61d-4e97-addd-a670c191ef7c" providerId="ADAL" clId="{99BDEF05-8795-5A48-9AD2-AB1FF7856BE5}" dt="2022-06-06T08:02:50.674" v="679" actId="164"/>
          <ac:spMkLst>
            <pc:docMk/>
            <pc:sldMk cId="674210177" sldId="561"/>
            <ac:spMk id="17" creationId="{ABF20265-3FE0-E04A-76A7-C3FB7D049980}"/>
          </ac:spMkLst>
        </pc:spChg>
        <pc:spChg chg="add mod">
          <ac:chgData name="Hieu Do" userId="8091c26b-a61d-4e97-addd-a670c191ef7c" providerId="ADAL" clId="{99BDEF05-8795-5A48-9AD2-AB1FF7856BE5}" dt="2022-06-06T08:07:46.832" v="912" actId="207"/>
          <ac:spMkLst>
            <pc:docMk/>
            <pc:sldMk cId="674210177" sldId="561"/>
            <ac:spMk id="18" creationId="{171696D3-3DEB-D6BB-E38A-C86C08EA133B}"/>
          </ac:spMkLst>
        </pc:spChg>
        <pc:spChg chg="add mod">
          <ac:chgData name="Hieu Do" userId="8091c26b-a61d-4e97-addd-a670c191ef7c" providerId="ADAL" clId="{99BDEF05-8795-5A48-9AD2-AB1FF7856BE5}" dt="2022-06-06T08:02:50.674" v="679" actId="164"/>
          <ac:spMkLst>
            <pc:docMk/>
            <pc:sldMk cId="674210177" sldId="561"/>
            <ac:spMk id="20" creationId="{6745D99E-2D26-FBB3-A954-385367780833}"/>
          </ac:spMkLst>
        </pc:spChg>
        <pc:spChg chg="del">
          <ac:chgData name="Hieu Do" userId="8091c26b-a61d-4e97-addd-a670c191ef7c" providerId="ADAL" clId="{99BDEF05-8795-5A48-9AD2-AB1FF7856BE5}" dt="2022-06-06T07:47:39.628" v="568" actId="478"/>
          <ac:spMkLst>
            <pc:docMk/>
            <pc:sldMk cId="674210177" sldId="561"/>
            <ac:spMk id="22" creationId="{B0196D89-B18F-6D3A-E665-2D5EDB7388D6}"/>
          </ac:spMkLst>
        </pc:spChg>
        <pc:spChg chg="del">
          <ac:chgData name="Hieu Do" userId="8091c26b-a61d-4e97-addd-a670c191ef7c" providerId="ADAL" clId="{99BDEF05-8795-5A48-9AD2-AB1FF7856BE5}" dt="2022-06-06T07:47:42.112" v="569" actId="478"/>
          <ac:spMkLst>
            <pc:docMk/>
            <pc:sldMk cId="674210177" sldId="561"/>
            <ac:spMk id="23" creationId="{0144F4B3-B0EE-C337-50C5-F5B15650115B}"/>
          </ac:spMkLst>
        </pc:spChg>
        <pc:grpChg chg="add mod">
          <ac:chgData name="Hieu Do" userId="8091c26b-a61d-4e97-addd-a670c191ef7c" providerId="ADAL" clId="{99BDEF05-8795-5A48-9AD2-AB1FF7856BE5}" dt="2022-06-06T08:06:07.330" v="775" actId="164"/>
          <ac:grpSpMkLst>
            <pc:docMk/>
            <pc:sldMk cId="674210177" sldId="561"/>
            <ac:grpSpMk id="15" creationId="{17893EF1-F9ED-8F38-4DBF-B792C4FC9C37}"/>
          </ac:grpSpMkLst>
        </pc:grpChg>
        <pc:grpChg chg="add mod">
          <ac:chgData name="Hieu Do" userId="8091c26b-a61d-4e97-addd-a670c191ef7c" providerId="ADAL" clId="{99BDEF05-8795-5A48-9AD2-AB1FF7856BE5}" dt="2022-06-06T08:07:32.946" v="910" actId="1037"/>
          <ac:grpSpMkLst>
            <pc:docMk/>
            <pc:sldMk cId="674210177" sldId="561"/>
            <ac:grpSpMk id="21" creationId="{0F6244C2-0437-D3BA-9996-AE070F78A053}"/>
          </ac:grpSpMkLst>
        </pc:grpChg>
        <pc:picChg chg="add mod">
          <ac:chgData name="Hieu Do" userId="8091c26b-a61d-4e97-addd-a670c191ef7c" providerId="ADAL" clId="{99BDEF05-8795-5A48-9AD2-AB1FF7856BE5}" dt="2022-06-06T08:06:07.330" v="775" actId="164"/>
          <ac:picMkLst>
            <pc:docMk/>
            <pc:sldMk cId="674210177" sldId="561"/>
            <ac:picMk id="2" creationId="{74F7DE39-F167-3E2D-99A7-F168DD17CFE1}"/>
          </ac:picMkLst>
        </pc:picChg>
        <pc:picChg chg="del">
          <ac:chgData name="Hieu Do" userId="8091c26b-a61d-4e97-addd-a670c191ef7c" providerId="ADAL" clId="{99BDEF05-8795-5A48-9AD2-AB1FF7856BE5}" dt="2022-06-06T07:47:43.630" v="570" actId="478"/>
          <ac:picMkLst>
            <pc:docMk/>
            <pc:sldMk cId="674210177" sldId="561"/>
            <ac:picMk id="10" creationId="{A0591EE4-9F2C-E586-EFD3-88D28CDB20DB}"/>
          </ac:picMkLst>
        </pc:picChg>
      </pc:sldChg>
      <pc:sldChg chg="addSp delSp modSp add mod">
        <pc:chgData name="Hieu Do" userId="8091c26b-a61d-4e97-addd-a670c191ef7c" providerId="ADAL" clId="{99BDEF05-8795-5A48-9AD2-AB1FF7856BE5}" dt="2022-06-06T08:53:23.820" v="1247" actId="20577"/>
        <pc:sldMkLst>
          <pc:docMk/>
          <pc:sldMk cId="3443569680" sldId="562"/>
        </pc:sldMkLst>
        <pc:spChg chg="del">
          <ac:chgData name="Hieu Do" userId="8091c26b-a61d-4e97-addd-a670c191ef7c" providerId="ADAL" clId="{99BDEF05-8795-5A48-9AD2-AB1FF7856BE5}" dt="2022-06-06T08:08:52.103" v="921" actId="478"/>
          <ac:spMkLst>
            <pc:docMk/>
            <pc:sldMk cId="3443569680" sldId="562"/>
            <ac:spMk id="3" creationId="{0F34F64B-CA07-6562-F0F5-BF7045D573D3}"/>
          </ac:spMkLst>
        </pc:spChg>
        <pc:spChg chg="del">
          <ac:chgData name="Hieu Do" userId="8091c26b-a61d-4e97-addd-a670c191ef7c" providerId="ADAL" clId="{99BDEF05-8795-5A48-9AD2-AB1FF7856BE5}" dt="2022-06-06T08:08:52.103" v="921" actId="478"/>
          <ac:spMkLst>
            <pc:docMk/>
            <pc:sldMk cId="3443569680" sldId="562"/>
            <ac:spMk id="5" creationId="{1085458B-15A4-E189-33DD-B8A220E01CF2}"/>
          </ac:spMkLst>
        </pc:spChg>
        <pc:spChg chg="del">
          <ac:chgData name="Hieu Do" userId="8091c26b-a61d-4e97-addd-a670c191ef7c" providerId="ADAL" clId="{99BDEF05-8795-5A48-9AD2-AB1FF7856BE5}" dt="2022-06-06T08:08:52.103" v="921" actId="478"/>
          <ac:spMkLst>
            <pc:docMk/>
            <pc:sldMk cId="3443569680" sldId="562"/>
            <ac:spMk id="7" creationId="{2EE2DAAE-6A9D-52D9-486B-3FA831325495}"/>
          </ac:spMkLst>
        </pc:spChg>
        <pc:spChg chg="del">
          <ac:chgData name="Hieu Do" userId="8091c26b-a61d-4e97-addd-a670c191ef7c" providerId="ADAL" clId="{99BDEF05-8795-5A48-9AD2-AB1FF7856BE5}" dt="2022-06-06T08:21:09.980" v="1037" actId="478"/>
          <ac:spMkLst>
            <pc:docMk/>
            <pc:sldMk cId="3443569680" sldId="562"/>
            <ac:spMk id="9" creationId="{806CFC9F-E5DD-1777-F321-1A36846313BF}"/>
          </ac:spMkLst>
        </pc:spChg>
        <pc:spChg chg="add mod">
          <ac:chgData name="Hieu Do" userId="8091c26b-a61d-4e97-addd-a670c191ef7c" providerId="ADAL" clId="{99BDEF05-8795-5A48-9AD2-AB1FF7856BE5}" dt="2022-06-06T08:51:20.485" v="1238" actId="1035"/>
          <ac:spMkLst>
            <pc:docMk/>
            <pc:sldMk cId="3443569680" sldId="562"/>
            <ac:spMk id="11" creationId="{B35C9D08-F05C-B64A-2EF9-866BAE803F3C}"/>
          </ac:spMkLst>
        </pc:spChg>
        <pc:spChg chg="add mod">
          <ac:chgData name="Hieu Do" userId="8091c26b-a61d-4e97-addd-a670c191ef7c" providerId="ADAL" clId="{99BDEF05-8795-5A48-9AD2-AB1FF7856BE5}" dt="2022-06-06T08:51:20.485" v="1238" actId="1035"/>
          <ac:spMkLst>
            <pc:docMk/>
            <pc:sldMk cId="3443569680" sldId="562"/>
            <ac:spMk id="12" creationId="{85758367-E3B3-3029-8CC7-434E27C148C8}"/>
          </ac:spMkLst>
        </pc:spChg>
        <pc:spChg chg="del mod">
          <ac:chgData name="Hieu Do" userId="8091c26b-a61d-4e97-addd-a670c191ef7c" providerId="ADAL" clId="{99BDEF05-8795-5A48-9AD2-AB1FF7856BE5}" dt="2022-06-06T08:16:35.558" v="993" actId="478"/>
          <ac:spMkLst>
            <pc:docMk/>
            <pc:sldMk cId="3443569680" sldId="562"/>
            <ac:spMk id="13" creationId="{00000000-0000-0000-0000-000000000000}"/>
          </ac:spMkLst>
        </pc:spChg>
        <pc:spChg chg="add del">
          <ac:chgData name="Hieu Do" userId="8091c26b-a61d-4e97-addd-a670c191ef7c" providerId="ADAL" clId="{99BDEF05-8795-5A48-9AD2-AB1FF7856BE5}" dt="2022-06-06T08:16:29.781" v="992" actId="478"/>
          <ac:spMkLst>
            <pc:docMk/>
            <pc:sldMk cId="3443569680" sldId="562"/>
            <ac:spMk id="14" creationId="{00000000-0000-0000-0000-000000000000}"/>
          </ac:spMkLst>
        </pc:spChg>
        <pc:spChg chg="del">
          <ac:chgData name="Hieu Do" userId="8091c26b-a61d-4e97-addd-a670c191ef7c" providerId="ADAL" clId="{99BDEF05-8795-5A48-9AD2-AB1FF7856BE5}" dt="2022-06-06T08:08:52.103" v="921" actId="478"/>
          <ac:spMkLst>
            <pc:docMk/>
            <pc:sldMk cId="3443569680" sldId="562"/>
            <ac:spMk id="18" creationId="{171696D3-3DEB-D6BB-E38A-C86C08EA133B}"/>
          </ac:spMkLst>
        </pc:spChg>
        <pc:spChg chg="add mod">
          <ac:chgData name="Hieu Do" userId="8091c26b-a61d-4e97-addd-a670c191ef7c" providerId="ADAL" clId="{99BDEF05-8795-5A48-9AD2-AB1FF7856BE5}" dt="2022-06-06T08:51:20.485" v="1238" actId="1035"/>
          <ac:spMkLst>
            <pc:docMk/>
            <pc:sldMk cId="3443569680" sldId="562"/>
            <ac:spMk id="22" creationId="{EDB384A0-827C-397C-8FF5-C7E4A5FAB397}"/>
          </ac:spMkLst>
        </pc:spChg>
        <pc:spChg chg="add mod">
          <ac:chgData name="Hieu Do" userId="8091c26b-a61d-4e97-addd-a670c191ef7c" providerId="ADAL" clId="{99BDEF05-8795-5A48-9AD2-AB1FF7856BE5}" dt="2022-06-06T08:16:36.969" v="994"/>
          <ac:spMkLst>
            <pc:docMk/>
            <pc:sldMk cId="3443569680" sldId="562"/>
            <ac:spMk id="23" creationId="{EAB36B0D-68B7-F51C-6F18-53C9D5ACEC0A}"/>
          </ac:spMkLst>
        </pc:spChg>
        <pc:spChg chg="add mod">
          <ac:chgData name="Hieu Do" userId="8091c26b-a61d-4e97-addd-a670c191ef7c" providerId="ADAL" clId="{99BDEF05-8795-5A48-9AD2-AB1FF7856BE5}" dt="2022-06-06T08:51:20.485" v="1238" actId="1035"/>
          <ac:spMkLst>
            <pc:docMk/>
            <pc:sldMk cId="3443569680" sldId="562"/>
            <ac:spMk id="24" creationId="{4B742619-B75D-AED3-1E51-F28FDBCC2FC1}"/>
          </ac:spMkLst>
        </pc:spChg>
        <pc:spChg chg="add mod">
          <ac:chgData name="Hieu Do" userId="8091c26b-a61d-4e97-addd-a670c191ef7c" providerId="ADAL" clId="{99BDEF05-8795-5A48-9AD2-AB1FF7856BE5}" dt="2022-06-06T08:51:20.485" v="1238" actId="1035"/>
          <ac:spMkLst>
            <pc:docMk/>
            <pc:sldMk cId="3443569680" sldId="562"/>
            <ac:spMk id="25" creationId="{D9251E62-D1D7-1843-6DD3-FF00B0422546}"/>
          </ac:spMkLst>
        </pc:spChg>
        <pc:spChg chg="add mod">
          <ac:chgData name="Hieu Do" userId="8091c26b-a61d-4e97-addd-a670c191ef7c" providerId="ADAL" clId="{99BDEF05-8795-5A48-9AD2-AB1FF7856BE5}" dt="2022-06-06T08:51:20.485" v="1238" actId="1035"/>
          <ac:spMkLst>
            <pc:docMk/>
            <pc:sldMk cId="3443569680" sldId="562"/>
            <ac:spMk id="26" creationId="{A1DB5EB8-7880-8D1E-981A-6699E33ACEDE}"/>
          </ac:spMkLst>
        </pc:spChg>
        <pc:spChg chg="add mod">
          <ac:chgData name="Hieu Do" userId="8091c26b-a61d-4e97-addd-a670c191ef7c" providerId="ADAL" clId="{99BDEF05-8795-5A48-9AD2-AB1FF7856BE5}" dt="2022-06-06T08:51:20.485" v="1238" actId="1035"/>
          <ac:spMkLst>
            <pc:docMk/>
            <pc:sldMk cId="3443569680" sldId="562"/>
            <ac:spMk id="27" creationId="{CF0F0E2E-6C8B-F153-B197-75E9CD4385FC}"/>
          </ac:spMkLst>
        </pc:spChg>
        <pc:spChg chg="add mod">
          <ac:chgData name="Hieu Do" userId="8091c26b-a61d-4e97-addd-a670c191ef7c" providerId="ADAL" clId="{99BDEF05-8795-5A48-9AD2-AB1FF7856BE5}" dt="2022-06-06T08:51:39.452" v="1239" actId="1076"/>
          <ac:spMkLst>
            <pc:docMk/>
            <pc:sldMk cId="3443569680" sldId="562"/>
            <ac:spMk id="29" creationId="{0F1271D0-5F00-EC8A-F988-9C41AB9F9CDF}"/>
          </ac:spMkLst>
        </pc:spChg>
        <pc:spChg chg="add mod">
          <ac:chgData name="Hieu Do" userId="8091c26b-a61d-4e97-addd-a670c191ef7c" providerId="ADAL" clId="{99BDEF05-8795-5A48-9AD2-AB1FF7856BE5}" dt="2022-06-06T08:53:23.820" v="1247" actId="20577"/>
          <ac:spMkLst>
            <pc:docMk/>
            <pc:sldMk cId="3443569680" sldId="562"/>
            <ac:spMk id="30" creationId="{8BBCBEFC-2916-33CF-8CE9-FD653B1F01D2}"/>
          </ac:spMkLst>
        </pc:spChg>
        <pc:grpChg chg="del">
          <ac:chgData name="Hieu Do" userId="8091c26b-a61d-4e97-addd-a670c191ef7c" providerId="ADAL" clId="{99BDEF05-8795-5A48-9AD2-AB1FF7856BE5}" dt="2022-06-06T08:08:52.103" v="921" actId="478"/>
          <ac:grpSpMkLst>
            <pc:docMk/>
            <pc:sldMk cId="3443569680" sldId="562"/>
            <ac:grpSpMk id="21" creationId="{0F6244C2-0437-D3BA-9996-AE070F78A053}"/>
          </ac:grpSpMkLst>
        </pc:grpChg>
        <pc:grpChg chg="add mod">
          <ac:chgData name="Hieu Do" userId="8091c26b-a61d-4e97-addd-a670c191ef7c" providerId="ADAL" clId="{99BDEF05-8795-5A48-9AD2-AB1FF7856BE5}" dt="2022-06-06T08:51:20.485" v="1238" actId="1035"/>
          <ac:grpSpMkLst>
            <pc:docMk/>
            <pc:sldMk cId="3443569680" sldId="562"/>
            <ac:grpSpMk id="31" creationId="{120264D7-EF0A-C099-0D04-FC6510A7A35C}"/>
          </ac:grpSpMkLst>
        </pc:grpChg>
        <pc:picChg chg="add mod">
          <ac:chgData name="Hieu Do" userId="8091c26b-a61d-4e97-addd-a670c191ef7c" providerId="ADAL" clId="{99BDEF05-8795-5A48-9AD2-AB1FF7856BE5}" dt="2022-06-06T08:51:20.485" v="1238" actId="1035"/>
          <ac:picMkLst>
            <pc:docMk/>
            <pc:sldMk cId="3443569680" sldId="562"/>
            <ac:picMk id="10" creationId="{A1F25406-316A-AD25-0BC9-C8EC1B25B404}"/>
          </ac:picMkLst>
        </pc:picChg>
        <pc:picChg chg="add mod">
          <ac:chgData name="Hieu Do" userId="8091c26b-a61d-4e97-addd-a670c191ef7c" providerId="ADAL" clId="{99BDEF05-8795-5A48-9AD2-AB1FF7856BE5}" dt="2022-06-06T08:51:42.435" v="1240" actId="1076"/>
          <ac:picMkLst>
            <pc:docMk/>
            <pc:sldMk cId="3443569680" sldId="562"/>
            <ac:picMk id="28" creationId="{01A3D2B2-07BD-1046-5483-4EB9D7C841B6}"/>
          </ac:picMkLst>
        </pc:picChg>
      </pc:sldChg>
      <pc:sldChg chg="add">
        <pc:chgData name="Hieu Do" userId="8091c26b-a61d-4e97-addd-a670c191ef7c" providerId="ADAL" clId="{99BDEF05-8795-5A48-9AD2-AB1FF7856BE5}" dt="2022-06-06T08:09:09.616" v="924" actId="2890"/>
        <pc:sldMkLst>
          <pc:docMk/>
          <pc:sldMk cId="1243237818" sldId="563"/>
        </pc:sldMkLst>
      </pc:sldChg>
      <pc:sldChg chg="add">
        <pc:chgData name="Hieu Do" userId="8091c26b-a61d-4e97-addd-a670c191ef7c" providerId="ADAL" clId="{99BDEF05-8795-5A48-9AD2-AB1FF7856BE5}" dt="2022-06-06T08:09:13.106" v="925" actId="2890"/>
        <pc:sldMkLst>
          <pc:docMk/>
          <pc:sldMk cId="1190280468" sldId="564"/>
        </pc:sldMkLst>
      </pc:sldChg>
      <pc:sldChg chg="add">
        <pc:chgData name="Hieu Do" userId="8091c26b-a61d-4e97-addd-a670c191ef7c" providerId="ADAL" clId="{99BDEF05-8795-5A48-9AD2-AB1FF7856BE5}" dt="2022-06-06T08:09:16.590" v="926" actId="2890"/>
        <pc:sldMkLst>
          <pc:docMk/>
          <pc:sldMk cId="3663179560" sldId="565"/>
        </pc:sldMkLst>
      </pc:sldChg>
      <pc:sldChg chg="add">
        <pc:chgData name="Hieu Do" userId="8091c26b-a61d-4e97-addd-a670c191ef7c" providerId="ADAL" clId="{99BDEF05-8795-5A48-9AD2-AB1FF7856BE5}" dt="2022-06-06T08:09:20.356" v="927" actId="2890"/>
        <pc:sldMkLst>
          <pc:docMk/>
          <pc:sldMk cId="2245747691" sldId="566"/>
        </pc:sldMkLst>
      </pc:sldChg>
      <pc:sldChg chg="addSp delSp modSp mod">
        <pc:chgData name="Hieu Do" userId="8091c26b-a61d-4e97-addd-a670c191ef7c" providerId="ADAL" clId="{99BDEF05-8795-5A48-9AD2-AB1FF7856BE5}" dt="2022-06-07T11:45:31.713" v="1466" actId="14100"/>
        <pc:sldMkLst>
          <pc:docMk/>
          <pc:sldMk cId="2790629829" sldId="575"/>
        </pc:sldMkLst>
        <pc:spChg chg="add mod">
          <ac:chgData name="Hieu Do" userId="8091c26b-a61d-4e97-addd-a670c191ef7c" providerId="ADAL" clId="{99BDEF05-8795-5A48-9AD2-AB1FF7856BE5}" dt="2022-06-07T11:38:53.209" v="1257"/>
          <ac:spMkLst>
            <pc:docMk/>
            <pc:sldMk cId="2790629829" sldId="575"/>
            <ac:spMk id="8" creationId="{9E499AD6-F92C-B207-D049-065398AB73D2}"/>
          </ac:spMkLst>
        </pc:spChg>
        <pc:spChg chg="add del mod">
          <ac:chgData name="Hieu Do" userId="8091c26b-a61d-4e97-addd-a670c191ef7c" providerId="ADAL" clId="{99BDEF05-8795-5A48-9AD2-AB1FF7856BE5}" dt="2022-06-07T11:45:29.861" v="1464"/>
          <ac:spMkLst>
            <pc:docMk/>
            <pc:sldMk cId="2790629829" sldId="575"/>
            <ac:spMk id="10" creationId="{A5ECDC93-03B8-3F59-D412-93AE98CD3EE8}"/>
          </ac:spMkLst>
        </pc:spChg>
        <pc:spChg chg="del">
          <ac:chgData name="Hieu Do" userId="8091c26b-a61d-4e97-addd-a670c191ef7c" providerId="ADAL" clId="{99BDEF05-8795-5A48-9AD2-AB1FF7856BE5}" dt="2022-06-07T11:38:51.990" v="1256" actId="478"/>
          <ac:spMkLst>
            <pc:docMk/>
            <pc:sldMk cId="2790629829" sldId="575"/>
            <ac:spMk id="13" creationId="{00000000-0000-0000-0000-000000000000}"/>
          </ac:spMkLst>
        </pc:spChg>
        <pc:picChg chg="add mod">
          <ac:chgData name="Hieu Do" userId="8091c26b-a61d-4e97-addd-a670c191ef7c" providerId="ADAL" clId="{99BDEF05-8795-5A48-9AD2-AB1FF7856BE5}" dt="2022-06-07T11:45:31.713" v="1466" actId="14100"/>
          <ac:picMkLst>
            <pc:docMk/>
            <pc:sldMk cId="2790629829" sldId="575"/>
            <ac:picMk id="2" creationId="{53C1F678-D5C4-1425-D04F-541CD3AB4828}"/>
          </ac:picMkLst>
        </pc:picChg>
      </pc:sldChg>
      <pc:sldChg chg="addSp modSp mod">
        <pc:chgData name="Hieu Do" userId="8091c26b-a61d-4e97-addd-a670c191ef7c" providerId="ADAL" clId="{99BDEF05-8795-5A48-9AD2-AB1FF7856BE5}" dt="2022-06-07T13:33:22.352" v="1572" actId="1035"/>
        <pc:sldMkLst>
          <pc:docMk/>
          <pc:sldMk cId="2013311764" sldId="578"/>
        </pc:sldMkLst>
        <pc:spChg chg="add mod">
          <ac:chgData name="Hieu Do" userId="8091c26b-a61d-4e97-addd-a670c191ef7c" providerId="ADAL" clId="{99BDEF05-8795-5A48-9AD2-AB1FF7856BE5}" dt="2022-06-07T13:33:22.352" v="1572" actId="1035"/>
          <ac:spMkLst>
            <pc:docMk/>
            <pc:sldMk cId="2013311764" sldId="578"/>
            <ac:spMk id="6" creationId="{053B7F22-0DD8-1C0E-CEDA-890E7F7634E0}"/>
          </ac:spMkLst>
        </pc:spChg>
      </pc:sldChg>
      <pc:sldChg chg="addSp delSp modSp mod">
        <pc:chgData name="Hieu Do" userId="8091c26b-a61d-4e97-addd-a670c191ef7c" providerId="ADAL" clId="{99BDEF05-8795-5A48-9AD2-AB1FF7856BE5}" dt="2022-06-08T06:44:58.017" v="1709" actId="14100"/>
        <pc:sldMkLst>
          <pc:docMk/>
          <pc:sldMk cId="3394741968" sldId="580"/>
        </pc:sldMkLst>
        <pc:spChg chg="add mod">
          <ac:chgData name="Hieu Do" userId="8091c26b-a61d-4e97-addd-a670c191ef7c" providerId="ADAL" clId="{99BDEF05-8795-5A48-9AD2-AB1FF7856BE5}" dt="2022-06-08T06:44:58.017" v="1709" actId="14100"/>
          <ac:spMkLst>
            <pc:docMk/>
            <pc:sldMk cId="3394741968" sldId="580"/>
            <ac:spMk id="6" creationId="{DCE5E955-9A69-EA85-132F-3CA0EB8AE400}"/>
          </ac:spMkLst>
        </pc:spChg>
        <pc:spChg chg="add mod">
          <ac:chgData name="Hieu Do" userId="8091c26b-a61d-4e97-addd-a670c191ef7c" providerId="ADAL" clId="{99BDEF05-8795-5A48-9AD2-AB1FF7856BE5}" dt="2022-06-08T06:44:42.722" v="1706" actId="20577"/>
          <ac:spMkLst>
            <pc:docMk/>
            <pc:sldMk cId="3394741968" sldId="580"/>
            <ac:spMk id="7" creationId="{516CF1BF-7BE3-0AEA-C7A4-8F4891548808}"/>
          </ac:spMkLst>
        </pc:spChg>
        <pc:spChg chg="del">
          <ac:chgData name="Hieu Do" userId="8091c26b-a61d-4e97-addd-a670c191ef7c" providerId="ADAL" clId="{99BDEF05-8795-5A48-9AD2-AB1FF7856BE5}" dt="2022-06-08T06:44:10.157" v="1661" actId="478"/>
          <ac:spMkLst>
            <pc:docMk/>
            <pc:sldMk cId="3394741968" sldId="580"/>
            <ac:spMk id="13" creationId="{00000000-0000-0000-0000-000000000000}"/>
          </ac:spMkLst>
        </pc:spChg>
      </pc:sldChg>
      <pc:sldChg chg="addSp modSp mod">
        <pc:chgData name="Hieu Do" userId="8091c26b-a61d-4e97-addd-a670c191ef7c" providerId="ADAL" clId="{99BDEF05-8795-5A48-9AD2-AB1FF7856BE5}" dt="2022-06-08T07:28:40.678" v="2121" actId="20577"/>
        <pc:sldMkLst>
          <pc:docMk/>
          <pc:sldMk cId="2226100888" sldId="582"/>
        </pc:sldMkLst>
        <pc:spChg chg="mod">
          <ac:chgData name="Hieu Do" userId="8091c26b-a61d-4e97-addd-a670c191ef7c" providerId="ADAL" clId="{99BDEF05-8795-5A48-9AD2-AB1FF7856BE5}" dt="2022-06-08T06:34:07.574" v="1578" actId="1076"/>
          <ac:spMkLst>
            <pc:docMk/>
            <pc:sldMk cId="2226100888" sldId="582"/>
            <ac:spMk id="2" creationId="{00000000-0000-0000-0000-000000000000}"/>
          </ac:spMkLst>
        </pc:spChg>
        <pc:spChg chg="add mod">
          <ac:chgData name="Hieu Do" userId="8091c26b-a61d-4e97-addd-a670c191ef7c" providerId="ADAL" clId="{99BDEF05-8795-5A48-9AD2-AB1FF7856BE5}" dt="2022-06-08T06:38:34.966" v="1629" actId="21"/>
          <ac:spMkLst>
            <pc:docMk/>
            <pc:sldMk cId="2226100888" sldId="582"/>
            <ac:spMk id="5" creationId="{BA10296E-A2F8-1C74-20A4-AA01CF114F9F}"/>
          </ac:spMkLst>
        </pc:spChg>
        <pc:spChg chg="mod">
          <ac:chgData name="Hieu Do" userId="8091c26b-a61d-4e97-addd-a670c191ef7c" providerId="ADAL" clId="{99BDEF05-8795-5A48-9AD2-AB1FF7856BE5}" dt="2022-06-08T06:38:33.852" v="1628" actId="20577"/>
          <ac:spMkLst>
            <pc:docMk/>
            <pc:sldMk cId="2226100888" sldId="582"/>
            <ac:spMk id="6" creationId="{00000000-0000-0000-0000-000000000000}"/>
          </ac:spMkLst>
        </pc:spChg>
        <pc:spChg chg="add mod">
          <ac:chgData name="Hieu Do" userId="8091c26b-a61d-4e97-addd-a670c191ef7c" providerId="ADAL" clId="{99BDEF05-8795-5A48-9AD2-AB1FF7856BE5}" dt="2022-06-08T06:41:40.044" v="1656" actId="1076"/>
          <ac:spMkLst>
            <pc:docMk/>
            <pc:sldMk cId="2226100888" sldId="582"/>
            <ac:spMk id="7" creationId="{CE87FA86-F263-0C3D-87F3-DD2FD93335F1}"/>
          </ac:spMkLst>
        </pc:spChg>
        <pc:spChg chg="add mod">
          <ac:chgData name="Hieu Do" userId="8091c26b-a61d-4e97-addd-a670c191ef7c" providerId="ADAL" clId="{99BDEF05-8795-5A48-9AD2-AB1FF7856BE5}" dt="2022-06-08T06:41:31.531" v="1655" actId="1076"/>
          <ac:spMkLst>
            <pc:docMk/>
            <pc:sldMk cId="2226100888" sldId="582"/>
            <ac:spMk id="11" creationId="{4F87E218-0DE5-FFA5-A8B1-6A9BB0839E6B}"/>
          </ac:spMkLst>
        </pc:spChg>
        <pc:spChg chg="mod">
          <ac:chgData name="Hieu Do" userId="8091c26b-a61d-4e97-addd-a670c191ef7c" providerId="ADAL" clId="{99BDEF05-8795-5A48-9AD2-AB1FF7856BE5}" dt="2022-06-08T07:28:40.678" v="2121" actId="20577"/>
          <ac:spMkLst>
            <pc:docMk/>
            <pc:sldMk cId="2226100888" sldId="582"/>
            <ac:spMk id="13" creationId="{00000000-0000-0000-0000-000000000000}"/>
          </ac:spMkLst>
        </pc:spChg>
        <pc:picChg chg="mod">
          <ac:chgData name="Hieu Do" userId="8091c26b-a61d-4e97-addd-a670c191ef7c" providerId="ADAL" clId="{99BDEF05-8795-5A48-9AD2-AB1FF7856BE5}" dt="2022-06-08T06:36:21.793" v="1602" actId="14100"/>
          <ac:picMkLst>
            <pc:docMk/>
            <pc:sldMk cId="2226100888" sldId="582"/>
            <ac:picMk id="3" creationId="{00000000-0000-0000-0000-000000000000}"/>
          </ac:picMkLst>
        </pc:picChg>
      </pc:sldChg>
      <pc:sldChg chg="addSp delSp modSp add mod">
        <pc:chgData name="Hieu Do" userId="8091c26b-a61d-4e97-addd-a670c191ef7c" providerId="ADAL" clId="{99BDEF05-8795-5A48-9AD2-AB1FF7856BE5}" dt="2022-06-08T06:58:07.482" v="1753" actId="478"/>
        <pc:sldMkLst>
          <pc:docMk/>
          <pc:sldMk cId="2650476881" sldId="584"/>
        </pc:sldMkLst>
        <pc:spChg chg="add del mod">
          <ac:chgData name="Hieu Do" userId="8091c26b-a61d-4e97-addd-a670c191ef7c" providerId="ADAL" clId="{99BDEF05-8795-5A48-9AD2-AB1FF7856BE5}" dt="2022-06-08T06:58:07.482" v="1753" actId="478"/>
          <ac:spMkLst>
            <pc:docMk/>
            <pc:sldMk cId="2650476881" sldId="584"/>
            <ac:spMk id="7" creationId="{2ABD0714-F3F7-9F84-F07D-C592FDE321D2}"/>
          </ac:spMkLst>
        </pc:spChg>
        <pc:spChg chg="mod">
          <ac:chgData name="Hieu Do" userId="8091c26b-a61d-4e97-addd-a670c191ef7c" providerId="ADAL" clId="{99BDEF05-8795-5A48-9AD2-AB1FF7856BE5}" dt="2022-06-08T06:52:25.018" v="1750" actId="20577"/>
          <ac:spMkLst>
            <pc:docMk/>
            <pc:sldMk cId="2650476881" sldId="584"/>
            <ac:spMk id="13" creationId="{00000000-0000-0000-0000-000000000000}"/>
          </ac:spMkLst>
        </pc:spChg>
        <pc:picChg chg="add mod">
          <ac:chgData name="Hieu Do" userId="8091c26b-a61d-4e97-addd-a670c191ef7c" providerId="ADAL" clId="{99BDEF05-8795-5A48-9AD2-AB1FF7856BE5}" dt="2022-06-08T06:51:56.070" v="1714" actId="14100"/>
          <ac:picMkLst>
            <pc:docMk/>
            <pc:sldMk cId="2650476881" sldId="584"/>
            <ac:picMk id="2" creationId="{FCE7591B-EF59-E2A5-D0A3-9CEB80B2CF6C}"/>
          </ac:picMkLst>
        </pc:picChg>
      </pc:sldChg>
      <pc:sldChg chg="addSp modSp add mod">
        <pc:chgData name="Hieu Do" userId="8091c26b-a61d-4e97-addd-a670c191ef7c" providerId="ADAL" clId="{99BDEF05-8795-5A48-9AD2-AB1FF7856BE5}" dt="2022-06-08T07:01:33.620" v="1794" actId="20577"/>
        <pc:sldMkLst>
          <pc:docMk/>
          <pc:sldMk cId="1382286338" sldId="585"/>
        </pc:sldMkLst>
        <pc:spChg chg="mod">
          <ac:chgData name="Hieu Do" userId="8091c26b-a61d-4e97-addd-a670c191ef7c" providerId="ADAL" clId="{99BDEF05-8795-5A48-9AD2-AB1FF7856BE5}" dt="2022-06-08T07:00:53.538" v="1759" actId="166"/>
          <ac:spMkLst>
            <pc:docMk/>
            <pc:sldMk cId="1382286338" sldId="585"/>
            <ac:spMk id="4" creationId="{00000000-0000-0000-0000-000000000000}"/>
          </ac:spMkLst>
        </pc:spChg>
        <pc:spChg chg="mod">
          <ac:chgData name="Hieu Do" userId="8091c26b-a61d-4e97-addd-a670c191ef7c" providerId="ADAL" clId="{99BDEF05-8795-5A48-9AD2-AB1FF7856BE5}" dt="2022-06-08T07:01:33.620" v="1794" actId="20577"/>
          <ac:spMkLst>
            <pc:docMk/>
            <pc:sldMk cId="1382286338" sldId="585"/>
            <ac:spMk id="13" creationId="{00000000-0000-0000-0000-000000000000}"/>
          </ac:spMkLst>
        </pc:spChg>
        <pc:picChg chg="add mod">
          <ac:chgData name="Hieu Do" userId="8091c26b-a61d-4e97-addd-a670c191ef7c" providerId="ADAL" clId="{99BDEF05-8795-5A48-9AD2-AB1FF7856BE5}" dt="2022-06-08T07:01:02.756" v="1762" actId="1038"/>
          <ac:picMkLst>
            <pc:docMk/>
            <pc:sldMk cId="1382286338" sldId="585"/>
            <ac:picMk id="2" creationId="{28DD48B4-8608-23A0-6F52-2BE1A1EA54C8}"/>
          </ac:picMkLst>
        </pc:picChg>
      </pc:sldChg>
      <pc:sldChg chg="addSp modSp add mod">
        <pc:chgData name="Hieu Do" userId="8091c26b-a61d-4e97-addd-a670c191ef7c" providerId="ADAL" clId="{99BDEF05-8795-5A48-9AD2-AB1FF7856BE5}" dt="2022-06-08T07:21:20.264" v="2058" actId="255"/>
        <pc:sldMkLst>
          <pc:docMk/>
          <pc:sldMk cId="3994302879" sldId="586"/>
        </pc:sldMkLst>
        <pc:spChg chg="add mod">
          <ac:chgData name="Hieu Do" userId="8091c26b-a61d-4e97-addd-a670c191ef7c" providerId="ADAL" clId="{99BDEF05-8795-5A48-9AD2-AB1FF7856BE5}" dt="2022-06-08T07:11:15.978" v="1914" actId="207"/>
          <ac:spMkLst>
            <pc:docMk/>
            <pc:sldMk cId="3994302879" sldId="586"/>
            <ac:spMk id="2" creationId="{8EF0327D-E39B-877C-5408-A7FC22105B84}"/>
          </ac:spMkLst>
        </pc:spChg>
        <pc:spChg chg="add mod">
          <ac:chgData name="Hieu Do" userId="8091c26b-a61d-4e97-addd-a670c191ef7c" providerId="ADAL" clId="{99BDEF05-8795-5A48-9AD2-AB1FF7856BE5}" dt="2022-06-08T07:21:06.652" v="2056" actId="403"/>
          <ac:spMkLst>
            <pc:docMk/>
            <pc:sldMk cId="3994302879" sldId="586"/>
            <ac:spMk id="3" creationId="{A33D0F5C-9D6A-76FE-C3FC-934E6F1E7FE4}"/>
          </ac:spMkLst>
        </pc:spChg>
        <pc:spChg chg="add mod">
          <ac:chgData name="Hieu Do" userId="8091c26b-a61d-4e97-addd-a670c191ef7c" providerId="ADAL" clId="{99BDEF05-8795-5A48-9AD2-AB1FF7856BE5}" dt="2022-06-08T07:09:19.651" v="1849" actId="1076"/>
          <ac:spMkLst>
            <pc:docMk/>
            <pc:sldMk cId="3994302879" sldId="586"/>
            <ac:spMk id="6" creationId="{F09686A3-10E9-713B-74F4-4AA104C1874A}"/>
          </ac:spMkLst>
        </pc:spChg>
        <pc:spChg chg="add mod">
          <ac:chgData name="Hieu Do" userId="8091c26b-a61d-4e97-addd-a670c191ef7c" providerId="ADAL" clId="{99BDEF05-8795-5A48-9AD2-AB1FF7856BE5}" dt="2022-06-08T07:19:08.695" v="2021" actId="20577"/>
          <ac:spMkLst>
            <pc:docMk/>
            <pc:sldMk cId="3994302879" sldId="586"/>
            <ac:spMk id="7" creationId="{1B69F222-09CC-B037-8D5D-589A32B721EF}"/>
          </ac:spMkLst>
        </pc:spChg>
        <pc:spChg chg="add mod">
          <ac:chgData name="Hieu Do" userId="8091c26b-a61d-4e97-addd-a670c191ef7c" providerId="ADAL" clId="{99BDEF05-8795-5A48-9AD2-AB1FF7856BE5}" dt="2022-06-08T07:17:31.169" v="1998" actId="14100"/>
          <ac:spMkLst>
            <pc:docMk/>
            <pc:sldMk cId="3994302879" sldId="586"/>
            <ac:spMk id="10" creationId="{4F93132F-93B4-FAB6-099E-E6A25F788D63}"/>
          </ac:spMkLst>
        </pc:spChg>
        <pc:spChg chg="mod">
          <ac:chgData name="Hieu Do" userId="8091c26b-a61d-4e97-addd-a670c191ef7c" providerId="ADAL" clId="{99BDEF05-8795-5A48-9AD2-AB1FF7856BE5}" dt="2022-06-08T07:04:48.709" v="1820" actId="20577"/>
          <ac:spMkLst>
            <pc:docMk/>
            <pc:sldMk cId="3994302879" sldId="586"/>
            <ac:spMk id="13" creationId="{00000000-0000-0000-0000-000000000000}"/>
          </ac:spMkLst>
        </pc:spChg>
        <pc:spChg chg="add mod">
          <ac:chgData name="Hieu Do" userId="8091c26b-a61d-4e97-addd-a670c191ef7c" providerId="ADAL" clId="{99BDEF05-8795-5A48-9AD2-AB1FF7856BE5}" dt="2022-06-08T07:21:20.264" v="2058" actId="255"/>
          <ac:spMkLst>
            <pc:docMk/>
            <pc:sldMk cId="3994302879" sldId="586"/>
            <ac:spMk id="15" creationId="{1DA738C7-74DB-8F8D-076C-B58AFD84C999}"/>
          </ac:spMkLst>
        </pc:spChg>
        <pc:picChg chg="add mod">
          <ac:chgData name="Hieu Do" userId="8091c26b-a61d-4e97-addd-a670c191ef7c" providerId="ADAL" clId="{99BDEF05-8795-5A48-9AD2-AB1FF7856BE5}" dt="2022-06-08T07:17:37.870" v="1999" actId="14100"/>
          <ac:picMkLst>
            <pc:docMk/>
            <pc:sldMk cId="3994302879" sldId="586"/>
            <ac:picMk id="9" creationId="{609E3564-E441-3DAB-7479-776B1159BDAA}"/>
          </ac:picMkLst>
        </pc:picChg>
        <pc:picChg chg="add mod">
          <ac:chgData name="Hieu Do" userId="8091c26b-a61d-4e97-addd-a670c191ef7c" providerId="ADAL" clId="{99BDEF05-8795-5A48-9AD2-AB1FF7856BE5}" dt="2022-06-08T07:15:25.774" v="1979" actId="1037"/>
          <ac:picMkLst>
            <pc:docMk/>
            <pc:sldMk cId="3994302879" sldId="586"/>
            <ac:picMk id="11" creationId="{3ABAADD3-FD7F-2735-68BF-7D95A89ABA15}"/>
          </ac:picMkLst>
        </pc:picChg>
      </pc:sldChg>
      <pc:sldChg chg="addSp modSp add mod">
        <pc:chgData name="Hieu Do" userId="8091c26b-a61d-4e97-addd-a670c191ef7c" providerId="ADAL" clId="{99BDEF05-8795-5A48-9AD2-AB1FF7856BE5}" dt="2022-06-08T07:54:35.091" v="2221" actId="114"/>
        <pc:sldMkLst>
          <pc:docMk/>
          <pc:sldMk cId="826288486" sldId="587"/>
        </pc:sldMkLst>
        <pc:spChg chg="add mod">
          <ac:chgData name="Hieu Do" userId="8091c26b-a61d-4e97-addd-a670c191ef7c" providerId="ADAL" clId="{99BDEF05-8795-5A48-9AD2-AB1FF7856BE5}" dt="2022-06-08T07:54:35.091" v="2221" actId="114"/>
          <ac:spMkLst>
            <pc:docMk/>
            <pc:sldMk cId="826288486" sldId="587"/>
            <ac:spMk id="6" creationId="{0C00EADA-3616-55E3-21DA-ECE379CDB49F}"/>
          </ac:spMkLst>
        </pc:spChg>
        <pc:spChg chg="mod">
          <ac:chgData name="Hieu Do" userId="8091c26b-a61d-4e97-addd-a670c191ef7c" providerId="ADAL" clId="{99BDEF05-8795-5A48-9AD2-AB1FF7856BE5}" dt="2022-06-08T07:51:14.833" v="2214" actId="20577"/>
          <ac:spMkLst>
            <pc:docMk/>
            <pc:sldMk cId="826288486" sldId="587"/>
            <ac:spMk id="13" creationId="{00000000-0000-0000-0000-000000000000}"/>
          </ac:spMkLst>
        </pc:spChg>
      </pc:sldChg>
      <pc:sldChg chg="addSp modSp add mod">
        <pc:chgData name="Hieu Do" userId="8091c26b-a61d-4e97-addd-a670c191ef7c" providerId="ADAL" clId="{99BDEF05-8795-5A48-9AD2-AB1FF7856BE5}" dt="2022-06-08T07:24:48.405" v="2086" actId="20577"/>
        <pc:sldMkLst>
          <pc:docMk/>
          <pc:sldMk cId="2809441344" sldId="588"/>
        </pc:sldMkLst>
        <pc:spChg chg="mod">
          <ac:chgData name="Hieu Do" userId="8091c26b-a61d-4e97-addd-a670c191ef7c" providerId="ADAL" clId="{99BDEF05-8795-5A48-9AD2-AB1FF7856BE5}" dt="2022-06-08T07:23:44.352" v="2061" actId="166"/>
          <ac:spMkLst>
            <pc:docMk/>
            <pc:sldMk cId="2809441344" sldId="588"/>
            <ac:spMk id="4" creationId="{00000000-0000-0000-0000-000000000000}"/>
          </ac:spMkLst>
        </pc:spChg>
        <pc:spChg chg="mod">
          <ac:chgData name="Hieu Do" userId="8091c26b-a61d-4e97-addd-a670c191ef7c" providerId="ADAL" clId="{99BDEF05-8795-5A48-9AD2-AB1FF7856BE5}" dt="2022-06-08T07:24:48.405" v="2086" actId="20577"/>
          <ac:spMkLst>
            <pc:docMk/>
            <pc:sldMk cId="2809441344" sldId="588"/>
            <ac:spMk id="13" creationId="{00000000-0000-0000-0000-000000000000}"/>
          </ac:spMkLst>
        </pc:spChg>
        <pc:picChg chg="add mod">
          <ac:chgData name="Hieu Do" userId="8091c26b-a61d-4e97-addd-a670c191ef7c" providerId="ADAL" clId="{99BDEF05-8795-5A48-9AD2-AB1FF7856BE5}" dt="2022-06-08T07:24:12.639" v="2067" actId="1038"/>
          <ac:picMkLst>
            <pc:docMk/>
            <pc:sldMk cId="2809441344" sldId="588"/>
            <ac:picMk id="2" creationId="{00B4DC03-FD9C-6905-4337-92A155FFDE44}"/>
          </ac:picMkLst>
        </pc:picChg>
      </pc:sldChg>
      <pc:sldChg chg="add del mod modShow">
        <pc:chgData name="Hieu Do" userId="8091c26b-a61d-4e97-addd-a670c191ef7c" providerId="ADAL" clId="{99BDEF05-8795-5A48-9AD2-AB1FF7856BE5}" dt="2022-06-08T08:04:18.633" v="2266" actId="2696"/>
        <pc:sldMkLst>
          <pc:docMk/>
          <pc:sldMk cId="3143002158" sldId="589"/>
        </pc:sldMkLst>
      </pc:sldChg>
      <pc:sldChg chg="addSp modSp add mod">
        <pc:chgData name="Hieu Do" userId="8091c26b-a61d-4e97-addd-a670c191ef7c" providerId="ADAL" clId="{99BDEF05-8795-5A48-9AD2-AB1FF7856BE5}" dt="2022-06-08T08:33:15.964" v="2333" actId="1035"/>
        <pc:sldMkLst>
          <pc:docMk/>
          <pc:sldMk cId="543586186" sldId="590"/>
        </pc:sldMkLst>
        <pc:spChg chg="add mod">
          <ac:chgData name="Hieu Do" userId="8091c26b-a61d-4e97-addd-a670c191ef7c" providerId="ADAL" clId="{99BDEF05-8795-5A48-9AD2-AB1FF7856BE5}" dt="2022-06-08T08:24:28.736" v="2323" actId="207"/>
          <ac:spMkLst>
            <pc:docMk/>
            <pc:sldMk cId="543586186" sldId="590"/>
            <ac:spMk id="6" creationId="{A272DE92-04A3-000E-A5D5-697FC963B57F}"/>
          </ac:spMkLst>
        </pc:spChg>
        <pc:spChg chg="mod">
          <ac:chgData name="Hieu Do" userId="8091c26b-a61d-4e97-addd-a670c191ef7c" providerId="ADAL" clId="{99BDEF05-8795-5A48-9AD2-AB1FF7856BE5}" dt="2022-06-08T08:09:25.415" v="2308" actId="20577"/>
          <ac:spMkLst>
            <pc:docMk/>
            <pc:sldMk cId="543586186" sldId="590"/>
            <ac:spMk id="13" creationId="{00000000-0000-0000-0000-000000000000}"/>
          </ac:spMkLst>
        </pc:spChg>
        <pc:picChg chg="add mod">
          <ac:chgData name="Hieu Do" userId="8091c26b-a61d-4e97-addd-a670c191ef7c" providerId="ADAL" clId="{99BDEF05-8795-5A48-9AD2-AB1FF7856BE5}" dt="2022-06-08T08:33:15.964" v="2333" actId="1035"/>
          <ac:picMkLst>
            <pc:docMk/>
            <pc:sldMk cId="543586186" sldId="590"/>
            <ac:picMk id="2" creationId="{EF9C789F-4674-45F0-7675-D4B09958B837}"/>
          </ac:picMkLst>
        </pc:picChg>
      </pc:sldChg>
      <pc:sldChg chg="addSp modSp add mod">
        <pc:chgData name="Hieu Do" userId="8091c26b-a61d-4e97-addd-a670c191ef7c" providerId="ADAL" clId="{99BDEF05-8795-5A48-9AD2-AB1FF7856BE5}" dt="2022-06-08T08:08:11.189" v="2284" actId="113"/>
        <pc:sldMkLst>
          <pc:docMk/>
          <pc:sldMk cId="3775793618" sldId="591"/>
        </pc:sldMkLst>
        <pc:spChg chg="add mod">
          <ac:chgData name="Hieu Do" userId="8091c26b-a61d-4e97-addd-a670c191ef7c" providerId="ADAL" clId="{99BDEF05-8795-5A48-9AD2-AB1FF7856BE5}" dt="2022-06-08T08:07:09.007" v="2283" actId="20577"/>
          <ac:spMkLst>
            <pc:docMk/>
            <pc:sldMk cId="3775793618" sldId="591"/>
            <ac:spMk id="2" creationId="{9BEDCDEC-E237-4E01-DAAA-D28D1BB94400}"/>
          </ac:spMkLst>
        </pc:spChg>
        <pc:spChg chg="add mod">
          <ac:chgData name="Hieu Do" userId="8091c26b-a61d-4e97-addd-a670c191ef7c" providerId="ADAL" clId="{99BDEF05-8795-5A48-9AD2-AB1FF7856BE5}" dt="2022-06-08T08:08:11.189" v="2284" actId="113"/>
          <ac:spMkLst>
            <pc:docMk/>
            <pc:sldMk cId="3775793618" sldId="591"/>
            <ac:spMk id="6" creationId="{3529D739-AF08-E22D-84CF-EF25E7067B73}"/>
          </ac:spMkLst>
        </pc:spChg>
        <pc:spChg chg="mod">
          <ac:chgData name="Hieu Do" userId="8091c26b-a61d-4e97-addd-a670c191ef7c" providerId="ADAL" clId="{99BDEF05-8795-5A48-9AD2-AB1FF7856BE5}" dt="2022-06-08T08:03:04.012" v="2265" actId="20577"/>
          <ac:spMkLst>
            <pc:docMk/>
            <pc:sldMk cId="3775793618" sldId="591"/>
            <ac:spMk id="13" creationId="{00000000-0000-0000-0000-000000000000}"/>
          </ac:spMkLst>
        </pc:spChg>
      </pc:sldChg>
      <pc:sldChg chg="addSp modSp add mod">
        <pc:chgData name="Hieu Do" userId="8091c26b-a61d-4e97-addd-a670c191ef7c" providerId="ADAL" clId="{99BDEF05-8795-5A48-9AD2-AB1FF7856BE5}" dt="2022-06-08T08:42:38.626" v="2382" actId="113"/>
        <pc:sldMkLst>
          <pc:docMk/>
          <pc:sldMk cId="3378787006" sldId="592"/>
        </pc:sldMkLst>
        <pc:spChg chg="add mod">
          <ac:chgData name="Hieu Do" userId="8091c26b-a61d-4e97-addd-a670c191ef7c" providerId="ADAL" clId="{99BDEF05-8795-5A48-9AD2-AB1FF7856BE5}" dt="2022-06-08T08:42:38.626" v="2382" actId="113"/>
          <ac:spMkLst>
            <pc:docMk/>
            <pc:sldMk cId="3378787006" sldId="592"/>
            <ac:spMk id="6" creationId="{EAE7A075-6AB6-6318-DE8C-61AC68AC8108}"/>
          </ac:spMkLst>
        </pc:spChg>
        <pc:spChg chg="mod">
          <ac:chgData name="Hieu Do" userId="8091c26b-a61d-4e97-addd-a670c191ef7c" providerId="ADAL" clId="{99BDEF05-8795-5A48-9AD2-AB1FF7856BE5}" dt="2022-06-08T08:36:38.960" v="2363" actId="20577"/>
          <ac:spMkLst>
            <pc:docMk/>
            <pc:sldMk cId="3378787006" sldId="592"/>
            <ac:spMk id="13" creationId="{00000000-0000-0000-0000-000000000000}"/>
          </ac:spMkLst>
        </pc:spChg>
      </pc:sldChg>
      <pc:sldChg chg="addSp modSp add mod">
        <pc:chgData name="Hieu Do" userId="8091c26b-a61d-4e97-addd-a670c191ef7c" providerId="ADAL" clId="{99BDEF05-8795-5A48-9AD2-AB1FF7856BE5}" dt="2022-06-08T08:49:59.337" v="2445" actId="20577"/>
        <pc:sldMkLst>
          <pc:docMk/>
          <pc:sldMk cId="1252923175" sldId="593"/>
        </pc:sldMkLst>
        <pc:spChg chg="add mod">
          <ac:chgData name="Hieu Do" userId="8091c26b-a61d-4e97-addd-a670c191ef7c" providerId="ADAL" clId="{99BDEF05-8795-5A48-9AD2-AB1FF7856BE5}" dt="2022-06-08T08:49:59.337" v="2445" actId="20577"/>
          <ac:spMkLst>
            <pc:docMk/>
            <pc:sldMk cId="1252923175" sldId="593"/>
            <ac:spMk id="2" creationId="{AEC636C3-6190-408F-3FB9-C4BCAD92628D}"/>
          </ac:spMkLst>
        </pc:spChg>
        <pc:spChg chg="add mod">
          <ac:chgData name="Hieu Do" userId="8091c26b-a61d-4e97-addd-a670c191ef7c" providerId="ADAL" clId="{99BDEF05-8795-5A48-9AD2-AB1FF7856BE5}" dt="2022-06-08T08:47:42.196" v="2425" actId="14100"/>
          <ac:spMkLst>
            <pc:docMk/>
            <pc:sldMk cId="1252923175" sldId="593"/>
            <ac:spMk id="6" creationId="{C1E1BC8A-8A4D-F186-0E2E-B6AB191B8529}"/>
          </ac:spMkLst>
        </pc:spChg>
        <pc:spChg chg="mod">
          <ac:chgData name="Hieu Do" userId="8091c26b-a61d-4e97-addd-a670c191ef7c" providerId="ADAL" clId="{99BDEF05-8795-5A48-9AD2-AB1FF7856BE5}" dt="2022-06-08T08:43:18.093" v="2401" actId="20577"/>
          <ac:spMkLst>
            <pc:docMk/>
            <pc:sldMk cId="1252923175" sldId="593"/>
            <ac:spMk id="13" creationId="{00000000-0000-0000-0000-000000000000}"/>
          </ac:spMkLst>
        </pc:spChg>
        <pc:graphicFrameChg chg="add mod">
          <ac:chgData name="Hieu Do" userId="8091c26b-a61d-4e97-addd-a670c191ef7c" providerId="ADAL" clId="{99BDEF05-8795-5A48-9AD2-AB1FF7856BE5}" dt="2022-06-08T08:47:58.342" v="2428" actId="207"/>
          <ac:graphicFrameMkLst>
            <pc:docMk/>
            <pc:sldMk cId="1252923175" sldId="593"/>
            <ac:graphicFrameMk id="7" creationId="{380DA8E8-9492-6A3B-F9A6-EF8F58ACCFD1}"/>
          </ac:graphicFrameMkLst>
        </pc:graphicFrameChg>
      </pc:sldChg>
      <pc:sldChg chg="addSp modSp add mod">
        <pc:chgData name="Hieu Do" userId="8091c26b-a61d-4e97-addd-a670c191ef7c" providerId="ADAL" clId="{99BDEF05-8795-5A48-9AD2-AB1FF7856BE5}" dt="2022-06-08T08:46:27.900" v="2408" actId="1076"/>
        <pc:sldMkLst>
          <pc:docMk/>
          <pc:sldMk cId="4048333337" sldId="594"/>
        </pc:sldMkLst>
        <pc:spChg chg="add mod">
          <ac:chgData name="Hieu Do" userId="8091c26b-a61d-4e97-addd-a670c191ef7c" providerId="ADAL" clId="{99BDEF05-8795-5A48-9AD2-AB1FF7856BE5}" dt="2022-06-08T08:46:27.900" v="2408" actId="1076"/>
          <ac:spMkLst>
            <pc:docMk/>
            <pc:sldMk cId="4048333337" sldId="594"/>
            <ac:spMk id="2" creationId="{1D59B455-AD72-8D52-FFEA-2AFEF4F823C5}"/>
          </ac:spMkLst>
        </pc:spChg>
      </pc:sldChg>
      <pc:sldChg chg="add">
        <pc:chgData name="Hieu Do" userId="8091c26b-a61d-4e97-addd-a670c191ef7c" providerId="ADAL" clId="{99BDEF05-8795-5A48-9AD2-AB1FF7856BE5}" dt="2022-06-08T08:34:26.992" v="2336" actId="2890"/>
        <pc:sldMkLst>
          <pc:docMk/>
          <pc:sldMk cId="3386115808" sldId="595"/>
        </pc:sldMkLst>
      </pc:sldChg>
    </pc:docChg>
  </pc:docChgLst>
  <pc:docChgLst>
    <pc:chgData name="Hieu Do" userId="8091c26b-a61d-4e97-addd-a670c191ef7c" providerId="ADAL" clId="{848819A5-D73E-114B-9EB6-B85EC6EF7671}"/>
    <pc:docChg chg="undo custSel addSld delSld modSld">
      <pc:chgData name="Hieu Do" userId="8091c26b-a61d-4e97-addd-a670c191ef7c" providerId="ADAL" clId="{848819A5-D73E-114B-9EB6-B85EC6EF7671}" dt="2022-09-16T02:48:30.504" v="785"/>
      <pc:docMkLst>
        <pc:docMk/>
      </pc:docMkLst>
      <pc:sldChg chg="addSp delSp modSp mod modAnim">
        <pc:chgData name="Hieu Do" userId="8091c26b-a61d-4e97-addd-a670c191ef7c" providerId="ADAL" clId="{848819A5-D73E-114B-9EB6-B85EC6EF7671}" dt="2022-09-08T10:37:15.327" v="25"/>
        <pc:sldMkLst>
          <pc:docMk/>
          <pc:sldMk cId="3322661797" sldId="535"/>
        </pc:sldMkLst>
        <pc:spChg chg="add del mod">
          <ac:chgData name="Hieu Do" userId="8091c26b-a61d-4e97-addd-a670c191ef7c" providerId="ADAL" clId="{848819A5-D73E-114B-9EB6-B85EC6EF7671}" dt="2022-09-08T10:35:19.121" v="15" actId="767"/>
          <ac:spMkLst>
            <pc:docMk/>
            <pc:sldMk cId="3322661797" sldId="535"/>
            <ac:spMk id="3" creationId="{969FD742-E3E3-F0B1-1ECE-19276D2510B5}"/>
          </ac:spMkLst>
        </pc:spChg>
        <pc:spChg chg="mod">
          <ac:chgData name="Hieu Do" userId="8091c26b-a61d-4e97-addd-a670c191ef7c" providerId="ADAL" clId="{848819A5-D73E-114B-9EB6-B85EC6EF7671}" dt="2022-09-08T10:35:46.427" v="16" actId="164"/>
          <ac:spMkLst>
            <pc:docMk/>
            <pc:sldMk cId="3322661797" sldId="535"/>
            <ac:spMk id="34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08T10:35:46.427" v="16" actId="164"/>
          <ac:spMkLst>
            <pc:docMk/>
            <pc:sldMk cId="3322661797" sldId="535"/>
            <ac:spMk id="40" creationId="{00000000-0000-0000-0000-000000000000}"/>
          </ac:spMkLst>
        </pc:spChg>
        <pc:grpChg chg="mod">
          <ac:chgData name="Hieu Do" userId="8091c26b-a61d-4e97-addd-a670c191ef7c" providerId="ADAL" clId="{848819A5-D73E-114B-9EB6-B85EC6EF7671}" dt="2022-09-08T10:33:28.532" v="4" actId="1036"/>
          <ac:grpSpMkLst>
            <pc:docMk/>
            <pc:sldMk cId="3322661797" sldId="535"/>
            <ac:grpSpMk id="2" creationId="{00000000-0000-0000-0000-000000000000}"/>
          </ac:grpSpMkLst>
        </pc:grpChg>
        <pc:grpChg chg="add mod">
          <ac:chgData name="Hieu Do" userId="8091c26b-a61d-4e97-addd-a670c191ef7c" providerId="ADAL" clId="{848819A5-D73E-114B-9EB6-B85EC6EF7671}" dt="2022-09-08T10:35:46.427" v="16" actId="164"/>
          <ac:grpSpMkLst>
            <pc:docMk/>
            <pc:sldMk cId="3322661797" sldId="535"/>
            <ac:grpSpMk id="5" creationId="{AACD1A03-6D44-9BF7-CB85-7CC21FE9316F}"/>
          </ac:grpSpMkLst>
        </pc:grpChg>
        <pc:grpChg chg="mod">
          <ac:chgData name="Hieu Do" userId="8091c26b-a61d-4e97-addd-a670c191ef7c" providerId="ADAL" clId="{848819A5-D73E-114B-9EB6-B85EC6EF7671}" dt="2022-09-08T10:35:46.427" v="16" actId="164"/>
          <ac:grpSpMkLst>
            <pc:docMk/>
            <pc:sldMk cId="3322661797" sldId="535"/>
            <ac:grpSpMk id="26" creationId="{00000000-0000-0000-0000-000000000000}"/>
          </ac:grpSpMkLst>
        </pc:grpChg>
        <pc:grpChg chg="mod">
          <ac:chgData name="Hieu Do" userId="8091c26b-a61d-4e97-addd-a670c191ef7c" providerId="ADAL" clId="{848819A5-D73E-114B-9EB6-B85EC6EF7671}" dt="2022-09-08T10:35:46.427" v="16" actId="164"/>
          <ac:grpSpMkLst>
            <pc:docMk/>
            <pc:sldMk cId="3322661797" sldId="535"/>
            <ac:grpSpMk id="29" creationId="{00000000-0000-0000-0000-000000000000}"/>
          </ac:grpSpMkLst>
        </pc:grpChg>
        <pc:grpChg chg="mod">
          <ac:chgData name="Hieu Do" userId="8091c26b-a61d-4e97-addd-a670c191ef7c" providerId="ADAL" clId="{848819A5-D73E-114B-9EB6-B85EC6EF7671}" dt="2022-09-08T10:36:16.668" v="21" actId="1035"/>
          <ac:grpSpMkLst>
            <pc:docMk/>
            <pc:sldMk cId="3322661797" sldId="535"/>
            <ac:grpSpMk id="55" creationId="{00000000-0000-0000-0000-000000000000}"/>
          </ac:grpSpMkLst>
        </pc:grpChg>
        <pc:cxnChg chg="mod">
          <ac:chgData name="Hieu Do" userId="8091c26b-a61d-4e97-addd-a670c191ef7c" providerId="ADAL" clId="{848819A5-D73E-114B-9EB6-B85EC6EF7671}" dt="2022-09-08T10:35:46.427" v="16" actId="164"/>
          <ac:cxnSpMkLst>
            <pc:docMk/>
            <pc:sldMk cId="3322661797" sldId="535"/>
            <ac:cxnSpMk id="35" creationId="{00000000-0000-0000-0000-000000000000}"/>
          </ac:cxnSpMkLst>
        </pc:cxnChg>
        <pc:cxnChg chg="mod">
          <ac:chgData name="Hieu Do" userId="8091c26b-a61d-4e97-addd-a670c191ef7c" providerId="ADAL" clId="{848819A5-D73E-114B-9EB6-B85EC6EF7671}" dt="2022-09-08T10:35:46.427" v="16" actId="164"/>
          <ac:cxnSpMkLst>
            <pc:docMk/>
            <pc:sldMk cId="3322661797" sldId="535"/>
            <ac:cxnSpMk id="36" creationId="{00000000-0000-0000-0000-000000000000}"/>
          </ac:cxnSpMkLst>
        </pc:cxnChg>
      </pc:sldChg>
      <pc:sldChg chg="modAnim">
        <pc:chgData name="Hieu Do" userId="8091c26b-a61d-4e97-addd-a670c191ef7c" providerId="ADAL" clId="{848819A5-D73E-114B-9EB6-B85EC6EF7671}" dt="2022-09-15T11:30:50.203" v="392"/>
        <pc:sldMkLst>
          <pc:docMk/>
          <pc:sldMk cId="2390910618" sldId="536"/>
        </pc:sldMkLst>
      </pc:sldChg>
      <pc:sldChg chg="modAnim">
        <pc:chgData name="Hieu Do" userId="8091c26b-a61d-4e97-addd-a670c191ef7c" providerId="ADAL" clId="{848819A5-D73E-114B-9EB6-B85EC6EF7671}" dt="2022-09-15T11:32:23.084" v="401"/>
        <pc:sldMkLst>
          <pc:docMk/>
          <pc:sldMk cId="3992791202" sldId="537"/>
        </pc:sldMkLst>
      </pc:sldChg>
      <pc:sldChg chg="del">
        <pc:chgData name="Hieu Do" userId="8091c26b-a61d-4e97-addd-a670c191ef7c" providerId="ADAL" clId="{848819A5-D73E-114B-9EB6-B85EC6EF7671}" dt="2022-09-15T11:33:08.986" v="402" actId="2696"/>
        <pc:sldMkLst>
          <pc:docMk/>
          <pc:sldMk cId="2894932147" sldId="546"/>
        </pc:sldMkLst>
      </pc:sldChg>
      <pc:sldChg chg="modAnim">
        <pc:chgData name="Hieu Do" userId="8091c26b-a61d-4e97-addd-a670c191ef7c" providerId="ADAL" clId="{848819A5-D73E-114B-9EB6-B85EC6EF7671}" dt="2022-09-15T11:53:57.489" v="590"/>
        <pc:sldMkLst>
          <pc:docMk/>
          <pc:sldMk cId="1190280468" sldId="564"/>
        </pc:sldMkLst>
      </pc:sldChg>
      <pc:sldChg chg="modAnim">
        <pc:chgData name="Hieu Do" userId="8091c26b-a61d-4e97-addd-a670c191ef7c" providerId="ADAL" clId="{848819A5-D73E-114B-9EB6-B85EC6EF7671}" dt="2022-09-15T11:35:08.294" v="411"/>
        <pc:sldMkLst>
          <pc:docMk/>
          <pc:sldMk cId="3663179560" sldId="565"/>
        </pc:sldMkLst>
      </pc:sldChg>
      <pc:sldChg chg="modAnim">
        <pc:chgData name="Hieu Do" userId="8091c26b-a61d-4e97-addd-a670c191ef7c" providerId="ADAL" clId="{848819A5-D73E-114B-9EB6-B85EC6EF7671}" dt="2022-09-15T11:38:07.650" v="418"/>
        <pc:sldMkLst>
          <pc:docMk/>
          <pc:sldMk cId="2245747691" sldId="566"/>
        </pc:sldMkLst>
      </pc:sldChg>
      <pc:sldChg chg="modAnim">
        <pc:chgData name="Hieu Do" userId="8091c26b-a61d-4e97-addd-a670c191ef7c" providerId="ADAL" clId="{848819A5-D73E-114B-9EB6-B85EC6EF7671}" dt="2022-09-15T11:40:36.348" v="430"/>
        <pc:sldMkLst>
          <pc:docMk/>
          <pc:sldMk cId="642817415" sldId="568"/>
        </pc:sldMkLst>
      </pc:sldChg>
      <pc:sldChg chg="modAnim">
        <pc:chgData name="Hieu Do" userId="8091c26b-a61d-4e97-addd-a670c191ef7c" providerId="ADAL" clId="{848819A5-D73E-114B-9EB6-B85EC6EF7671}" dt="2022-09-15T11:39:43.613" v="426"/>
        <pc:sldMkLst>
          <pc:docMk/>
          <pc:sldMk cId="2676511337" sldId="569"/>
        </pc:sldMkLst>
      </pc:sldChg>
      <pc:sldChg chg="modAnim">
        <pc:chgData name="Hieu Do" userId="8091c26b-a61d-4e97-addd-a670c191ef7c" providerId="ADAL" clId="{848819A5-D73E-114B-9EB6-B85EC6EF7671}" dt="2022-09-15T11:36:50.717" v="416"/>
        <pc:sldMkLst>
          <pc:docMk/>
          <pc:sldMk cId="4281674366" sldId="570"/>
        </pc:sldMkLst>
      </pc:sldChg>
      <pc:sldChg chg="modAnim">
        <pc:chgData name="Hieu Do" userId="8091c26b-a61d-4e97-addd-a670c191ef7c" providerId="ADAL" clId="{848819A5-D73E-114B-9EB6-B85EC6EF7671}" dt="2022-09-08T11:56:20.365" v="212"/>
        <pc:sldMkLst>
          <pc:docMk/>
          <pc:sldMk cId="877996611" sldId="577"/>
        </pc:sldMkLst>
      </pc:sldChg>
      <pc:sldChg chg="modAnim">
        <pc:chgData name="Hieu Do" userId="8091c26b-a61d-4e97-addd-a670c191ef7c" providerId="ADAL" clId="{848819A5-D73E-114B-9EB6-B85EC6EF7671}" dt="2022-09-16T01:32:27.724" v="635"/>
        <pc:sldMkLst>
          <pc:docMk/>
          <pc:sldMk cId="3994302879" sldId="586"/>
        </pc:sldMkLst>
      </pc:sldChg>
      <pc:sldChg chg="addSp delSp modSp add del mod modAnim">
        <pc:chgData name="Hieu Do" userId="8091c26b-a61d-4e97-addd-a670c191ef7c" providerId="ADAL" clId="{848819A5-D73E-114B-9EB6-B85EC6EF7671}" dt="2022-09-16T02:21:10.471" v="734" actId="2696"/>
        <pc:sldMkLst>
          <pc:docMk/>
          <pc:sldMk cId="826288486" sldId="587"/>
        </pc:sldMkLst>
        <pc:spChg chg="mod topLvl">
          <ac:chgData name="Hieu Do" userId="8091c26b-a61d-4e97-addd-a670c191ef7c" providerId="ADAL" clId="{848819A5-D73E-114B-9EB6-B85EC6EF7671}" dt="2022-09-16T02:10:52.998" v="689" actId="165"/>
          <ac:spMkLst>
            <pc:docMk/>
            <pc:sldMk cId="826288486" sldId="587"/>
            <ac:spMk id="9" creationId="{F04C4DF5-0AE4-C37F-B85D-2C32F56B331F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12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15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17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18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20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21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22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23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24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27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28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29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30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31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32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11:13.237" v="692" actId="1076"/>
          <ac:spMkLst>
            <pc:docMk/>
            <pc:sldMk cId="826288486" sldId="587"/>
            <ac:spMk id="33" creationId="{00000000-0000-0000-0000-000000000000}"/>
          </ac:spMkLst>
        </pc:spChg>
        <pc:spChg chg="mod topLvl">
          <ac:chgData name="Hieu Do" userId="8091c26b-a61d-4e97-addd-a670c191ef7c" providerId="ADAL" clId="{848819A5-D73E-114B-9EB6-B85EC6EF7671}" dt="2022-09-16T02:10:52.998" v="689" actId="165"/>
          <ac:spMkLst>
            <pc:docMk/>
            <pc:sldMk cId="826288486" sldId="587"/>
            <ac:spMk id="35" creationId="{4780FE93-9D25-B951-D34B-01C64B5D385E}"/>
          </ac:spMkLst>
        </pc:spChg>
        <pc:spChg chg="mod topLvl">
          <ac:chgData name="Hieu Do" userId="8091c26b-a61d-4e97-addd-a670c191ef7c" providerId="ADAL" clId="{848819A5-D73E-114B-9EB6-B85EC6EF7671}" dt="2022-09-16T02:10:52.998" v="689" actId="165"/>
          <ac:spMkLst>
            <pc:docMk/>
            <pc:sldMk cId="826288486" sldId="587"/>
            <ac:spMk id="36" creationId="{72BDDBDB-DEDB-1555-8A60-6D958D120518}"/>
          </ac:spMkLst>
        </pc:spChg>
        <pc:spChg chg="mod topLvl">
          <ac:chgData name="Hieu Do" userId="8091c26b-a61d-4e97-addd-a670c191ef7c" providerId="ADAL" clId="{848819A5-D73E-114B-9EB6-B85EC6EF7671}" dt="2022-09-16T02:10:52.998" v="689" actId="165"/>
          <ac:spMkLst>
            <pc:docMk/>
            <pc:sldMk cId="826288486" sldId="587"/>
            <ac:spMk id="37" creationId="{31625F68-0BF0-1DE3-9037-5495EF37F71F}"/>
          </ac:spMkLst>
        </pc:spChg>
        <pc:spChg chg="mod topLvl">
          <ac:chgData name="Hieu Do" userId="8091c26b-a61d-4e97-addd-a670c191ef7c" providerId="ADAL" clId="{848819A5-D73E-114B-9EB6-B85EC6EF7671}" dt="2022-09-16T02:10:52.998" v="689" actId="165"/>
          <ac:spMkLst>
            <pc:docMk/>
            <pc:sldMk cId="826288486" sldId="587"/>
            <ac:spMk id="38" creationId="{F1149C1E-E471-F25F-1C20-73CDB2AF5609}"/>
          </ac:spMkLst>
        </pc:spChg>
        <pc:spChg chg="del">
          <ac:chgData name="Hieu Do" userId="8091c26b-a61d-4e97-addd-a670c191ef7c" providerId="ADAL" clId="{848819A5-D73E-114B-9EB6-B85EC6EF7671}" dt="2022-09-16T01:58:39.198" v="672" actId="478"/>
          <ac:spMkLst>
            <pc:docMk/>
            <pc:sldMk cId="826288486" sldId="587"/>
            <ac:spMk id="39" creationId="{6F97193E-1295-3ADF-7E5B-1627CBA6BC73}"/>
          </ac:spMkLst>
        </pc:spChg>
        <pc:grpChg chg="add del mod">
          <ac:chgData name="Hieu Do" userId="8091c26b-a61d-4e97-addd-a670c191ef7c" providerId="ADAL" clId="{848819A5-D73E-114B-9EB6-B85EC6EF7671}" dt="2022-09-16T02:10:52.998" v="689" actId="165"/>
          <ac:grpSpMkLst>
            <pc:docMk/>
            <pc:sldMk cId="826288486" sldId="587"/>
            <ac:grpSpMk id="2" creationId="{D1E533C2-A186-3F91-8EB5-7A9F3A2C2D11}"/>
          </ac:grpSpMkLst>
        </pc:grpChg>
        <pc:grpChg chg="mod topLvl">
          <ac:chgData name="Hieu Do" userId="8091c26b-a61d-4e97-addd-a670c191ef7c" providerId="ADAL" clId="{848819A5-D73E-114B-9EB6-B85EC6EF7671}" dt="2022-09-16T02:11:13.237" v="692" actId="1076"/>
          <ac:grpSpMkLst>
            <pc:docMk/>
            <pc:sldMk cId="826288486" sldId="587"/>
            <ac:grpSpMk id="10" creationId="{00000000-0000-0000-0000-000000000000}"/>
          </ac:grpSpMkLst>
        </pc:grpChg>
        <pc:grpChg chg="mod">
          <ac:chgData name="Hieu Do" userId="8091c26b-a61d-4e97-addd-a670c191ef7c" providerId="ADAL" clId="{848819A5-D73E-114B-9EB6-B85EC6EF7671}" dt="2022-09-16T02:11:13.237" v="692" actId="1076"/>
          <ac:grpSpMkLst>
            <pc:docMk/>
            <pc:sldMk cId="826288486" sldId="587"/>
            <ac:grpSpMk id="11" creationId="{00000000-0000-0000-0000-000000000000}"/>
          </ac:grpSpMkLst>
        </pc:grpChg>
        <pc:grpChg chg="mod">
          <ac:chgData name="Hieu Do" userId="8091c26b-a61d-4e97-addd-a670c191ef7c" providerId="ADAL" clId="{848819A5-D73E-114B-9EB6-B85EC6EF7671}" dt="2022-09-16T02:11:13.237" v="692" actId="1076"/>
          <ac:grpSpMkLst>
            <pc:docMk/>
            <pc:sldMk cId="826288486" sldId="587"/>
            <ac:grpSpMk id="16" creationId="{00000000-0000-0000-0000-000000000000}"/>
          </ac:grpSpMkLst>
        </pc:grpChg>
        <pc:grpChg chg="mod">
          <ac:chgData name="Hieu Do" userId="8091c26b-a61d-4e97-addd-a670c191ef7c" providerId="ADAL" clId="{848819A5-D73E-114B-9EB6-B85EC6EF7671}" dt="2022-09-16T02:11:13.237" v="692" actId="1076"/>
          <ac:grpSpMkLst>
            <pc:docMk/>
            <pc:sldMk cId="826288486" sldId="587"/>
            <ac:grpSpMk id="25" creationId="{00000000-0000-0000-0000-000000000000}"/>
          </ac:grpSpMkLst>
        </pc:grpChg>
        <pc:grpChg chg="mod">
          <ac:chgData name="Hieu Do" userId="8091c26b-a61d-4e97-addd-a670c191ef7c" providerId="ADAL" clId="{848819A5-D73E-114B-9EB6-B85EC6EF7671}" dt="2022-09-16T02:11:13.237" v="692" actId="1076"/>
          <ac:grpSpMkLst>
            <pc:docMk/>
            <pc:sldMk cId="826288486" sldId="587"/>
            <ac:grpSpMk id="26" creationId="{00000000-0000-0000-0000-000000000000}"/>
          </ac:grpSpMkLst>
        </pc:grpChg>
        <pc:picChg chg="mod topLvl">
          <ac:chgData name="Hieu Do" userId="8091c26b-a61d-4e97-addd-a670c191ef7c" providerId="ADAL" clId="{848819A5-D73E-114B-9EB6-B85EC6EF7671}" dt="2022-09-16T02:10:52.998" v="689" actId="165"/>
          <ac:picMkLst>
            <pc:docMk/>
            <pc:sldMk cId="826288486" sldId="587"/>
            <ac:picMk id="8" creationId="{E35BF085-AECF-861F-09C2-6A040E6ED0D2}"/>
          </ac:picMkLst>
        </pc:picChg>
      </pc:sldChg>
      <pc:sldChg chg="modSp modAnim">
        <pc:chgData name="Hieu Do" userId="8091c26b-a61d-4e97-addd-a670c191ef7c" providerId="ADAL" clId="{848819A5-D73E-114B-9EB6-B85EC6EF7671}" dt="2022-09-16T02:20:53.366" v="733"/>
        <pc:sldMkLst>
          <pc:docMk/>
          <pc:sldMk cId="3775793618" sldId="591"/>
        </pc:sldMkLst>
        <pc:spChg chg="mod">
          <ac:chgData name="Hieu Do" userId="8091c26b-a61d-4e97-addd-a670c191ef7c" providerId="ADAL" clId="{848819A5-D73E-114B-9EB6-B85EC6EF7671}" dt="2022-09-16T02:18:58.721" v="725" actId="14100"/>
          <ac:spMkLst>
            <pc:docMk/>
            <pc:sldMk cId="3775793618" sldId="591"/>
            <ac:spMk id="8" creationId="{EC7EE35E-24D9-4363-84D7-9168A6772209}"/>
          </ac:spMkLst>
        </pc:spChg>
      </pc:sldChg>
      <pc:sldChg chg="addSp delSp modSp modAnim">
        <pc:chgData name="Hieu Do" userId="8091c26b-a61d-4e97-addd-a670c191ef7c" providerId="ADAL" clId="{848819A5-D73E-114B-9EB6-B85EC6EF7671}" dt="2022-09-08T11:16:36.907" v="102"/>
        <pc:sldMkLst>
          <pc:docMk/>
          <pc:sldMk cId="2796053059" sldId="634"/>
        </pc:sldMkLst>
        <pc:spChg chg="mod topLvl">
          <ac:chgData name="Hieu Do" userId="8091c26b-a61d-4e97-addd-a670c191ef7c" providerId="ADAL" clId="{848819A5-D73E-114B-9EB6-B85EC6EF7671}" dt="2022-09-08T11:14:51.092" v="90" actId="165"/>
          <ac:spMkLst>
            <pc:docMk/>
            <pc:sldMk cId="2796053059" sldId="634"/>
            <ac:spMk id="6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08T11:16:01.409" v="98" actId="164"/>
          <ac:spMkLst>
            <pc:docMk/>
            <pc:sldMk cId="2796053059" sldId="634"/>
            <ac:spMk id="18" creationId="{3D5B5E74-C467-50F3-BEA7-E58E640452BC}"/>
          </ac:spMkLst>
        </pc:spChg>
        <pc:spChg chg="mod">
          <ac:chgData name="Hieu Do" userId="8091c26b-a61d-4e97-addd-a670c191ef7c" providerId="ADAL" clId="{848819A5-D73E-114B-9EB6-B85EC6EF7671}" dt="2022-09-08T11:16:28.354" v="101" actId="164"/>
          <ac:spMkLst>
            <pc:docMk/>
            <pc:sldMk cId="2796053059" sldId="634"/>
            <ac:spMk id="20" creationId="{780B80ED-5DE9-9881-D839-5465ABEF6CEC}"/>
          </ac:spMkLst>
        </pc:spChg>
        <pc:grpChg chg="add del mod">
          <ac:chgData name="Hieu Do" userId="8091c26b-a61d-4e97-addd-a670c191ef7c" providerId="ADAL" clId="{848819A5-D73E-114B-9EB6-B85EC6EF7671}" dt="2022-09-08T11:14:51.092" v="90" actId="165"/>
          <ac:grpSpMkLst>
            <pc:docMk/>
            <pc:sldMk cId="2796053059" sldId="634"/>
            <ac:grpSpMk id="2" creationId="{F3AF47A5-57A9-DECF-F5D2-9F5203C16D9A}"/>
          </ac:grpSpMkLst>
        </pc:grpChg>
        <pc:grpChg chg="add mod">
          <ac:chgData name="Hieu Do" userId="8091c26b-a61d-4e97-addd-a670c191ef7c" providerId="ADAL" clId="{848819A5-D73E-114B-9EB6-B85EC6EF7671}" dt="2022-09-08T11:16:01.409" v="98" actId="164"/>
          <ac:grpSpMkLst>
            <pc:docMk/>
            <pc:sldMk cId="2796053059" sldId="634"/>
            <ac:grpSpMk id="5" creationId="{318C299C-3A33-2A64-1B8F-A72201262534}"/>
          </ac:grpSpMkLst>
        </pc:grpChg>
        <pc:grpChg chg="add mod">
          <ac:chgData name="Hieu Do" userId="8091c26b-a61d-4e97-addd-a670c191ef7c" providerId="ADAL" clId="{848819A5-D73E-114B-9EB6-B85EC6EF7671}" dt="2022-09-08T11:16:28.354" v="101" actId="164"/>
          <ac:grpSpMkLst>
            <pc:docMk/>
            <pc:sldMk cId="2796053059" sldId="634"/>
            <ac:grpSpMk id="7" creationId="{2184E918-78D3-67DC-2780-F2CDBCE38D70}"/>
          </ac:grpSpMkLst>
        </pc:grpChg>
        <pc:picChg chg="mod topLvl">
          <ac:chgData name="Hieu Do" userId="8091c26b-a61d-4e97-addd-a670c191ef7c" providerId="ADAL" clId="{848819A5-D73E-114B-9EB6-B85EC6EF7671}" dt="2022-09-08T11:14:51.092" v="90" actId="165"/>
          <ac:picMkLst>
            <pc:docMk/>
            <pc:sldMk cId="2796053059" sldId="634"/>
            <ac:picMk id="3" creationId="{00000000-0000-0000-0000-000000000000}"/>
          </ac:picMkLst>
        </pc:picChg>
        <pc:cxnChg chg="mod">
          <ac:chgData name="Hieu Do" userId="8091c26b-a61d-4e97-addd-a670c191ef7c" providerId="ADAL" clId="{848819A5-D73E-114B-9EB6-B85EC6EF7671}" dt="2022-09-08T11:16:01.409" v="98" actId="164"/>
          <ac:cxnSpMkLst>
            <pc:docMk/>
            <pc:sldMk cId="2796053059" sldId="634"/>
            <ac:cxnSpMk id="17" creationId="{E38C5156-AD0B-E5AF-F748-BF61A7688E29}"/>
          </ac:cxnSpMkLst>
        </pc:cxnChg>
        <pc:cxnChg chg="mod">
          <ac:chgData name="Hieu Do" userId="8091c26b-a61d-4e97-addd-a670c191ef7c" providerId="ADAL" clId="{848819A5-D73E-114B-9EB6-B85EC6EF7671}" dt="2022-09-08T11:16:28.354" v="101" actId="164"/>
          <ac:cxnSpMkLst>
            <pc:docMk/>
            <pc:sldMk cId="2796053059" sldId="634"/>
            <ac:cxnSpMk id="21" creationId="{39BB4272-B7C1-C082-07FF-ABB02D309D5D}"/>
          </ac:cxnSpMkLst>
        </pc:cxnChg>
      </pc:sldChg>
      <pc:sldChg chg="addSp modSp modAnim">
        <pc:chgData name="Hieu Do" userId="8091c26b-a61d-4e97-addd-a670c191ef7c" providerId="ADAL" clId="{848819A5-D73E-114B-9EB6-B85EC6EF7671}" dt="2022-09-08T11:19:52.897" v="118"/>
        <pc:sldMkLst>
          <pc:docMk/>
          <pc:sldMk cId="182221979" sldId="637"/>
        </pc:sldMkLst>
        <pc:spChg chg="mod">
          <ac:chgData name="Hieu Do" userId="8091c26b-a61d-4e97-addd-a670c191ef7c" providerId="ADAL" clId="{848819A5-D73E-114B-9EB6-B85EC6EF7671}" dt="2022-09-08T11:18:59.696" v="112" actId="164"/>
          <ac:spMkLst>
            <pc:docMk/>
            <pc:sldMk cId="182221979" sldId="637"/>
            <ac:spMk id="6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08T11:18:59.696" v="112" actId="164"/>
          <ac:spMkLst>
            <pc:docMk/>
            <pc:sldMk cId="182221979" sldId="637"/>
            <ac:spMk id="7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08T11:17:27.630" v="103" actId="164"/>
          <ac:spMkLst>
            <pc:docMk/>
            <pc:sldMk cId="182221979" sldId="637"/>
            <ac:spMk id="24" creationId="{DCABEB35-0DFD-628B-7F35-FBBBDB0D6790}"/>
          </ac:spMkLst>
        </pc:spChg>
        <pc:spChg chg="mod">
          <ac:chgData name="Hieu Do" userId="8091c26b-a61d-4e97-addd-a670c191ef7c" providerId="ADAL" clId="{848819A5-D73E-114B-9EB6-B85EC6EF7671}" dt="2022-09-08T11:17:27.630" v="103" actId="164"/>
          <ac:spMkLst>
            <pc:docMk/>
            <pc:sldMk cId="182221979" sldId="637"/>
            <ac:spMk id="25" creationId="{DCABEB35-0DFD-628B-7F35-FBBBDB0D6790}"/>
          </ac:spMkLst>
        </pc:spChg>
        <pc:spChg chg="mod">
          <ac:chgData name="Hieu Do" userId="8091c26b-a61d-4e97-addd-a670c191ef7c" providerId="ADAL" clId="{848819A5-D73E-114B-9EB6-B85EC6EF7671}" dt="2022-09-08T11:17:27.630" v="103" actId="164"/>
          <ac:spMkLst>
            <pc:docMk/>
            <pc:sldMk cId="182221979" sldId="637"/>
            <ac:spMk id="26" creationId="{714998DC-FD3C-608F-629F-43C5724E1206}"/>
          </ac:spMkLst>
        </pc:spChg>
        <pc:spChg chg="mod">
          <ac:chgData name="Hieu Do" userId="8091c26b-a61d-4e97-addd-a670c191ef7c" providerId="ADAL" clId="{848819A5-D73E-114B-9EB6-B85EC6EF7671}" dt="2022-09-08T11:17:27.630" v="103" actId="164"/>
          <ac:spMkLst>
            <pc:docMk/>
            <pc:sldMk cId="182221979" sldId="637"/>
            <ac:spMk id="27" creationId="{C16D9FBE-FAFC-19CF-282C-77BDCC12A8D2}"/>
          </ac:spMkLst>
        </pc:spChg>
        <pc:spChg chg="mod">
          <ac:chgData name="Hieu Do" userId="8091c26b-a61d-4e97-addd-a670c191ef7c" providerId="ADAL" clId="{848819A5-D73E-114B-9EB6-B85EC6EF7671}" dt="2022-09-08T11:18:59.696" v="112" actId="164"/>
          <ac:spMkLst>
            <pc:docMk/>
            <pc:sldMk cId="182221979" sldId="637"/>
            <ac:spMk id="28" creationId="{EEC6A00A-8CD3-DF56-97EB-2547B8347017}"/>
          </ac:spMkLst>
        </pc:spChg>
        <pc:spChg chg="mod">
          <ac:chgData name="Hieu Do" userId="8091c26b-a61d-4e97-addd-a670c191ef7c" providerId="ADAL" clId="{848819A5-D73E-114B-9EB6-B85EC6EF7671}" dt="2022-09-08T11:19:36.795" v="115" actId="164"/>
          <ac:spMkLst>
            <pc:docMk/>
            <pc:sldMk cId="182221979" sldId="637"/>
            <ac:spMk id="39" creationId="{5A625B0F-315A-16E2-3EBF-43A5048F8550}"/>
          </ac:spMkLst>
        </pc:spChg>
        <pc:spChg chg="mod">
          <ac:chgData name="Hieu Do" userId="8091c26b-a61d-4e97-addd-a670c191ef7c" providerId="ADAL" clId="{848819A5-D73E-114B-9EB6-B85EC6EF7671}" dt="2022-09-08T11:19:49.965" v="117" actId="164"/>
          <ac:spMkLst>
            <pc:docMk/>
            <pc:sldMk cId="182221979" sldId="637"/>
            <ac:spMk id="40" creationId="{AAED328E-EE7E-931B-5176-73C136C4A029}"/>
          </ac:spMkLst>
        </pc:spChg>
        <pc:grpChg chg="add mod">
          <ac:chgData name="Hieu Do" userId="8091c26b-a61d-4e97-addd-a670c191ef7c" providerId="ADAL" clId="{848819A5-D73E-114B-9EB6-B85EC6EF7671}" dt="2022-09-08T11:17:27.630" v="103" actId="164"/>
          <ac:grpSpMkLst>
            <pc:docMk/>
            <pc:sldMk cId="182221979" sldId="637"/>
            <ac:grpSpMk id="2" creationId="{E475351E-D156-3BB5-E590-1F61D721D9E7}"/>
          </ac:grpSpMkLst>
        </pc:grpChg>
        <pc:grpChg chg="add mod">
          <ac:chgData name="Hieu Do" userId="8091c26b-a61d-4e97-addd-a670c191ef7c" providerId="ADAL" clId="{848819A5-D73E-114B-9EB6-B85EC6EF7671}" dt="2022-09-08T11:18:59.696" v="112" actId="164"/>
          <ac:grpSpMkLst>
            <pc:docMk/>
            <pc:sldMk cId="182221979" sldId="637"/>
            <ac:grpSpMk id="3" creationId="{86126C4E-7909-0B97-2781-53D59E7BD3A7}"/>
          </ac:grpSpMkLst>
        </pc:grpChg>
        <pc:grpChg chg="add mod">
          <ac:chgData name="Hieu Do" userId="8091c26b-a61d-4e97-addd-a670c191ef7c" providerId="ADAL" clId="{848819A5-D73E-114B-9EB6-B85EC6EF7671}" dt="2022-09-08T11:19:36.795" v="115" actId="164"/>
          <ac:grpSpMkLst>
            <pc:docMk/>
            <pc:sldMk cId="182221979" sldId="637"/>
            <ac:grpSpMk id="5" creationId="{AADE5B90-BAA2-3000-DF36-8F3BE4D3AEBC}"/>
          </ac:grpSpMkLst>
        </pc:grpChg>
        <pc:grpChg chg="add mod">
          <ac:chgData name="Hieu Do" userId="8091c26b-a61d-4e97-addd-a670c191ef7c" providerId="ADAL" clId="{848819A5-D73E-114B-9EB6-B85EC6EF7671}" dt="2022-09-08T11:19:49.965" v="117" actId="164"/>
          <ac:grpSpMkLst>
            <pc:docMk/>
            <pc:sldMk cId="182221979" sldId="637"/>
            <ac:grpSpMk id="8" creationId="{FD253E4E-22F6-41AE-2F0E-07DF786EA837}"/>
          </ac:grpSpMkLst>
        </pc:grpChg>
        <pc:grpChg chg="mod">
          <ac:chgData name="Hieu Do" userId="8091c26b-a61d-4e97-addd-a670c191ef7c" providerId="ADAL" clId="{848819A5-D73E-114B-9EB6-B85EC6EF7671}" dt="2022-09-08T11:17:27.630" v="103" actId="164"/>
          <ac:grpSpMkLst>
            <pc:docMk/>
            <pc:sldMk cId="182221979" sldId="637"/>
            <ac:grpSpMk id="18" creationId="{95E09F26-99E3-20F5-E607-C71D3AC46AFE}"/>
          </ac:grpSpMkLst>
        </pc:grpChg>
        <pc:picChg chg="mod">
          <ac:chgData name="Hieu Do" userId="8091c26b-a61d-4e97-addd-a670c191ef7c" providerId="ADAL" clId="{848819A5-D73E-114B-9EB6-B85EC6EF7671}" dt="2022-09-08T11:17:27.630" v="103" actId="164"/>
          <ac:picMkLst>
            <pc:docMk/>
            <pc:sldMk cId="182221979" sldId="637"/>
            <ac:picMk id="22" creationId="{00E73B13-06EF-1358-24C4-19426B3F30E7}"/>
          </ac:picMkLst>
        </pc:picChg>
        <pc:picChg chg="mod">
          <ac:chgData name="Hieu Do" userId="8091c26b-a61d-4e97-addd-a670c191ef7c" providerId="ADAL" clId="{848819A5-D73E-114B-9EB6-B85EC6EF7671}" dt="2022-09-08T11:17:27.630" v="103" actId="164"/>
          <ac:picMkLst>
            <pc:docMk/>
            <pc:sldMk cId="182221979" sldId="637"/>
            <ac:picMk id="23" creationId="{1BEC2D58-4FEE-A9A4-FD83-E84212578376}"/>
          </ac:picMkLst>
        </pc:picChg>
        <pc:picChg chg="mod">
          <ac:chgData name="Hieu Do" userId="8091c26b-a61d-4e97-addd-a670c191ef7c" providerId="ADAL" clId="{848819A5-D73E-114B-9EB6-B85EC6EF7671}" dt="2022-09-08T11:19:36.795" v="115" actId="164"/>
          <ac:picMkLst>
            <pc:docMk/>
            <pc:sldMk cId="182221979" sldId="637"/>
            <ac:picMk id="41" creationId="{D2EE8B95-50D6-D71C-0345-FB5A1BDCDB69}"/>
          </ac:picMkLst>
        </pc:picChg>
        <pc:picChg chg="mod">
          <ac:chgData name="Hieu Do" userId="8091c26b-a61d-4e97-addd-a670c191ef7c" providerId="ADAL" clId="{848819A5-D73E-114B-9EB6-B85EC6EF7671}" dt="2022-09-08T11:19:49.965" v="117" actId="164"/>
          <ac:picMkLst>
            <pc:docMk/>
            <pc:sldMk cId="182221979" sldId="637"/>
            <ac:picMk id="42" creationId="{35AE870E-A387-C39F-19B6-1F3B41FCF482}"/>
          </ac:picMkLst>
        </pc:picChg>
        <pc:cxnChg chg="mod">
          <ac:chgData name="Hieu Do" userId="8091c26b-a61d-4e97-addd-a670c191ef7c" providerId="ADAL" clId="{848819A5-D73E-114B-9EB6-B85EC6EF7671}" dt="2022-09-08T11:18:59.696" v="112" actId="164"/>
          <ac:cxnSpMkLst>
            <pc:docMk/>
            <pc:sldMk cId="182221979" sldId="637"/>
            <ac:cxnSpMk id="30" creationId="{E38C5156-AD0B-E5AF-F748-BF61A7688E29}"/>
          </ac:cxnSpMkLst>
        </pc:cxnChg>
        <pc:cxnChg chg="mod">
          <ac:chgData name="Hieu Do" userId="8091c26b-a61d-4e97-addd-a670c191ef7c" providerId="ADAL" clId="{848819A5-D73E-114B-9EB6-B85EC6EF7671}" dt="2022-09-08T11:18:59.696" v="112" actId="164"/>
          <ac:cxnSpMkLst>
            <pc:docMk/>
            <pc:sldMk cId="182221979" sldId="637"/>
            <ac:cxnSpMk id="31" creationId="{39BB4272-B7C1-C082-07FF-ABB02D309D5D}"/>
          </ac:cxnSpMkLst>
        </pc:cxnChg>
      </pc:sldChg>
      <pc:sldChg chg="addSp delSp modSp mod modAnim">
        <pc:chgData name="Hieu Do" userId="8091c26b-a61d-4e97-addd-a670c191ef7c" providerId="ADAL" clId="{848819A5-D73E-114B-9EB6-B85EC6EF7671}" dt="2022-09-08T11:24:17.768" v="127"/>
        <pc:sldMkLst>
          <pc:docMk/>
          <pc:sldMk cId="671980416" sldId="638"/>
        </pc:sldMkLst>
        <pc:spChg chg="mod topLvl">
          <ac:chgData name="Hieu Do" userId="8091c26b-a61d-4e97-addd-a670c191ef7c" providerId="ADAL" clId="{848819A5-D73E-114B-9EB6-B85EC6EF7671}" dt="2022-09-08T11:24:16.138" v="126" actId="164"/>
          <ac:spMkLst>
            <pc:docMk/>
            <pc:sldMk cId="671980416" sldId="638"/>
            <ac:spMk id="156" creationId="{F8164C4B-1332-14BE-CB57-0FA32608D4C3}"/>
          </ac:spMkLst>
        </pc:spChg>
        <pc:spChg chg="mod topLvl">
          <ac:chgData name="Hieu Do" userId="8091c26b-a61d-4e97-addd-a670c191ef7c" providerId="ADAL" clId="{848819A5-D73E-114B-9EB6-B85EC6EF7671}" dt="2022-09-08T11:24:06.874" v="124" actId="164"/>
          <ac:spMkLst>
            <pc:docMk/>
            <pc:sldMk cId="671980416" sldId="638"/>
            <ac:spMk id="157" creationId="{74194BE9-9B04-DC70-AF60-070574B37007}"/>
          </ac:spMkLst>
        </pc:spChg>
        <pc:grpChg chg="add mod">
          <ac:chgData name="Hieu Do" userId="8091c26b-a61d-4e97-addd-a670c191ef7c" providerId="ADAL" clId="{848819A5-D73E-114B-9EB6-B85EC6EF7671}" dt="2022-09-08T11:24:06.874" v="124" actId="164"/>
          <ac:grpSpMkLst>
            <pc:docMk/>
            <pc:sldMk cId="671980416" sldId="638"/>
            <ac:grpSpMk id="2" creationId="{37C2501C-6DED-2B3F-F3F4-FBE09CB63334}"/>
          </ac:grpSpMkLst>
        </pc:grpChg>
        <pc:grpChg chg="add mod">
          <ac:chgData name="Hieu Do" userId="8091c26b-a61d-4e97-addd-a670c191ef7c" providerId="ADAL" clId="{848819A5-D73E-114B-9EB6-B85EC6EF7671}" dt="2022-09-08T11:24:16.138" v="126" actId="164"/>
          <ac:grpSpMkLst>
            <pc:docMk/>
            <pc:sldMk cId="671980416" sldId="638"/>
            <ac:grpSpMk id="3" creationId="{26E400E5-4DB4-817D-1CDA-97C04B3EF1AB}"/>
          </ac:grpSpMkLst>
        </pc:grpChg>
        <pc:grpChg chg="del mod topLvl">
          <ac:chgData name="Hieu Do" userId="8091c26b-a61d-4e97-addd-a670c191ef7c" providerId="ADAL" clId="{848819A5-D73E-114B-9EB6-B85EC6EF7671}" dt="2022-09-08T11:23:58.613" v="123" actId="165"/>
          <ac:grpSpMkLst>
            <pc:docMk/>
            <pc:sldMk cId="671980416" sldId="638"/>
            <ac:grpSpMk id="7" creationId="{00000000-0000-0000-0000-000000000000}"/>
          </ac:grpSpMkLst>
        </pc:grpChg>
        <pc:grpChg chg="del">
          <ac:chgData name="Hieu Do" userId="8091c26b-a61d-4e97-addd-a670c191ef7c" providerId="ADAL" clId="{848819A5-D73E-114B-9EB6-B85EC6EF7671}" dt="2022-09-08T11:23:43.547" v="120" actId="165"/>
          <ac:grpSpMkLst>
            <pc:docMk/>
            <pc:sldMk cId="671980416" sldId="638"/>
            <ac:grpSpMk id="8" creationId="{00000000-0000-0000-0000-000000000000}"/>
          </ac:grpSpMkLst>
        </pc:grpChg>
        <pc:picChg chg="mod topLvl">
          <ac:chgData name="Hieu Do" userId="8091c26b-a61d-4e97-addd-a670c191ef7c" providerId="ADAL" clId="{848819A5-D73E-114B-9EB6-B85EC6EF7671}" dt="2022-09-08T11:24:16.138" v="126" actId="164"/>
          <ac:picMkLst>
            <pc:docMk/>
            <pc:sldMk cId="671980416" sldId="638"/>
            <ac:picMk id="158" creationId="{D2EE8B95-50D6-D71C-0345-FB5A1BDCDB69}"/>
          </ac:picMkLst>
        </pc:picChg>
        <pc:picChg chg="mod topLvl">
          <ac:chgData name="Hieu Do" userId="8091c26b-a61d-4e97-addd-a670c191ef7c" providerId="ADAL" clId="{848819A5-D73E-114B-9EB6-B85EC6EF7671}" dt="2022-09-08T11:24:06.874" v="124" actId="164"/>
          <ac:picMkLst>
            <pc:docMk/>
            <pc:sldMk cId="671980416" sldId="638"/>
            <ac:picMk id="159" creationId="{35AE870E-A387-C39F-19B6-1F3B41FCF482}"/>
          </ac:picMkLst>
        </pc:picChg>
      </pc:sldChg>
      <pc:sldChg chg="addSp delSp modSp modAnim">
        <pc:chgData name="Hieu Do" userId="8091c26b-a61d-4e97-addd-a670c191ef7c" providerId="ADAL" clId="{848819A5-D73E-114B-9EB6-B85EC6EF7671}" dt="2022-09-15T11:15:09.724" v="213"/>
        <pc:sldMkLst>
          <pc:docMk/>
          <pc:sldMk cId="3418407911" sldId="639"/>
        </pc:sldMkLst>
        <pc:spChg chg="mod topLvl">
          <ac:chgData name="Hieu Do" userId="8091c26b-a61d-4e97-addd-a670c191ef7c" providerId="ADAL" clId="{848819A5-D73E-114B-9EB6-B85EC6EF7671}" dt="2022-09-08T11:34:32.591" v="154" actId="164"/>
          <ac:spMkLst>
            <pc:docMk/>
            <pc:sldMk cId="3418407911" sldId="639"/>
            <ac:spMk id="2" creationId="{00000000-0000-0000-0000-000000000000}"/>
          </ac:spMkLst>
        </pc:spChg>
        <pc:spChg chg="mod topLvl">
          <ac:chgData name="Hieu Do" userId="8091c26b-a61d-4e97-addd-a670c191ef7c" providerId="ADAL" clId="{848819A5-D73E-114B-9EB6-B85EC6EF7671}" dt="2022-09-08T11:35:02.909" v="160" actId="164"/>
          <ac:spMkLst>
            <pc:docMk/>
            <pc:sldMk cId="3418407911" sldId="639"/>
            <ac:spMk id="17" creationId="{A8FA7CBC-78E0-393E-688E-BC1230C5D9C3}"/>
          </ac:spMkLst>
        </pc:spChg>
        <pc:spChg chg="mod topLvl">
          <ac:chgData name="Hieu Do" userId="8091c26b-a61d-4e97-addd-a670c191ef7c" providerId="ADAL" clId="{848819A5-D73E-114B-9EB6-B85EC6EF7671}" dt="2022-09-08T11:34:42.475" v="156" actId="164"/>
          <ac:spMkLst>
            <pc:docMk/>
            <pc:sldMk cId="3418407911" sldId="639"/>
            <ac:spMk id="18" creationId="{00000000-0000-0000-0000-000000000000}"/>
          </ac:spMkLst>
        </pc:spChg>
        <pc:grpChg chg="del mod topLvl">
          <ac:chgData name="Hieu Do" userId="8091c26b-a61d-4e97-addd-a670c191ef7c" providerId="ADAL" clId="{848819A5-D73E-114B-9EB6-B85EC6EF7671}" dt="2022-09-08T11:33:16.603" v="152" actId="165"/>
          <ac:grpSpMkLst>
            <pc:docMk/>
            <pc:sldMk cId="3418407911" sldId="639"/>
            <ac:grpSpMk id="7" creationId="{00000000-0000-0000-0000-000000000000}"/>
          </ac:grpSpMkLst>
        </pc:grpChg>
        <pc:grpChg chg="del">
          <ac:chgData name="Hieu Do" userId="8091c26b-a61d-4e97-addd-a670c191ef7c" providerId="ADAL" clId="{848819A5-D73E-114B-9EB6-B85EC6EF7671}" dt="2022-09-08T11:33:06.377" v="151" actId="165"/>
          <ac:grpSpMkLst>
            <pc:docMk/>
            <pc:sldMk cId="3418407911" sldId="639"/>
            <ac:grpSpMk id="8" creationId="{00000000-0000-0000-0000-000000000000}"/>
          </ac:grpSpMkLst>
        </pc:grpChg>
        <pc:grpChg chg="add mod">
          <ac:chgData name="Hieu Do" userId="8091c26b-a61d-4e97-addd-a670c191ef7c" providerId="ADAL" clId="{848819A5-D73E-114B-9EB6-B85EC6EF7671}" dt="2022-09-08T11:34:32.591" v="154" actId="164"/>
          <ac:grpSpMkLst>
            <pc:docMk/>
            <pc:sldMk cId="3418407911" sldId="639"/>
            <ac:grpSpMk id="10" creationId="{68BC9AF6-E843-FC26-D61C-C90238A52DB6}"/>
          </ac:grpSpMkLst>
        </pc:grpChg>
        <pc:grpChg chg="add mod">
          <ac:chgData name="Hieu Do" userId="8091c26b-a61d-4e97-addd-a670c191ef7c" providerId="ADAL" clId="{848819A5-D73E-114B-9EB6-B85EC6EF7671}" dt="2022-09-08T11:34:32.591" v="154" actId="164"/>
          <ac:grpSpMkLst>
            <pc:docMk/>
            <pc:sldMk cId="3418407911" sldId="639"/>
            <ac:grpSpMk id="11" creationId="{5BEADD07-3D8F-B41E-0DDE-0C14D7A79E1F}"/>
          </ac:grpSpMkLst>
        </pc:grpChg>
        <pc:grpChg chg="add mod">
          <ac:chgData name="Hieu Do" userId="8091c26b-a61d-4e97-addd-a670c191ef7c" providerId="ADAL" clId="{848819A5-D73E-114B-9EB6-B85EC6EF7671}" dt="2022-09-08T11:34:52.858" v="158" actId="164"/>
          <ac:grpSpMkLst>
            <pc:docMk/>
            <pc:sldMk cId="3418407911" sldId="639"/>
            <ac:grpSpMk id="12" creationId="{18F91463-2ABF-0338-914D-032BB9F3B419}"/>
          </ac:grpSpMkLst>
        </pc:grpChg>
        <pc:grpChg chg="add mod">
          <ac:chgData name="Hieu Do" userId="8091c26b-a61d-4e97-addd-a670c191ef7c" providerId="ADAL" clId="{848819A5-D73E-114B-9EB6-B85EC6EF7671}" dt="2022-09-08T11:34:52.858" v="158" actId="164"/>
          <ac:grpSpMkLst>
            <pc:docMk/>
            <pc:sldMk cId="3418407911" sldId="639"/>
            <ac:grpSpMk id="13" creationId="{5E182450-32FB-B28D-E7FB-62E86E1B4589}"/>
          </ac:grpSpMkLst>
        </pc:grpChg>
        <pc:grpChg chg="add mod">
          <ac:chgData name="Hieu Do" userId="8091c26b-a61d-4e97-addd-a670c191ef7c" providerId="ADAL" clId="{848819A5-D73E-114B-9EB6-B85EC6EF7671}" dt="2022-09-08T11:35:02.909" v="160" actId="164"/>
          <ac:grpSpMkLst>
            <pc:docMk/>
            <pc:sldMk cId="3418407911" sldId="639"/>
            <ac:grpSpMk id="15" creationId="{4CE23F61-DFC6-398F-8CBC-D9FF8025277C}"/>
          </ac:grpSpMkLst>
        </pc:grpChg>
        <pc:picChg chg="mod topLvl">
          <ac:chgData name="Hieu Do" userId="8091c26b-a61d-4e97-addd-a670c191ef7c" providerId="ADAL" clId="{848819A5-D73E-114B-9EB6-B85EC6EF7671}" dt="2022-09-08T11:33:23.015" v="153" actId="164"/>
          <ac:picMkLst>
            <pc:docMk/>
            <pc:sldMk cId="3418407911" sldId="639"/>
            <ac:picMk id="3" creationId="{00000000-0000-0000-0000-000000000000}"/>
          </ac:picMkLst>
        </pc:picChg>
        <pc:picChg chg="mod topLvl">
          <ac:chgData name="Hieu Do" userId="8091c26b-a61d-4e97-addd-a670c191ef7c" providerId="ADAL" clId="{848819A5-D73E-114B-9EB6-B85EC6EF7671}" dt="2022-09-08T11:34:42.475" v="156" actId="164"/>
          <ac:picMkLst>
            <pc:docMk/>
            <pc:sldMk cId="3418407911" sldId="639"/>
            <ac:picMk id="5" creationId="{00000000-0000-0000-0000-000000000000}"/>
          </ac:picMkLst>
        </pc:picChg>
        <pc:picChg chg="mod topLvl">
          <ac:chgData name="Hieu Do" userId="8091c26b-a61d-4e97-addd-a670c191ef7c" providerId="ADAL" clId="{848819A5-D73E-114B-9EB6-B85EC6EF7671}" dt="2022-09-08T11:35:02.909" v="160" actId="164"/>
          <ac:picMkLst>
            <pc:docMk/>
            <pc:sldMk cId="3418407911" sldId="639"/>
            <ac:picMk id="6" creationId="{00000000-0000-0000-0000-000000000000}"/>
          </ac:picMkLst>
        </pc:picChg>
        <pc:cxnChg chg="mod topLvl">
          <ac:chgData name="Hieu Do" userId="8091c26b-a61d-4e97-addd-a670c191ef7c" providerId="ADAL" clId="{848819A5-D73E-114B-9EB6-B85EC6EF7671}" dt="2022-09-08T11:33:23.015" v="153" actId="164"/>
          <ac:cxnSpMkLst>
            <pc:docMk/>
            <pc:sldMk cId="3418407911" sldId="639"/>
            <ac:cxnSpMk id="38" creationId="{00000000-0000-0000-0000-000000000000}"/>
          </ac:cxnSpMkLst>
        </pc:cxnChg>
        <pc:cxnChg chg="mod">
          <ac:chgData name="Hieu Do" userId="8091c26b-a61d-4e97-addd-a670c191ef7c" providerId="ADAL" clId="{848819A5-D73E-114B-9EB6-B85EC6EF7671}" dt="2022-09-08T11:34:52.858" v="158" actId="164"/>
          <ac:cxnSpMkLst>
            <pc:docMk/>
            <pc:sldMk cId="3418407911" sldId="639"/>
            <ac:cxnSpMk id="39" creationId="{00000000-0000-0000-0000-000000000000}"/>
          </ac:cxnSpMkLst>
        </pc:cxnChg>
      </pc:sldChg>
      <pc:sldChg chg="modAnim">
        <pc:chgData name="Hieu Do" userId="8091c26b-a61d-4e97-addd-a670c191ef7c" providerId="ADAL" clId="{848819A5-D73E-114B-9EB6-B85EC6EF7671}" dt="2022-09-15T11:17:08.550" v="224"/>
        <pc:sldMkLst>
          <pc:docMk/>
          <pc:sldMk cId="4001297461" sldId="640"/>
        </pc:sldMkLst>
      </pc:sldChg>
      <pc:sldChg chg="addSp modSp mod modAnim">
        <pc:chgData name="Hieu Do" userId="8091c26b-a61d-4e97-addd-a670c191ef7c" providerId="ADAL" clId="{848819A5-D73E-114B-9EB6-B85EC6EF7671}" dt="2022-09-08T11:42:16.643" v="176"/>
        <pc:sldMkLst>
          <pc:docMk/>
          <pc:sldMk cId="2177486875" sldId="641"/>
        </pc:sldMkLst>
        <pc:spChg chg="mod">
          <ac:chgData name="Hieu Do" userId="8091c26b-a61d-4e97-addd-a670c191ef7c" providerId="ADAL" clId="{848819A5-D73E-114B-9EB6-B85EC6EF7671}" dt="2022-09-08T11:41:49.090" v="174" actId="164"/>
          <ac:spMkLst>
            <pc:docMk/>
            <pc:sldMk cId="2177486875" sldId="641"/>
            <ac:spMk id="32" creationId="{61029BF1-BEAB-176A-1C8B-E86DC462A5CB}"/>
          </ac:spMkLst>
        </pc:spChg>
        <pc:spChg chg="mod">
          <ac:chgData name="Hieu Do" userId="8091c26b-a61d-4e97-addd-a670c191ef7c" providerId="ADAL" clId="{848819A5-D73E-114B-9EB6-B85EC6EF7671}" dt="2022-09-08T11:36:46.101" v="170" actId="164"/>
          <ac:spMkLst>
            <pc:docMk/>
            <pc:sldMk cId="2177486875" sldId="641"/>
            <ac:spMk id="53" creationId="{00000000-0000-0000-0000-000000000000}"/>
          </ac:spMkLst>
        </pc:spChg>
        <pc:grpChg chg="add mod">
          <ac:chgData name="Hieu Do" userId="8091c26b-a61d-4e97-addd-a670c191ef7c" providerId="ADAL" clId="{848819A5-D73E-114B-9EB6-B85EC6EF7671}" dt="2022-09-08T11:36:46.101" v="170" actId="164"/>
          <ac:grpSpMkLst>
            <pc:docMk/>
            <pc:sldMk cId="2177486875" sldId="641"/>
            <ac:grpSpMk id="2" creationId="{24FEFA8E-E599-8D63-EDAB-A6D90A524AAE}"/>
          </ac:grpSpMkLst>
        </pc:grpChg>
        <pc:grpChg chg="add mod">
          <ac:chgData name="Hieu Do" userId="8091c26b-a61d-4e97-addd-a670c191ef7c" providerId="ADAL" clId="{848819A5-D73E-114B-9EB6-B85EC6EF7671}" dt="2022-09-08T11:41:49.090" v="174" actId="164"/>
          <ac:grpSpMkLst>
            <pc:docMk/>
            <pc:sldMk cId="2177486875" sldId="641"/>
            <ac:grpSpMk id="3" creationId="{F25F638F-21F0-A719-33E5-BB02B6DF3341}"/>
          </ac:grpSpMkLst>
        </pc:grpChg>
        <pc:grpChg chg="mod">
          <ac:chgData name="Hieu Do" userId="8091c26b-a61d-4e97-addd-a670c191ef7c" providerId="ADAL" clId="{848819A5-D73E-114B-9EB6-B85EC6EF7671}" dt="2022-09-08T11:36:46.101" v="170" actId="164"/>
          <ac:grpSpMkLst>
            <pc:docMk/>
            <pc:sldMk cId="2177486875" sldId="641"/>
            <ac:grpSpMk id="21" creationId="{00000000-0000-0000-0000-000000000000}"/>
          </ac:grpSpMkLst>
        </pc:grpChg>
        <pc:grpChg chg="mod">
          <ac:chgData name="Hieu Do" userId="8091c26b-a61d-4e97-addd-a670c191ef7c" providerId="ADAL" clId="{848819A5-D73E-114B-9EB6-B85EC6EF7671}" dt="2022-09-08T11:41:49.090" v="174" actId="164"/>
          <ac:grpSpMkLst>
            <pc:docMk/>
            <pc:sldMk cId="2177486875" sldId="641"/>
            <ac:grpSpMk id="58" creationId="{207067EB-49AC-3E58-5AAF-0C30C822F0E5}"/>
          </ac:grpSpMkLst>
        </pc:grpChg>
        <pc:cxnChg chg="mod">
          <ac:chgData name="Hieu Do" userId="8091c26b-a61d-4e97-addd-a670c191ef7c" providerId="ADAL" clId="{848819A5-D73E-114B-9EB6-B85EC6EF7671}" dt="2022-09-08T11:36:46.101" v="170" actId="164"/>
          <ac:cxnSpMkLst>
            <pc:docMk/>
            <pc:sldMk cId="2177486875" sldId="641"/>
            <ac:cxnSpMk id="5" creationId="{00000000-0000-0000-0000-000000000000}"/>
          </ac:cxnSpMkLst>
        </pc:cxnChg>
      </pc:sldChg>
      <pc:sldChg chg="modSp mod modAnim">
        <pc:chgData name="Hieu Do" userId="8091c26b-a61d-4e97-addd-a670c191ef7c" providerId="ADAL" clId="{848819A5-D73E-114B-9EB6-B85EC6EF7671}" dt="2022-09-15T11:21:54.992" v="277"/>
        <pc:sldMkLst>
          <pc:docMk/>
          <pc:sldMk cId="4291736478" sldId="642"/>
        </pc:sldMkLst>
        <pc:spChg chg="mod">
          <ac:chgData name="Hieu Do" userId="8091c26b-a61d-4e97-addd-a670c191ef7c" providerId="ADAL" clId="{848819A5-D73E-114B-9EB6-B85EC6EF7671}" dt="2022-09-15T11:21:36.959" v="275" actId="1035"/>
          <ac:spMkLst>
            <pc:docMk/>
            <pc:sldMk cId="4291736478" sldId="642"/>
            <ac:spMk id="20" creationId="{00000000-0000-0000-0000-000000000000}"/>
          </ac:spMkLst>
        </pc:spChg>
        <pc:grpChg chg="mod">
          <ac:chgData name="Hieu Do" userId="8091c26b-a61d-4e97-addd-a670c191ef7c" providerId="ADAL" clId="{848819A5-D73E-114B-9EB6-B85EC6EF7671}" dt="2022-09-15T11:21:36.959" v="275" actId="1035"/>
          <ac:grpSpMkLst>
            <pc:docMk/>
            <pc:sldMk cId="4291736478" sldId="642"/>
            <ac:grpSpMk id="24" creationId="{00000000-0000-0000-0000-000000000000}"/>
          </ac:grpSpMkLst>
        </pc:grpChg>
      </pc:sldChg>
      <pc:sldChg chg="modSp modAnim">
        <pc:chgData name="Hieu Do" userId="8091c26b-a61d-4e97-addd-a670c191ef7c" providerId="ADAL" clId="{848819A5-D73E-114B-9EB6-B85EC6EF7671}" dt="2022-09-15T11:23:39.800" v="288" actId="20577"/>
        <pc:sldMkLst>
          <pc:docMk/>
          <pc:sldMk cId="2433360321" sldId="643"/>
        </pc:sldMkLst>
        <pc:spChg chg="mod">
          <ac:chgData name="Hieu Do" userId="8091c26b-a61d-4e97-addd-a670c191ef7c" providerId="ADAL" clId="{848819A5-D73E-114B-9EB6-B85EC6EF7671}" dt="2022-09-15T11:23:39.800" v="288" actId="20577"/>
          <ac:spMkLst>
            <pc:docMk/>
            <pc:sldMk cId="2433360321" sldId="643"/>
            <ac:spMk id="28" creationId="{00000000-0000-0000-0000-000000000000}"/>
          </ac:spMkLst>
        </pc:spChg>
      </pc:sldChg>
      <pc:sldChg chg="addSp modSp modAnim">
        <pc:chgData name="Hieu Do" userId="8091c26b-a61d-4e97-addd-a670c191ef7c" providerId="ADAL" clId="{848819A5-D73E-114B-9EB6-B85EC6EF7671}" dt="2022-09-08T11:31:12.807" v="146"/>
        <pc:sldMkLst>
          <pc:docMk/>
          <pc:sldMk cId="3712635255" sldId="644"/>
        </pc:sldMkLst>
        <pc:spChg chg="mod">
          <ac:chgData name="Hieu Do" userId="8091c26b-a61d-4e97-addd-a670c191ef7c" providerId="ADAL" clId="{848819A5-D73E-114B-9EB6-B85EC6EF7671}" dt="2022-09-08T11:30:23.743" v="139" actId="164"/>
          <ac:spMkLst>
            <pc:docMk/>
            <pc:sldMk cId="3712635255" sldId="644"/>
            <ac:spMk id="12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08T11:30:53.473" v="141" actId="164"/>
          <ac:spMkLst>
            <pc:docMk/>
            <pc:sldMk cId="3712635255" sldId="644"/>
            <ac:spMk id="18" creationId="{00000000-0000-0000-0000-000000000000}"/>
          </ac:spMkLst>
        </pc:spChg>
        <pc:grpChg chg="add mod">
          <ac:chgData name="Hieu Do" userId="8091c26b-a61d-4e97-addd-a670c191ef7c" providerId="ADAL" clId="{848819A5-D73E-114B-9EB6-B85EC6EF7671}" dt="2022-09-08T11:30:23.743" v="139" actId="164"/>
          <ac:grpSpMkLst>
            <pc:docMk/>
            <pc:sldMk cId="3712635255" sldId="644"/>
            <ac:grpSpMk id="2" creationId="{A72EFEDA-18AC-4680-F69E-A29CC73EFA57}"/>
          </ac:grpSpMkLst>
        </pc:grpChg>
        <pc:grpChg chg="add mod">
          <ac:chgData name="Hieu Do" userId="8091c26b-a61d-4e97-addd-a670c191ef7c" providerId="ADAL" clId="{848819A5-D73E-114B-9EB6-B85EC6EF7671}" dt="2022-09-08T11:30:53.473" v="141" actId="164"/>
          <ac:grpSpMkLst>
            <pc:docMk/>
            <pc:sldMk cId="3712635255" sldId="644"/>
            <ac:grpSpMk id="3" creationId="{974EA7C2-54A5-F240-FD1F-2BA30EF873AA}"/>
          </ac:grpSpMkLst>
        </pc:grpChg>
        <pc:picChg chg="mod">
          <ac:chgData name="Hieu Do" userId="8091c26b-a61d-4e97-addd-a670c191ef7c" providerId="ADAL" clId="{848819A5-D73E-114B-9EB6-B85EC6EF7671}" dt="2022-09-08T11:30:23.743" v="139" actId="164"/>
          <ac:picMkLst>
            <pc:docMk/>
            <pc:sldMk cId="3712635255" sldId="644"/>
            <ac:picMk id="8" creationId="{00000000-0000-0000-0000-000000000000}"/>
          </ac:picMkLst>
        </pc:picChg>
        <pc:picChg chg="mod">
          <ac:chgData name="Hieu Do" userId="8091c26b-a61d-4e97-addd-a670c191ef7c" providerId="ADAL" clId="{848819A5-D73E-114B-9EB6-B85EC6EF7671}" dt="2022-09-08T11:30:23.743" v="139" actId="164"/>
          <ac:picMkLst>
            <pc:docMk/>
            <pc:sldMk cId="3712635255" sldId="644"/>
            <ac:picMk id="15" creationId="{00000000-0000-0000-0000-000000000000}"/>
          </ac:picMkLst>
        </pc:picChg>
        <pc:picChg chg="mod">
          <ac:chgData name="Hieu Do" userId="8091c26b-a61d-4e97-addd-a670c191ef7c" providerId="ADAL" clId="{848819A5-D73E-114B-9EB6-B85EC6EF7671}" dt="2022-09-08T11:30:23.743" v="139" actId="164"/>
          <ac:picMkLst>
            <pc:docMk/>
            <pc:sldMk cId="3712635255" sldId="644"/>
            <ac:picMk id="17" creationId="{00000000-0000-0000-0000-000000000000}"/>
          </ac:picMkLst>
        </pc:picChg>
        <pc:picChg chg="mod">
          <ac:chgData name="Hieu Do" userId="8091c26b-a61d-4e97-addd-a670c191ef7c" providerId="ADAL" clId="{848819A5-D73E-114B-9EB6-B85EC6EF7671}" dt="2022-09-08T11:30:53.473" v="141" actId="164"/>
          <ac:picMkLst>
            <pc:docMk/>
            <pc:sldMk cId="3712635255" sldId="644"/>
            <ac:picMk id="20" creationId="{00000000-0000-0000-0000-000000000000}"/>
          </ac:picMkLst>
        </pc:picChg>
      </pc:sldChg>
      <pc:sldChg chg="modAnim">
        <pc:chgData name="Hieu Do" userId="8091c26b-a61d-4e97-addd-a670c191ef7c" providerId="ADAL" clId="{848819A5-D73E-114B-9EB6-B85EC6EF7671}" dt="2022-09-08T11:32:36.577" v="148"/>
        <pc:sldMkLst>
          <pc:docMk/>
          <pc:sldMk cId="3624184169" sldId="645"/>
        </pc:sldMkLst>
      </pc:sldChg>
      <pc:sldChg chg="modSp mod modAnim">
        <pc:chgData name="Hieu Do" userId="8091c26b-a61d-4e97-addd-a670c191ef7c" providerId="ADAL" clId="{848819A5-D73E-114B-9EB6-B85EC6EF7671}" dt="2022-09-15T11:25:51.343" v="297"/>
        <pc:sldMkLst>
          <pc:docMk/>
          <pc:sldMk cId="4209406181" sldId="646"/>
        </pc:sldMkLst>
        <pc:spChg chg="mod">
          <ac:chgData name="Hieu Do" userId="8091c26b-a61d-4e97-addd-a670c191ef7c" providerId="ADAL" clId="{848819A5-D73E-114B-9EB6-B85EC6EF7671}" dt="2022-09-15T11:24:23.587" v="289" actId="179"/>
          <ac:spMkLst>
            <pc:docMk/>
            <pc:sldMk cId="4209406181" sldId="646"/>
            <ac:spMk id="2" creationId="{00000000-0000-0000-0000-000000000000}"/>
          </ac:spMkLst>
        </pc:spChg>
      </pc:sldChg>
      <pc:sldChg chg="modSp mod modAnim">
        <pc:chgData name="Hieu Do" userId="8091c26b-a61d-4e97-addd-a670c191ef7c" providerId="ADAL" clId="{848819A5-D73E-114B-9EB6-B85EC6EF7671}" dt="2022-09-08T10:40:40.584" v="47" actId="1035"/>
        <pc:sldMkLst>
          <pc:docMk/>
          <pc:sldMk cId="1773344458" sldId="649"/>
        </pc:sldMkLst>
        <pc:picChg chg="mod">
          <ac:chgData name="Hieu Do" userId="8091c26b-a61d-4e97-addd-a670c191ef7c" providerId="ADAL" clId="{848819A5-D73E-114B-9EB6-B85EC6EF7671}" dt="2022-09-08T10:40:40.584" v="47" actId="1035"/>
          <ac:picMkLst>
            <pc:docMk/>
            <pc:sldMk cId="1773344458" sldId="649"/>
            <ac:picMk id="12" creationId="{00000000-0000-0000-0000-000000000000}"/>
          </ac:picMkLst>
        </pc:picChg>
      </pc:sldChg>
      <pc:sldChg chg="addSp modSp modAnim">
        <pc:chgData name="Hieu Do" userId="8091c26b-a61d-4e97-addd-a670c191ef7c" providerId="ADAL" clId="{848819A5-D73E-114B-9EB6-B85EC6EF7671}" dt="2022-09-08T10:39:07.549" v="32"/>
        <pc:sldMkLst>
          <pc:docMk/>
          <pc:sldMk cId="2963495950" sldId="651"/>
        </pc:sldMkLst>
        <pc:spChg chg="mod">
          <ac:chgData name="Hieu Do" userId="8091c26b-a61d-4e97-addd-a670c191ef7c" providerId="ADAL" clId="{848819A5-D73E-114B-9EB6-B85EC6EF7671}" dt="2022-09-08T10:38:30.265" v="27" actId="164"/>
          <ac:spMkLst>
            <pc:docMk/>
            <pc:sldMk cId="2963495950" sldId="651"/>
            <ac:spMk id="2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08T10:38:30.265" v="27" actId="164"/>
          <ac:spMkLst>
            <pc:docMk/>
            <pc:sldMk cId="2963495950" sldId="651"/>
            <ac:spMk id="3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08T10:38:30.265" v="27" actId="164"/>
          <ac:spMkLst>
            <pc:docMk/>
            <pc:sldMk cId="2963495950" sldId="651"/>
            <ac:spMk id="6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08T10:38:30.265" v="27" actId="164"/>
          <ac:spMkLst>
            <pc:docMk/>
            <pc:sldMk cId="2963495950" sldId="651"/>
            <ac:spMk id="10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08T10:38:30.265" v="27" actId="164"/>
          <ac:spMkLst>
            <pc:docMk/>
            <pc:sldMk cId="2963495950" sldId="651"/>
            <ac:spMk id="13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08T10:38:48.787" v="29" actId="164"/>
          <ac:spMkLst>
            <pc:docMk/>
            <pc:sldMk cId="2963495950" sldId="651"/>
            <ac:spMk id="15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08T10:38:48.787" v="29" actId="164"/>
          <ac:spMkLst>
            <pc:docMk/>
            <pc:sldMk cId="2963495950" sldId="651"/>
            <ac:spMk id="16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08T10:38:48.787" v="29" actId="164"/>
          <ac:spMkLst>
            <pc:docMk/>
            <pc:sldMk cId="2963495950" sldId="651"/>
            <ac:spMk id="17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08T10:38:48.787" v="29" actId="164"/>
          <ac:spMkLst>
            <pc:docMk/>
            <pc:sldMk cId="2963495950" sldId="651"/>
            <ac:spMk id="18" creationId="{00000000-0000-0000-0000-000000000000}"/>
          </ac:spMkLst>
        </pc:spChg>
        <pc:grpChg chg="add mod">
          <ac:chgData name="Hieu Do" userId="8091c26b-a61d-4e97-addd-a670c191ef7c" providerId="ADAL" clId="{848819A5-D73E-114B-9EB6-B85EC6EF7671}" dt="2022-09-08T10:38:30.265" v="27" actId="164"/>
          <ac:grpSpMkLst>
            <pc:docMk/>
            <pc:sldMk cId="2963495950" sldId="651"/>
            <ac:grpSpMk id="11" creationId="{455FAFF8-B841-5243-3A13-53041205286A}"/>
          </ac:grpSpMkLst>
        </pc:grpChg>
        <pc:grpChg chg="add mod">
          <ac:chgData name="Hieu Do" userId="8091c26b-a61d-4e97-addd-a670c191ef7c" providerId="ADAL" clId="{848819A5-D73E-114B-9EB6-B85EC6EF7671}" dt="2022-09-08T10:38:48.787" v="29" actId="164"/>
          <ac:grpSpMkLst>
            <pc:docMk/>
            <pc:sldMk cId="2963495950" sldId="651"/>
            <ac:grpSpMk id="12" creationId="{62898530-A077-6D2E-3DFF-7BCD01E6B7B7}"/>
          </ac:grpSpMkLst>
        </pc:grpChg>
        <pc:picChg chg="mod">
          <ac:chgData name="Hieu Do" userId="8091c26b-a61d-4e97-addd-a670c191ef7c" providerId="ADAL" clId="{848819A5-D73E-114B-9EB6-B85EC6EF7671}" dt="2022-09-08T10:38:30.265" v="27" actId="164"/>
          <ac:picMkLst>
            <pc:docMk/>
            <pc:sldMk cId="2963495950" sldId="651"/>
            <ac:picMk id="7" creationId="{00000000-0000-0000-0000-000000000000}"/>
          </ac:picMkLst>
        </pc:picChg>
        <pc:picChg chg="mod">
          <ac:chgData name="Hieu Do" userId="8091c26b-a61d-4e97-addd-a670c191ef7c" providerId="ADAL" clId="{848819A5-D73E-114B-9EB6-B85EC6EF7671}" dt="2022-09-08T10:38:30.265" v="27" actId="164"/>
          <ac:picMkLst>
            <pc:docMk/>
            <pc:sldMk cId="2963495950" sldId="651"/>
            <ac:picMk id="8" creationId="{00000000-0000-0000-0000-000000000000}"/>
          </ac:picMkLst>
        </pc:picChg>
        <pc:picChg chg="mod">
          <ac:chgData name="Hieu Do" userId="8091c26b-a61d-4e97-addd-a670c191ef7c" providerId="ADAL" clId="{848819A5-D73E-114B-9EB6-B85EC6EF7671}" dt="2022-09-08T10:38:30.265" v="27" actId="164"/>
          <ac:picMkLst>
            <pc:docMk/>
            <pc:sldMk cId="2963495950" sldId="651"/>
            <ac:picMk id="9" creationId="{00000000-0000-0000-0000-000000000000}"/>
          </ac:picMkLst>
        </pc:picChg>
        <pc:picChg chg="mod">
          <ac:chgData name="Hieu Do" userId="8091c26b-a61d-4e97-addd-a670c191ef7c" providerId="ADAL" clId="{848819A5-D73E-114B-9EB6-B85EC6EF7671}" dt="2022-09-08T10:38:48.787" v="29" actId="164"/>
          <ac:picMkLst>
            <pc:docMk/>
            <pc:sldMk cId="2963495950" sldId="651"/>
            <ac:picMk id="20" creationId="{00000000-0000-0000-0000-000000000000}"/>
          </ac:picMkLst>
        </pc:picChg>
        <pc:picChg chg="mod">
          <ac:chgData name="Hieu Do" userId="8091c26b-a61d-4e97-addd-a670c191ef7c" providerId="ADAL" clId="{848819A5-D73E-114B-9EB6-B85EC6EF7671}" dt="2022-09-08T10:38:48.787" v="29" actId="164"/>
          <ac:picMkLst>
            <pc:docMk/>
            <pc:sldMk cId="2963495950" sldId="651"/>
            <ac:picMk id="22" creationId="{EA013236-1886-36A1-D188-0CEE723D1759}"/>
          </ac:picMkLst>
        </pc:picChg>
      </pc:sldChg>
      <pc:sldChg chg="addSp modSp modAnim">
        <pc:chgData name="Hieu Do" userId="8091c26b-a61d-4e97-addd-a670c191ef7c" providerId="ADAL" clId="{848819A5-D73E-114B-9EB6-B85EC6EF7671}" dt="2022-09-08T10:42:21.304" v="56"/>
        <pc:sldMkLst>
          <pc:docMk/>
          <pc:sldMk cId="1308871325" sldId="652"/>
        </pc:sldMkLst>
        <pc:spChg chg="mod">
          <ac:chgData name="Hieu Do" userId="8091c26b-a61d-4e97-addd-a670c191ef7c" providerId="ADAL" clId="{848819A5-D73E-114B-9EB6-B85EC6EF7671}" dt="2022-09-08T10:41:44.402" v="53" actId="164"/>
          <ac:spMkLst>
            <pc:docMk/>
            <pc:sldMk cId="1308871325" sldId="652"/>
            <ac:spMk id="48" creationId="{AA43ED77-8BBD-CA81-88FB-D505BE30F729}"/>
          </ac:spMkLst>
        </pc:spChg>
        <pc:spChg chg="mod">
          <ac:chgData name="Hieu Do" userId="8091c26b-a61d-4e97-addd-a670c191ef7c" providerId="ADAL" clId="{848819A5-D73E-114B-9EB6-B85EC6EF7671}" dt="2022-09-08T10:41:44.402" v="53" actId="164"/>
          <ac:spMkLst>
            <pc:docMk/>
            <pc:sldMk cId="1308871325" sldId="652"/>
            <ac:spMk id="49" creationId="{AEB4C87D-1A51-B655-F3A0-D2D2CC617A89}"/>
          </ac:spMkLst>
        </pc:spChg>
        <pc:spChg chg="mod">
          <ac:chgData name="Hieu Do" userId="8091c26b-a61d-4e97-addd-a670c191ef7c" providerId="ADAL" clId="{848819A5-D73E-114B-9EB6-B85EC6EF7671}" dt="2022-09-08T10:41:44.402" v="53" actId="164"/>
          <ac:spMkLst>
            <pc:docMk/>
            <pc:sldMk cId="1308871325" sldId="652"/>
            <ac:spMk id="50" creationId="{9F22BAB9-6F5B-F811-C2EB-DC552C1186F8}"/>
          </ac:spMkLst>
        </pc:spChg>
        <pc:spChg chg="mod">
          <ac:chgData name="Hieu Do" userId="8091c26b-a61d-4e97-addd-a670c191ef7c" providerId="ADAL" clId="{848819A5-D73E-114B-9EB6-B85EC6EF7671}" dt="2022-09-08T10:41:44.402" v="53" actId="164"/>
          <ac:spMkLst>
            <pc:docMk/>
            <pc:sldMk cId="1308871325" sldId="652"/>
            <ac:spMk id="51" creationId="{B9F5916C-6360-FCCC-E016-B8E3DD5E52B2}"/>
          </ac:spMkLst>
        </pc:spChg>
        <pc:spChg chg="mod">
          <ac:chgData name="Hieu Do" userId="8091c26b-a61d-4e97-addd-a670c191ef7c" providerId="ADAL" clId="{848819A5-D73E-114B-9EB6-B85EC6EF7671}" dt="2022-09-08T10:41:44.402" v="53" actId="164"/>
          <ac:spMkLst>
            <pc:docMk/>
            <pc:sldMk cId="1308871325" sldId="652"/>
            <ac:spMk id="52" creationId="{9F22BAB9-6F5B-F811-C2EB-DC552C1186F8}"/>
          </ac:spMkLst>
        </pc:spChg>
        <pc:grpChg chg="add mod">
          <ac:chgData name="Hieu Do" userId="8091c26b-a61d-4e97-addd-a670c191ef7c" providerId="ADAL" clId="{848819A5-D73E-114B-9EB6-B85EC6EF7671}" dt="2022-09-08T10:41:44.402" v="53" actId="164"/>
          <ac:grpSpMkLst>
            <pc:docMk/>
            <pc:sldMk cId="1308871325" sldId="652"/>
            <ac:grpSpMk id="2" creationId="{41BF6F59-60F6-1C78-23B2-B02E5F63B14B}"/>
          </ac:grpSpMkLst>
        </pc:grpChg>
      </pc:sldChg>
      <pc:sldChg chg="addSp delSp modSp mod modAnim">
        <pc:chgData name="Hieu Do" userId="8091c26b-a61d-4e97-addd-a670c191ef7c" providerId="ADAL" clId="{848819A5-D73E-114B-9EB6-B85EC6EF7671}" dt="2022-09-08T11:13:32.930" v="81" actId="14100"/>
        <pc:sldMkLst>
          <pc:docMk/>
          <pc:sldMk cId="2296019121" sldId="654"/>
        </pc:sldMkLst>
        <pc:spChg chg="mod">
          <ac:chgData name="Hieu Do" userId="8091c26b-a61d-4e97-addd-a670c191ef7c" providerId="ADAL" clId="{848819A5-D73E-114B-9EB6-B85EC6EF7671}" dt="2022-09-08T11:13:32.930" v="81" actId="14100"/>
          <ac:spMkLst>
            <pc:docMk/>
            <pc:sldMk cId="2296019121" sldId="654"/>
            <ac:spMk id="6" creationId="{54D248F3-0CAF-A483-E4EF-497DADCAB592}"/>
          </ac:spMkLst>
        </pc:spChg>
        <pc:spChg chg="mod topLvl">
          <ac:chgData name="Hieu Do" userId="8091c26b-a61d-4e97-addd-a670c191ef7c" providerId="ADAL" clId="{848819A5-D73E-114B-9EB6-B85EC6EF7671}" dt="2022-09-08T11:12:03.967" v="73" actId="164"/>
          <ac:spMkLst>
            <pc:docMk/>
            <pc:sldMk cId="2296019121" sldId="654"/>
            <ac:spMk id="8" creationId="{AA43ED77-8BBD-CA81-88FB-D505BE30F729}"/>
          </ac:spMkLst>
        </pc:spChg>
        <pc:spChg chg="mod topLvl">
          <ac:chgData name="Hieu Do" userId="8091c26b-a61d-4e97-addd-a670c191ef7c" providerId="ADAL" clId="{848819A5-D73E-114B-9EB6-B85EC6EF7671}" dt="2022-09-08T11:12:03.967" v="73" actId="164"/>
          <ac:spMkLst>
            <pc:docMk/>
            <pc:sldMk cId="2296019121" sldId="654"/>
            <ac:spMk id="9" creationId="{AEB4C87D-1A51-B655-F3A0-D2D2CC617A89}"/>
          </ac:spMkLst>
        </pc:spChg>
        <pc:spChg chg="mod topLvl">
          <ac:chgData name="Hieu Do" userId="8091c26b-a61d-4e97-addd-a670c191ef7c" providerId="ADAL" clId="{848819A5-D73E-114B-9EB6-B85EC6EF7671}" dt="2022-09-08T11:12:03.967" v="73" actId="164"/>
          <ac:spMkLst>
            <pc:docMk/>
            <pc:sldMk cId="2296019121" sldId="654"/>
            <ac:spMk id="10" creationId="{9F22BAB9-6F5B-F811-C2EB-DC552C1186F8}"/>
          </ac:spMkLst>
        </pc:spChg>
        <pc:spChg chg="mod topLvl">
          <ac:chgData name="Hieu Do" userId="8091c26b-a61d-4e97-addd-a670c191ef7c" providerId="ADAL" clId="{848819A5-D73E-114B-9EB6-B85EC6EF7671}" dt="2022-09-08T11:12:03.967" v="73" actId="164"/>
          <ac:spMkLst>
            <pc:docMk/>
            <pc:sldMk cId="2296019121" sldId="654"/>
            <ac:spMk id="11" creationId="{B9F5916C-6360-FCCC-E016-B8E3DD5E52B2}"/>
          </ac:spMkLst>
        </pc:spChg>
        <pc:spChg chg="mod topLvl">
          <ac:chgData name="Hieu Do" userId="8091c26b-a61d-4e97-addd-a670c191ef7c" providerId="ADAL" clId="{848819A5-D73E-114B-9EB6-B85EC6EF7671}" dt="2022-09-08T11:12:03.967" v="73" actId="164"/>
          <ac:spMkLst>
            <pc:docMk/>
            <pc:sldMk cId="2296019121" sldId="654"/>
            <ac:spMk id="12" creationId="{9F22BAB9-6F5B-F811-C2EB-DC552C1186F8}"/>
          </ac:spMkLst>
        </pc:spChg>
        <pc:spChg chg="mod">
          <ac:chgData name="Hieu Do" userId="8091c26b-a61d-4e97-addd-a670c191ef7c" providerId="ADAL" clId="{848819A5-D73E-114B-9EB6-B85EC6EF7671}" dt="2022-09-08T11:11:52.936" v="72" actId="165"/>
          <ac:spMkLst>
            <pc:docMk/>
            <pc:sldMk cId="2296019121" sldId="654"/>
            <ac:spMk id="18" creationId="{30B9172B-334B-4DC0-9377-7E9B4FFFBE7D}"/>
          </ac:spMkLst>
        </pc:spChg>
        <pc:spChg chg="mod topLvl">
          <ac:chgData name="Hieu Do" userId="8091c26b-a61d-4e97-addd-a670c191ef7c" providerId="ADAL" clId="{848819A5-D73E-114B-9EB6-B85EC6EF7671}" dt="2022-09-08T11:12:46.016" v="76" actId="164"/>
          <ac:spMkLst>
            <pc:docMk/>
            <pc:sldMk cId="2296019121" sldId="654"/>
            <ac:spMk id="20" creationId="{B3B6A2EF-A181-4A8E-A626-DD2BE08480AD}"/>
          </ac:spMkLst>
        </pc:spChg>
        <pc:spChg chg="mod topLvl">
          <ac:chgData name="Hieu Do" userId="8091c26b-a61d-4e97-addd-a670c191ef7c" providerId="ADAL" clId="{848819A5-D73E-114B-9EB6-B85EC6EF7671}" dt="2022-09-08T11:12:46.016" v="76" actId="164"/>
          <ac:spMkLst>
            <pc:docMk/>
            <pc:sldMk cId="2296019121" sldId="654"/>
            <ac:spMk id="23" creationId="{B3B6A2EF-A181-4A8E-A626-DD2BE08480AD}"/>
          </ac:spMkLst>
        </pc:spChg>
        <pc:grpChg chg="add mod">
          <ac:chgData name="Hieu Do" userId="8091c26b-a61d-4e97-addd-a670c191ef7c" providerId="ADAL" clId="{848819A5-D73E-114B-9EB6-B85EC6EF7671}" dt="2022-09-08T11:10:33.644" v="63" actId="164"/>
          <ac:grpSpMkLst>
            <pc:docMk/>
            <pc:sldMk cId="2296019121" sldId="654"/>
            <ac:grpSpMk id="3" creationId="{7ACDAB5E-4C27-55BB-3F7E-56B7A937D163}"/>
          </ac:grpSpMkLst>
        </pc:grpChg>
        <pc:grpChg chg="add del mod">
          <ac:chgData name="Hieu Do" userId="8091c26b-a61d-4e97-addd-a670c191ef7c" providerId="ADAL" clId="{848819A5-D73E-114B-9EB6-B85EC6EF7671}" dt="2022-09-08T11:11:52.936" v="72" actId="165"/>
          <ac:grpSpMkLst>
            <pc:docMk/>
            <pc:sldMk cId="2296019121" sldId="654"/>
            <ac:grpSpMk id="13" creationId="{B427322C-BC99-EE3B-A5D7-C7B9C8844C24}"/>
          </ac:grpSpMkLst>
        </pc:grpChg>
        <pc:grpChg chg="mod topLvl">
          <ac:chgData name="Hieu Do" userId="8091c26b-a61d-4e97-addd-a670c191ef7c" providerId="ADAL" clId="{848819A5-D73E-114B-9EB6-B85EC6EF7671}" dt="2022-09-08T11:12:46.016" v="76" actId="164"/>
          <ac:grpSpMkLst>
            <pc:docMk/>
            <pc:sldMk cId="2296019121" sldId="654"/>
            <ac:grpSpMk id="16" creationId="{00000000-0000-0000-0000-000000000000}"/>
          </ac:grpSpMkLst>
        </pc:grpChg>
        <pc:grpChg chg="add mod">
          <ac:chgData name="Hieu Do" userId="8091c26b-a61d-4e97-addd-a670c191ef7c" providerId="ADAL" clId="{848819A5-D73E-114B-9EB6-B85EC6EF7671}" dt="2022-09-08T11:12:03.967" v="73" actId="164"/>
          <ac:grpSpMkLst>
            <pc:docMk/>
            <pc:sldMk cId="2296019121" sldId="654"/>
            <ac:grpSpMk id="25" creationId="{B250A1E8-440D-8621-F915-F7E6CA44E598}"/>
          </ac:grpSpMkLst>
        </pc:grpChg>
        <pc:grpChg chg="add mod">
          <ac:chgData name="Hieu Do" userId="8091c26b-a61d-4e97-addd-a670c191ef7c" providerId="ADAL" clId="{848819A5-D73E-114B-9EB6-B85EC6EF7671}" dt="2022-09-08T11:12:46.016" v="76" actId="164"/>
          <ac:grpSpMkLst>
            <pc:docMk/>
            <pc:sldMk cId="2296019121" sldId="654"/>
            <ac:grpSpMk id="26" creationId="{8AE827C5-C1A4-CD00-BBA2-2C4412777DD7}"/>
          </ac:grpSpMkLst>
        </pc:grpChg>
        <pc:picChg chg="mod topLvl">
          <ac:chgData name="Hieu Do" userId="8091c26b-a61d-4e97-addd-a670c191ef7c" providerId="ADAL" clId="{848819A5-D73E-114B-9EB6-B85EC6EF7671}" dt="2022-09-08T11:12:46.016" v="76" actId="164"/>
          <ac:picMkLst>
            <pc:docMk/>
            <pc:sldMk cId="2296019121" sldId="654"/>
            <ac:picMk id="2" creationId="{00000000-0000-0000-0000-000000000000}"/>
          </ac:picMkLst>
        </pc:picChg>
        <pc:picChg chg="mod">
          <ac:chgData name="Hieu Do" userId="8091c26b-a61d-4e97-addd-a670c191ef7c" providerId="ADAL" clId="{848819A5-D73E-114B-9EB6-B85EC6EF7671}" dt="2022-09-08T11:10:33.644" v="63" actId="164"/>
          <ac:picMkLst>
            <pc:docMk/>
            <pc:sldMk cId="2296019121" sldId="654"/>
            <ac:picMk id="7" creationId="{00000000-0000-0000-0000-000000000000}"/>
          </ac:picMkLst>
        </pc:picChg>
        <pc:picChg chg="mod topLvl">
          <ac:chgData name="Hieu Do" userId="8091c26b-a61d-4e97-addd-a670c191ef7c" providerId="ADAL" clId="{848819A5-D73E-114B-9EB6-B85EC6EF7671}" dt="2022-09-08T11:12:46.016" v="76" actId="164"/>
          <ac:picMkLst>
            <pc:docMk/>
            <pc:sldMk cId="2296019121" sldId="654"/>
            <ac:picMk id="15" creationId="{8281FDE2-44F3-4EA1-AC59-70D85C689927}"/>
          </ac:picMkLst>
        </pc:picChg>
        <pc:picChg chg="mod">
          <ac:chgData name="Hieu Do" userId="8091c26b-a61d-4e97-addd-a670c191ef7c" providerId="ADAL" clId="{848819A5-D73E-114B-9EB6-B85EC6EF7671}" dt="2022-09-08T11:11:52.936" v="72" actId="165"/>
          <ac:picMkLst>
            <pc:docMk/>
            <pc:sldMk cId="2296019121" sldId="654"/>
            <ac:picMk id="17" creationId="{FD5DA1A1-B67C-4D4E-A99A-3670A1EAAEC8}"/>
          </ac:picMkLst>
        </pc:picChg>
        <pc:picChg chg="mod topLvl">
          <ac:chgData name="Hieu Do" userId="8091c26b-a61d-4e97-addd-a670c191ef7c" providerId="ADAL" clId="{848819A5-D73E-114B-9EB6-B85EC6EF7671}" dt="2022-09-08T11:11:52.936" v="72" actId="165"/>
          <ac:picMkLst>
            <pc:docMk/>
            <pc:sldMk cId="2296019121" sldId="654"/>
            <ac:picMk id="24" creationId="{74F7DE39-F167-3E2D-99A7-F168DD17CFE1}"/>
          </ac:picMkLst>
        </pc:picChg>
        <pc:cxnChg chg="mod topLvl">
          <ac:chgData name="Hieu Do" userId="8091c26b-a61d-4e97-addd-a670c191ef7c" providerId="ADAL" clId="{848819A5-D73E-114B-9EB6-B85EC6EF7671}" dt="2022-09-08T11:12:46.016" v="76" actId="164"/>
          <ac:cxnSpMkLst>
            <pc:docMk/>
            <pc:sldMk cId="2296019121" sldId="654"/>
            <ac:cxnSpMk id="5" creationId="{00000000-0000-0000-0000-000000000000}"/>
          </ac:cxnSpMkLst>
        </pc:cxnChg>
        <pc:cxnChg chg="mod topLvl">
          <ac:chgData name="Hieu Do" userId="8091c26b-a61d-4e97-addd-a670c191ef7c" providerId="ADAL" clId="{848819A5-D73E-114B-9EB6-B85EC6EF7671}" dt="2022-09-08T11:12:46.016" v="76" actId="164"/>
          <ac:cxnSpMkLst>
            <pc:docMk/>
            <pc:sldMk cId="2296019121" sldId="654"/>
            <ac:cxnSpMk id="22" creationId="{00000000-0000-0000-0000-000000000000}"/>
          </ac:cxnSpMkLst>
        </pc:cxnChg>
      </pc:sldChg>
      <pc:sldChg chg="addSp modSp modAnim">
        <pc:chgData name="Hieu Do" userId="8091c26b-a61d-4e97-addd-a670c191ef7c" providerId="ADAL" clId="{848819A5-D73E-114B-9EB6-B85EC6EF7671}" dt="2022-09-08T11:28:00.149" v="133"/>
        <pc:sldMkLst>
          <pc:docMk/>
          <pc:sldMk cId="1461159438" sldId="656"/>
        </pc:sldMkLst>
        <pc:spChg chg="mod">
          <ac:chgData name="Hieu Do" userId="8091c26b-a61d-4e97-addd-a670c191ef7c" providerId="ADAL" clId="{848819A5-D73E-114B-9EB6-B85EC6EF7671}" dt="2022-09-08T11:27:25.501" v="128" actId="164"/>
          <ac:spMkLst>
            <pc:docMk/>
            <pc:sldMk cId="1461159438" sldId="656"/>
            <ac:spMk id="3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08T11:27:25.501" v="128" actId="164"/>
          <ac:spMkLst>
            <pc:docMk/>
            <pc:sldMk cId="1461159438" sldId="656"/>
            <ac:spMk id="39" creationId="{B483214D-6978-0DEB-AE90-3076B51FBE92}"/>
          </ac:spMkLst>
        </pc:spChg>
        <pc:spChg chg="mod">
          <ac:chgData name="Hieu Do" userId="8091c26b-a61d-4e97-addd-a670c191ef7c" providerId="ADAL" clId="{848819A5-D73E-114B-9EB6-B85EC6EF7671}" dt="2022-09-08T11:27:40.259" v="130" actId="164"/>
          <ac:spMkLst>
            <pc:docMk/>
            <pc:sldMk cId="1461159438" sldId="656"/>
            <ac:spMk id="41" creationId="{B483214D-6978-0DEB-AE90-3076B51FBE92}"/>
          </ac:spMkLst>
        </pc:spChg>
        <pc:spChg chg="mod">
          <ac:chgData name="Hieu Do" userId="8091c26b-a61d-4e97-addd-a670c191ef7c" providerId="ADAL" clId="{848819A5-D73E-114B-9EB6-B85EC6EF7671}" dt="2022-09-08T11:27:40.259" v="130" actId="164"/>
          <ac:spMkLst>
            <pc:docMk/>
            <pc:sldMk cId="1461159438" sldId="656"/>
            <ac:spMk id="42" creationId="{BCE0B61F-D301-B063-EF04-C26D9F4EC445}"/>
          </ac:spMkLst>
        </pc:spChg>
        <pc:spChg chg="mod">
          <ac:chgData name="Hieu Do" userId="8091c26b-a61d-4e97-addd-a670c191ef7c" providerId="ADAL" clId="{848819A5-D73E-114B-9EB6-B85EC6EF7671}" dt="2022-09-08T11:27:40.259" v="130" actId="164"/>
          <ac:spMkLst>
            <pc:docMk/>
            <pc:sldMk cId="1461159438" sldId="656"/>
            <ac:spMk id="65" creationId="{BCE0B61F-D301-B063-EF04-C26D9F4EC445}"/>
          </ac:spMkLst>
        </pc:spChg>
        <pc:spChg chg="mod">
          <ac:chgData name="Hieu Do" userId="8091c26b-a61d-4e97-addd-a670c191ef7c" providerId="ADAL" clId="{848819A5-D73E-114B-9EB6-B85EC6EF7671}" dt="2022-09-08T11:27:40.259" v="130" actId="164"/>
          <ac:spMkLst>
            <pc:docMk/>
            <pc:sldMk cId="1461159438" sldId="656"/>
            <ac:spMk id="67" creationId="{BCE0B61F-D301-B063-EF04-C26D9F4EC445}"/>
          </ac:spMkLst>
        </pc:spChg>
        <pc:grpChg chg="add mod">
          <ac:chgData name="Hieu Do" userId="8091c26b-a61d-4e97-addd-a670c191ef7c" providerId="ADAL" clId="{848819A5-D73E-114B-9EB6-B85EC6EF7671}" dt="2022-09-08T11:27:25.501" v="128" actId="164"/>
          <ac:grpSpMkLst>
            <pc:docMk/>
            <pc:sldMk cId="1461159438" sldId="656"/>
            <ac:grpSpMk id="2" creationId="{4EA1352E-B75E-497D-98D5-D9D238BDB67A}"/>
          </ac:grpSpMkLst>
        </pc:grpChg>
        <pc:grpChg chg="add mod">
          <ac:chgData name="Hieu Do" userId="8091c26b-a61d-4e97-addd-a670c191ef7c" providerId="ADAL" clId="{848819A5-D73E-114B-9EB6-B85EC6EF7671}" dt="2022-09-08T11:27:40.259" v="130" actId="164"/>
          <ac:grpSpMkLst>
            <pc:docMk/>
            <pc:sldMk cId="1461159438" sldId="656"/>
            <ac:grpSpMk id="5" creationId="{4A0FDC21-006D-F6C5-667D-3B898AD708FA}"/>
          </ac:grpSpMkLst>
        </pc:grpChg>
        <pc:grpChg chg="mod">
          <ac:chgData name="Hieu Do" userId="8091c26b-a61d-4e97-addd-a670c191ef7c" providerId="ADAL" clId="{848819A5-D73E-114B-9EB6-B85EC6EF7671}" dt="2022-09-08T11:27:40.259" v="130" actId="164"/>
          <ac:grpSpMkLst>
            <pc:docMk/>
            <pc:sldMk cId="1461159438" sldId="656"/>
            <ac:grpSpMk id="59" creationId="{DEAB4356-9717-6C25-8061-31DFE85E1069}"/>
          </ac:grpSpMkLst>
        </pc:grpChg>
        <pc:grpChg chg="mod">
          <ac:chgData name="Hieu Do" userId="8091c26b-a61d-4e97-addd-a670c191ef7c" providerId="ADAL" clId="{848819A5-D73E-114B-9EB6-B85EC6EF7671}" dt="2022-09-08T11:27:40.259" v="130" actId="164"/>
          <ac:grpSpMkLst>
            <pc:docMk/>
            <pc:sldMk cId="1461159438" sldId="656"/>
            <ac:grpSpMk id="68" creationId="{DEAB4356-9717-6C25-8061-31DFE85E1069}"/>
          </ac:grpSpMkLst>
        </pc:grpChg>
      </pc:sldChg>
      <pc:sldChg chg="addSp modSp modAnim">
        <pc:chgData name="Hieu Do" userId="8091c26b-a61d-4e97-addd-a670c191ef7c" providerId="ADAL" clId="{848819A5-D73E-114B-9EB6-B85EC6EF7671}" dt="2022-09-08T11:47:21.778" v="195"/>
        <pc:sldMkLst>
          <pc:docMk/>
          <pc:sldMk cId="790910082" sldId="657"/>
        </pc:sldMkLst>
        <pc:spChg chg="mod">
          <ac:chgData name="Hieu Do" userId="8091c26b-a61d-4e97-addd-a670c191ef7c" providerId="ADAL" clId="{848819A5-D73E-114B-9EB6-B85EC6EF7671}" dt="2022-09-08T11:44:38.010" v="177" actId="164"/>
          <ac:spMkLst>
            <pc:docMk/>
            <pc:sldMk cId="790910082" sldId="657"/>
            <ac:spMk id="11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08T11:46:49.030" v="191" actId="164"/>
          <ac:spMkLst>
            <pc:docMk/>
            <pc:sldMk cId="790910082" sldId="657"/>
            <ac:spMk id="30" creationId="{D029474E-DB82-3AE0-DA5B-8BFBC63FCD27}"/>
          </ac:spMkLst>
        </pc:spChg>
        <pc:grpChg chg="add mod">
          <ac:chgData name="Hieu Do" userId="8091c26b-a61d-4e97-addd-a670c191ef7c" providerId="ADAL" clId="{848819A5-D73E-114B-9EB6-B85EC6EF7671}" dt="2022-09-08T11:46:49.030" v="191" actId="164"/>
          <ac:grpSpMkLst>
            <pc:docMk/>
            <pc:sldMk cId="790910082" sldId="657"/>
            <ac:grpSpMk id="2" creationId="{D6DF10FF-E51B-11FF-A120-95A34D6F1259}"/>
          </ac:grpSpMkLst>
        </pc:grpChg>
        <pc:grpChg chg="add mod">
          <ac:chgData name="Hieu Do" userId="8091c26b-a61d-4e97-addd-a670c191ef7c" providerId="ADAL" clId="{848819A5-D73E-114B-9EB6-B85EC6EF7671}" dt="2022-09-08T11:46:49.030" v="191" actId="164"/>
          <ac:grpSpMkLst>
            <pc:docMk/>
            <pc:sldMk cId="790910082" sldId="657"/>
            <ac:grpSpMk id="3" creationId="{1F38D1C7-2276-1F47-E94A-299E5025765E}"/>
          </ac:grpSpMkLst>
        </pc:grpChg>
        <pc:grpChg chg="mod">
          <ac:chgData name="Hieu Do" userId="8091c26b-a61d-4e97-addd-a670c191ef7c" providerId="ADAL" clId="{848819A5-D73E-114B-9EB6-B85EC6EF7671}" dt="2022-09-08T11:44:38.010" v="177" actId="164"/>
          <ac:grpSpMkLst>
            <pc:docMk/>
            <pc:sldMk cId="790910082" sldId="657"/>
            <ac:grpSpMk id="24" creationId="{00000000-0000-0000-0000-000000000000}"/>
          </ac:grpSpMkLst>
        </pc:grpChg>
      </pc:sldChg>
      <pc:sldChg chg="modSp mod modAnim">
        <pc:chgData name="Hieu Do" userId="8091c26b-a61d-4e97-addd-a670c191ef7c" providerId="ADAL" clId="{848819A5-D73E-114B-9EB6-B85EC6EF7671}" dt="2022-09-15T11:20:10.801" v="238"/>
        <pc:sldMkLst>
          <pc:docMk/>
          <pc:sldMk cId="2530932623" sldId="658"/>
        </pc:sldMkLst>
        <pc:spChg chg="mod">
          <ac:chgData name="Hieu Do" userId="8091c26b-a61d-4e97-addd-a670c191ef7c" providerId="ADAL" clId="{848819A5-D73E-114B-9EB6-B85EC6EF7671}" dt="2022-09-15T11:19:14.465" v="235" actId="207"/>
          <ac:spMkLst>
            <pc:docMk/>
            <pc:sldMk cId="2530932623" sldId="658"/>
            <ac:spMk id="20" creationId="{3F82DDE1-85AF-DD43-0620-F4EA80BDB2AA}"/>
          </ac:spMkLst>
        </pc:spChg>
      </pc:sldChg>
      <pc:sldChg chg="addSp modSp modAnim">
        <pc:chgData name="Hieu Do" userId="8091c26b-a61d-4e97-addd-a670c191ef7c" providerId="ADAL" clId="{848819A5-D73E-114B-9EB6-B85EC6EF7671}" dt="2022-09-16T01:50:34.188" v="649"/>
        <pc:sldMkLst>
          <pc:docMk/>
          <pc:sldMk cId="1738476359" sldId="660"/>
        </pc:sldMkLst>
        <pc:spChg chg="mod">
          <ac:chgData name="Hieu Do" userId="8091c26b-a61d-4e97-addd-a670c191ef7c" providerId="ADAL" clId="{848819A5-D73E-114B-9EB6-B85EC6EF7671}" dt="2022-09-16T01:49:16.596" v="641" actId="164"/>
          <ac:spMkLst>
            <pc:docMk/>
            <pc:sldMk cId="1738476359" sldId="660"/>
            <ac:spMk id="7" creationId="{1B69F222-09CC-B037-8D5D-589A32B721EF}"/>
          </ac:spMkLst>
        </pc:spChg>
        <pc:spChg chg="mod">
          <ac:chgData name="Hieu Do" userId="8091c26b-a61d-4e97-addd-a670c191ef7c" providerId="ADAL" clId="{848819A5-D73E-114B-9EB6-B85EC6EF7671}" dt="2022-09-16T01:49:15.306" v="640" actId="164"/>
          <ac:spMkLst>
            <pc:docMk/>
            <pc:sldMk cId="1738476359" sldId="660"/>
            <ac:spMk id="12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1:49:15.306" v="640" actId="164"/>
          <ac:spMkLst>
            <pc:docMk/>
            <pc:sldMk cId="1738476359" sldId="660"/>
            <ac:spMk id="15" creationId="{1DA738C7-74DB-8F8D-076C-B58AFD84C999}"/>
          </ac:spMkLst>
        </pc:spChg>
        <pc:spChg chg="mod">
          <ac:chgData name="Hieu Do" userId="8091c26b-a61d-4e97-addd-a670c191ef7c" providerId="ADAL" clId="{848819A5-D73E-114B-9EB6-B85EC6EF7671}" dt="2022-09-16T01:50:21.088" v="647" actId="1076"/>
          <ac:spMkLst>
            <pc:docMk/>
            <pc:sldMk cId="1738476359" sldId="660"/>
            <ac:spMk id="21" creationId="{CFBD4971-8F93-CF9E-3FDB-1C4062E094C2}"/>
          </ac:spMkLst>
        </pc:spChg>
        <pc:spChg chg="mod">
          <ac:chgData name="Hieu Do" userId="8091c26b-a61d-4e97-addd-a670c191ef7c" providerId="ADAL" clId="{848819A5-D73E-114B-9EB6-B85EC6EF7671}" dt="2022-09-16T01:50:21.088" v="647" actId="1076"/>
          <ac:spMkLst>
            <pc:docMk/>
            <pc:sldMk cId="1738476359" sldId="660"/>
            <ac:spMk id="22" creationId="{70E7F29F-0A02-393B-A180-237E380C69E6}"/>
          </ac:spMkLst>
        </pc:spChg>
        <pc:spChg chg="mod">
          <ac:chgData name="Hieu Do" userId="8091c26b-a61d-4e97-addd-a670c191ef7c" providerId="ADAL" clId="{848819A5-D73E-114B-9EB6-B85EC6EF7671}" dt="2022-09-16T01:50:21.088" v="647" actId="1076"/>
          <ac:spMkLst>
            <pc:docMk/>
            <pc:sldMk cId="1738476359" sldId="660"/>
            <ac:spMk id="29" creationId="{78EE2A36-CD57-1B04-0184-DA25103E2F8B}"/>
          </ac:spMkLst>
        </pc:spChg>
        <pc:spChg chg="mod">
          <ac:chgData name="Hieu Do" userId="8091c26b-a61d-4e97-addd-a670c191ef7c" providerId="ADAL" clId="{848819A5-D73E-114B-9EB6-B85EC6EF7671}" dt="2022-09-16T01:50:21.088" v="647" actId="1076"/>
          <ac:spMkLst>
            <pc:docMk/>
            <pc:sldMk cId="1738476359" sldId="660"/>
            <ac:spMk id="30" creationId="{6BC7C4EE-B843-F70A-27D4-A1BEE1D7092B}"/>
          </ac:spMkLst>
        </pc:spChg>
        <pc:spChg chg="mod">
          <ac:chgData name="Hieu Do" userId="8091c26b-a61d-4e97-addd-a670c191ef7c" providerId="ADAL" clId="{848819A5-D73E-114B-9EB6-B85EC6EF7671}" dt="2022-09-16T01:50:21.088" v="647" actId="1076"/>
          <ac:spMkLst>
            <pc:docMk/>
            <pc:sldMk cId="1738476359" sldId="660"/>
            <ac:spMk id="31" creationId="{DED383D7-CF27-E624-EACF-E68C48450B81}"/>
          </ac:spMkLst>
        </pc:spChg>
        <pc:spChg chg="mod">
          <ac:chgData name="Hieu Do" userId="8091c26b-a61d-4e97-addd-a670c191ef7c" providerId="ADAL" clId="{848819A5-D73E-114B-9EB6-B85EC6EF7671}" dt="2022-09-16T01:50:21.088" v="647" actId="1076"/>
          <ac:spMkLst>
            <pc:docMk/>
            <pc:sldMk cId="1738476359" sldId="660"/>
            <ac:spMk id="32" creationId="{F37C3A7F-38A2-B9A1-6C4B-619F939ECF52}"/>
          </ac:spMkLst>
        </pc:spChg>
        <pc:spChg chg="mod">
          <ac:chgData name="Hieu Do" userId="8091c26b-a61d-4e97-addd-a670c191ef7c" providerId="ADAL" clId="{848819A5-D73E-114B-9EB6-B85EC6EF7671}" dt="2022-09-16T01:50:21.088" v="647" actId="1076"/>
          <ac:spMkLst>
            <pc:docMk/>
            <pc:sldMk cId="1738476359" sldId="660"/>
            <ac:spMk id="35" creationId="{1B69F222-09CC-B037-8D5D-589A32B721EF}"/>
          </ac:spMkLst>
        </pc:spChg>
        <pc:spChg chg="mod">
          <ac:chgData name="Hieu Do" userId="8091c26b-a61d-4e97-addd-a670c191ef7c" providerId="ADAL" clId="{848819A5-D73E-114B-9EB6-B85EC6EF7671}" dt="2022-09-16T01:50:21.088" v="647" actId="1076"/>
          <ac:spMkLst>
            <pc:docMk/>
            <pc:sldMk cId="1738476359" sldId="660"/>
            <ac:spMk id="36" creationId="{A33D0F5C-9D6A-76FE-C3FC-934E6F1E7FE4}"/>
          </ac:spMkLst>
        </pc:spChg>
        <pc:grpChg chg="add mod">
          <ac:chgData name="Hieu Do" userId="8091c26b-a61d-4e97-addd-a670c191ef7c" providerId="ADAL" clId="{848819A5-D73E-114B-9EB6-B85EC6EF7671}" dt="2022-09-16T01:49:16.596" v="641" actId="164"/>
          <ac:grpSpMkLst>
            <pc:docMk/>
            <pc:sldMk cId="1738476359" sldId="660"/>
            <ac:grpSpMk id="2" creationId="{ACF24EEB-BBF9-62AA-213F-69241D686746}"/>
          </ac:grpSpMkLst>
        </pc:grpChg>
        <pc:grpChg chg="add mod">
          <ac:chgData name="Hieu Do" userId="8091c26b-a61d-4e97-addd-a670c191ef7c" providerId="ADAL" clId="{848819A5-D73E-114B-9EB6-B85EC6EF7671}" dt="2022-09-16T01:49:15.306" v="640" actId="164"/>
          <ac:grpSpMkLst>
            <pc:docMk/>
            <pc:sldMk cId="1738476359" sldId="660"/>
            <ac:grpSpMk id="3" creationId="{573AF4CC-B38D-F256-80FC-C995071522FC}"/>
          </ac:grpSpMkLst>
        </pc:grpChg>
        <pc:grpChg chg="mod">
          <ac:chgData name="Hieu Do" userId="8091c26b-a61d-4e97-addd-a670c191ef7c" providerId="ADAL" clId="{848819A5-D73E-114B-9EB6-B85EC6EF7671}" dt="2022-09-16T01:50:21.088" v="647" actId="1076"/>
          <ac:grpSpMkLst>
            <pc:docMk/>
            <pc:sldMk cId="1738476359" sldId="660"/>
            <ac:grpSpMk id="18" creationId="{8BA33ADB-962D-B3A4-E92A-71E8C4872473}"/>
          </ac:grpSpMkLst>
        </pc:grpChg>
        <pc:picChg chg="mod">
          <ac:chgData name="Hieu Do" userId="8091c26b-a61d-4e97-addd-a670c191ef7c" providerId="ADAL" clId="{848819A5-D73E-114B-9EB6-B85EC6EF7671}" dt="2022-09-16T01:49:16.596" v="641" actId="164"/>
          <ac:picMkLst>
            <pc:docMk/>
            <pc:sldMk cId="1738476359" sldId="660"/>
            <ac:picMk id="11" creationId="{3ABAADD3-FD7F-2735-68BF-7D95A89ABA15}"/>
          </ac:picMkLst>
        </pc:picChg>
        <pc:picChg chg="mod">
          <ac:chgData name="Hieu Do" userId="8091c26b-a61d-4e97-addd-a670c191ef7c" providerId="ADAL" clId="{848819A5-D73E-114B-9EB6-B85EC6EF7671}" dt="2022-09-16T01:50:21.088" v="647" actId="1076"/>
          <ac:picMkLst>
            <pc:docMk/>
            <pc:sldMk cId="1738476359" sldId="660"/>
            <ac:picMk id="20" creationId="{5FE292F8-1F67-A6A6-C2D8-2A744D0204C7}"/>
          </ac:picMkLst>
        </pc:picChg>
        <pc:cxnChg chg="mod">
          <ac:chgData name="Hieu Do" userId="8091c26b-a61d-4e97-addd-a670c191ef7c" providerId="ADAL" clId="{848819A5-D73E-114B-9EB6-B85EC6EF7671}" dt="2022-09-16T01:50:21.088" v="647" actId="1076"/>
          <ac:cxnSpMkLst>
            <pc:docMk/>
            <pc:sldMk cId="1738476359" sldId="660"/>
            <ac:cxnSpMk id="28" creationId="{A9171328-C26A-0B7F-5C9C-A30F8BAB5161}"/>
          </ac:cxnSpMkLst>
        </pc:cxnChg>
        <pc:cxnChg chg="mod">
          <ac:chgData name="Hieu Do" userId="8091c26b-a61d-4e97-addd-a670c191ef7c" providerId="ADAL" clId="{848819A5-D73E-114B-9EB6-B85EC6EF7671}" dt="2022-09-16T01:50:21.088" v="647" actId="1076"/>
          <ac:cxnSpMkLst>
            <pc:docMk/>
            <pc:sldMk cId="1738476359" sldId="660"/>
            <ac:cxnSpMk id="33" creationId="{36D0785C-3B1A-FFB4-E1BE-C452D7C99421}"/>
          </ac:cxnSpMkLst>
        </pc:cxnChg>
        <pc:cxnChg chg="mod">
          <ac:chgData name="Hieu Do" userId="8091c26b-a61d-4e97-addd-a670c191ef7c" providerId="ADAL" clId="{848819A5-D73E-114B-9EB6-B85EC6EF7671}" dt="2022-09-16T01:50:21.088" v="647" actId="1076"/>
          <ac:cxnSpMkLst>
            <pc:docMk/>
            <pc:sldMk cId="1738476359" sldId="660"/>
            <ac:cxnSpMk id="34" creationId="{0B6BCB07-C82D-93C3-4549-5F3EFE17981A}"/>
          </ac:cxnSpMkLst>
        </pc:cxnChg>
      </pc:sldChg>
      <pc:sldChg chg="modAnim">
        <pc:chgData name="Hieu Do" userId="8091c26b-a61d-4e97-addd-a670c191ef7c" providerId="ADAL" clId="{848819A5-D73E-114B-9EB6-B85EC6EF7671}" dt="2022-09-15T11:16:27.745" v="217"/>
        <pc:sldMkLst>
          <pc:docMk/>
          <pc:sldMk cId="1100470162" sldId="662"/>
        </pc:sldMkLst>
      </pc:sldChg>
      <pc:sldChg chg="modAnim">
        <pc:chgData name="Hieu Do" userId="8091c26b-a61d-4e97-addd-a670c191ef7c" providerId="ADAL" clId="{848819A5-D73E-114B-9EB6-B85EC6EF7671}" dt="2022-09-16T01:31:08.411" v="629"/>
        <pc:sldMkLst>
          <pc:docMk/>
          <pc:sldMk cId="3623390373" sldId="663"/>
        </pc:sldMkLst>
      </pc:sldChg>
      <pc:sldChg chg="modSp mod modAnim">
        <pc:chgData name="Hieu Do" userId="8091c26b-a61d-4e97-addd-a670c191ef7c" providerId="ADAL" clId="{848819A5-D73E-114B-9EB6-B85EC6EF7671}" dt="2022-09-15T11:29:37.932" v="387"/>
        <pc:sldMkLst>
          <pc:docMk/>
          <pc:sldMk cId="3175846050" sldId="664"/>
        </pc:sldMkLst>
        <pc:spChg chg="mod">
          <ac:chgData name="Hieu Do" userId="8091c26b-a61d-4e97-addd-a670c191ef7c" providerId="ADAL" clId="{848819A5-D73E-114B-9EB6-B85EC6EF7671}" dt="2022-09-15T11:28:12.958" v="319" actId="20577"/>
          <ac:spMkLst>
            <pc:docMk/>
            <pc:sldMk cId="3175846050" sldId="664"/>
            <ac:spMk id="41" creationId="{4C0B344B-77AD-432D-8AF5-2BAFEE9ADFAB}"/>
          </ac:spMkLst>
        </pc:spChg>
        <pc:spChg chg="mod">
          <ac:chgData name="Hieu Do" userId="8091c26b-a61d-4e97-addd-a670c191ef7c" providerId="ADAL" clId="{848819A5-D73E-114B-9EB6-B85EC6EF7671}" dt="2022-09-15T11:28:23.418" v="335" actId="20577"/>
          <ac:spMkLst>
            <pc:docMk/>
            <pc:sldMk cId="3175846050" sldId="664"/>
            <ac:spMk id="54" creationId="{4C0B344B-77AD-432D-8AF5-2BAFEE9ADFAB}"/>
          </ac:spMkLst>
        </pc:spChg>
        <pc:spChg chg="mod">
          <ac:chgData name="Hieu Do" userId="8091c26b-a61d-4e97-addd-a670c191ef7c" providerId="ADAL" clId="{848819A5-D73E-114B-9EB6-B85EC6EF7671}" dt="2022-09-15T11:28:42.806" v="367" actId="20577"/>
          <ac:spMkLst>
            <pc:docMk/>
            <pc:sldMk cId="3175846050" sldId="664"/>
            <ac:spMk id="55" creationId="{4C0B344B-77AD-432D-8AF5-2BAFEE9ADFAB}"/>
          </ac:spMkLst>
        </pc:spChg>
        <pc:spChg chg="mod">
          <ac:chgData name="Hieu Do" userId="8091c26b-a61d-4e97-addd-a670c191ef7c" providerId="ADAL" clId="{848819A5-D73E-114B-9EB6-B85EC6EF7671}" dt="2022-09-15T11:28:50.740" v="383" actId="20577"/>
          <ac:spMkLst>
            <pc:docMk/>
            <pc:sldMk cId="3175846050" sldId="664"/>
            <ac:spMk id="56" creationId="{4C0B344B-77AD-432D-8AF5-2BAFEE9ADFAB}"/>
          </ac:spMkLst>
        </pc:spChg>
        <pc:spChg chg="mod">
          <ac:chgData name="Hieu Do" userId="8091c26b-a61d-4e97-addd-a670c191ef7c" providerId="ADAL" clId="{848819A5-D73E-114B-9EB6-B85EC6EF7671}" dt="2022-09-15T11:28:31.527" v="351" actId="20577"/>
          <ac:spMkLst>
            <pc:docMk/>
            <pc:sldMk cId="3175846050" sldId="664"/>
            <ac:spMk id="57" creationId="{4C0B344B-77AD-432D-8AF5-2BAFEE9ADFAB}"/>
          </ac:spMkLst>
        </pc:spChg>
      </pc:sldChg>
      <pc:sldChg chg="modAnim">
        <pc:chgData name="Hieu Do" userId="8091c26b-a61d-4e97-addd-a670c191ef7c" providerId="ADAL" clId="{848819A5-D73E-114B-9EB6-B85EC6EF7671}" dt="2022-09-15T11:45:46.958" v="433"/>
        <pc:sldMkLst>
          <pc:docMk/>
          <pc:sldMk cId="4024124332" sldId="665"/>
        </pc:sldMkLst>
      </pc:sldChg>
      <pc:sldChg chg="modSp mod modAnim">
        <pc:chgData name="Hieu Do" userId="8091c26b-a61d-4e97-addd-a670c191ef7c" providerId="ADAL" clId="{848819A5-D73E-114B-9EB6-B85EC6EF7671}" dt="2022-09-15T11:52:35.470" v="585" actId="1036"/>
        <pc:sldMkLst>
          <pc:docMk/>
          <pc:sldMk cId="1753844676" sldId="669"/>
        </pc:sldMkLst>
        <pc:spChg chg="mod">
          <ac:chgData name="Hieu Do" userId="8091c26b-a61d-4e97-addd-a670c191ef7c" providerId="ADAL" clId="{848819A5-D73E-114B-9EB6-B85EC6EF7671}" dt="2022-09-15T11:50:50.855" v="520" actId="122"/>
          <ac:spMkLst>
            <pc:docMk/>
            <pc:sldMk cId="1753844676" sldId="669"/>
            <ac:spMk id="145" creationId="{F54631BC-2E7D-409D-A1DC-A4D20691AFFF}"/>
          </ac:spMkLst>
        </pc:spChg>
        <pc:spChg chg="mod">
          <ac:chgData name="Hieu Do" userId="8091c26b-a61d-4e97-addd-a670c191ef7c" providerId="ADAL" clId="{848819A5-D73E-114B-9EB6-B85EC6EF7671}" dt="2022-09-15T11:52:35.470" v="585" actId="1036"/>
          <ac:spMkLst>
            <pc:docMk/>
            <pc:sldMk cId="1753844676" sldId="669"/>
            <ac:spMk id="149" creationId="{6ED27E64-E021-46B2-8F16-D38FCE9A6C38}"/>
          </ac:spMkLst>
        </pc:spChg>
        <pc:spChg chg="mod">
          <ac:chgData name="Hieu Do" userId="8091c26b-a61d-4e97-addd-a670c191ef7c" providerId="ADAL" clId="{848819A5-D73E-114B-9EB6-B85EC6EF7671}" dt="2022-09-15T11:51:34.938" v="568" actId="1036"/>
          <ac:spMkLst>
            <pc:docMk/>
            <pc:sldMk cId="1753844676" sldId="669"/>
            <ac:spMk id="162" creationId="{4A46C071-F709-49A7-8506-EF3530E824E7}"/>
          </ac:spMkLst>
        </pc:spChg>
        <pc:spChg chg="mod">
          <ac:chgData name="Hieu Do" userId="8091c26b-a61d-4e97-addd-a670c191ef7c" providerId="ADAL" clId="{848819A5-D73E-114B-9EB6-B85EC6EF7671}" dt="2022-09-15T11:52:22.396" v="575" actId="1036"/>
          <ac:spMkLst>
            <pc:docMk/>
            <pc:sldMk cId="1753844676" sldId="669"/>
            <ac:spMk id="170" creationId="{49610408-13F3-4D9A-89AC-D8C5027650BF}"/>
          </ac:spMkLst>
        </pc:spChg>
        <pc:spChg chg="mod">
          <ac:chgData name="Hieu Do" userId="8091c26b-a61d-4e97-addd-a670c191ef7c" providerId="ADAL" clId="{848819A5-D73E-114B-9EB6-B85EC6EF7671}" dt="2022-09-15T11:51:08.850" v="534" actId="1038"/>
          <ac:spMkLst>
            <pc:docMk/>
            <pc:sldMk cId="1753844676" sldId="669"/>
            <ac:spMk id="175" creationId="{466E9879-F88E-453C-8E24-BC989182C70D}"/>
          </ac:spMkLst>
        </pc:spChg>
        <pc:spChg chg="mod">
          <ac:chgData name="Hieu Do" userId="8091c26b-a61d-4e97-addd-a670c191ef7c" providerId="ADAL" clId="{848819A5-D73E-114B-9EB6-B85EC6EF7671}" dt="2022-09-15T11:51:28.039" v="545" actId="1076"/>
          <ac:spMkLst>
            <pc:docMk/>
            <pc:sldMk cId="1753844676" sldId="669"/>
            <ac:spMk id="176" creationId="{B9391068-F4C8-41B7-A58F-462AC14B51F5}"/>
          </ac:spMkLst>
        </pc:spChg>
        <pc:spChg chg="mod">
          <ac:chgData name="Hieu Do" userId="8091c26b-a61d-4e97-addd-a670c191ef7c" providerId="ADAL" clId="{848819A5-D73E-114B-9EB6-B85EC6EF7671}" dt="2022-09-15T11:52:22.396" v="575" actId="1036"/>
          <ac:spMkLst>
            <pc:docMk/>
            <pc:sldMk cId="1753844676" sldId="669"/>
            <ac:spMk id="177" creationId="{935C247D-1177-4B49-8142-9ACEB118664E}"/>
          </ac:spMkLst>
        </pc:spChg>
        <pc:cxnChg chg="mod">
          <ac:chgData name="Hieu Do" userId="8091c26b-a61d-4e97-addd-a670c191ef7c" providerId="ADAL" clId="{848819A5-D73E-114B-9EB6-B85EC6EF7671}" dt="2022-09-15T11:50:41.664" v="518" actId="14100"/>
          <ac:cxnSpMkLst>
            <pc:docMk/>
            <pc:sldMk cId="1753844676" sldId="669"/>
            <ac:cxnSpMk id="160" creationId="{FEFF48EC-B52E-49EE-8197-DDFFBEC05FC3}"/>
          </ac:cxnSpMkLst>
        </pc:cxnChg>
        <pc:cxnChg chg="mod">
          <ac:chgData name="Hieu Do" userId="8091c26b-a61d-4e97-addd-a670c191ef7c" providerId="ADAL" clId="{848819A5-D73E-114B-9EB6-B85EC6EF7671}" dt="2022-09-15T11:52:35.470" v="585" actId="1036"/>
          <ac:cxnSpMkLst>
            <pc:docMk/>
            <pc:sldMk cId="1753844676" sldId="669"/>
            <ac:cxnSpMk id="161" creationId="{ED93DAEC-B587-447D-87DD-9690BBC19904}"/>
          </ac:cxnSpMkLst>
        </pc:cxnChg>
      </pc:sldChg>
      <pc:sldChg chg="delSp modSp modAnim">
        <pc:chgData name="Hieu Do" userId="8091c26b-a61d-4e97-addd-a670c191ef7c" providerId="ADAL" clId="{848819A5-D73E-114B-9EB6-B85EC6EF7671}" dt="2022-09-15T11:58:35.614" v="611"/>
        <pc:sldMkLst>
          <pc:docMk/>
          <pc:sldMk cId="1100997360" sldId="672"/>
        </pc:sldMkLst>
        <pc:spChg chg="mod topLvl">
          <ac:chgData name="Hieu Do" userId="8091c26b-a61d-4e97-addd-a670c191ef7c" providerId="ADAL" clId="{848819A5-D73E-114B-9EB6-B85EC6EF7671}" dt="2022-09-15T11:57:33.348" v="605" actId="165"/>
          <ac:spMkLst>
            <pc:docMk/>
            <pc:sldMk cId="1100997360" sldId="672"/>
            <ac:spMk id="15" creationId="{CAC5A199-5BB2-2E9C-73D9-4488E652560B}"/>
          </ac:spMkLst>
        </pc:spChg>
        <pc:spChg chg="mod topLvl">
          <ac:chgData name="Hieu Do" userId="8091c26b-a61d-4e97-addd-a670c191ef7c" providerId="ADAL" clId="{848819A5-D73E-114B-9EB6-B85EC6EF7671}" dt="2022-09-15T11:57:33.348" v="605" actId="165"/>
          <ac:spMkLst>
            <pc:docMk/>
            <pc:sldMk cId="1100997360" sldId="672"/>
            <ac:spMk id="16" creationId="{AA57687E-844C-C373-F5B7-3A3AFDE98CDB}"/>
          </ac:spMkLst>
        </pc:spChg>
        <pc:grpChg chg="del">
          <ac:chgData name="Hieu Do" userId="8091c26b-a61d-4e97-addd-a670c191ef7c" providerId="ADAL" clId="{848819A5-D73E-114B-9EB6-B85EC6EF7671}" dt="2022-09-15T11:57:33.348" v="605" actId="165"/>
          <ac:grpSpMkLst>
            <pc:docMk/>
            <pc:sldMk cId="1100997360" sldId="672"/>
            <ac:grpSpMk id="13" creationId="{699A1274-2B2B-5927-3564-CB78311D46B6}"/>
          </ac:grpSpMkLst>
        </pc:grpChg>
      </pc:sldChg>
      <pc:sldChg chg="addSp modSp modAnim">
        <pc:chgData name="Hieu Do" userId="8091c26b-a61d-4e97-addd-a670c191ef7c" providerId="ADAL" clId="{848819A5-D73E-114B-9EB6-B85EC6EF7671}" dt="2022-09-15T12:03:27.562" v="624"/>
        <pc:sldMkLst>
          <pc:docMk/>
          <pc:sldMk cId="3217793891" sldId="673"/>
        </pc:sldMkLst>
        <pc:spChg chg="mod">
          <ac:chgData name="Hieu Do" userId="8091c26b-a61d-4e97-addd-a670c191ef7c" providerId="ADAL" clId="{848819A5-D73E-114B-9EB6-B85EC6EF7671}" dt="2022-09-15T12:03:03.017" v="622" actId="164"/>
          <ac:spMkLst>
            <pc:docMk/>
            <pc:sldMk cId="3217793891" sldId="673"/>
            <ac:spMk id="24" creationId="{9951662E-2BEF-5BBC-F556-E16AC9C83814}"/>
          </ac:spMkLst>
        </pc:spChg>
        <pc:grpChg chg="add mod">
          <ac:chgData name="Hieu Do" userId="8091c26b-a61d-4e97-addd-a670c191ef7c" providerId="ADAL" clId="{848819A5-D73E-114B-9EB6-B85EC6EF7671}" dt="2022-09-15T12:03:03.017" v="622" actId="164"/>
          <ac:grpSpMkLst>
            <pc:docMk/>
            <pc:sldMk cId="3217793891" sldId="673"/>
            <ac:grpSpMk id="6" creationId="{8D842BC9-8A3F-F9D3-BE55-7D38C65981D9}"/>
          </ac:grpSpMkLst>
        </pc:grpChg>
        <pc:grpChg chg="add mod">
          <ac:chgData name="Hieu Do" userId="8091c26b-a61d-4e97-addd-a670c191ef7c" providerId="ADAL" clId="{848819A5-D73E-114B-9EB6-B85EC6EF7671}" dt="2022-09-15T12:03:03.017" v="622" actId="164"/>
          <ac:grpSpMkLst>
            <pc:docMk/>
            <pc:sldMk cId="3217793891" sldId="673"/>
            <ac:grpSpMk id="7" creationId="{238FF917-23E1-8C8A-858D-273E58552063}"/>
          </ac:grpSpMkLst>
        </pc:grpChg>
        <pc:grpChg chg="mod">
          <ac:chgData name="Hieu Do" userId="8091c26b-a61d-4e97-addd-a670c191ef7c" providerId="ADAL" clId="{848819A5-D73E-114B-9EB6-B85EC6EF7671}" dt="2022-09-15T12:02:08.603" v="617" actId="164"/>
          <ac:grpSpMkLst>
            <pc:docMk/>
            <pc:sldMk cId="3217793891" sldId="673"/>
            <ac:grpSpMk id="18" creationId="{F47D02BC-B8CC-8B01-E202-07F4DDDDED86}"/>
          </ac:grpSpMkLst>
        </pc:grpChg>
        <pc:picChg chg="mod">
          <ac:chgData name="Hieu Do" userId="8091c26b-a61d-4e97-addd-a670c191ef7c" providerId="ADAL" clId="{848819A5-D73E-114B-9EB6-B85EC6EF7671}" dt="2022-09-15T12:02:08.603" v="617" actId="164"/>
          <ac:picMkLst>
            <pc:docMk/>
            <pc:sldMk cId="3217793891" sldId="673"/>
            <ac:picMk id="8" creationId="{00000000-0000-0000-0000-000000000000}"/>
          </ac:picMkLst>
        </pc:picChg>
        <pc:picChg chg="mod">
          <ac:chgData name="Hieu Do" userId="8091c26b-a61d-4e97-addd-a670c191ef7c" providerId="ADAL" clId="{848819A5-D73E-114B-9EB6-B85EC6EF7671}" dt="2022-09-15T12:02:08.603" v="617" actId="164"/>
          <ac:picMkLst>
            <pc:docMk/>
            <pc:sldMk cId="3217793891" sldId="673"/>
            <ac:picMk id="28" creationId="{00000000-0000-0000-0000-000000000000}"/>
          </ac:picMkLst>
        </pc:picChg>
      </pc:sldChg>
      <pc:sldChg chg="addSp modSp modAnim">
        <pc:chgData name="Hieu Do" userId="8091c26b-a61d-4e97-addd-a670c191ef7c" providerId="ADAL" clId="{848819A5-D73E-114B-9EB6-B85EC6EF7671}" dt="2022-09-16T01:53:31.087" v="659"/>
        <pc:sldMkLst>
          <pc:docMk/>
          <pc:sldMk cId="3018174218" sldId="675"/>
        </pc:sldMkLst>
        <pc:grpChg chg="add mod">
          <ac:chgData name="Hieu Do" userId="8091c26b-a61d-4e97-addd-a670c191ef7c" providerId="ADAL" clId="{848819A5-D73E-114B-9EB6-B85EC6EF7671}" dt="2022-09-16T01:53:25.776" v="657" actId="164"/>
          <ac:grpSpMkLst>
            <pc:docMk/>
            <pc:sldMk cId="3018174218" sldId="675"/>
            <ac:grpSpMk id="2" creationId="{A597C580-A738-0CA1-F11F-98E8E31FD132}"/>
          </ac:grpSpMkLst>
        </pc:grpChg>
        <pc:grpChg chg="mod">
          <ac:chgData name="Hieu Do" userId="8091c26b-a61d-4e97-addd-a670c191ef7c" providerId="ADAL" clId="{848819A5-D73E-114B-9EB6-B85EC6EF7671}" dt="2022-09-16T01:53:25.776" v="657" actId="164"/>
          <ac:grpSpMkLst>
            <pc:docMk/>
            <pc:sldMk cId="3018174218" sldId="675"/>
            <ac:grpSpMk id="15" creationId="{00000000-0000-0000-0000-000000000000}"/>
          </ac:grpSpMkLst>
        </pc:grpChg>
        <pc:picChg chg="mod">
          <ac:chgData name="Hieu Do" userId="8091c26b-a61d-4e97-addd-a670c191ef7c" providerId="ADAL" clId="{848819A5-D73E-114B-9EB6-B85EC6EF7671}" dt="2022-09-16T01:53:25.776" v="657" actId="164"/>
          <ac:picMkLst>
            <pc:docMk/>
            <pc:sldMk cId="3018174218" sldId="675"/>
            <ac:picMk id="24" creationId="{00000000-0000-0000-0000-000000000000}"/>
          </ac:picMkLst>
        </pc:picChg>
      </pc:sldChg>
      <pc:sldChg chg="modAnim">
        <pc:chgData name="Hieu Do" userId="8091c26b-a61d-4e97-addd-a670c191ef7c" providerId="ADAL" clId="{848819A5-D73E-114B-9EB6-B85EC6EF7671}" dt="2022-09-16T01:56:51.789" v="666"/>
        <pc:sldMkLst>
          <pc:docMk/>
          <pc:sldMk cId="49048685" sldId="676"/>
        </pc:sldMkLst>
      </pc:sldChg>
      <pc:sldChg chg="addSp modSp mod modAnim">
        <pc:chgData name="Hieu Do" userId="8091c26b-a61d-4e97-addd-a670c191ef7c" providerId="ADAL" clId="{848819A5-D73E-114B-9EB6-B85EC6EF7671}" dt="2022-09-16T02:08:49.124" v="686"/>
        <pc:sldMkLst>
          <pc:docMk/>
          <pc:sldMk cId="3924648413" sldId="677"/>
        </pc:sldMkLst>
        <pc:spChg chg="mod">
          <ac:chgData name="Hieu Do" userId="8091c26b-a61d-4e97-addd-a670c191ef7c" providerId="ADAL" clId="{848819A5-D73E-114B-9EB6-B85EC6EF7671}" dt="2022-09-16T02:08:33.980" v="685" actId="1076"/>
          <ac:spMkLst>
            <pc:docMk/>
            <pc:sldMk cId="3924648413" sldId="677"/>
            <ac:spMk id="5" creationId="{00000000-0000-0000-0000-000000000000}"/>
          </ac:spMkLst>
        </pc:spChg>
        <pc:spChg chg="mod">
          <ac:chgData name="Hieu Do" userId="8091c26b-a61d-4e97-addd-a670c191ef7c" providerId="ADAL" clId="{848819A5-D73E-114B-9EB6-B85EC6EF7671}" dt="2022-09-16T02:08:30.856" v="684" actId="164"/>
          <ac:spMkLst>
            <pc:docMk/>
            <pc:sldMk cId="3924648413" sldId="677"/>
            <ac:spMk id="51" creationId="{00000000-0000-0000-0000-000000000000}"/>
          </ac:spMkLst>
        </pc:spChg>
        <pc:grpChg chg="add mod">
          <ac:chgData name="Hieu Do" userId="8091c26b-a61d-4e97-addd-a670c191ef7c" providerId="ADAL" clId="{848819A5-D73E-114B-9EB6-B85EC6EF7671}" dt="2022-09-16T02:08:30.856" v="684" actId="164"/>
          <ac:grpSpMkLst>
            <pc:docMk/>
            <pc:sldMk cId="3924648413" sldId="677"/>
            <ac:grpSpMk id="6" creationId="{3C2F5392-AC14-65D2-F57D-0415210056C4}"/>
          </ac:grpSpMkLst>
        </pc:grpChg>
      </pc:sldChg>
      <pc:sldChg chg="addSp delSp modSp mod modAnim">
        <pc:chgData name="Hieu Do" userId="8091c26b-a61d-4e97-addd-a670c191ef7c" providerId="ADAL" clId="{848819A5-D73E-114B-9EB6-B85EC6EF7671}" dt="2022-09-16T02:18:09.020" v="724"/>
        <pc:sldMkLst>
          <pc:docMk/>
          <pc:sldMk cId="1895809243" sldId="679"/>
        </pc:sldMkLst>
        <pc:spChg chg="add del mod">
          <ac:chgData name="Hieu Do" userId="8091c26b-a61d-4e97-addd-a670c191ef7c" providerId="ADAL" clId="{848819A5-D73E-114B-9EB6-B85EC6EF7671}" dt="2022-09-16T02:11:07.621" v="691"/>
          <ac:spMkLst>
            <pc:docMk/>
            <pc:sldMk cId="1895809243" sldId="679"/>
            <ac:spMk id="3" creationId="{5C8DF57A-63D6-F689-D6DF-690BBCFF2E5E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8" creationId="{1C1AD265-1AB1-3F78-42B6-B493AB31C742}"/>
          </ac:spMkLst>
        </pc:spChg>
        <pc:spChg chg="mod">
          <ac:chgData name="Hieu Do" userId="8091c26b-a61d-4e97-addd-a670c191ef7c" providerId="ADAL" clId="{848819A5-D73E-114B-9EB6-B85EC6EF7671}" dt="2022-09-16T02:15:38.383" v="715" actId="166"/>
          <ac:spMkLst>
            <pc:docMk/>
            <pc:sldMk cId="1895809243" sldId="679"/>
            <ac:spMk id="16" creationId="{6F97193E-1295-3ADF-7E5B-1627CBA6BC73}"/>
          </ac:spMkLst>
        </pc:spChg>
        <pc:spChg chg="mod">
          <ac:chgData name="Hieu Do" userId="8091c26b-a61d-4e97-addd-a670c191ef7c" providerId="ADAL" clId="{848819A5-D73E-114B-9EB6-B85EC6EF7671}" dt="2022-09-16T02:15:38.383" v="715" actId="166"/>
          <ac:spMkLst>
            <pc:docMk/>
            <pc:sldMk cId="1895809243" sldId="679"/>
            <ac:spMk id="18" creationId="{F2661EE8-0462-5471-E455-A948B293607A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30" creationId="{5CDD09BE-EE77-3476-23CA-C49B2C1F6ADB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32" creationId="{6D73488E-D238-AEB3-D773-46CD7F593FBE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33" creationId="{16898C4B-D34D-14EC-291A-83F7A441DA86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34" creationId="{3AA83F64-AF0C-375A-3066-83518C8C08AD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35" creationId="{74B86AB4-1C8C-268A-9CA6-376B47F658BA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36" creationId="{AB1A9226-9B29-C5D2-5434-0DFACDE75BE2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37" creationId="{074DE07A-7ADD-7C76-8E9A-276DA27B7B88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38" creationId="{1494465B-2AF7-FB4F-082A-9A37C5076FB4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41" creationId="{5DE72745-821F-C431-8632-6C28F43F715F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42" creationId="{3B1D2FB6-D5EB-4B07-C625-F47259FA2710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43" creationId="{A371DE30-82B9-5E82-3273-E2E9CEEDF8A5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44" creationId="{65D9DF81-8EAA-6F6E-D14D-0A1557485050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45" creationId="{6F6A96AA-3343-7F92-E3DE-1DF6F20F2CBE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46" creationId="{17F94560-44C5-0BC2-4B15-6EAA5F262051}"/>
          </ac:spMkLst>
        </pc:spChg>
        <pc:spChg chg="mod">
          <ac:chgData name="Hieu Do" userId="8091c26b-a61d-4e97-addd-a670c191ef7c" providerId="ADAL" clId="{848819A5-D73E-114B-9EB6-B85EC6EF7671}" dt="2022-09-16T02:11:02.323" v="690"/>
          <ac:spMkLst>
            <pc:docMk/>
            <pc:sldMk cId="1895809243" sldId="679"/>
            <ac:spMk id="47" creationId="{12BCB33F-9664-7755-2B64-D7E63D5253EB}"/>
          </ac:spMkLst>
        </pc:spChg>
        <pc:spChg chg="add del mod">
          <ac:chgData name="Hieu Do" userId="8091c26b-a61d-4e97-addd-a670c191ef7c" providerId="ADAL" clId="{848819A5-D73E-114B-9EB6-B85EC6EF7671}" dt="2022-09-16T02:11:07.621" v="691"/>
          <ac:spMkLst>
            <pc:docMk/>
            <pc:sldMk cId="1895809243" sldId="679"/>
            <ac:spMk id="48" creationId="{75E56B59-873D-FAA2-4E0C-AADFEAD2FC18}"/>
          </ac:spMkLst>
        </pc:spChg>
        <pc:spChg chg="add del mod">
          <ac:chgData name="Hieu Do" userId="8091c26b-a61d-4e97-addd-a670c191ef7c" providerId="ADAL" clId="{848819A5-D73E-114B-9EB6-B85EC6EF7671}" dt="2022-09-16T02:11:07.621" v="691"/>
          <ac:spMkLst>
            <pc:docMk/>
            <pc:sldMk cId="1895809243" sldId="679"/>
            <ac:spMk id="49" creationId="{4B876921-5A4D-6541-070D-4C2BA8264439}"/>
          </ac:spMkLst>
        </pc:spChg>
        <pc:spChg chg="add del mod">
          <ac:chgData name="Hieu Do" userId="8091c26b-a61d-4e97-addd-a670c191ef7c" providerId="ADAL" clId="{848819A5-D73E-114B-9EB6-B85EC6EF7671}" dt="2022-09-16T02:11:07.621" v="691"/>
          <ac:spMkLst>
            <pc:docMk/>
            <pc:sldMk cId="1895809243" sldId="679"/>
            <ac:spMk id="50" creationId="{37BD31E5-1E07-F9F9-7B97-01B99C1AAAAE}"/>
          </ac:spMkLst>
        </pc:spChg>
        <pc:spChg chg="add del mod">
          <ac:chgData name="Hieu Do" userId="8091c26b-a61d-4e97-addd-a670c191ef7c" providerId="ADAL" clId="{848819A5-D73E-114B-9EB6-B85EC6EF7671}" dt="2022-09-16T02:11:07.621" v="691"/>
          <ac:spMkLst>
            <pc:docMk/>
            <pc:sldMk cId="1895809243" sldId="679"/>
            <ac:spMk id="51" creationId="{D0FCBEF6-6A04-3B0C-DCCB-985CC84C4B71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54" creationId="{BD16DF66-7BB7-1C6E-12E2-FA032D855D4C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55" creationId="{85E034E0-7E7A-095C-1A52-D41493E88BF6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57" creationId="{BB38F18A-5B77-BA78-4E87-E5C65C569A8A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58" creationId="{9A497A4A-E026-D977-0CA5-586066CAB2B2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59" creationId="{62CA461E-809D-9EC6-111D-2A5F47A84E58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60" creationId="{0870639B-232C-A25F-EA24-BCDBEF49923D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61" creationId="{E218EA11-2E18-9E5A-7403-EBB8DBF5CBEA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62" creationId="{21E154C8-C96B-D1CE-C783-2F8BA91E6B36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63" creationId="{09A71567-1BEA-A299-ABFA-2855D843F247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66" creationId="{D111153D-745C-DAEF-F681-C5DDD3477970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67" creationId="{6C11304A-419E-B54F-AE64-84D3C2B2D6F0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68" creationId="{939FAECF-169B-3BE5-30B4-4A4ADAB7C095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69" creationId="{5DADA7ED-D9C9-7224-3F07-DFE8878FF03E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70" creationId="{0DB4811C-B817-3034-EA2C-62DC1B93A000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71" creationId="{9C90E451-BB14-3906-CC43-C2D3400FB735}"/>
          </ac:spMkLst>
        </pc:spChg>
        <pc:spChg chg="mod">
          <ac:chgData name="Hieu Do" userId="8091c26b-a61d-4e97-addd-a670c191ef7c" providerId="ADAL" clId="{848819A5-D73E-114B-9EB6-B85EC6EF7671}" dt="2022-09-16T02:11:45.685" v="695" actId="14100"/>
          <ac:spMkLst>
            <pc:docMk/>
            <pc:sldMk cId="1895809243" sldId="679"/>
            <ac:spMk id="72" creationId="{F4C14E91-1BA5-F0AC-BD9A-B9613B0425F1}"/>
          </ac:spMkLst>
        </pc:spChg>
        <pc:spChg chg="add mod">
          <ac:chgData name="Hieu Do" userId="8091c26b-a61d-4e97-addd-a670c191ef7c" providerId="ADAL" clId="{848819A5-D73E-114B-9EB6-B85EC6EF7671}" dt="2022-09-16T02:15:20.650" v="714" actId="2085"/>
          <ac:spMkLst>
            <pc:docMk/>
            <pc:sldMk cId="1895809243" sldId="679"/>
            <ac:spMk id="74" creationId="{A44E633F-CF1F-07BC-F116-FF6F3324CC03}"/>
          </ac:spMkLst>
        </pc:spChg>
        <pc:grpChg chg="add del mod">
          <ac:chgData name="Hieu Do" userId="8091c26b-a61d-4e97-addd-a670c191ef7c" providerId="ADAL" clId="{848819A5-D73E-114B-9EB6-B85EC6EF7671}" dt="2022-09-16T02:11:07.621" v="691"/>
          <ac:grpSpMkLst>
            <pc:docMk/>
            <pc:sldMk cId="1895809243" sldId="679"/>
            <ac:grpSpMk id="5" creationId="{DDF51F93-EE78-8228-77C1-4FA0546C146D}"/>
          </ac:grpSpMkLst>
        </pc:grpChg>
        <pc:grpChg chg="mod">
          <ac:chgData name="Hieu Do" userId="8091c26b-a61d-4e97-addd-a670c191ef7c" providerId="ADAL" clId="{848819A5-D73E-114B-9EB6-B85EC6EF7671}" dt="2022-09-16T02:11:02.323" v="690"/>
          <ac:grpSpMkLst>
            <pc:docMk/>
            <pc:sldMk cId="1895809243" sldId="679"/>
            <ac:grpSpMk id="6" creationId="{C393F440-1585-577D-5115-53C092B63903}"/>
          </ac:grpSpMkLst>
        </pc:grpChg>
        <pc:grpChg chg="mod">
          <ac:chgData name="Hieu Do" userId="8091c26b-a61d-4e97-addd-a670c191ef7c" providerId="ADAL" clId="{848819A5-D73E-114B-9EB6-B85EC6EF7671}" dt="2022-09-16T02:11:02.323" v="690"/>
          <ac:grpSpMkLst>
            <pc:docMk/>
            <pc:sldMk cId="1895809243" sldId="679"/>
            <ac:grpSpMk id="31" creationId="{100A7B8A-EE40-9592-3A95-3A4E33905A22}"/>
          </ac:grpSpMkLst>
        </pc:grpChg>
        <pc:grpChg chg="mod">
          <ac:chgData name="Hieu Do" userId="8091c26b-a61d-4e97-addd-a670c191ef7c" providerId="ADAL" clId="{848819A5-D73E-114B-9EB6-B85EC6EF7671}" dt="2022-09-16T02:11:02.323" v="690"/>
          <ac:grpSpMkLst>
            <pc:docMk/>
            <pc:sldMk cId="1895809243" sldId="679"/>
            <ac:grpSpMk id="39" creationId="{CD216764-62DC-511D-7AA0-984992932340}"/>
          </ac:grpSpMkLst>
        </pc:grpChg>
        <pc:grpChg chg="mod">
          <ac:chgData name="Hieu Do" userId="8091c26b-a61d-4e97-addd-a670c191ef7c" providerId="ADAL" clId="{848819A5-D73E-114B-9EB6-B85EC6EF7671}" dt="2022-09-16T02:11:02.323" v="690"/>
          <ac:grpSpMkLst>
            <pc:docMk/>
            <pc:sldMk cId="1895809243" sldId="679"/>
            <ac:grpSpMk id="40" creationId="{25449334-1837-0ECF-E8A6-1F1AA34BA47C}"/>
          </ac:grpSpMkLst>
        </pc:grpChg>
        <pc:grpChg chg="add del mod">
          <ac:chgData name="Hieu Do" userId="8091c26b-a61d-4e97-addd-a670c191ef7c" providerId="ADAL" clId="{848819A5-D73E-114B-9EB6-B85EC6EF7671}" dt="2022-09-16T02:11:52.105" v="696" actId="478"/>
          <ac:grpSpMkLst>
            <pc:docMk/>
            <pc:sldMk cId="1895809243" sldId="679"/>
            <ac:grpSpMk id="52" creationId="{AD7505C6-060C-9BD8-78AB-825880F73E97}"/>
          </ac:grpSpMkLst>
        </pc:grpChg>
        <pc:grpChg chg="mod">
          <ac:chgData name="Hieu Do" userId="8091c26b-a61d-4e97-addd-a670c191ef7c" providerId="ADAL" clId="{848819A5-D73E-114B-9EB6-B85EC6EF7671}" dt="2022-09-16T02:11:45.685" v="695" actId="14100"/>
          <ac:grpSpMkLst>
            <pc:docMk/>
            <pc:sldMk cId="1895809243" sldId="679"/>
            <ac:grpSpMk id="53" creationId="{74579B72-8FB1-D5A4-984D-9BFEADA7FBC4}"/>
          </ac:grpSpMkLst>
        </pc:grpChg>
        <pc:grpChg chg="mod">
          <ac:chgData name="Hieu Do" userId="8091c26b-a61d-4e97-addd-a670c191ef7c" providerId="ADAL" clId="{848819A5-D73E-114B-9EB6-B85EC6EF7671}" dt="2022-09-16T02:11:45.685" v="695" actId="14100"/>
          <ac:grpSpMkLst>
            <pc:docMk/>
            <pc:sldMk cId="1895809243" sldId="679"/>
            <ac:grpSpMk id="56" creationId="{E7508584-0B36-8BE0-51B2-F90BCBCE83E2}"/>
          </ac:grpSpMkLst>
        </pc:grpChg>
        <pc:grpChg chg="mod">
          <ac:chgData name="Hieu Do" userId="8091c26b-a61d-4e97-addd-a670c191ef7c" providerId="ADAL" clId="{848819A5-D73E-114B-9EB6-B85EC6EF7671}" dt="2022-09-16T02:11:45.685" v="695" actId="14100"/>
          <ac:grpSpMkLst>
            <pc:docMk/>
            <pc:sldMk cId="1895809243" sldId="679"/>
            <ac:grpSpMk id="64" creationId="{AF98B664-A568-192C-6EBF-23FC3D9EE8AA}"/>
          </ac:grpSpMkLst>
        </pc:grpChg>
        <pc:grpChg chg="mod">
          <ac:chgData name="Hieu Do" userId="8091c26b-a61d-4e97-addd-a670c191ef7c" providerId="ADAL" clId="{848819A5-D73E-114B-9EB6-B85EC6EF7671}" dt="2022-09-16T02:11:45.685" v="695" actId="14100"/>
          <ac:grpSpMkLst>
            <pc:docMk/>
            <pc:sldMk cId="1895809243" sldId="679"/>
            <ac:grpSpMk id="65" creationId="{63FD587D-C544-A32D-BF90-79C5070919D1}"/>
          </ac:grpSpMkLst>
        </pc:grpChg>
        <pc:picChg chg="add del mod">
          <ac:chgData name="Hieu Do" userId="8091c26b-a61d-4e97-addd-a670c191ef7c" providerId="ADAL" clId="{848819A5-D73E-114B-9EB6-B85EC6EF7671}" dt="2022-09-16T02:11:07.621" v="691"/>
          <ac:picMkLst>
            <pc:docMk/>
            <pc:sldMk cId="1895809243" sldId="679"/>
            <ac:picMk id="2" creationId="{0BB69498-2CBA-59AD-8FC4-AB54F7CD07D2}"/>
          </ac:picMkLst>
        </pc:picChg>
        <pc:picChg chg="add mod">
          <ac:chgData name="Hieu Do" userId="8091c26b-a61d-4e97-addd-a670c191ef7c" providerId="ADAL" clId="{848819A5-D73E-114B-9EB6-B85EC6EF7671}" dt="2022-09-16T02:12:52.883" v="702" actId="14100"/>
          <ac:picMkLst>
            <pc:docMk/>
            <pc:sldMk cId="1895809243" sldId="679"/>
            <ac:picMk id="73" creationId="{87AFBB64-3A9F-73E8-7B56-BC003B65BF3E}"/>
          </ac:picMkLst>
        </pc:picChg>
      </pc:sldChg>
      <pc:sldChg chg="modAnim">
        <pc:chgData name="Hieu Do" userId="8091c26b-a61d-4e97-addd-a670c191ef7c" providerId="ADAL" clId="{848819A5-D73E-114B-9EB6-B85EC6EF7671}" dt="2022-09-16T02:23:08.577" v="738"/>
        <pc:sldMkLst>
          <pc:docMk/>
          <pc:sldMk cId="2957681671" sldId="680"/>
        </pc:sldMkLst>
      </pc:sldChg>
      <pc:sldChg chg="delSp modSp mod modAnim">
        <pc:chgData name="Hieu Do" userId="8091c26b-a61d-4e97-addd-a670c191ef7c" providerId="ADAL" clId="{848819A5-D73E-114B-9EB6-B85EC6EF7671}" dt="2022-09-16T02:29:09.181" v="770"/>
        <pc:sldMkLst>
          <pc:docMk/>
          <pc:sldMk cId="3685434644" sldId="682"/>
        </pc:sldMkLst>
        <pc:spChg chg="mod topLvl">
          <ac:chgData name="Hieu Do" userId="8091c26b-a61d-4e97-addd-a670c191ef7c" providerId="ADAL" clId="{848819A5-D73E-114B-9EB6-B85EC6EF7671}" dt="2022-09-16T02:26:35.032" v="762" actId="165"/>
          <ac:spMkLst>
            <pc:docMk/>
            <pc:sldMk cId="3685434644" sldId="682"/>
            <ac:spMk id="3" creationId="{00000000-0000-0000-0000-000000000000}"/>
          </ac:spMkLst>
        </pc:spChg>
        <pc:spChg chg="mod topLvl">
          <ac:chgData name="Hieu Do" userId="8091c26b-a61d-4e97-addd-a670c191ef7c" providerId="ADAL" clId="{848819A5-D73E-114B-9EB6-B85EC6EF7671}" dt="2022-09-16T02:26:35.032" v="762" actId="165"/>
          <ac:spMkLst>
            <pc:docMk/>
            <pc:sldMk cId="3685434644" sldId="682"/>
            <ac:spMk id="69" creationId="{382F1408-C748-4380-9C3D-90A134B28C88}"/>
          </ac:spMkLst>
        </pc:spChg>
        <pc:spChg chg="mod topLvl">
          <ac:chgData name="Hieu Do" userId="8091c26b-a61d-4e97-addd-a670c191ef7c" providerId="ADAL" clId="{848819A5-D73E-114B-9EB6-B85EC6EF7671}" dt="2022-09-16T02:24:53.511" v="748" actId="165"/>
          <ac:spMkLst>
            <pc:docMk/>
            <pc:sldMk cId="3685434644" sldId="682"/>
            <ac:spMk id="70" creationId="{EC130832-0192-454D-80F7-879F448D6419}"/>
          </ac:spMkLst>
        </pc:spChg>
        <pc:spChg chg="mod topLvl">
          <ac:chgData name="Hieu Do" userId="8091c26b-a61d-4e97-addd-a670c191ef7c" providerId="ADAL" clId="{848819A5-D73E-114B-9EB6-B85EC6EF7671}" dt="2022-09-16T02:25:24.638" v="753" actId="165"/>
          <ac:spMkLst>
            <pc:docMk/>
            <pc:sldMk cId="3685434644" sldId="682"/>
            <ac:spMk id="71" creationId="{55DFD43A-9E4A-492E-9990-925DDC14AF9F}"/>
          </ac:spMkLst>
        </pc:spChg>
        <pc:spChg chg="mod topLvl">
          <ac:chgData name="Hieu Do" userId="8091c26b-a61d-4e97-addd-a670c191ef7c" providerId="ADAL" clId="{848819A5-D73E-114B-9EB6-B85EC6EF7671}" dt="2022-09-16T02:24:53.511" v="748" actId="165"/>
          <ac:spMkLst>
            <pc:docMk/>
            <pc:sldMk cId="3685434644" sldId="682"/>
            <ac:spMk id="72" creationId="{00000000-0000-0000-0000-000000000000}"/>
          </ac:spMkLst>
        </pc:spChg>
        <pc:spChg chg="mod topLvl">
          <ac:chgData name="Hieu Do" userId="8091c26b-a61d-4e97-addd-a670c191ef7c" providerId="ADAL" clId="{848819A5-D73E-114B-9EB6-B85EC6EF7671}" dt="2022-09-16T02:25:24.638" v="753" actId="165"/>
          <ac:spMkLst>
            <pc:docMk/>
            <pc:sldMk cId="3685434644" sldId="682"/>
            <ac:spMk id="73" creationId="{00000000-0000-0000-0000-000000000000}"/>
          </ac:spMkLst>
        </pc:spChg>
        <pc:grpChg chg="del mod">
          <ac:chgData name="Hieu Do" userId="8091c26b-a61d-4e97-addd-a670c191ef7c" providerId="ADAL" clId="{848819A5-D73E-114B-9EB6-B85EC6EF7671}" dt="2022-09-16T02:26:35.032" v="762" actId="165"/>
          <ac:grpSpMkLst>
            <pc:docMk/>
            <pc:sldMk cId="3685434644" sldId="682"/>
            <ac:grpSpMk id="2" creationId="{00000000-0000-0000-0000-000000000000}"/>
          </ac:grpSpMkLst>
        </pc:grpChg>
        <pc:grpChg chg="del">
          <ac:chgData name="Hieu Do" userId="8091c26b-a61d-4e97-addd-a670c191ef7c" providerId="ADAL" clId="{848819A5-D73E-114B-9EB6-B85EC6EF7671}" dt="2022-09-16T02:25:24.638" v="753" actId="165"/>
          <ac:grpSpMkLst>
            <pc:docMk/>
            <pc:sldMk cId="3685434644" sldId="682"/>
            <ac:grpSpMk id="4" creationId="{00000000-0000-0000-0000-000000000000}"/>
          </ac:grpSpMkLst>
        </pc:grpChg>
        <pc:grpChg chg="del">
          <ac:chgData name="Hieu Do" userId="8091c26b-a61d-4e97-addd-a670c191ef7c" providerId="ADAL" clId="{848819A5-D73E-114B-9EB6-B85EC6EF7671}" dt="2022-09-16T02:24:53.511" v="748" actId="165"/>
          <ac:grpSpMkLst>
            <pc:docMk/>
            <pc:sldMk cId="3685434644" sldId="682"/>
            <ac:grpSpMk id="5" creationId="{00000000-0000-0000-0000-000000000000}"/>
          </ac:grpSpMkLst>
        </pc:grpChg>
      </pc:sldChg>
      <pc:sldChg chg="del">
        <pc:chgData name="Hieu Do" userId="8091c26b-a61d-4e97-addd-a670c191ef7c" providerId="ADAL" clId="{848819A5-D73E-114B-9EB6-B85EC6EF7671}" dt="2022-09-16T02:36:11.334" v="771" actId="2696"/>
        <pc:sldMkLst>
          <pc:docMk/>
          <pc:sldMk cId="3805356568" sldId="692"/>
        </pc:sldMkLst>
      </pc:sldChg>
      <pc:sldChg chg="modAnim">
        <pc:chgData name="Hieu Do" userId="8091c26b-a61d-4e97-addd-a670c191ef7c" providerId="ADAL" clId="{848819A5-D73E-114B-9EB6-B85EC6EF7671}" dt="2022-09-16T02:40:42.567" v="777"/>
        <pc:sldMkLst>
          <pc:docMk/>
          <pc:sldMk cId="341206998" sldId="698"/>
        </pc:sldMkLst>
      </pc:sldChg>
      <pc:sldChg chg="modAnim">
        <pc:chgData name="Hieu Do" userId="8091c26b-a61d-4e97-addd-a670c191ef7c" providerId="ADAL" clId="{848819A5-D73E-114B-9EB6-B85EC6EF7671}" dt="2022-09-16T02:48:30.504" v="785"/>
        <pc:sldMkLst>
          <pc:docMk/>
          <pc:sldMk cId="1281408331" sldId="699"/>
        </pc:sldMkLst>
      </pc:sldChg>
    </pc:docChg>
  </pc:docChgLst>
  <pc:docChgLst>
    <pc:chgData name="Hieu Do" userId="8091c26b-a61d-4e97-addd-a670c191ef7c" providerId="ADAL" clId="{1E6AA20E-D5C9-C34F-B590-A309431C1E11}"/>
    <pc:docChg chg="modSld">
      <pc:chgData name="Hieu Do" userId="8091c26b-a61d-4e97-addd-a670c191ef7c" providerId="ADAL" clId="{1E6AA20E-D5C9-C34F-B590-A309431C1E11}" dt="2022-08-19T07:18:09.875" v="7" actId="20577"/>
      <pc:docMkLst>
        <pc:docMk/>
      </pc:docMkLst>
      <pc:sldChg chg="modSp mod">
        <pc:chgData name="Hieu Do" userId="8091c26b-a61d-4e97-addd-a670c191ef7c" providerId="ADAL" clId="{1E6AA20E-D5C9-C34F-B590-A309431C1E11}" dt="2022-08-19T07:17:21.500" v="1" actId="20577"/>
        <pc:sldMkLst>
          <pc:docMk/>
          <pc:sldMk cId="3624184169" sldId="645"/>
        </pc:sldMkLst>
        <pc:spChg chg="mod">
          <ac:chgData name="Hieu Do" userId="8091c26b-a61d-4e97-addd-a670c191ef7c" providerId="ADAL" clId="{1E6AA20E-D5C9-C34F-B590-A309431C1E11}" dt="2022-08-19T07:17:21.500" v="1" actId="20577"/>
          <ac:spMkLst>
            <pc:docMk/>
            <pc:sldMk cId="3624184169" sldId="645"/>
            <ac:spMk id="12" creationId="{00000000-0000-0000-0000-000000000000}"/>
          </ac:spMkLst>
        </pc:spChg>
      </pc:sldChg>
      <pc:sldChg chg="modSp mod">
        <pc:chgData name="Hieu Do" userId="8091c26b-a61d-4e97-addd-a670c191ef7c" providerId="ADAL" clId="{1E6AA20E-D5C9-C34F-B590-A309431C1E11}" dt="2022-08-19T07:18:09.875" v="7" actId="20577"/>
        <pc:sldMkLst>
          <pc:docMk/>
          <pc:sldMk cId="790910082" sldId="657"/>
        </pc:sldMkLst>
        <pc:spChg chg="mod">
          <ac:chgData name="Hieu Do" userId="8091c26b-a61d-4e97-addd-a670c191ef7c" providerId="ADAL" clId="{1E6AA20E-D5C9-C34F-B590-A309431C1E11}" dt="2022-08-19T07:18:09.875" v="7" actId="20577"/>
          <ac:spMkLst>
            <pc:docMk/>
            <pc:sldMk cId="790910082" sldId="657"/>
            <ac:spMk id="10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38C8E-03B8-4368-86A2-3F9C4FBD9FE4}" type="datetimeFigureOut">
              <a:rPr lang="en-US" smtClean="0"/>
              <a:t>2/28/23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C663B-431B-423B-9A93-E685BED1D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744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95A99-AFDC-4489-AD5A-232A2B8B5E9F}" type="datetimeFigureOut">
              <a:rPr lang="en-US" smtClean="0"/>
              <a:t>2/28/23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77909-1D86-4682-89B5-4CE904D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3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9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81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24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16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3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66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25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41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80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812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18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69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64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606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2320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270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590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33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228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520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731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734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516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685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436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695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595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26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064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7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8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151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18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720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924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0353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771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766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372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4666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312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686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893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232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616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7355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437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6864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4235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4052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735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7616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6062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1944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701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4570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4060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0504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9042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730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1864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62411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23663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7999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4681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2038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0157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2032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0686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5907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74393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611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4965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2627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8252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024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8808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1901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2274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5229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9750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4351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3337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36187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7661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72150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2733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25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17A66-7196-4C84-BBB2-CA73672618B6}" type="datetime1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3513-0F9E-43EB-89A4-D9AE8DDAC043}" type="datetime1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A7EA-CC7C-4398-AFC7-D25B506E424B}" type="datetime1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4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408A-A315-4CDF-8E0E-95F46864F100}" type="datetime1">
              <a:rPr lang="en-US" smtClean="0"/>
              <a:t>2/28/23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3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7088-E694-4A1C-A3F1-541B68AEB691}" type="datetime1">
              <a:rPr lang="en-US" smtClean="0"/>
              <a:t>2/28/23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1F3D-CE55-4CE9-A057-45171E04E0AD}" type="datetime1">
              <a:rPr lang="en-US" smtClean="0"/>
              <a:t>2/28/23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B77DF-599A-4B91-B412-44B30AFAC672}" type="datetime1">
              <a:rPr lang="en-US" smtClean="0"/>
              <a:t>2/28/23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2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CCED-B603-48AC-9C36-5B8DDA8ED4F0}" type="datetime1">
              <a:rPr lang="en-US" smtClean="0"/>
              <a:t>2/28/23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6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C8C3-C964-4CC9-B864-27C034D90A92}" type="datetime1">
              <a:rPr lang="en-US" smtClean="0"/>
              <a:t>2/28/23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0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8042-F3E1-4971-9A68-5CC7D80BFD79}" type="datetime1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3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22B7-44FB-432C-A03F-62DA8464667C}" type="datetime1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5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11D6C-011E-4005-9578-EB92E29D72B9}" type="datetime1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7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gif"/><Relationship Id="rId3" Type="http://schemas.openxmlformats.org/officeDocument/2006/relationships/image" Target="../media/image3.gif"/><Relationship Id="rId7" Type="http://schemas.openxmlformats.org/officeDocument/2006/relationships/image" Target="../media/image7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gif"/><Relationship Id="rId5" Type="http://schemas.openxmlformats.org/officeDocument/2006/relationships/image" Target="../media/image5.gif"/><Relationship Id="rId4" Type="http://schemas.openxmlformats.org/officeDocument/2006/relationships/image" Target="../media/image4.gif"/><Relationship Id="rId9" Type="http://schemas.openxmlformats.org/officeDocument/2006/relationships/image" Target="../media/image9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3.png"/><Relationship Id="rId7" Type="http://schemas.openxmlformats.org/officeDocument/2006/relationships/image" Target="../media/image3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5.png"/><Relationship Id="rId10" Type="http://schemas.openxmlformats.org/officeDocument/2006/relationships/image" Target="../media/image34.png"/><Relationship Id="rId4" Type="http://schemas.openxmlformats.org/officeDocument/2006/relationships/image" Target="../media/image24.png"/><Relationship Id="rId9" Type="http://schemas.openxmlformats.org/officeDocument/2006/relationships/image" Target="../media/image33.png"/><Relationship Id="rId1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40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6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5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jpe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jpeg"/><Relationship Id="rId4" Type="http://schemas.openxmlformats.org/officeDocument/2006/relationships/image" Target="../media/image9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9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4.png"/><Relationship Id="rId4" Type="http://schemas.openxmlformats.org/officeDocument/2006/relationships/image" Target="../media/image9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3" Type="http://schemas.openxmlformats.org/officeDocument/2006/relationships/image" Target="../media/image111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image" Target="../media/image116.png"/><Relationship Id="rId5" Type="http://schemas.openxmlformats.org/officeDocument/2006/relationships/image" Target="../media/image109.png"/><Relationship Id="rId10" Type="http://schemas.openxmlformats.org/officeDocument/2006/relationships/image" Target="../media/image115.png"/><Relationship Id="rId4" Type="http://schemas.openxmlformats.org/officeDocument/2006/relationships/image" Target="../media/image107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7" Type="http://schemas.openxmlformats.org/officeDocument/2006/relationships/image" Target="../media/image12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104.png"/><Relationship Id="rId4" Type="http://schemas.openxmlformats.org/officeDocument/2006/relationships/image" Target="../media/image12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5" Type="http://schemas.openxmlformats.org/officeDocument/2006/relationships/image" Target="../media/image132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24.png"/><Relationship Id="rId7" Type="http://schemas.openxmlformats.org/officeDocument/2006/relationships/image" Target="../media/image14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10" Type="http://schemas.openxmlformats.org/officeDocument/2006/relationships/image" Target="../media/image149.png"/><Relationship Id="rId4" Type="http://schemas.openxmlformats.org/officeDocument/2006/relationships/image" Target="../media/image151.png"/><Relationship Id="rId9" Type="http://schemas.openxmlformats.org/officeDocument/2006/relationships/image" Target="../media/image14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3" Type="http://schemas.openxmlformats.org/officeDocument/2006/relationships/image" Target="../media/image159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5" Type="http://schemas.openxmlformats.org/officeDocument/2006/relationships/image" Target="../media/image171.png"/><Relationship Id="rId10" Type="http://schemas.openxmlformats.org/officeDocument/2006/relationships/image" Target="../media/image166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2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6.jpeg"/><Relationship Id="rId5" Type="http://schemas.openxmlformats.org/officeDocument/2006/relationships/image" Target="../media/image175.jpeg"/><Relationship Id="rId4" Type="http://schemas.openxmlformats.org/officeDocument/2006/relationships/image" Target="../media/image174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7.jpeg"/><Relationship Id="rId4" Type="http://schemas.openxmlformats.org/officeDocument/2006/relationships/image" Target="../media/image176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7" Type="http://schemas.openxmlformats.org/officeDocument/2006/relationships/image" Target="../media/image19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0.png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0" y="3024102"/>
            <a:ext cx="12192000" cy="1354217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Chương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3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Liên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Kết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Hóa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Học</a:t>
            </a:r>
            <a:endParaRPr lang="vi-VN" sz="3600" b="1" dirty="0">
              <a:solidFill>
                <a:schemeClr val="bg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" y="-2"/>
            <a:ext cx="1201458" cy="1188720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1480213" y="1776333"/>
            <a:ext cx="9366583" cy="681474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Cương</a:t>
            </a:r>
            <a:endParaRPr 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480215" y="122231"/>
            <a:ext cx="9366583" cy="10878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b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Vô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85729" y="5530987"/>
            <a:ext cx="495555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GV: TS.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Đặng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Hân</a:t>
            </a:r>
            <a:endParaRPr lang="en-US" sz="26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Office: 112B2 or 804H3 Building</a:t>
            </a: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en-US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dvhan@hcmut.edu.vn</a:t>
            </a:r>
            <a:endParaRPr lang="en-US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07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0CBC58C-3DAA-C8AC-3B7C-0A5E78362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091" y="304800"/>
            <a:ext cx="39624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44DDED-CAAB-9D54-6CEF-84C1FD59E8D4}"/>
              </a:ext>
            </a:extLst>
          </p:cNvPr>
          <p:cNvSpPr txBox="1"/>
          <p:nvPr/>
        </p:nvSpPr>
        <p:spPr>
          <a:xfrm>
            <a:off x="1798739" y="5410200"/>
            <a:ext cx="8704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>
                <a:solidFill>
                  <a:srgbClr val="006600"/>
                </a:solidFill>
              </a:rPr>
              <a:t>Sự</a:t>
            </a:r>
            <a:r>
              <a:rPr lang="en-US" sz="2800" i="1" dirty="0">
                <a:solidFill>
                  <a:srgbClr val="006600"/>
                </a:solidFill>
              </a:rPr>
              <a:t> </a:t>
            </a:r>
            <a:r>
              <a:rPr lang="en-US" sz="2800" i="1" dirty="0" err="1">
                <a:solidFill>
                  <a:srgbClr val="006600"/>
                </a:solidFill>
              </a:rPr>
              <a:t>sống</a:t>
            </a:r>
            <a:r>
              <a:rPr lang="en-US" sz="2800" i="1" dirty="0">
                <a:solidFill>
                  <a:srgbClr val="006600"/>
                </a:solidFill>
              </a:rPr>
              <a:t> </a:t>
            </a:r>
            <a:r>
              <a:rPr lang="en-US" sz="2800" i="1" dirty="0" err="1">
                <a:solidFill>
                  <a:srgbClr val="006600"/>
                </a:solidFill>
              </a:rPr>
              <a:t>sẽ</a:t>
            </a:r>
            <a:r>
              <a:rPr lang="en-US" sz="2800" i="1" dirty="0">
                <a:solidFill>
                  <a:srgbClr val="006600"/>
                </a:solidFill>
              </a:rPr>
              <a:t> </a:t>
            </a:r>
            <a:r>
              <a:rPr lang="en-US" sz="2800" i="1" dirty="0" err="1">
                <a:solidFill>
                  <a:srgbClr val="006600"/>
                </a:solidFill>
              </a:rPr>
              <a:t>không</a:t>
            </a:r>
            <a:r>
              <a:rPr lang="en-US" sz="2800" i="1" dirty="0">
                <a:solidFill>
                  <a:srgbClr val="006600"/>
                </a:solidFill>
              </a:rPr>
              <a:t> </a:t>
            </a:r>
            <a:r>
              <a:rPr lang="en-US" sz="2800" i="1" dirty="0" err="1">
                <a:solidFill>
                  <a:srgbClr val="006600"/>
                </a:solidFill>
              </a:rPr>
              <a:t>tồn</a:t>
            </a:r>
            <a:r>
              <a:rPr lang="en-US" sz="2800" i="1" dirty="0">
                <a:solidFill>
                  <a:srgbClr val="006600"/>
                </a:solidFill>
              </a:rPr>
              <a:t> </a:t>
            </a:r>
            <a:r>
              <a:rPr lang="en-US" sz="2800" i="1" dirty="0" err="1">
                <a:solidFill>
                  <a:srgbClr val="006600"/>
                </a:solidFill>
              </a:rPr>
              <a:t>tại</a:t>
            </a:r>
            <a:r>
              <a:rPr lang="en-US" sz="2800" i="1" dirty="0">
                <a:solidFill>
                  <a:srgbClr val="006600"/>
                </a:solidFill>
              </a:rPr>
              <a:t> </a:t>
            </a:r>
            <a:r>
              <a:rPr lang="en-US" sz="2800" i="1" dirty="0" err="1">
                <a:solidFill>
                  <a:srgbClr val="006600"/>
                </a:solidFill>
              </a:rPr>
              <a:t>nếu</a:t>
            </a:r>
            <a:r>
              <a:rPr lang="en-US" sz="2800" i="1" dirty="0">
                <a:solidFill>
                  <a:srgbClr val="006600"/>
                </a:solidFill>
              </a:rPr>
              <a:t> </a:t>
            </a:r>
            <a:r>
              <a:rPr lang="en-US" sz="2800" i="1" dirty="0" err="1">
                <a:solidFill>
                  <a:srgbClr val="006600"/>
                </a:solidFill>
              </a:rPr>
              <a:t>không</a:t>
            </a:r>
            <a:r>
              <a:rPr lang="en-US" sz="2800" i="1" dirty="0">
                <a:solidFill>
                  <a:srgbClr val="006600"/>
                </a:solidFill>
              </a:rPr>
              <a:t> </a:t>
            </a:r>
            <a:r>
              <a:rPr lang="en-US" sz="2800" i="1" dirty="0" err="1">
                <a:solidFill>
                  <a:srgbClr val="006600"/>
                </a:solidFill>
              </a:rPr>
              <a:t>có</a:t>
            </a:r>
            <a:r>
              <a:rPr lang="en-US" sz="2800" i="1" dirty="0">
                <a:solidFill>
                  <a:srgbClr val="006600"/>
                </a:solidFill>
              </a:rPr>
              <a:t> </a:t>
            </a:r>
            <a:r>
              <a:rPr lang="en-US" sz="2800" i="1" dirty="0" err="1">
                <a:solidFill>
                  <a:srgbClr val="006600"/>
                </a:solidFill>
              </a:rPr>
              <a:t>nước</a:t>
            </a:r>
            <a:r>
              <a:rPr lang="en-US" sz="2800" i="1" dirty="0">
                <a:solidFill>
                  <a:srgbClr val="006600"/>
                </a:solidFill>
              </a:rPr>
              <a:t> ! </a:t>
            </a:r>
          </a:p>
        </p:txBody>
      </p:sp>
      <p:pic>
        <p:nvPicPr>
          <p:cNvPr id="14" name="Picture 2" descr="Drying Up GIFs - Get the best GIF on GIPHY">
            <a:extLst>
              <a:ext uri="{FF2B5EF4-FFF2-40B4-BE49-F238E27FC236}">
                <a16:creationId xmlns:a16="http://schemas.microsoft.com/office/drawing/2014/main" id="{53DA6E62-8CC7-D35B-F1C2-9C2546572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853" y="304801"/>
            <a:ext cx="3810000" cy="4734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855FDBD-7B38-16C9-BC23-6C86F3A08403}"/>
              </a:ext>
            </a:extLst>
          </p:cNvPr>
          <p:cNvSpPr txBox="1"/>
          <p:nvPr/>
        </p:nvSpPr>
        <p:spPr>
          <a:xfrm>
            <a:off x="1844878" y="5562600"/>
            <a:ext cx="8704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>
                <a:solidFill>
                  <a:srgbClr val="C00000"/>
                </a:solidFill>
              </a:rPr>
              <a:t>Hãy</a:t>
            </a:r>
            <a:r>
              <a:rPr lang="en-US" sz="2800" i="1" dirty="0">
                <a:solidFill>
                  <a:srgbClr val="C00000"/>
                </a:solidFill>
              </a:rPr>
              <a:t> </a:t>
            </a:r>
            <a:r>
              <a:rPr lang="en-US" sz="2800" i="1" dirty="0" err="1">
                <a:solidFill>
                  <a:srgbClr val="C00000"/>
                </a:solidFill>
              </a:rPr>
              <a:t>khám</a:t>
            </a:r>
            <a:r>
              <a:rPr lang="en-US" sz="2800" i="1" dirty="0">
                <a:solidFill>
                  <a:srgbClr val="C00000"/>
                </a:solidFill>
              </a:rPr>
              <a:t> </a:t>
            </a:r>
            <a:r>
              <a:rPr lang="en-US" sz="2800" i="1" dirty="0" err="1">
                <a:solidFill>
                  <a:srgbClr val="C00000"/>
                </a:solidFill>
              </a:rPr>
              <a:t>phá</a:t>
            </a:r>
            <a:r>
              <a:rPr lang="en-US" sz="2800" i="1" dirty="0">
                <a:solidFill>
                  <a:srgbClr val="C00000"/>
                </a:solidFill>
              </a:rPr>
              <a:t> </a:t>
            </a:r>
            <a:r>
              <a:rPr lang="en-US" sz="2800" i="1" dirty="0" err="1">
                <a:solidFill>
                  <a:srgbClr val="C00000"/>
                </a:solidFill>
              </a:rPr>
              <a:t>những</a:t>
            </a:r>
            <a:r>
              <a:rPr lang="en-US" sz="2800" i="1" dirty="0">
                <a:solidFill>
                  <a:srgbClr val="C00000"/>
                </a:solidFill>
              </a:rPr>
              <a:t> </a:t>
            </a:r>
            <a:r>
              <a:rPr lang="en-US" sz="2800" i="1" dirty="0" err="1">
                <a:solidFill>
                  <a:srgbClr val="C00000"/>
                </a:solidFill>
              </a:rPr>
              <a:t>điều</a:t>
            </a:r>
            <a:r>
              <a:rPr lang="en-US" sz="2800" i="1" dirty="0">
                <a:solidFill>
                  <a:srgbClr val="C00000"/>
                </a:solidFill>
              </a:rPr>
              <a:t> </a:t>
            </a:r>
            <a:r>
              <a:rPr lang="en-US" sz="2800" i="1" dirty="0" err="1">
                <a:solidFill>
                  <a:srgbClr val="C00000"/>
                </a:solidFill>
              </a:rPr>
              <a:t>thú</a:t>
            </a:r>
            <a:r>
              <a:rPr lang="en-US" sz="2800" i="1" dirty="0">
                <a:solidFill>
                  <a:srgbClr val="C00000"/>
                </a:solidFill>
              </a:rPr>
              <a:t> </a:t>
            </a:r>
            <a:r>
              <a:rPr lang="en-US" sz="2800" i="1" dirty="0" err="1">
                <a:solidFill>
                  <a:srgbClr val="C00000"/>
                </a:solidFill>
              </a:rPr>
              <a:t>vị</a:t>
            </a:r>
            <a:r>
              <a:rPr lang="en-US" sz="2800" i="1" dirty="0">
                <a:solidFill>
                  <a:srgbClr val="C00000"/>
                </a:solidFill>
              </a:rPr>
              <a:t> </a:t>
            </a:r>
            <a:r>
              <a:rPr lang="en-US" sz="2800" i="1" dirty="0" err="1">
                <a:solidFill>
                  <a:srgbClr val="C00000"/>
                </a:solidFill>
              </a:rPr>
              <a:t>về</a:t>
            </a:r>
            <a:r>
              <a:rPr lang="en-US" sz="2800" i="1" dirty="0">
                <a:solidFill>
                  <a:srgbClr val="C00000"/>
                </a:solidFill>
              </a:rPr>
              <a:t> </a:t>
            </a:r>
            <a:r>
              <a:rPr lang="en-US" sz="2800" i="1" dirty="0" err="1">
                <a:solidFill>
                  <a:srgbClr val="C00000"/>
                </a:solidFill>
              </a:rPr>
              <a:t>nước</a:t>
            </a:r>
            <a:r>
              <a:rPr lang="en-US" sz="2800" i="1" dirty="0">
                <a:solidFill>
                  <a:srgbClr val="C00000"/>
                </a:solidFill>
              </a:rPr>
              <a:t> </a:t>
            </a:r>
            <a:r>
              <a:rPr lang="en-US" sz="2800" i="1" dirty="0" err="1">
                <a:solidFill>
                  <a:srgbClr val="C00000"/>
                </a:solidFill>
              </a:rPr>
              <a:t>nhé</a:t>
            </a:r>
            <a:r>
              <a:rPr lang="en-US" sz="2800" i="1" dirty="0">
                <a:solidFill>
                  <a:srgbClr val="C00000"/>
                </a:solidFill>
              </a:rPr>
              <a:t>! </a:t>
            </a:r>
          </a:p>
        </p:txBody>
      </p:sp>
      <p:pic>
        <p:nvPicPr>
          <p:cNvPr id="16" name="Picture 2" descr="Walking On Water in Costa Rica – Q COSTA RICA">
            <a:extLst>
              <a:ext uri="{FF2B5EF4-FFF2-40B4-BE49-F238E27FC236}">
                <a16:creationId xmlns:a16="http://schemas.microsoft.com/office/drawing/2014/main" id="{1380CA38-7AD9-18E1-18A5-CBA6CC880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740" y="304800"/>
            <a:ext cx="8449114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Snow Chick | 'Snow Chick' Animated GIFs | Nature | PBS">
            <a:extLst>
              <a:ext uri="{FF2B5EF4-FFF2-40B4-BE49-F238E27FC236}">
                <a16:creationId xmlns:a16="http://schemas.microsoft.com/office/drawing/2014/main" id="{B7BD5330-D17A-C089-F3DA-626BD9B6B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838" y="283298"/>
            <a:ext cx="8447016" cy="475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B585F87-9204-AC1E-7834-89BAF0875A50}"/>
              </a:ext>
            </a:extLst>
          </p:cNvPr>
          <p:cNvSpPr txBox="1"/>
          <p:nvPr/>
        </p:nvSpPr>
        <p:spPr>
          <a:xfrm>
            <a:off x="2155895" y="5321430"/>
            <a:ext cx="870427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solidFill>
                  <a:srgbClr val="CC00CC"/>
                </a:solidFill>
              </a:rPr>
              <a:t>Vì</a:t>
            </a:r>
            <a:r>
              <a:rPr lang="en-US" sz="2800" i="1" dirty="0">
                <a:solidFill>
                  <a:srgbClr val="CC00CC"/>
                </a:solidFill>
              </a:rPr>
              <a:t> </a:t>
            </a:r>
            <a:r>
              <a:rPr lang="en-US" sz="2800" i="1" dirty="0" err="1">
                <a:solidFill>
                  <a:srgbClr val="CC00CC"/>
                </a:solidFill>
              </a:rPr>
              <a:t>sao</a:t>
            </a:r>
            <a:r>
              <a:rPr lang="en-US" sz="2800" i="1" dirty="0">
                <a:solidFill>
                  <a:srgbClr val="CC00CC"/>
                </a:solidFill>
              </a:rPr>
              <a:t> </a:t>
            </a:r>
            <a:r>
              <a:rPr lang="en-US" sz="2800" i="1" dirty="0" err="1">
                <a:solidFill>
                  <a:srgbClr val="CC00CC"/>
                </a:solidFill>
              </a:rPr>
              <a:t>băng</a:t>
            </a:r>
            <a:r>
              <a:rPr lang="en-US" sz="2800" i="1" dirty="0">
                <a:solidFill>
                  <a:srgbClr val="CC00CC"/>
                </a:solidFill>
              </a:rPr>
              <a:t> </a:t>
            </a:r>
            <a:r>
              <a:rPr lang="en-US" sz="2800" i="1" dirty="0" err="1">
                <a:solidFill>
                  <a:srgbClr val="CC00CC"/>
                </a:solidFill>
              </a:rPr>
              <a:t>nổi</a:t>
            </a:r>
            <a:r>
              <a:rPr lang="en-US" sz="2800" i="1" dirty="0">
                <a:solidFill>
                  <a:srgbClr val="CC00CC"/>
                </a:solidFill>
              </a:rPr>
              <a:t> </a:t>
            </a:r>
            <a:r>
              <a:rPr lang="en-US" sz="2800" i="1" dirty="0" err="1">
                <a:solidFill>
                  <a:srgbClr val="CC00CC"/>
                </a:solidFill>
              </a:rPr>
              <a:t>trên</a:t>
            </a:r>
            <a:r>
              <a:rPr lang="en-US" sz="2800" i="1" dirty="0">
                <a:solidFill>
                  <a:srgbClr val="CC00CC"/>
                </a:solidFill>
              </a:rPr>
              <a:t> </a:t>
            </a:r>
            <a:r>
              <a:rPr lang="en-US" sz="2800" i="1" dirty="0" err="1">
                <a:solidFill>
                  <a:srgbClr val="CC00CC"/>
                </a:solidFill>
              </a:rPr>
              <a:t>đại</a:t>
            </a:r>
            <a:r>
              <a:rPr lang="en-US" sz="2800" i="1" dirty="0">
                <a:solidFill>
                  <a:srgbClr val="CC00CC"/>
                </a:solidFill>
              </a:rPr>
              <a:t> </a:t>
            </a:r>
            <a:r>
              <a:rPr lang="en-US" sz="2800" i="1" dirty="0" err="1">
                <a:solidFill>
                  <a:srgbClr val="CC00CC"/>
                </a:solidFill>
              </a:rPr>
              <a:t>dương</a:t>
            </a:r>
            <a:r>
              <a:rPr lang="en-US" sz="2800" i="1" dirty="0">
                <a:solidFill>
                  <a:srgbClr val="CC00CC"/>
                </a:solidFill>
              </a:rPr>
              <a:t> ? 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C2C8A19F-9A6D-B1DB-55B8-C4BE60331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553" y="295014"/>
            <a:ext cx="8476301" cy="4808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2B36F02-07E1-D666-A526-8F3A15374853}"/>
              </a:ext>
            </a:extLst>
          </p:cNvPr>
          <p:cNvSpPr txBox="1"/>
          <p:nvPr/>
        </p:nvSpPr>
        <p:spPr>
          <a:xfrm>
            <a:off x="1546338" y="5411021"/>
            <a:ext cx="8959442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solidFill>
                  <a:srgbClr val="996600"/>
                </a:solidFill>
              </a:rPr>
              <a:t>Ồ! </a:t>
            </a:r>
            <a:r>
              <a:rPr lang="en-US" sz="2800" i="1" dirty="0" err="1">
                <a:solidFill>
                  <a:srgbClr val="996600"/>
                </a:solidFill>
              </a:rPr>
              <a:t>dòng</a:t>
            </a:r>
            <a:r>
              <a:rPr lang="en-US" sz="2800" i="1" dirty="0">
                <a:solidFill>
                  <a:srgbClr val="996600"/>
                </a:solidFill>
              </a:rPr>
              <a:t> </a:t>
            </a:r>
            <a:r>
              <a:rPr lang="en-US" sz="2800" i="1" dirty="0" err="1">
                <a:solidFill>
                  <a:srgbClr val="996600"/>
                </a:solidFill>
              </a:rPr>
              <a:t>nước</a:t>
            </a:r>
            <a:r>
              <a:rPr lang="en-US" sz="2800" i="1" dirty="0">
                <a:solidFill>
                  <a:srgbClr val="996600"/>
                </a:solidFill>
              </a:rPr>
              <a:t> </a:t>
            </a:r>
            <a:r>
              <a:rPr lang="en-US" sz="2800" i="1" dirty="0" err="1">
                <a:solidFill>
                  <a:srgbClr val="996600"/>
                </a:solidFill>
              </a:rPr>
              <a:t>bị</a:t>
            </a:r>
            <a:r>
              <a:rPr lang="en-US" sz="2800" i="1" dirty="0">
                <a:solidFill>
                  <a:srgbClr val="996600"/>
                </a:solidFill>
              </a:rPr>
              <a:t> </a:t>
            </a:r>
            <a:r>
              <a:rPr lang="en-US" sz="2800" i="1" dirty="0" err="1">
                <a:solidFill>
                  <a:srgbClr val="996600"/>
                </a:solidFill>
              </a:rPr>
              <a:t>bẻ</a:t>
            </a:r>
            <a:r>
              <a:rPr lang="en-US" sz="2800" i="1" dirty="0">
                <a:solidFill>
                  <a:srgbClr val="996600"/>
                </a:solidFill>
              </a:rPr>
              <a:t> </a:t>
            </a:r>
            <a:r>
              <a:rPr lang="en-US" sz="2800" i="1" dirty="0" err="1">
                <a:solidFill>
                  <a:srgbClr val="996600"/>
                </a:solidFill>
              </a:rPr>
              <a:t>cong</a:t>
            </a:r>
            <a:r>
              <a:rPr lang="en-US" sz="2800" i="1" dirty="0">
                <a:solidFill>
                  <a:srgbClr val="996600"/>
                </a:solidFill>
              </a:rPr>
              <a:t> </a:t>
            </a:r>
            <a:r>
              <a:rPr lang="en-US" sz="2800" i="1" dirty="0" err="1">
                <a:solidFill>
                  <a:srgbClr val="996600"/>
                </a:solidFill>
              </a:rPr>
              <a:t>khi</a:t>
            </a:r>
            <a:r>
              <a:rPr lang="en-US" sz="2800" i="1" dirty="0">
                <a:solidFill>
                  <a:srgbClr val="996600"/>
                </a:solidFill>
              </a:rPr>
              <a:t> </a:t>
            </a:r>
            <a:r>
              <a:rPr lang="en-US" sz="2800" i="1" dirty="0" err="1">
                <a:solidFill>
                  <a:srgbClr val="996600"/>
                </a:solidFill>
              </a:rPr>
              <a:t>gần</a:t>
            </a:r>
            <a:r>
              <a:rPr lang="en-US" sz="2800" i="1" dirty="0">
                <a:solidFill>
                  <a:srgbClr val="996600"/>
                </a:solidFill>
              </a:rPr>
              <a:t> </a:t>
            </a:r>
            <a:r>
              <a:rPr lang="en-US" sz="2800" i="1" dirty="0" err="1">
                <a:solidFill>
                  <a:srgbClr val="996600"/>
                </a:solidFill>
              </a:rPr>
              <a:t>quả</a:t>
            </a:r>
            <a:r>
              <a:rPr lang="en-US" sz="2800" i="1" dirty="0">
                <a:solidFill>
                  <a:srgbClr val="996600"/>
                </a:solidFill>
              </a:rPr>
              <a:t> </a:t>
            </a:r>
            <a:r>
              <a:rPr lang="en-US" sz="2800" i="1" dirty="0" err="1">
                <a:solidFill>
                  <a:srgbClr val="996600"/>
                </a:solidFill>
              </a:rPr>
              <a:t>bóng</a:t>
            </a:r>
            <a:r>
              <a:rPr lang="en-US" sz="2800" i="1" dirty="0">
                <a:solidFill>
                  <a:srgbClr val="996600"/>
                </a:solidFill>
              </a:rPr>
              <a:t> </a:t>
            </a:r>
            <a:r>
              <a:rPr lang="en-US" sz="2800" i="1" dirty="0" err="1">
                <a:solidFill>
                  <a:srgbClr val="996600"/>
                </a:solidFill>
              </a:rPr>
              <a:t>bị</a:t>
            </a:r>
            <a:r>
              <a:rPr lang="en-US" sz="2800" i="1" dirty="0">
                <a:solidFill>
                  <a:srgbClr val="996600"/>
                </a:solidFill>
              </a:rPr>
              <a:t> ma </a:t>
            </a:r>
            <a:r>
              <a:rPr lang="en-US" sz="2800" i="1" dirty="0" err="1">
                <a:solidFill>
                  <a:srgbClr val="996600"/>
                </a:solidFill>
              </a:rPr>
              <a:t>sát</a:t>
            </a:r>
            <a:r>
              <a:rPr lang="en-US" sz="2800" i="1" dirty="0">
                <a:solidFill>
                  <a:srgbClr val="996600"/>
                </a:solidFill>
              </a:rPr>
              <a:t> !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EB6A19-24E6-44CE-0D8A-D12DD92C3374}"/>
              </a:ext>
            </a:extLst>
          </p:cNvPr>
          <p:cNvSpPr txBox="1"/>
          <p:nvPr/>
        </p:nvSpPr>
        <p:spPr>
          <a:xfrm>
            <a:off x="1616279" y="5369550"/>
            <a:ext cx="8959442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solidFill>
                  <a:srgbClr val="FF0000"/>
                </a:solidFill>
              </a:rPr>
              <a:t>Lý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thuyết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về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liên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kết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hóa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học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sẽ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giúp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chúng</a:t>
            </a:r>
            <a:r>
              <a:rPr lang="en-US" sz="2800" i="1" dirty="0">
                <a:solidFill>
                  <a:srgbClr val="FF0000"/>
                </a:solidFill>
              </a:rPr>
              <a:t> ta </a:t>
            </a:r>
            <a:r>
              <a:rPr lang="en-US" sz="2800" i="1" dirty="0" err="1">
                <a:solidFill>
                  <a:srgbClr val="FF0000"/>
                </a:solidFill>
              </a:rPr>
              <a:t>giải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thích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các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hiện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tượng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xung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quanh</a:t>
            </a:r>
            <a:r>
              <a:rPr lang="en-US" sz="2800" i="1" dirty="0">
                <a:solidFill>
                  <a:srgbClr val="FF0000"/>
                </a:solidFill>
              </a:rPr>
              <a:t> ta !</a:t>
            </a:r>
          </a:p>
        </p:txBody>
      </p:sp>
      <p:pic>
        <p:nvPicPr>
          <p:cNvPr id="23" name="Picture 22" descr="Understanding Atoms II – Atomic School">
            <a:extLst>
              <a:ext uri="{FF2B5EF4-FFF2-40B4-BE49-F238E27FC236}">
                <a16:creationId xmlns:a16="http://schemas.microsoft.com/office/drawing/2014/main" id="{9980D2D4-368E-A682-7E16-BF2A536C43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451" y="295014"/>
            <a:ext cx="8503490" cy="4880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 descr="A group of boats in the water&#10;&#10;Description automatically generated with low confidence">
            <a:extLst>
              <a:ext uri="{FF2B5EF4-FFF2-40B4-BE49-F238E27FC236}">
                <a16:creationId xmlns:a16="http://schemas.microsoft.com/office/drawing/2014/main" id="{38C579CE-19A5-405B-AF18-9B555B3FBB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464" y="309026"/>
            <a:ext cx="8521578" cy="484291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FCD027C-4EC4-EEFE-9BB1-B76B2B24783A}"/>
              </a:ext>
            </a:extLst>
          </p:cNvPr>
          <p:cNvSpPr txBox="1"/>
          <p:nvPr/>
        </p:nvSpPr>
        <p:spPr>
          <a:xfrm>
            <a:off x="1574022" y="5315604"/>
            <a:ext cx="9153713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solidFill>
                  <a:srgbClr val="0000FF"/>
                </a:solidFill>
              </a:rPr>
              <a:t>Vì</a:t>
            </a:r>
            <a:r>
              <a:rPr lang="en-US" sz="2800" i="1" dirty="0">
                <a:solidFill>
                  <a:srgbClr val="0000FF"/>
                </a:solidFill>
              </a:rPr>
              <a:t> </a:t>
            </a:r>
            <a:r>
              <a:rPr lang="en-US" sz="2800" i="1" dirty="0" err="1">
                <a:solidFill>
                  <a:srgbClr val="0000FF"/>
                </a:solidFill>
              </a:rPr>
              <a:t>sao</a:t>
            </a:r>
            <a:r>
              <a:rPr lang="en-US" sz="2800" i="1" dirty="0">
                <a:solidFill>
                  <a:srgbClr val="0000FF"/>
                </a:solidFill>
              </a:rPr>
              <a:t> </a:t>
            </a:r>
            <a:r>
              <a:rPr lang="en-US" sz="2800" i="1" dirty="0" err="1">
                <a:solidFill>
                  <a:srgbClr val="0000FF"/>
                </a:solidFill>
              </a:rPr>
              <a:t>các</a:t>
            </a:r>
            <a:r>
              <a:rPr lang="en-US" sz="2800" i="1" dirty="0">
                <a:solidFill>
                  <a:srgbClr val="0000FF"/>
                </a:solidFill>
              </a:rPr>
              <a:t> con </a:t>
            </a:r>
            <a:r>
              <a:rPr lang="en-US" sz="2800" i="1" dirty="0" err="1">
                <a:solidFill>
                  <a:srgbClr val="0000FF"/>
                </a:solidFill>
              </a:rPr>
              <a:t>bọ</a:t>
            </a:r>
            <a:r>
              <a:rPr lang="en-US" sz="2800" i="1" dirty="0">
                <a:solidFill>
                  <a:srgbClr val="0000FF"/>
                </a:solidFill>
              </a:rPr>
              <a:t> </a:t>
            </a:r>
            <a:r>
              <a:rPr lang="en-US" sz="2800" i="1" dirty="0" err="1">
                <a:solidFill>
                  <a:srgbClr val="0000FF"/>
                </a:solidFill>
              </a:rPr>
              <a:t>nước</a:t>
            </a:r>
            <a:r>
              <a:rPr lang="en-US" sz="2800" i="1" dirty="0">
                <a:solidFill>
                  <a:srgbClr val="0000FF"/>
                </a:solidFill>
              </a:rPr>
              <a:t> </a:t>
            </a:r>
            <a:r>
              <a:rPr lang="en-US" sz="2800" i="1" dirty="0" err="1">
                <a:solidFill>
                  <a:srgbClr val="0000FF"/>
                </a:solidFill>
              </a:rPr>
              <a:t>có</a:t>
            </a:r>
            <a:r>
              <a:rPr lang="en-US" sz="2800" i="1" dirty="0">
                <a:solidFill>
                  <a:srgbClr val="0000FF"/>
                </a:solidFill>
              </a:rPr>
              <a:t> </a:t>
            </a:r>
            <a:r>
              <a:rPr lang="en-US" sz="2800" i="1" dirty="0" err="1">
                <a:solidFill>
                  <a:srgbClr val="0000FF"/>
                </a:solidFill>
              </a:rPr>
              <a:t>thể</a:t>
            </a:r>
            <a:r>
              <a:rPr lang="en-US" sz="2800" i="1" dirty="0">
                <a:solidFill>
                  <a:srgbClr val="0000FF"/>
                </a:solidFill>
              </a:rPr>
              <a:t> di </a:t>
            </a:r>
            <a:r>
              <a:rPr lang="en-US" sz="2800" i="1" dirty="0" err="1">
                <a:solidFill>
                  <a:srgbClr val="0000FF"/>
                </a:solidFill>
              </a:rPr>
              <a:t>chuyển</a:t>
            </a:r>
            <a:r>
              <a:rPr lang="en-US" sz="2800" i="1" dirty="0">
                <a:solidFill>
                  <a:srgbClr val="0000FF"/>
                </a:solidFill>
              </a:rPr>
              <a:t> </a:t>
            </a:r>
            <a:r>
              <a:rPr lang="en-US" sz="2800" i="1" dirty="0" err="1">
                <a:solidFill>
                  <a:srgbClr val="0000FF"/>
                </a:solidFill>
              </a:rPr>
              <a:t>trên</a:t>
            </a:r>
            <a:r>
              <a:rPr lang="en-US" sz="2800" i="1" dirty="0">
                <a:solidFill>
                  <a:srgbClr val="0000FF"/>
                </a:solidFill>
              </a:rPr>
              <a:t> </a:t>
            </a:r>
            <a:r>
              <a:rPr lang="en-US" sz="2800" i="1" dirty="0" err="1">
                <a:solidFill>
                  <a:srgbClr val="0000FF"/>
                </a:solidFill>
              </a:rPr>
              <a:t>mặt</a:t>
            </a:r>
            <a:r>
              <a:rPr lang="en-US" sz="2800" i="1" dirty="0">
                <a:solidFill>
                  <a:srgbClr val="0000FF"/>
                </a:solidFill>
              </a:rPr>
              <a:t> </a:t>
            </a:r>
            <a:r>
              <a:rPr lang="en-US" sz="2800" i="1" dirty="0" err="1">
                <a:solidFill>
                  <a:srgbClr val="0000FF"/>
                </a:solidFill>
              </a:rPr>
              <a:t>nước</a:t>
            </a:r>
            <a:r>
              <a:rPr lang="en-US" sz="2800" i="1" dirty="0">
                <a:solidFill>
                  <a:srgbClr val="0000FF"/>
                </a:solidFill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35522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1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53" presetClass="exit" presetSubtype="32" fill="hold" grpId="1" nodeType="withEffect">
                                  <p:stCondLst>
                                    <p:cond delay="150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5" dur="1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1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1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36" dur="1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1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1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1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1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1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1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1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1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1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1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3" dur="1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5" grpId="0"/>
      <p:bldP spid="15" grpId="1"/>
      <p:bldP spid="18" grpId="0"/>
      <p:bldP spid="18" grpId="1"/>
      <p:bldP spid="21" grpId="0"/>
      <p:bldP spid="21" grpId="1"/>
      <p:bldP spid="22" grpId="0"/>
      <p:bldP spid="26" grpId="0"/>
      <p:bldP spid="2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289415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Nội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" name="Rectangle 2"/>
          <p:cNvSpPr/>
          <p:nvPr/>
        </p:nvSpPr>
        <p:spPr>
          <a:xfrm>
            <a:off x="181610" y="967717"/>
            <a:ext cx="5657213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163" indent="-284163">
              <a:spcAft>
                <a:spcPts val="600"/>
              </a:spcAft>
              <a:buAutoNum type="arabicPeriod"/>
            </a:pP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hóa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học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(LKHH)</a:t>
            </a:r>
          </a:p>
          <a:p>
            <a:pPr indent="284163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Các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loại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30188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Bản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chất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̀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đặc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060105" y="1073343"/>
            <a:ext cx="5926761" cy="5649969"/>
            <a:chOff x="1788681" y="2070941"/>
            <a:chExt cx="6096000" cy="4038270"/>
          </a:xfrm>
        </p:grpSpPr>
        <p:sp>
          <p:nvSpPr>
            <p:cNvPr id="2" name="TextBox 1"/>
            <p:cNvSpPr txBox="1"/>
            <p:nvPr/>
          </p:nvSpPr>
          <p:spPr>
            <a:xfrm>
              <a:off x="1788681" y="5735244"/>
              <a:ext cx="4074391" cy="373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6. </a:t>
              </a:r>
              <a:r>
                <a:rPr lang="en-US" sz="28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Liên</a:t>
              </a:r>
              <a:r>
                <a:rPr lang="en-US" sz="28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kết</a:t>
              </a:r>
              <a:r>
                <a:rPr lang="en-US" sz="28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Van Der Wall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788681" y="2070941"/>
              <a:ext cx="6096000" cy="233179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en-US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Liên</a:t>
              </a:r>
              <a:r>
                <a:rPr lang="en-US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kết</a:t>
              </a:r>
              <a:r>
                <a:rPr lang="en-US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cộng</a:t>
              </a:r>
              <a:r>
                <a:rPr lang="en-US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hóa</a:t>
              </a:r>
              <a:r>
                <a:rPr lang="en-US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trị</a:t>
              </a:r>
            </a:p>
            <a:p>
              <a:pPr indent="346075"/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2.1.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Thuyết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cộng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hóa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trị (VB)</a:t>
              </a:r>
            </a:p>
            <a:p>
              <a:pPr indent="346075"/>
              <a:r>
                <a:rPr lang="en-US" sz="2800" i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2.1.1. </a:t>
              </a:r>
              <a:r>
                <a:rPr lang="en-US" sz="2800" i="1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Các</a:t>
              </a:r>
              <a:r>
                <a:rPr lang="en-US" sz="2800" i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khái</a:t>
              </a:r>
              <a:r>
                <a:rPr lang="en-US" sz="2800" i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niệm</a:t>
              </a:r>
              <a:endParaRPr lang="en-US" sz="2800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346075"/>
              <a:r>
                <a:rPr lang="en-US" sz="2800" i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2.1.2. </a:t>
              </a:r>
              <a:r>
                <a:rPr lang="en-US" sz="2800" i="1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Các</a:t>
              </a:r>
              <a:r>
                <a:rPr lang="en-US" sz="2800" i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kiểu</a:t>
              </a:r>
              <a:r>
                <a:rPr lang="en-US" sz="2800" i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liên</a:t>
              </a:r>
              <a:r>
                <a:rPr lang="en-US" sz="2800" i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kết</a:t>
              </a:r>
              <a:endParaRPr lang="en-US" sz="2800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346075"/>
              <a:r>
                <a:rPr lang="en-US" sz="2800" i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2.1.3. </a:t>
              </a:r>
              <a:r>
                <a:rPr lang="en-US" sz="2800" i="1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Tính</a:t>
              </a:r>
              <a:r>
                <a:rPr lang="en-US" sz="2800" i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chất</a:t>
              </a:r>
              <a:endParaRPr lang="en-US" sz="2800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346075"/>
              <a:r>
                <a:rPr lang="en-US" sz="2800" i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2.1.4. Orbital </a:t>
              </a:r>
              <a:r>
                <a:rPr lang="en-US" sz="2800" i="1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lai</a:t>
              </a:r>
              <a:r>
                <a:rPr lang="en-US" sz="2800" i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hóa</a:t>
              </a:r>
              <a:endParaRPr lang="en-US" sz="2800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346075"/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2.2.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Thuyết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oribital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tư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̉ (MO)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788681" y="4413973"/>
              <a:ext cx="2447115" cy="373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Liên</a:t>
              </a:r>
              <a:r>
                <a:rPr lang="en-US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kết</a:t>
              </a:r>
              <a:r>
                <a:rPr lang="en-US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ion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788681" y="4854668"/>
              <a:ext cx="3236878" cy="373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en-US" sz="2800" b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Liên</a:t>
              </a:r>
              <a:r>
                <a:rPr lang="en-US" sz="28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kết</a:t>
              </a:r>
              <a:r>
                <a:rPr lang="en-US" sz="28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kim</a:t>
              </a:r>
              <a:r>
                <a:rPr lang="en-US" sz="28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loại</a:t>
              </a:r>
              <a:endParaRPr lang="en-US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825698" y="5295363"/>
              <a:ext cx="2892219" cy="373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5. </a:t>
              </a:r>
              <a:r>
                <a:rPr lang="en-US" sz="28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Liên</a:t>
              </a:r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kết</a:t>
              </a:r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hydro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4660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hóa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học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(LKHH)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107331" y="1905953"/>
            <a:ext cx="1447060" cy="967666"/>
            <a:chOff x="372862" y="2361460"/>
            <a:chExt cx="1447060" cy="967666"/>
          </a:xfrm>
        </p:grpSpPr>
        <p:sp>
          <p:nvSpPr>
            <p:cNvPr id="20" name="Oval 19"/>
            <p:cNvSpPr/>
            <p:nvPr/>
          </p:nvSpPr>
          <p:spPr>
            <a:xfrm>
              <a:off x="372862" y="2361460"/>
              <a:ext cx="1447060" cy="967666"/>
            </a:xfrm>
            <a:prstGeom prst="ellipse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989863" y="2747638"/>
              <a:ext cx="186431" cy="1953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195961" y="1905952"/>
            <a:ext cx="1447060" cy="967666"/>
            <a:chOff x="372862" y="2361460"/>
            <a:chExt cx="1447060" cy="967666"/>
          </a:xfrm>
        </p:grpSpPr>
        <p:sp>
          <p:nvSpPr>
            <p:cNvPr id="23" name="Oval 22"/>
            <p:cNvSpPr/>
            <p:nvPr/>
          </p:nvSpPr>
          <p:spPr>
            <a:xfrm>
              <a:off x="372862" y="2361460"/>
              <a:ext cx="1447060" cy="967666"/>
            </a:xfrm>
            <a:prstGeom prst="ellipse">
              <a:avLst/>
            </a:prstGeom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989863" y="2747638"/>
              <a:ext cx="186431" cy="195309"/>
            </a:xfrm>
            <a:prstGeom prst="ellipse">
              <a:avLst/>
            </a:prstGeom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276854" y="2969125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Ng/</a:t>
            </a:r>
            <a:r>
              <a:rPr lang="en-US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̉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5804" y="2996309"/>
            <a:ext cx="10150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Ng/</a:t>
            </a:r>
            <a:r>
              <a:rPr lang="en-US" sz="20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̉ 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093080" y="2266310"/>
            <a:ext cx="452761" cy="3036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CD1A03-6D44-9BF7-CB85-7CC21FE9316F}"/>
              </a:ext>
            </a:extLst>
          </p:cNvPr>
          <p:cNvGrpSpPr/>
          <p:nvPr/>
        </p:nvGrpSpPr>
        <p:grpSpPr>
          <a:xfrm>
            <a:off x="6080722" y="1905952"/>
            <a:ext cx="2653526" cy="1463283"/>
            <a:chOff x="6080722" y="1905952"/>
            <a:chExt cx="2653526" cy="1463283"/>
          </a:xfrm>
        </p:grpSpPr>
        <p:grpSp>
          <p:nvGrpSpPr>
            <p:cNvPr id="29" name="Group 28"/>
            <p:cNvGrpSpPr/>
            <p:nvPr/>
          </p:nvGrpSpPr>
          <p:grpSpPr>
            <a:xfrm>
              <a:off x="7287188" y="1905952"/>
              <a:ext cx="1447060" cy="967666"/>
              <a:chOff x="372862" y="2361460"/>
              <a:chExt cx="1447060" cy="967666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372862" y="2361460"/>
                <a:ext cx="1447060" cy="967666"/>
              </a:xfrm>
              <a:prstGeom prst="ellipse">
                <a:avLst/>
              </a:prstGeom>
              <a:ln w="28575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989863" y="2747638"/>
                <a:ext cx="186431" cy="195309"/>
              </a:xfrm>
              <a:prstGeom prst="ellipse">
                <a:avLst/>
              </a:prstGeom>
              <a:ln w="28575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6080722" y="1905952"/>
              <a:ext cx="1447060" cy="967666"/>
              <a:chOff x="372862" y="2361460"/>
              <a:chExt cx="1447060" cy="967666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372862" y="2361460"/>
                <a:ext cx="1447060" cy="967666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989863" y="2747638"/>
                <a:ext cx="186431" cy="19530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6448729" y="2969125"/>
              <a:ext cx="12426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</a:t>
              </a:r>
              <a:r>
                <a:rPr lang="en-US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sz="20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tư</a:t>
              </a:r>
              <a:r>
                <a:rPr lang="en-US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̉ A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sz="2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Arrow Connector 34"/>
            <p:cNvCxnSpPr>
              <a:stCxn id="28" idx="6"/>
            </p:cNvCxnSpPr>
            <p:nvPr/>
          </p:nvCxnSpPr>
          <p:spPr>
            <a:xfrm flipV="1">
              <a:off x="6884154" y="2389784"/>
              <a:ext cx="253493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H="1" flipV="1">
              <a:off x="7573044" y="2643779"/>
              <a:ext cx="299137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0" name="Arc 39"/>
            <p:cNvSpPr/>
            <p:nvPr/>
          </p:nvSpPr>
          <p:spPr>
            <a:xfrm rot="13591816">
              <a:off x="7265016" y="2102431"/>
              <a:ext cx="657068" cy="646744"/>
            </a:xfrm>
            <a:prstGeom prst="arc">
              <a:avLst>
                <a:gd name="adj1" fmla="val 15244181"/>
                <a:gd name="adj2" fmla="val 764808"/>
              </a:avLst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7260561" y="2165355"/>
            <a:ext cx="284125" cy="455202"/>
            <a:chOff x="7260561" y="2419350"/>
            <a:chExt cx="284125" cy="455202"/>
          </a:xfrm>
        </p:grpSpPr>
        <p:cxnSp>
          <p:nvCxnSpPr>
            <p:cNvPr id="42" name="Straight Connector 41"/>
            <p:cNvCxnSpPr/>
            <p:nvPr/>
          </p:nvCxnSpPr>
          <p:spPr>
            <a:xfrm flipH="1">
              <a:off x="7260562" y="2419350"/>
              <a:ext cx="211801" cy="17383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7260561" y="2485615"/>
              <a:ext cx="246783" cy="1988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7287188" y="2551880"/>
              <a:ext cx="246784" cy="1988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7305675" y="2634815"/>
              <a:ext cx="239011" cy="1890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7347064" y="2736594"/>
              <a:ext cx="180718" cy="1379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Straight Arrow Connector 56"/>
          <p:cNvCxnSpPr/>
          <p:nvPr/>
        </p:nvCxnSpPr>
        <p:spPr>
          <a:xfrm>
            <a:off x="7407485" y="1729226"/>
            <a:ext cx="0" cy="537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379473" y="1402822"/>
            <a:ext cx="3621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Miền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hay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vùng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phu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28" y="76211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LKHH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30490" y="3545767"/>
            <a:ext cx="11756376" cy="2646834"/>
            <a:chOff x="141714" y="2626978"/>
            <a:chExt cx="10906097" cy="2646834"/>
          </a:xfrm>
        </p:grpSpPr>
        <p:sp>
          <p:nvSpPr>
            <p:cNvPr id="41" name="矩形 4">
              <a:extLst>
                <a:ext uri="{FF2B5EF4-FFF2-40B4-BE49-F238E27FC236}">
                  <a16:creationId xmlns:a16="http://schemas.microsoft.com/office/drawing/2014/main" id="{4142352F-FC7E-4B9F-9637-BBAFCD43BF79}"/>
                </a:ext>
              </a:extLst>
            </p:cNvPr>
            <p:cNvSpPr/>
            <p:nvPr/>
          </p:nvSpPr>
          <p:spPr>
            <a:xfrm>
              <a:off x="141714" y="2626978"/>
              <a:ext cx="41516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altLang="zh-TW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Bản</a:t>
              </a:r>
              <a:r>
                <a:rPr lang="en-US" altLang="zh-TW" sz="2400" b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chất</a:t>
              </a:r>
              <a:r>
                <a:rPr lang="en-US" altLang="zh-TW" sz="2400" b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LKHH 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/>
                <p:cNvSpPr/>
                <p:nvPr/>
              </p:nvSpPr>
              <p:spPr>
                <a:xfrm>
                  <a:off x="661253" y="3033563"/>
                  <a:ext cx="6545661" cy="120032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-285750" algn="just">
                    <a:lnSpc>
                      <a:spcPct val="150000"/>
                    </a:lnSpc>
                    <a:spcAft>
                      <a:spcPts val="600"/>
                    </a:spcAft>
                    <a:buFont typeface="Wingdings" pitchFamily="2" charset="2"/>
                    <a:buChar char="§"/>
                  </a:pP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Các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liên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kết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hoá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học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đều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có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b="1" i="1" u="sng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bản</a:t>
                  </a:r>
                  <a:r>
                    <a:rPr lang="en-US" sz="2400" b="1" i="1" u="sng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b="1" i="1" u="sng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chất</a:t>
                  </a:r>
                  <a:r>
                    <a:rPr lang="en-US" sz="2400" b="1" i="1" u="sng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b="1" i="1" u="sng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điện</a:t>
                  </a:r>
                  <a:r>
                    <a:rPr lang="en-US" sz="2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(e</a:t>
                  </a:r>
                  <a:r>
                    <a:rPr lang="en-US" sz="2400" baseline="30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 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↔</m:t>
                      </m:r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p</a:t>
                  </a:r>
                  <a:r>
                    <a:rPr lang="en-US" sz="2400" baseline="30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); </a:t>
                  </a:r>
                </a:p>
              </p:txBody>
            </p:sp>
          </mc:Choice>
          <mc:Fallback xmlns="">
            <p:sp>
              <p:nvSpPr>
                <p:cNvPr id="43" name="Rectangle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253" y="3033563"/>
                  <a:ext cx="6545661" cy="120032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210" r="-6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73330A5-80CE-AA71-4ACA-764647DFCAE0}"/>
                </a:ext>
              </a:extLst>
            </p:cNvPr>
            <p:cNvSpPr/>
            <p:nvPr/>
          </p:nvSpPr>
          <p:spPr>
            <a:xfrm>
              <a:off x="661253" y="3556364"/>
              <a:ext cx="9707864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spcAft>
                  <a:spcPts val="600"/>
                </a:spcAft>
                <a:buFont typeface="Wingdings" pitchFamily="2" charset="2"/>
                <a:buChar char="§"/>
              </a:pP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tương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tác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hoá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học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chỉ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ác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electron 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hoá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trị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tham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thực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hiện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LKHH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672599A-BAB3-E11F-0CDA-5A367807A169}"/>
                </a:ext>
              </a:extLst>
            </p:cNvPr>
            <p:cNvSpPr/>
            <p:nvPr/>
          </p:nvSpPr>
          <p:spPr>
            <a:xfrm>
              <a:off x="640012" y="4073483"/>
              <a:ext cx="10407799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spcAft>
                  <a:spcPts val="600"/>
                </a:spcAft>
                <a:buFont typeface="Wingdings" pitchFamily="2" charset="2"/>
                <a:buChar char="§"/>
              </a:pP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nhóm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chính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US" sz="2400" b="1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họ</a:t>
              </a:r>
              <a:r>
                <a:rPr lang="en-US" sz="24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 &amp;</a:t>
              </a:r>
              <a:r>
                <a: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</a:t>
              </a:r>
              <a:r>
                <a:rPr lang="en-US" sz="2400" b="1" i="1" u="sng" baseline="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hoá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trị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thứ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tự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nhóm</a:t>
              </a:r>
              <a:r>
                <a: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Trừ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He)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2B947E3A-FBA1-09F5-4B8B-76D578651586}"/>
              </a:ext>
            </a:extLst>
          </p:cNvPr>
          <p:cNvSpPr/>
          <p:nvPr/>
        </p:nvSpPr>
        <p:spPr>
          <a:xfrm>
            <a:off x="230490" y="5684759"/>
            <a:ext cx="11541839" cy="11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Theo </a:t>
            </a:r>
            <a:r>
              <a:rPr lang="en-US" sz="2400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400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4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400" b="1" i="1" u="sng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66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2" grpId="0"/>
      <p:bldP spid="8" grpId="0" animBg="1"/>
      <p:bldP spid="59" grpId="0"/>
      <p:bldP spid="39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7B7F28-9CF2-3222-D872-C618B1A7EAF4}"/>
              </a:ext>
            </a:extLst>
          </p:cNvPr>
          <p:cNvSpPr/>
          <p:nvPr/>
        </p:nvSpPr>
        <p:spPr>
          <a:xfrm>
            <a:off x="274593" y="943807"/>
            <a:ext cx="117351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Dựa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vào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cách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phu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̉ e</a:t>
            </a:r>
            <a:r>
              <a:rPr lang="en-US" altLang="en-US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dạng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LKHH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chính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5FAFF8-B841-5243-3A13-53041205286A}"/>
              </a:ext>
            </a:extLst>
          </p:cNvPr>
          <p:cNvGrpSpPr/>
          <p:nvPr/>
        </p:nvGrpSpPr>
        <p:grpSpPr>
          <a:xfrm>
            <a:off x="466566" y="1810602"/>
            <a:ext cx="11543197" cy="2930031"/>
            <a:chOff x="466566" y="1810602"/>
            <a:chExt cx="11543197" cy="2930031"/>
          </a:xfrm>
        </p:grpSpPr>
        <p:sp>
          <p:nvSpPr>
            <p:cNvPr id="2" name="Rectangle 1"/>
            <p:cNvSpPr/>
            <p:nvPr/>
          </p:nvSpPr>
          <p:spPr>
            <a:xfrm>
              <a:off x="4528564" y="1917008"/>
              <a:ext cx="421758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buFontTx/>
                <a:buNone/>
              </a:pPr>
              <a:r>
                <a:rPr lang="en-US" altLang="en-US" sz="28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 </a:t>
              </a:r>
              <a:r>
                <a:rPr lang="en-US" altLang="en-US" sz="2800" b="1" u="sng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Liên</a:t>
              </a:r>
              <a:r>
                <a:rPr lang="en-US" altLang="en-US" sz="2800" b="1" u="sng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b="1" u="sng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kết</a:t>
              </a:r>
              <a:r>
                <a:rPr lang="en-US" altLang="en-US" sz="2800" b="1" u="sng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b="1" u="sng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cộng</a:t>
              </a:r>
              <a:r>
                <a:rPr lang="en-US" altLang="en-US" sz="2800" b="1" u="sng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b="1" u="sng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hóa</a:t>
              </a:r>
              <a:r>
                <a:rPr lang="en-US" altLang="en-US" sz="2800" b="1" u="sng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trị</a:t>
              </a:r>
              <a:endParaRPr lang="en-US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528564" y="2950798"/>
              <a:ext cx="293231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buFontTx/>
                <a:buNone/>
              </a:pPr>
              <a:r>
                <a:rPr lang="en-US" altLang="en-US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 </a:t>
              </a:r>
              <a:r>
                <a:rPr lang="en-US" altLang="en-US" sz="2800" b="1" u="sng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Liên</a:t>
              </a:r>
              <a:r>
                <a:rPr lang="en-US" altLang="en-US" sz="2800" b="1" u="sng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b="1" u="sng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kết</a:t>
              </a:r>
              <a:r>
                <a:rPr lang="en-US" altLang="en-US" sz="2800" b="1" u="sng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ion</a:t>
              </a:r>
              <a:endParaRPr lang="en-US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66566" y="2750345"/>
              <a:ext cx="3130986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Liên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kết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nội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tử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Liên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kết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mạnh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528564" y="4048088"/>
              <a:ext cx="349280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buFontTx/>
                <a:buNone/>
              </a:pPr>
              <a:r>
                <a:rPr lang="en-US" altLang="en-US" sz="2800" b="1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3. </a:t>
              </a:r>
              <a:r>
                <a:rPr lang="en-US" altLang="en-US" sz="2800" b="1" u="sng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Liên</a:t>
              </a:r>
              <a:r>
                <a:rPr lang="en-US" altLang="en-US" sz="2800" b="1" u="sng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b="1" u="sng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kết</a:t>
              </a:r>
              <a:r>
                <a:rPr lang="en-US" altLang="en-US" sz="2800" b="1" u="sng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b="1" u="sng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kim</a:t>
              </a:r>
              <a:r>
                <a:rPr lang="en-US" altLang="en-US" sz="2800" b="1" u="sng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b="1" u="sng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loại</a:t>
              </a:r>
              <a:endParaRPr lang="en-US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Left Brace 5"/>
            <p:cNvSpPr/>
            <p:nvPr/>
          </p:nvSpPr>
          <p:spPr>
            <a:xfrm>
              <a:off x="4044789" y="2044700"/>
              <a:ext cx="336711" cy="248850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27952" y="1810602"/>
              <a:ext cx="3381811" cy="73152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60880" y="2947363"/>
              <a:ext cx="3390537" cy="73152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53080" y="3917673"/>
              <a:ext cx="1623975" cy="82296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898530-A077-6D2E-3DFF-7BCD01E6B7B7}"/>
              </a:ext>
            </a:extLst>
          </p:cNvPr>
          <p:cNvGrpSpPr/>
          <p:nvPr/>
        </p:nvGrpSpPr>
        <p:grpSpPr>
          <a:xfrm>
            <a:off x="401551" y="4829523"/>
            <a:ext cx="10821686" cy="2028477"/>
            <a:chOff x="401551" y="4829523"/>
            <a:chExt cx="10821686" cy="2028477"/>
          </a:xfrm>
        </p:grpSpPr>
        <p:sp>
          <p:nvSpPr>
            <p:cNvPr id="15" name="Rectangle 14"/>
            <p:cNvSpPr/>
            <p:nvPr/>
          </p:nvSpPr>
          <p:spPr>
            <a:xfrm>
              <a:off x="4528564" y="5043778"/>
              <a:ext cx="324981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buFontTx/>
                <a:buNone/>
              </a:pPr>
              <a:r>
                <a:rPr lang="en-US" altLang="en-US" sz="28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4. </a:t>
              </a:r>
              <a:r>
                <a:rPr lang="en-US" altLang="en-US" sz="2800" b="1" u="sng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Liên</a:t>
              </a:r>
              <a:r>
                <a:rPr lang="en-US" altLang="en-US" sz="2800" b="1" u="sng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b="1" u="sng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kết</a:t>
              </a:r>
              <a:r>
                <a:rPr lang="en-US" altLang="en-US" sz="2800" b="1" u="sng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hydro</a:t>
              </a:r>
              <a:endParaRPr lang="en-US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528563" y="6217268"/>
              <a:ext cx="458841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buFontTx/>
                <a:buNone/>
              </a:pPr>
              <a:r>
                <a:rPr lang="en-US" altLang="en-US" sz="2800" b="1" dirty="0">
                  <a:solidFill>
                    <a:srgbClr val="A27B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5. </a:t>
              </a:r>
              <a:r>
                <a:rPr lang="en-US" altLang="en-US" sz="2800" b="1" u="sng" dirty="0" err="1">
                  <a:solidFill>
                    <a:srgbClr val="A27B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Liên</a:t>
              </a:r>
              <a:r>
                <a:rPr lang="en-US" altLang="en-US" sz="2800" b="1" u="sng" dirty="0">
                  <a:solidFill>
                    <a:srgbClr val="A27B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b="1" u="sng" dirty="0" err="1">
                  <a:solidFill>
                    <a:srgbClr val="A27B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kết</a:t>
              </a:r>
              <a:r>
                <a:rPr lang="en-US" altLang="en-US" sz="2800" b="1" u="sng" dirty="0">
                  <a:solidFill>
                    <a:srgbClr val="A27B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Van Der Waals</a:t>
              </a:r>
              <a:endParaRPr lang="en-US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01551" y="5305388"/>
              <a:ext cx="3222357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Liên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kết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liên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tử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Liên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kết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yếu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8" name="Left Brace 17"/>
            <p:cNvSpPr/>
            <p:nvPr/>
          </p:nvSpPr>
          <p:spPr>
            <a:xfrm>
              <a:off x="4044788" y="5107397"/>
              <a:ext cx="336711" cy="14732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40675" y="4829523"/>
              <a:ext cx="2305050" cy="1123950"/>
            </a:xfrm>
            <a:prstGeom prst="rect">
              <a:avLst/>
            </a:prstGeom>
          </p:spPr>
        </p:pic>
        <p:pic>
          <p:nvPicPr>
            <p:cNvPr id="22" name="Picture 16" descr="https://files.askiitians.com/cdn1/images/20171211-15712222-4599-dipole-%e2%80%93-dipole-interactions.png">
              <a:extLst>
                <a:ext uri="{FF2B5EF4-FFF2-40B4-BE49-F238E27FC236}">
                  <a16:creationId xmlns:a16="http://schemas.microsoft.com/office/drawing/2014/main" id="{EA013236-1886-36A1-D188-0CEE723D17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14476" y="6149130"/>
              <a:ext cx="1808761" cy="7088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hóa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học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(LKHH)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49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Đặc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hóa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học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D07F2A1-9E15-1B65-6884-6BFC7349A1F2}"/>
              </a:ext>
            </a:extLst>
          </p:cNvPr>
          <p:cNvGrpSpPr/>
          <p:nvPr/>
        </p:nvGrpSpPr>
        <p:grpSpPr>
          <a:xfrm>
            <a:off x="637375" y="1017122"/>
            <a:ext cx="8551466" cy="1648606"/>
            <a:chOff x="-224743" y="721874"/>
            <a:chExt cx="8551466" cy="1648606"/>
          </a:xfrm>
        </p:grpSpPr>
        <p:sp>
          <p:nvSpPr>
            <p:cNvPr id="25" name="矩形 4">
              <a:extLst>
                <a:ext uri="{FF2B5EF4-FFF2-40B4-BE49-F238E27FC236}">
                  <a16:creationId xmlns:a16="http://schemas.microsoft.com/office/drawing/2014/main" id="{4142352F-FC7E-4B9F-9637-BBAFCD43BF79}"/>
                </a:ext>
              </a:extLst>
            </p:cNvPr>
            <p:cNvSpPr/>
            <p:nvPr/>
          </p:nvSpPr>
          <p:spPr>
            <a:xfrm>
              <a:off x="-224743" y="1306352"/>
              <a:ext cx="4761761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altLang="zh-TW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Các</a:t>
              </a:r>
              <a:r>
                <a:rPr lang="en-US" altLang="zh-TW" sz="2800" b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đặc</a:t>
              </a:r>
              <a:r>
                <a:rPr lang="en-US" altLang="zh-TW" sz="2800" b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trưng</a:t>
              </a:r>
              <a:r>
                <a:rPr lang="en-US" altLang="zh-TW" sz="2800" b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của</a:t>
              </a:r>
              <a:r>
                <a:rPr lang="en-US" altLang="zh-TW" sz="2800" b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LKHH</a:t>
              </a:r>
              <a:r>
                <a:rPr lang="en-US" altLang="zh-TW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:</a:t>
              </a:r>
              <a:endPara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4849288-C310-3EF0-B072-291BF14BA2E1}"/>
                </a:ext>
              </a:extLst>
            </p:cNvPr>
            <p:cNvSpPr/>
            <p:nvPr/>
          </p:nvSpPr>
          <p:spPr>
            <a:xfrm>
              <a:off x="5033834" y="721874"/>
              <a:ext cx="240963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8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Độ</a:t>
              </a:r>
              <a:r>
                <a:rPr lang="en-US" altLang="zh-TW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dài</a:t>
              </a:r>
              <a:r>
                <a:rPr lang="en-US" altLang="zh-TW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liên</a:t>
              </a:r>
              <a:r>
                <a:rPr lang="en-US" altLang="zh-TW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kết</a:t>
              </a:r>
              <a:endParaRPr lang="x-none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80892DA-92BA-0089-C6AB-05AEA39E99D2}"/>
                </a:ext>
              </a:extLst>
            </p:cNvPr>
            <p:cNvSpPr/>
            <p:nvPr/>
          </p:nvSpPr>
          <p:spPr>
            <a:xfrm>
              <a:off x="5033834" y="1847260"/>
              <a:ext cx="329288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Năng</a:t>
              </a:r>
              <a:r>
                <a:rPr lang="en-US" altLang="zh-TW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lượng</a:t>
              </a:r>
              <a:r>
                <a:rPr lang="en-US" altLang="zh-TW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liên</a:t>
              </a:r>
              <a:r>
                <a:rPr lang="en-US" altLang="zh-TW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kết</a:t>
              </a:r>
              <a:r>
                <a:rPr lang="en-US" altLang="zh-TW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endParaRPr lang="x-none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9CEBD96-B77D-6D6E-B4AE-5E1DD8A8C9AE}"/>
                </a:ext>
              </a:extLst>
            </p:cNvPr>
            <p:cNvCxnSpPr>
              <a:cxnSpLocks/>
              <a:endCxn id="27" idx="1"/>
            </p:cNvCxnSpPr>
            <p:nvPr/>
          </p:nvCxnSpPr>
          <p:spPr>
            <a:xfrm flipV="1">
              <a:off x="4537018" y="983484"/>
              <a:ext cx="496816" cy="6070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ED801B8-0930-2CC6-959F-525BE113B95E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4537018" y="1590486"/>
              <a:ext cx="496816" cy="5183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5462552-7113-16AA-916C-5AB0911A9373}"/>
                </a:ext>
              </a:extLst>
            </p:cNvPr>
            <p:cNvSpPr/>
            <p:nvPr/>
          </p:nvSpPr>
          <p:spPr>
            <a:xfrm>
              <a:off x="5129328" y="1317431"/>
              <a:ext cx="210826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8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Góc</a:t>
              </a:r>
              <a:r>
                <a:rPr lang="en-US" altLang="zh-TW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liên</a:t>
              </a:r>
              <a:r>
                <a:rPr lang="en-US" altLang="zh-TW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kết</a:t>
              </a:r>
              <a:r>
                <a:rPr lang="en-US" altLang="zh-TW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endParaRPr lang="x-none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A8C2E45-D137-F4F9-4CDA-E511680D7BB7}"/>
                </a:ext>
              </a:extLst>
            </p:cNvPr>
            <p:cNvCxnSpPr>
              <a:cxnSpLocks/>
            </p:cNvCxnSpPr>
            <p:nvPr/>
          </p:nvCxnSpPr>
          <p:spPr>
            <a:xfrm>
              <a:off x="4537018" y="1583931"/>
              <a:ext cx="4968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098BDC86-2E0E-1986-B831-C743079959AB}"/>
              </a:ext>
            </a:extLst>
          </p:cNvPr>
          <p:cNvSpPr/>
          <p:nvPr/>
        </p:nvSpPr>
        <p:spPr>
          <a:xfrm>
            <a:off x="626389" y="2789521"/>
            <a:ext cx="111235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Độ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dài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khoảng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cách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giữa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2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hạt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ng/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tương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tác</a:t>
            </a:r>
            <a:endParaRPr lang="x-none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2C7F56A-8AD4-54F8-2AE0-FD98A823D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976" y="4675599"/>
            <a:ext cx="2796465" cy="82506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151680" y="5044596"/>
            <a:ext cx="8128632" cy="1675904"/>
            <a:chOff x="1492207" y="3073133"/>
            <a:chExt cx="8128632" cy="167590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A43ED77-8BBD-CA81-88FB-D505BE30F729}"/>
                </a:ext>
              </a:extLst>
            </p:cNvPr>
            <p:cNvSpPr/>
            <p:nvPr/>
          </p:nvSpPr>
          <p:spPr>
            <a:xfrm>
              <a:off x="1492207" y="3527175"/>
              <a:ext cx="390807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Độ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dài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liên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kết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thay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đổi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có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quy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luật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&amp;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phụ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thuộc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:</a:t>
              </a:r>
              <a:endPara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EB4C87D-1A51-B655-F3A0-D2D2CC617A89}"/>
                    </a:ext>
                  </a:extLst>
                </p:cNvPr>
                <p:cNvSpPr/>
                <p:nvPr/>
              </p:nvSpPr>
              <p:spPr>
                <a:xfrm>
                  <a:off x="5848263" y="3073133"/>
                  <a:ext cx="346120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800" b="1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Bản </a:t>
                  </a:r>
                  <a:r>
                    <a:rPr lang="en-US" sz="2800" b="1" dirty="0" err="1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chất</a:t>
                  </a:r>
                  <a:r>
                    <a:rPr lang="en-US" sz="2800" b="1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ng/</a:t>
                  </a:r>
                  <a:r>
                    <a:rPr lang="en-US" sz="2800" b="1" dirty="0" err="1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tử</a:t>
                  </a:r>
                  <a:r>
                    <a:rPr lang="en-US" sz="2800" b="1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(R, </a:t>
                  </a:r>
                  <a14:m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Permanent Marker"/>
                        </a:rPr>
                        <m:t>𝝌</m:t>
                      </m:r>
                    </m:oMath>
                  </a14:m>
                  <a:r>
                    <a:rPr lang="x-none" sz="2800" b="1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AEB4C87D-1A51-B655-F3A0-D2D2CC617A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8263" y="3073133"/>
                  <a:ext cx="2725426" cy="40011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232" t="-10769" r="-1116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F22BAB9-6F5B-F811-C2EB-DC552C1186F8}"/>
                </a:ext>
              </a:extLst>
            </p:cNvPr>
            <p:cNvSpPr/>
            <p:nvPr/>
          </p:nvSpPr>
          <p:spPr>
            <a:xfrm>
              <a:off x="5843843" y="4225817"/>
              <a:ext cx="377699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Kiểu</a:t>
              </a:r>
              <a:r>
                <a:rPr lang="en-US" sz="28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L/K (</a:t>
              </a:r>
              <a:r>
                <a:rPr lang="en-US" sz="2800" b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đơn</a:t>
              </a:r>
              <a:r>
                <a:rPr lang="en-US" sz="28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, </a:t>
              </a:r>
              <a:r>
                <a:rPr lang="en-US" sz="2800" b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đôi</a:t>
              </a:r>
              <a:r>
                <a:rPr lang="en-US" sz="28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, </a:t>
              </a:r>
              <a:r>
                <a:rPr lang="en-US" sz="2800" b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ba</a:t>
              </a:r>
              <a:r>
                <a:rPr lang="x-none" sz="28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3" name="Left Brace 42">
              <a:extLst>
                <a:ext uri="{FF2B5EF4-FFF2-40B4-BE49-F238E27FC236}">
                  <a16:creationId xmlns:a16="http://schemas.microsoft.com/office/drawing/2014/main" id="{B9F5916C-6360-FCCC-E016-B8E3DD5E52B2}"/>
                </a:ext>
              </a:extLst>
            </p:cNvPr>
            <p:cNvSpPr/>
            <p:nvPr/>
          </p:nvSpPr>
          <p:spPr>
            <a:xfrm>
              <a:off x="5479350" y="3357320"/>
              <a:ext cx="288000" cy="1116704"/>
            </a:xfrm>
            <a:prstGeom prst="leftBrace">
              <a:avLst/>
            </a:prstGeom>
            <a:ln w="19050"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x-none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4" name="Picture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9836" y="3674963"/>
            <a:ext cx="2019300" cy="1057275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672" y="3438599"/>
            <a:ext cx="1427647" cy="128689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4772" y="5785535"/>
            <a:ext cx="2701197" cy="97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4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Đặc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hóa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học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F82DDE1-85AF-DD43-0620-F4EA80BDB2AA}"/>
              </a:ext>
            </a:extLst>
          </p:cNvPr>
          <p:cNvSpPr/>
          <p:nvPr/>
        </p:nvSpPr>
        <p:spPr>
          <a:xfrm>
            <a:off x="278229" y="1000981"/>
            <a:ext cx="115282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v"/>
            </a:pP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cần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tiêu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tốn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để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phá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hủy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thành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/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ở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thể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khí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94217" y="2152089"/>
            <a:ext cx="50207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A-B</a:t>
            </a:r>
            <a:r>
              <a:rPr 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(J)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</a:t>
            </a:r>
            <a:r>
              <a:rPr 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</a:t>
            </a:r>
            <a:r>
              <a:rPr 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799174"/>
              </p:ext>
            </p:extLst>
          </p:nvPr>
        </p:nvGraphicFramePr>
        <p:xfrm>
          <a:off x="7296457" y="3262739"/>
          <a:ext cx="4590743" cy="1832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1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Kiểu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liên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lk</a:t>
                      </a:r>
                      <a:r>
                        <a:rPr lang="en-US" sz="20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(Å)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20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lk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(KJ/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mol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1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1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C=C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1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C≡C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3F82DDE1-85AF-DD43-0620-F4EA80BDB2AA}"/>
              </a:ext>
            </a:extLst>
          </p:cNvPr>
          <p:cNvSpPr/>
          <p:nvPr/>
        </p:nvSpPr>
        <p:spPr>
          <a:xfrm>
            <a:off x="1928391" y="5541372"/>
            <a:ext cx="7878007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just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☞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Nhận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xét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“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Bâc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↑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→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</a:t>
            </a:r>
            <a:r>
              <a:rPr lang="en-US" altLang="zh-TW" sz="28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lk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↓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→ E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lk 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↑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”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BF6F59-60F6-1C78-23B2-B02E5F63B14B}"/>
              </a:ext>
            </a:extLst>
          </p:cNvPr>
          <p:cNvGrpSpPr/>
          <p:nvPr/>
        </p:nvGrpSpPr>
        <p:grpSpPr>
          <a:xfrm>
            <a:off x="771155" y="3098512"/>
            <a:ext cx="5762184" cy="2087836"/>
            <a:chOff x="771155" y="3098512"/>
            <a:chExt cx="5762184" cy="208783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A43ED77-8BBD-CA81-88FB-D505BE30F729}"/>
                </a:ext>
              </a:extLst>
            </p:cNvPr>
            <p:cNvSpPr/>
            <p:nvPr/>
          </p:nvSpPr>
          <p:spPr>
            <a:xfrm>
              <a:off x="771155" y="3536957"/>
              <a:ext cx="282306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Năng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lượng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liên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kết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phụ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thuộc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:</a:t>
              </a:r>
              <a:endPara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EB4C87D-1A51-B655-F3A0-D2D2CC617A89}"/>
                </a:ext>
              </a:extLst>
            </p:cNvPr>
            <p:cNvSpPr/>
            <p:nvPr/>
          </p:nvSpPr>
          <p:spPr>
            <a:xfrm>
              <a:off x="3791609" y="3098512"/>
              <a:ext cx="26196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- </a:t>
              </a:r>
              <a:r>
                <a:rPr lang="en-US" sz="2800" b="1" dirty="0" err="1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Độ</a:t>
              </a:r>
              <a:r>
                <a:rPr lang="en-US" sz="2800" b="1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sz="2800" b="1" dirty="0" err="1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dài</a:t>
              </a:r>
              <a:r>
                <a:rPr lang="en-US" sz="2800" b="1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sz="2800" b="1" dirty="0" err="1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liên</a:t>
              </a:r>
              <a:r>
                <a:rPr lang="en-US" sz="2800" b="1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sz="2800" b="1" dirty="0" err="1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kết</a:t>
              </a:r>
              <a:endParaRPr lang="x-none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F22BAB9-6F5B-F811-C2EB-DC552C1186F8}"/>
                </a:ext>
              </a:extLst>
            </p:cNvPr>
            <p:cNvSpPr/>
            <p:nvPr/>
          </p:nvSpPr>
          <p:spPr>
            <a:xfrm>
              <a:off x="3791609" y="3936284"/>
              <a:ext cx="21884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- </a:t>
              </a:r>
              <a:r>
                <a:rPr lang="en-US" sz="2800" b="1" dirty="0" err="1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Bậc</a:t>
              </a:r>
              <a:r>
                <a:rPr lang="en-US" sz="2800" b="1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sz="2800" b="1" dirty="0" err="1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liên</a:t>
              </a:r>
              <a:r>
                <a:rPr lang="en-US" sz="2800" b="1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sz="2800" b="1" dirty="0" err="1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kết</a:t>
              </a:r>
              <a:endParaRPr lang="x-none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Left Brace 50">
              <a:extLst>
                <a:ext uri="{FF2B5EF4-FFF2-40B4-BE49-F238E27FC236}">
                  <a16:creationId xmlns:a16="http://schemas.microsoft.com/office/drawing/2014/main" id="{B9F5916C-6360-FCCC-E016-B8E3DD5E52B2}"/>
                </a:ext>
              </a:extLst>
            </p:cNvPr>
            <p:cNvSpPr/>
            <p:nvPr/>
          </p:nvSpPr>
          <p:spPr>
            <a:xfrm>
              <a:off x="3424981" y="3360122"/>
              <a:ext cx="338473" cy="1697913"/>
            </a:xfrm>
            <a:prstGeom prst="leftBrace">
              <a:avLst/>
            </a:prstGeom>
            <a:ln w="19050"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x-none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F22BAB9-6F5B-F811-C2EB-DC552C1186F8}"/>
                </a:ext>
              </a:extLst>
            </p:cNvPr>
            <p:cNvSpPr/>
            <p:nvPr/>
          </p:nvSpPr>
          <p:spPr>
            <a:xfrm>
              <a:off x="3833561" y="4663128"/>
              <a:ext cx="269977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- </a:t>
              </a:r>
              <a:r>
                <a:rPr lang="en-US" sz="2800" b="1" dirty="0" err="1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Độ</a:t>
              </a:r>
              <a:r>
                <a:rPr lang="en-US" sz="2800" b="1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sz="2800" b="1" dirty="0" err="1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bền</a:t>
              </a:r>
              <a:r>
                <a:rPr lang="en-US" sz="2800" b="1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sz="2800" b="1" dirty="0" err="1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liên</a:t>
              </a:r>
              <a:r>
                <a:rPr lang="en-US" sz="2800" b="1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sz="2800" b="1" dirty="0" err="1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kết</a:t>
              </a:r>
              <a:endParaRPr lang="x-none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887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Đặc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hóa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học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D248F3-0CAF-A483-E4EF-497DADCAB592}"/>
              </a:ext>
            </a:extLst>
          </p:cNvPr>
          <p:cNvSpPr/>
          <p:nvPr/>
        </p:nvSpPr>
        <p:spPr>
          <a:xfrm>
            <a:off x="171046" y="886116"/>
            <a:ext cx="11635467" cy="139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Góc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góc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bởi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hai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đường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thẳng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nối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hạt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ng/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trung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tâm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với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hai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ng/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endParaRPr lang="x-none" sz="28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463" y="2319403"/>
            <a:ext cx="3383250" cy="157559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4F7DE39-F167-3E2D-99A7-F168DD17C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459" y="4242009"/>
            <a:ext cx="8082233" cy="221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01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cộng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hóa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trị (LKCHT)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1680" y="869139"/>
            <a:ext cx="11472949" cy="1425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01638" indent="-4016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Khái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niệm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: </a:t>
            </a:r>
            <a:r>
              <a:rPr lang="en-US" altLang="en-US" sz="2800" dirty="0">
                <a:cs typeface="Times New Roman" panose="02020603050405020304" pitchFamily="18" charset="0"/>
              </a:rPr>
              <a:t>LKCHT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được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hình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thành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khi</a:t>
            </a:r>
            <a:r>
              <a:rPr lang="en-US" altLang="en-US" sz="2800" dirty="0">
                <a:cs typeface="Times New Roman" panose="02020603050405020304" pitchFamily="18" charset="0"/>
              </a:rPr>
              <a:t> 2 </a:t>
            </a:r>
            <a:r>
              <a:rPr lang="en-US" altLang="en-US" sz="2800" dirty="0" err="1">
                <a:cs typeface="Times New Roman" panose="02020603050405020304" pitchFamily="18" charset="0"/>
              </a:rPr>
              <a:t>ng</a:t>
            </a:r>
            <a:r>
              <a:rPr lang="en-US" altLang="en-US" sz="2800" dirty="0">
                <a:cs typeface="Times New Roman" panose="02020603050405020304" pitchFamily="18" charset="0"/>
              </a:rPr>
              <a:t>/</a:t>
            </a:r>
            <a:r>
              <a:rPr lang="en-US" altLang="en-US" sz="2800" dirty="0" err="1">
                <a:cs typeface="Times New Roman" panose="02020603050405020304" pitchFamily="18" charset="0"/>
              </a:rPr>
              <a:t>tư</a:t>
            </a:r>
            <a:r>
              <a:rPr lang="en-US" altLang="en-US" sz="2800" dirty="0">
                <a:cs typeface="Times New Roman" panose="02020603050405020304" pitchFamily="18" charset="0"/>
              </a:rPr>
              <a:t>̉ </a:t>
            </a:r>
            <a:r>
              <a:rPr lang="en-US" altLang="en-US" sz="2800" dirty="0" err="1">
                <a:cs typeface="Times New Roman" panose="02020603050405020304" pitchFamily="18" charset="0"/>
              </a:rPr>
              <a:t>dùng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chung</a:t>
            </a:r>
            <a:r>
              <a:rPr lang="en-US" altLang="en-US" sz="2800" dirty="0">
                <a:cs typeface="Times New Roman" panose="02020603050405020304" pitchFamily="18" charset="0"/>
              </a:rPr>
              <a:t> 1 </a:t>
            </a:r>
            <a:r>
              <a:rPr lang="en-US" altLang="en-US" sz="2800" dirty="0" err="1">
                <a:cs typeface="Times New Roman" panose="02020603050405020304" pitchFamily="18" charset="0"/>
              </a:rPr>
              <a:t>cặp</a:t>
            </a:r>
            <a:r>
              <a:rPr lang="en-US" altLang="en-US" sz="2800" dirty="0">
                <a:cs typeface="Times New Roman" panose="02020603050405020304" pitchFamily="18" charset="0"/>
              </a:rPr>
              <a:t> hay </a:t>
            </a:r>
            <a:r>
              <a:rPr lang="en-US" altLang="en-US" sz="2800" dirty="0" err="1">
                <a:cs typeface="Times New Roman" panose="02020603050405020304" pitchFamily="18" charset="0"/>
              </a:rPr>
              <a:t>nhiều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cặp</a:t>
            </a:r>
            <a:r>
              <a:rPr lang="en-US" altLang="en-US" sz="2800" dirty="0">
                <a:cs typeface="Times New Roman" panose="02020603050405020304" pitchFamily="18" charset="0"/>
              </a:rPr>
              <a:t> electron</a:t>
            </a:r>
            <a:endParaRPr lang="en-US" altLang="en-US" sz="280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646" y="1668436"/>
            <a:ext cx="5803380" cy="18351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152" y="3777922"/>
            <a:ext cx="31719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p/t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Schodinger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18C299C-3A33-2A64-1B8F-A72201262534}"/>
              </a:ext>
            </a:extLst>
          </p:cNvPr>
          <p:cNvGrpSpPr/>
          <p:nvPr/>
        </p:nvGrpSpPr>
        <p:grpSpPr>
          <a:xfrm>
            <a:off x="3119091" y="3756113"/>
            <a:ext cx="9297105" cy="1679697"/>
            <a:chOff x="3119091" y="3756113"/>
            <a:chExt cx="9297105" cy="1679697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38C5156-AD0B-E5AF-F748-BF61A7688E29}"/>
                </a:ext>
              </a:extLst>
            </p:cNvPr>
            <p:cNvCxnSpPr/>
            <p:nvPr/>
          </p:nvCxnSpPr>
          <p:spPr>
            <a:xfrm flipV="1">
              <a:off x="3119091" y="4603489"/>
              <a:ext cx="974317" cy="832321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D5B5E74-C467-50F3-BEA7-E58E640452BC}"/>
                </a:ext>
              </a:extLst>
            </p:cNvPr>
            <p:cNvSpPr txBox="1"/>
            <p:nvPr/>
          </p:nvSpPr>
          <p:spPr>
            <a:xfrm>
              <a:off x="3720609" y="3756113"/>
              <a:ext cx="8695587" cy="14619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Thuyết liên kết c</a:t>
              </a:r>
              <a:r>
                <a:rPr 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ộ</a:t>
              </a:r>
              <a:r>
                <a:rPr lang="x-none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 hoá trị (Valence Bond theory, VB)</a:t>
              </a:r>
            </a:p>
            <a:p>
              <a:pPr algn="ctr"/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☞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Mô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sự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chuyển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động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đồng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thời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cặp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electron</a:t>
              </a:r>
            </a:p>
            <a:p>
              <a:pPr algn="ctr">
                <a:spcBef>
                  <a:spcPts val="600"/>
                </a:spcBef>
              </a:pP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(W.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Heiler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F. London – L. Pauling)</a:t>
              </a:r>
              <a:endParaRPr lang="x-none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184E918-78D3-67DC-2780-F2CDBCE38D70}"/>
              </a:ext>
            </a:extLst>
          </p:cNvPr>
          <p:cNvGrpSpPr/>
          <p:nvPr/>
        </p:nvGrpSpPr>
        <p:grpSpPr>
          <a:xfrm>
            <a:off x="3119090" y="5428479"/>
            <a:ext cx="9072910" cy="1427090"/>
            <a:chOff x="3119090" y="5428479"/>
            <a:chExt cx="9072910" cy="14270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80B80ED-5DE9-9881-D839-5465ABEF6CEC}"/>
                </a:ext>
              </a:extLst>
            </p:cNvPr>
            <p:cNvSpPr txBox="1"/>
            <p:nvPr/>
          </p:nvSpPr>
          <p:spPr>
            <a:xfrm>
              <a:off x="3944806" y="5470574"/>
              <a:ext cx="8247194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Thuyết Orbital </a:t>
              </a:r>
              <a:r>
                <a:rPr lang="en-US" sz="28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</a:t>
              </a:r>
              <a:r>
                <a:rPr lang="x-none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/tử (Molecule Orbital theory, MO)</a:t>
              </a:r>
            </a:p>
            <a:p>
              <a:pPr algn="ctr"/>
              <a:r>
                <a:rPr 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☞ </a:t>
              </a:r>
              <a:r>
                <a:rPr lang="x-none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Mô tả sự chuyển động </a:t>
              </a:r>
              <a:r>
                <a:rPr lang="en-US" sz="2800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từng</a:t>
              </a:r>
              <a:r>
                <a:rPr 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x-none" sz="2800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electron</a:t>
              </a:r>
              <a:r>
                <a:rPr lang="vi-VN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trong đa nhân</a:t>
              </a:r>
              <a:endPara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(F.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Hund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S.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Mulliken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x-none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9BB4272-B7C1-C082-07FF-ABB02D309D5D}"/>
                </a:ext>
              </a:extLst>
            </p:cNvPr>
            <p:cNvCxnSpPr>
              <a:cxnSpLocks/>
            </p:cNvCxnSpPr>
            <p:nvPr/>
          </p:nvCxnSpPr>
          <p:spPr>
            <a:xfrm>
              <a:off x="3119090" y="5428479"/>
              <a:ext cx="974318" cy="65848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605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Thuyết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hóa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trị VB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51680" y="725624"/>
            <a:ext cx="3790005" cy="785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01638" indent="-4016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Xét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tư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̉ H</a:t>
            </a:r>
            <a:r>
              <a:rPr lang="en-US" altLang="en-US" sz="3200" b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endParaRPr lang="en-US" altLang="en-US" sz="280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475351E-D156-3BB5-E590-1F61D721D9E7}"/>
              </a:ext>
            </a:extLst>
          </p:cNvPr>
          <p:cNvGrpSpPr/>
          <p:nvPr/>
        </p:nvGrpSpPr>
        <p:grpSpPr>
          <a:xfrm>
            <a:off x="23865" y="1237205"/>
            <a:ext cx="11659779" cy="2954167"/>
            <a:chOff x="23865" y="1237205"/>
            <a:chExt cx="11659779" cy="295416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5E09F26-99E3-20F5-E607-C71D3AC46AFE}"/>
                </a:ext>
              </a:extLst>
            </p:cNvPr>
            <p:cNvGrpSpPr/>
            <p:nvPr/>
          </p:nvGrpSpPr>
          <p:grpSpPr>
            <a:xfrm>
              <a:off x="8043236" y="1237205"/>
              <a:ext cx="3640408" cy="2171471"/>
              <a:chOff x="8010277" y="761772"/>
              <a:chExt cx="3640408" cy="2171471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50F99871-50E5-92F6-2E3E-F86BF428F4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10277" y="761772"/>
                <a:ext cx="3640408" cy="2171471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FFD0BD1-6502-427F-36BC-67C3F8809A1B}"/>
                  </a:ext>
                </a:extLst>
              </p:cNvPr>
              <p:cNvSpPr/>
              <p:nvPr/>
            </p:nvSpPr>
            <p:spPr>
              <a:xfrm>
                <a:off x="10599822" y="1641488"/>
                <a:ext cx="649704" cy="56043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x-none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x-none" sz="20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b1</a:t>
                </a:r>
                <a:endParaRPr lang="x-none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0E73B13-06EF-1358-24C4-19426B3F3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82439" y="1653718"/>
              <a:ext cx="5219485" cy="774851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BEC2D58-4FEE-A9A4-FD83-E84212578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0199" y="2638366"/>
              <a:ext cx="3998635" cy="7920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ABEB35-0DFD-628B-7F35-FBBBDB0D6790}"/>
                </a:ext>
              </a:extLst>
            </p:cNvPr>
            <p:cNvSpPr txBox="1"/>
            <p:nvPr/>
          </p:nvSpPr>
          <p:spPr>
            <a:xfrm>
              <a:off x="23865" y="1824666"/>
              <a:ext cx="26484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P/t </a:t>
              </a:r>
              <a:r>
                <a:rPr lang="x-none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Schrodinger</a:t>
              </a:r>
              <a:r>
                <a:rPr lang="x-none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CABEB35-0DFD-628B-7F35-FBBBDB0D6790}"/>
                </a:ext>
              </a:extLst>
            </p:cNvPr>
            <p:cNvSpPr txBox="1"/>
            <p:nvPr/>
          </p:nvSpPr>
          <p:spPr>
            <a:xfrm>
              <a:off x="304156" y="2751400"/>
              <a:ext cx="22012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Thê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́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năng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hê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̣</a:t>
              </a:r>
              <a:r>
                <a:rPr lang="x-none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14998DC-FD3C-608F-629F-43C5724E1206}"/>
                    </a:ext>
                  </a:extLst>
                </p:cNvPr>
                <p:cNvSpPr txBox="1"/>
                <p:nvPr/>
              </p:nvSpPr>
              <p:spPr>
                <a:xfrm>
                  <a:off x="954889" y="3547673"/>
                  <a:ext cx="1717458" cy="6357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x-none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x-none" sz="20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vi-V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vi-V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vi-V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vi-V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vi-V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vi-V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vi-V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vi-VN" sz="2000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vi-VN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vi-V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vi-VN" sz="2000" i="1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vi-VN" sz="2000" i="1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vi-V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x-none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14998DC-FD3C-608F-629F-43C5724E12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889" y="3547673"/>
                  <a:ext cx="1717458" cy="635751"/>
                </a:xfrm>
                <a:prstGeom prst="rect">
                  <a:avLst/>
                </a:prstGeom>
                <a:blipFill>
                  <a:blip r:embed="rId6"/>
                  <a:stretch>
                    <a:fillRect l="-2941" b="-1961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16D9FBE-FAFC-19CF-282C-77BDCC12A8D2}"/>
                    </a:ext>
                  </a:extLst>
                </p:cNvPr>
                <p:cNvSpPr txBox="1"/>
                <p:nvPr/>
              </p:nvSpPr>
              <p:spPr>
                <a:xfrm>
                  <a:off x="3027451" y="3555621"/>
                  <a:ext cx="1738296" cy="6357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x-none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x-none" sz="2000" i="1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vi-V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vi-V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vi-V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vi-V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vi-V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vi-V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vi-V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vi-VN" sz="2000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vi-VN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vi-V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vi-VN" sz="2000" i="1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vi-VN" sz="2000" i="1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vi-V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x-none" sz="20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16D9FBE-FAFC-19CF-282C-77BDCC12A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7451" y="3555621"/>
                  <a:ext cx="1738296" cy="635751"/>
                </a:xfrm>
                <a:prstGeom prst="rect">
                  <a:avLst/>
                </a:prstGeom>
                <a:blipFill>
                  <a:blip r:embed="rId7"/>
                  <a:stretch>
                    <a:fillRect l="-2899" b="-1923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6126C4E-7909-0B97-2781-53D59E7BD3A7}"/>
              </a:ext>
            </a:extLst>
          </p:cNvPr>
          <p:cNvGrpSpPr/>
          <p:nvPr/>
        </p:nvGrpSpPr>
        <p:grpSpPr>
          <a:xfrm>
            <a:off x="932737" y="3960539"/>
            <a:ext cx="9627022" cy="1178611"/>
            <a:chOff x="932737" y="3960539"/>
            <a:chExt cx="9627022" cy="11786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EEC6A00A-8CD3-DF56-97EB-2547B8347017}"/>
                    </a:ext>
                  </a:extLst>
                </p:cNvPr>
                <p:cNvSpPr/>
                <p:nvPr/>
              </p:nvSpPr>
              <p:spPr>
                <a:xfrm>
                  <a:off x="932737" y="4348739"/>
                  <a:ext cx="400750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3200" i="1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☞ </a:t>
                  </a:r>
                  <a:r>
                    <a:rPr lang="en-US" sz="2800" i="1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Hệ </a:t>
                  </a:r>
                  <a14:m>
                    <m:oMath xmlns:m="http://schemas.openxmlformats.org/officeDocument/2006/math">
                      <m:r>
                        <a:rPr lang="vi-VN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l-GR" sz="2800" b="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</m:oMath>
                  </a14:m>
                  <a:r>
                    <a:rPr lang="x-none" sz="28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của</a:t>
                  </a:r>
                  <a:r>
                    <a:rPr lang="x-none" sz="28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[H</a:t>
                  </a:r>
                  <a:r>
                    <a:rPr lang="x-none" sz="2800" baseline="-250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x-none" sz="28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,H</a:t>
                  </a:r>
                  <a:r>
                    <a:rPr lang="x-none" sz="2800" baseline="-250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r>
                    <a:rPr lang="x-none" sz="28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</a:t>
                  </a:r>
                  <a:r>
                    <a:rPr lang="en-US" sz="28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với</a:t>
                  </a:r>
                  <a:r>
                    <a:rPr lang="x-none" sz="28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</a:t>
                  </a:r>
                  <a:endParaRPr lang="vi-VN" sz="28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EEC6A00A-8CD3-DF56-97EB-2547B83470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737" y="4348739"/>
                  <a:ext cx="4007507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3797" t="-12766" r="-2215" b="-31915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5694966" y="3960539"/>
                  <a:ext cx="486479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Không</a:t>
                  </a:r>
                  <a:r>
                    <a:rPr lang="en-US" sz="24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có </a:t>
                  </a:r>
                  <a:r>
                    <a:rPr lang="en-US" sz="24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sư</a:t>
                  </a:r>
                  <a:r>
                    <a:rPr lang="en-US" sz="24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̣ </a:t>
                  </a:r>
                  <a:r>
                    <a:rPr lang="en-US" sz="24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tương</a:t>
                  </a:r>
                  <a:r>
                    <a:rPr lang="en-US" sz="24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tác</a:t>
                  </a:r>
                  <a:r>
                    <a:rPr lang="en-US" sz="24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l-GR" sz="2400" b="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r>
                        <a:rPr lang="vi-VN" sz="2400" b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x-none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</m:e>
                        <m:sub>
                          <m:r>
                            <a:rPr lang="x-none" sz="24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vi-VN" sz="24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x-none" sz="24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x-none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</m:e>
                        <m:sub>
                          <m:r>
                            <a:rPr lang="x-none" sz="24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vi-VN" sz="24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4966" y="3960539"/>
                  <a:ext cx="4864793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823" t="-11111" b="-33333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5694966" y="4677485"/>
                  <a:ext cx="4117346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Có </a:t>
                  </a:r>
                  <a:r>
                    <a:rPr lang="en-US" sz="24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sư</a:t>
                  </a:r>
                  <a:r>
                    <a:rPr lang="en-US" sz="24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̣ </a:t>
                  </a:r>
                  <a:r>
                    <a:rPr lang="en-US" sz="24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tương</a:t>
                  </a:r>
                  <a:r>
                    <a:rPr lang="en-US" sz="24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tác</a:t>
                  </a:r>
                  <a:r>
                    <a:rPr lang="x-none" sz="24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l-GR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4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</m:e>
                        <m:sup>
                          <m:r>
                            <a:rPr lang="en-US" sz="24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vi-VN" sz="2400" b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x-none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</m:e>
                        <m:sub>
                          <m:r>
                            <a:rPr lang="x-none" sz="24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x-none" sz="24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x-none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</m:e>
                        <m:sub>
                          <m:r>
                            <a:rPr lang="x-none" sz="24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vi-VN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4966" y="4677485"/>
                  <a:ext cx="4117346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2154" t="-10811" b="-29730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38C5156-AD0B-E5AF-F748-BF61A7688E29}"/>
                </a:ext>
              </a:extLst>
            </p:cNvPr>
            <p:cNvCxnSpPr/>
            <p:nvPr/>
          </p:nvCxnSpPr>
          <p:spPr>
            <a:xfrm flipV="1">
              <a:off x="4876765" y="4339337"/>
              <a:ext cx="842210" cy="33626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9BB4272-B7C1-C082-07FF-ABB02D309D5D}"/>
                </a:ext>
              </a:extLst>
            </p:cNvPr>
            <p:cNvCxnSpPr>
              <a:cxnSpLocks/>
            </p:cNvCxnSpPr>
            <p:nvPr/>
          </p:nvCxnSpPr>
          <p:spPr>
            <a:xfrm>
              <a:off x="4876765" y="4718874"/>
              <a:ext cx="818201" cy="17748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Left Brace 36">
            <a:extLst>
              <a:ext uri="{FF2B5EF4-FFF2-40B4-BE49-F238E27FC236}">
                <a16:creationId xmlns:a16="http://schemas.microsoft.com/office/drawing/2014/main" id="{BB8BA151-9F31-269F-495D-F01AB3E8782E}"/>
              </a:ext>
            </a:extLst>
          </p:cNvPr>
          <p:cNvSpPr/>
          <p:nvPr/>
        </p:nvSpPr>
        <p:spPr>
          <a:xfrm>
            <a:off x="1980252" y="5429881"/>
            <a:ext cx="208284" cy="1217055"/>
          </a:xfrm>
          <a:prstGeom prst="leftBrace">
            <a:avLst/>
          </a:prstGeom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136257699">
                  <a:custGeom>
                    <a:avLst/>
                    <a:gdLst>
                      <a:gd name="connsiteX0" fmla="*/ 208284 w 208284"/>
                      <a:gd name="connsiteY0" fmla="*/ 1217055 h 1217055"/>
                      <a:gd name="connsiteX1" fmla="*/ 104142 w 208284"/>
                      <a:gd name="connsiteY1" fmla="*/ 1199699 h 1217055"/>
                      <a:gd name="connsiteX2" fmla="*/ 104142 w 208284"/>
                      <a:gd name="connsiteY2" fmla="*/ 625884 h 1217055"/>
                      <a:gd name="connsiteX3" fmla="*/ 0 w 208284"/>
                      <a:gd name="connsiteY3" fmla="*/ 608528 h 1217055"/>
                      <a:gd name="connsiteX4" fmla="*/ 104142 w 208284"/>
                      <a:gd name="connsiteY4" fmla="*/ 591172 h 1217055"/>
                      <a:gd name="connsiteX5" fmla="*/ 104142 w 208284"/>
                      <a:gd name="connsiteY5" fmla="*/ 17356 h 1217055"/>
                      <a:gd name="connsiteX6" fmla="*/ 208284 w 208284"/>
                      <a:gd name="connsiteY6" fmla="*/ 0 h 1217055"/>
                      <a:gd name="connsiteX7" fmla="*/ 208284 w 208284"/>
                      <a:gd name="connsiteY7" fmla="*/ 369173 h 1217055"/>
                      <a:gd name="connsiteX8" fmla="*/ 208284 w 208284"/>
                      <a:gd name="connsiteY8" fmla="*/ 738347 h 1217055"/>
                      <a:gd name="connsiteX9" fmla="*/ 208284 w 208284"/>
                      <a:gd name="connsiteY9" fmla="*/ 1217055 h 1217055"/>
                      <a:gd name="connsiteX0" fmla="*/ 208284 w 208284"/>
                      <a:gd name="connsiteY0" fmla="*/ 1217055 h 1217055"/>
                      <a:gd name="connsiteX1" fmla="*/ 104142 w 208284"/>
                      <a:gd name="connsiteY1" fmla="*/ 1199699 h 1217055"/>
                      <a:gd name="connsiteX2" fmla="*/ 104142 w 208284"/>
                      <a:gd name="connsiteY2" fmla="*/ 625884 h 1217055"/>
                      <a:gd name="connsiteX3" fmla="*/ 0 w 208284"/>
                      <a:gd name="connsiteY3" fmla="*/ 608528 h 1217055"/>
                      <a:gd name="connsiteX4" fmla="*/ 104142 w 208284"/>
                      <a:gd name="connsiteY4" fmla="*/ 591172 h 1217055"/>
                      <a:gd name="connsiteX5" fmla="*/ 104142 w 208284"/>
                      <a:gd name="connsiteY5" fmla="*/ 17356 h 1217055"/>
                      <a:gd name="connsiteX6" fmla="*/ 208284 w 208284"/>
                      <a:gd name="connsiteY6" fmla="*/ 0 h 12170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8284" h="1217055" stroke="0" extrusionOk="0">
                        <a:moveTo>
                          <a:pt x="208284" y="1217055"/>
                        </a:moveTo>
                        <a:cubicBezTo>
                          <a:pt x="151194" y="1216677"/>
                          <a:pt x="101773" y="1210626"/>
                          <a:pt x="104142" y="1199699"/>
                        </a:cubicBezTo>
                        <a:cubicBezTo>
                          <a:pt x="38518" y="1038499"/>
                          <a:pt x="122747" y="857958"/>
                          <a:pt x="104142" y="625884"/>
                        </a:cubicBezTo>
                        <a:cubicBezTo>
                          <a:pt x="103722" y="623925"/>
                          <a:pt x="62163" y="612692"/>
                          <a:pt x="0" y="608528"/>
                        </a:cubicBezTo>
                        <a:cubicBezTo>
                          <a:pt x="57362" y="610276"/>
                          <a:pt x="105389" y="602436"/>
                          <a:pt x="104142" y="591172"/>
                        </a:cubicBezTo>
                        <a:cubicBezTo>
                          <a:pt x="96572" y="460863"/>
                          <a:pt x="155376" y="283394"/>
                          <a:pt x="104142" y="17356"/>
                        </a:cubicBezTo>
                        <a:cubicBezTo>
                          <a:pt x="100930" y="7421"/>
                          <a:pt x="153127" y="-1313"/>
                          <a:pt x="208284" y="0"/>
                        </a:cubicBezTo>
                        <a:cubicBezTo>
                          <a:pt x="230955" y="158016"/>
                          <a:pt x="170586" y="264348"/>
                          <a:pt x="208284" y="369173"/>
                        </a:cubicBezTo>
                        <a:cubicBezTo>
                          <a:pt x="245982" y="473998"/>
                          <a:pt x="200473" y="626160"/>
                          <a:pt x="208284" y="738347"/>
                        </a:cubicBezTo>
                        <a:cubicBezTo>
                          <a:pt x="216095" y="850534"/>
                          <a:pt x="180909" y="1001259"/>
                          <a:pt x="208284" y="1217055"/>
                        </a:cubicBezTo>
                        <a:close/>
                      </a:path>
                      <a:path w="208284" h="1217055" fill="none" extrusionOk="0">
                        <a:moveTo>
                          <a:pt x="208284" y="1217055"/>
                        </a:moveTo>
                        <a:cubicBezTo>
                          <a:pt x="150777" y="1216312"/>
                          <a:pt x="103803" y="1208794"/>
                          <a:pt x="104142" y="1199699"/>
                        </a:cubicBezTo>
                        <a:cubicBezTo>
                          <a:pt x="101268" y="1051461"/>
                          <a:pt x="170970" y="762355"/>
                          <a:pt x="104142" y="625884"/>
                        </a:cubicBezTo>
                        <a:cubicBezTo>
                          <a:pt x="104968" y="624851"/>
                          <a:pt x="61652" y="619369"/>
                          <a:pt x="0" y="608528"/>
                        </a:cubicBezTo>
                        <a:cubicBezTo>
                          <a:pt x="58247" y="607952"/>
                          <a:pt x="103975" y="600980"/>
                          <a:pt x="104142" y="591172"/>
                        </a:cubicBezTo>
                        <a:cubicBezTo>
                          <a:pt x="102697" y="369103"/>
                          <a:pt x="128371" y="141463"/>
                          <a:pt x="104142" y="17356"/>
                        </a:cubicBezTo>
                        <a:cubicBezTo>
                          <a:pt x="94592" y="7690"/>
                          <a:pt x="151720" y="9138"/>
                          <a:pt x="208284" y="0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0E37EA-4911-866D-9050-6BD67B37C974}"/>
              </a:ext>
            </a:extLst>
          </p:cNvPr>
          <p:cNvSpPr txBox="1"/>
          <p:nvPr/>
        </p:nvSpPr>
        <p:spPr>
          <a:xfrm>
            <a:off x="19328" y="5529820"/>
            <a:ext cx="18798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nghiệm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hàm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sóng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DE5B90-BAA2-3000-DF36-8F3BE4D3AEBC}"/>
              </a:ext>
            </a:extLst>
          </p:cNvPr>
          <p:cNvGrpSpPr/>
          <p:nvPr/>
        </p:nvGrpSpPr>
        <p:grpSpPr>
          <a:xfrm>
            <a:off x="2269633" y="5188796"/>
            <a:ext cx="9314336" cy="723474"/>
            <a:chOff x="2269633" y="5188796"/>
            <a:chExt cx="9314336" cy="7234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5A625B0F-315A-16E2-3EBF-43A5048F8550}"/>
                    </a:ext>
                  </a:extLst>
                </p:cNvPr>
                <p:cNvSpPr/>
                <p:nvPr/>
              </p:nvSpPr>
              <p:spPr>
                <a:xfrm>
                  <a:off x="2269633" y="5248303"/>
                  <a:ext cx="8114465" cy="430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l-GR" sz="22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200" b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2200" b="1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vi-VN" sz="2200" b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vi-VN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vi-VN" sz="22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𝜳</m:t>
                          </m:r>
                        </m:e>
                        <m:sub>
                          <m: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vi-VN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x-none" sz="2200" b="1" dirty="0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𝜳</m:t>
                          </m:r>
                        </m:e>
                        <m:sub>
                          <m: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lang="vi-VN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vi-VN" sz="22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𝜳</m:t>
                          </m:r>
                        </m:e>
                        <m:sub>
                          <m: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vi-V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nor/>
                        </m:rPr>
                        <a:rPr lang="x-none" sz="2200" b="1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𝜳</m:t>
                          </m:r>
                        </m:e>
                        <m:sub>
                          <m: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lang="vi-V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x-none" sz="2200" dirty="0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</a:t>
                  </a:r>
                  <a:r>
                    <a:rPr lang="en-US" sz="22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Hàm</a:t>
                  </a:r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2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đối</a:t>
                  </a:r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2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xứng</a:t>
                  </a:r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(</a:t>
                  </a:r>
                  <a:r>
                    <a:rPr lang="x-none" sz="2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symmetr</a:t>
                  </a:r>
                  <a:r>
                    <a:rPr lang="en-US" sz="2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y)</a:t>
                  </a:r>
                  <a:r>
                    <a:rPr lang="x-none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(2 e</a:t>
                  </a:r>
                  <a:r>
                    <a:rPr lang="x-none" sz="2200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</a:t>
                  </a:r>
                  <a:r>
                    <a:rPr lang="x-none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x-none" sz="22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↑</a:t>
                  </a:r>
                  <a:r>
                    <a:rPr lang="x-none" sz="2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↓</a:t>
                  </a:r>
                  <a:r>
                    <a:rPr lang="x-none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5A625B0F-315A-16E2-3EBF-43A5048F85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9633" y="5248303"/>
                  <a:ext cx="8114465" cy="430887"/>
                </a:xfrm>
                <a:prstGeom prst="rect">
                  <a:avLst/>
                </a:prstGeom>
                <a:blipFill>
                  <a:blip r:embed="rId11"/>
                  <a:stretch>
                    <a:fillRect t="-11429" b="-25714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D2EE8B95-50D6-D71C-0345-FB5A1BDCD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465195" y="5188796"/>
              <a:ext cx="1118774" cy="723474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D253E4E-22F6-41AE-2F0E-07DF786EA837}"/>
              </a:ext>
            </a:extLst>
          </p:cNvPr>
          <p:cNvGrpSpPr/>
          <p:nvPr/>
        </p:nvGrpSpPr>
        <p:grpSpPr>
          <a:xfrm>
            <a:off x="2188535" y="6307460"/>
            <a:ext cx="9899177" cy="517450"/>
            <a:chOff x="2188535" y="6307460"/>
            <a:chExt cx="9899177" cy="5174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AAED328E-EE7E-931B-5176-73C136C4A029}"/>
                    </a:ext>
                  </a:extLst>
                </p:cNvPr>
                <p:cNvSpPr/>
                <p:nvPr/>
              </p:nvSpPr>
              <p:spPr>
                <a:xfrm>
                  <a:off x="2188535" y="6394023"/>
                  <a:ext cx="8703895" cy="43088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l-GR" sz="22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200" b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2200" b="1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vi-VN" sz="2200" b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vi-VN" sz="22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𝜳</m:t>
                          </m:r>
                        </m:e>
                        <m:sub>
                          <m: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vi-VN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x-none" sz="2200" b="1" dirty="0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𝜳</m:t>
                          </m:r>
                        </m:e>
                        <m:sub>
                          <m: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lang="vi-VN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vi-VN" sz="22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𝜳</m:t>
                          </m:r>
                        </m:e>
                        <m:sub>
                          <m: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vi-V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nor/>
                        </m:rPr>
                        <a:rPr lang="x-none" sz="2200" b="1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𝜳</m:t>
                          </m:r>
                        </m:e>
                        <m:sub>
                          <m:r>
                            <a:rPr lang="x-none" sz="2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lang="vi-V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x-none" sz="2200" dirty="0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r>
                    <a:rPr lang="x-none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</a:t>
                  </a:r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2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Hàm</a:t>
                  </a:r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2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bất</a:t>
                  </a:r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2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đối</a:t>
                  </a:r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2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xứng</a:t>
                  </a:r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(</a:t>
                  </a:r>
                  <a:r>
                    <a:rPr lang="x-none" sz="2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asymmetr</a:t>
                  </a:r>
                  <a:r>
                    <a:rPr lang="en-US" sz="2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y) </a:t>
                  </a:r>
                  <a:r>
                    <a:rPr lang="x-none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(2 e</a:t>
                  </a:r>
                  <a:r>
                    <a:rPr lang="x-none" sz="2200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</a:t>
                  </a:r>
                  <a:r>
                    <a:rPr lang="x-none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x-none" sz="22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↑↑</a:t>
                  </a:r>
                  <a:r>
                    <a:rPr lang="x-none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AAED328E-EE7E-931B-5176-73C136C4A0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8535" y="6394023"/>
                  <a:ext cx="8703895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46" t="-8571" r="-437" b="-25714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5AE870E-A387-C39F-19B6-1F3B41FCF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892430" y="6307460"/>
              <a:ext cx="1195282" cy="4712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22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Thuyết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cộng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hóa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trị VB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Box 52">
            <a:extLst>
              <a:ext uri="{FF2B5EF4-FFF2-40B4-BE49-F238E27FC236}">
                <a16:creationId xmlns:a16="http://schemas.microsoft.com/office/drawing/2014/main" id="{0A8E9664-FE6A-472B-83A4-5187E131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90205" y="1837897"/>
            <a:ext cx="323858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cong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VB</a:t>
            </a:r>
          </a:p>
        </p:txBody>
      </p:sp>
      <p:grpSp>
        <p:nvGrpSpPr>
          <p:cNvPr id="119" name="Group 8">
            <a:extLst>
              <a:ext uri="{FF2B5EF4-FFF2-40B4-BE49-F238E27FC236}">
                <a16:creationId xmlns:a16="http://schemas.microsoft.com/office/drawing/2014/main" id="{217FC7A1-0F6E-46B1-9D47-4AAD3CF0B759}"/>
              </a:ext>
            </a:extLst>
          </p:cNvPr>
          <p:cNvGrpSpPr>
            <a:grpSpLocks/>
          </p:cNvGrpSpPr>
          <p:nvPr/>
        </p:nvGrpSpPr>
        <p:grpSpPr bwMode="auto">
          <a:xfrm>
            <a:off x="2647028" y="958047"/>
            <a:ext cx="5327174" cy="3128846"/>
            <a:chOff x="96" y="1581"/>
            <a:chExt cx="3468" cy="2080"/>
          </a:xfrm>
        </p:grpSpPr>
        <p:sp>
          <p:nvSpPr>
            <p:cNvPr id="120" name="Line 9">
              <a:extLst>
                <a:ext uri="{FF2B5EF4-FFF2-40B4-BE49-F238E27FC236}">
                  <a16:creationId xmlns:a16="http://schemas.microsoft.com/office/drawing/2014/main" id="{79383BB4-63B5-4FE9-AD0A-1E5E0205D6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" y="1680"/>
              <a:ext cx="0" cy="1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Line 10">
              <a:extLst>
                <a:ext uri="{FF2B5EF4-FFF2-40B4-BE49-F238E27FC236}">
                  <a16:creationId xmlns:a16="http://schemas.microsoft.com/office/drawing/2014/main" id="{3432D713-4259-4CFC-A5D7-D5F7D4BC7F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2640"/>
              <a:ext cx="2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Freeform 11">
              <a:extLst>
                <a:ext uri="{FF2B5EF4-FFF2-40B4-BE49-F238E27FC236}">
                  <a16:creationId xmlns:a16="http://schemas.microsoft.com/office/drawing/2014/main" id="{4CA192CB-75BC-4472-813F-00CCC1048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" y="1680"/>
              <a:ext cx="2301" cy="934"/>
            </a:xfrm>
            <a:custGeom>
              <a:avLst/>
              <a:gdLst>
                <a:gd name="T0" fmla="*/ 0 w 2400"/>
                <a:gd name="T1" fmla="*/ 0 h 1008"/>
                <a:gd name="T2" fmla="*/ 192 w 2400"/>
                <a:gd name="T3" fmla="*/ 576 h 1008"/>
                <a:gd name="T4" fmla="*/ 912 w 2400"/>
                <a:gd name="T5" fmla="*/ 864 h 1008"/>
                <a:gd name="T6" fmla="*/ 1776 w 2400"/>
                <a:gd name="T7" fmla="*/ 960 h 1008"/>
                <a:gd name="T8" fmla="*/ 2400 w 2400"/>
                <a:gd name="T9" fmla="*/ 1008 h 10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0"/>
                <a:gd name="T16" fmla="*/ 0 h 1008"/>
                <a:gd name="T17" fmla="*/ 2400 w 2400"/>
                <a:gd name="T18" fmla="*/ 1008 h 10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0" h="1008">
                  <a:moveTo>
                    <a:pt x="0" y="0"/>
                  </a:moveTo>
                  <a:cubicBezTo>
                    <a:pt x="20" y="216"/>
                    <a:pt x="40" y="432"/>
                    <a:pt x="192" y="576"/>
                  </a:cubicBezTo>
                  <a:cubicBezTo>
                    <a:pt x="344" y="720"/>
                    <a:pt x="648" y="800"/>
                    <a:pt x="912" y="864"/>
                  </a:cubicBezTo>
                  <a:cubicBezTo>
                    <a:pt x="1176" y="928"/>
                    <a:pt x="1528" y="936"/>
                    <a:pt x="1776" y="960"/>
                  </a:cubicBezTo>
                  <a:cubicBezTo>
                    <a:pt x="2024" y="984"/>
                    <a:pt x="2304" y="1000"/>
                    <a:pt x="2400" y="1008"/>
                  </a:cubicBezTo>
                </a:path>
              </a:pathLst>
            </a:custGeom>
            <a:ln w="38100">
              <a:solidFill>
                <a:srgbClr val="FF0000"/>
              </a:solidFill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eaLnBrk="1" hangingPunct="1">
                <a:defRPr/>
              </a:pPr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Freeform 12">
              <a:extLst>
                <a:ext uri="{FF2B5EF4-FFF2-40B4-BE49-F238E27FC236}">
                  <a16:creationId xmlns:a16="http://schemas.microsoft.com/office/drawing/2014/main" id="{951813EE-E583-4644-8150-15A349FC9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691"/>
              <a:ext cx="2448" cy="1853"/>
            </a:xfrm>
            <a:custGeom>
              <a:avLst/>
              <a:gdLst>
                <a:gd name="T0" fmla="*/ 0 w 2448"/>
                <a:gd name="T1" fmla="*/ 0 h 1960"/>
                <a:gd name="T2" fmla="*/ 144 w 2448"/>
                <a:gd name="T3" fmla="*/ 343 h 1960"/>
                <a:gd name="T4" fmla="*/ 384 w 2448"/>
                <a:gd name="T5" fmla="*/ 593 h 1960"/>
                <a:gd name="T6" fmla="*/ 624 w 2448"/>
                <a:gd name="T7" fmla="*/ 610 h 1960"/>
                <a:gd name="T8" fmla="*/ 864 w 2448"/>
                <a:gd name="T9" fmla="*/ 517 h 1960"/>
                <a:gd name="T10" fmla="*/ 1104 w 2448"/>
                <a:gd name="T11" fmla="*/ 438 h 1960"/>
                <a:gd name="T12" fmla="*/ 1728 w 2448"/>
                <a:gd name="T13" fmla="*/ 375 h 1960"/>
                <a:gd name="T14" fmla="*/ 2448 w 2448"/>
                <a:gd name="T15" fmla="*/ 359 h 1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48"/>
                <a:gd name="T25" fmla="*/ 0 h 1960"/>
                <a:gd name="T26" fmla="*/ 2448 w 2448"/>
                <a:gd name="T27" fmla="*/ 1960 h 1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48" h="1960">
                  <a:moveTo>
                    <a:pt x="0" y="0"/>
                  </a:moveTo>
                  <a:cubicBezTo>
                    <a:pt x="40" y="376"/>
                    <a:pt x="80" y="752"/>
                    <a:pt x="144" y="1056"/>
                  </a:cubicBezTo>
                  <a:cubicBezTo>
                    <a:pt x="208" y="1360"/>
                    <a:pt x="304" y="1688"/>
                    <a:pt x="384" y="1824"/>
                  </a:cubicBezTo>
                  <a:cubicBezTo>
                    <a:pt x="464" y="1960"/>
                    <a:pt x="544" y="1912"/>
                    <a:pt x="624" y="1872"/>
                  </a:cubicBezTo>
                  <a:cubicBezTo>
                    <a:pt x="704" y="1832"/>
                    <a:pt x="784" y="1672"/>
                    <a:pt x="864" y="1584"/>
                  </a:cubicBezTo>
                  <a:cubicBezTo>
                    <a:pt x="944" y="1496"/>
                    <a:pt x="960" y="1416"/>
                    <a:pt x="1104" y="1344"/>
                  </a:cubicBezTo>
                  <a:cubicBezTo>
                    <a:pt x="1248" y="1272"/>
                    <a:pt x="1504" y="1192"/>
                    <a:pt x="1728" y="1152"/>
                  </a:cubicBezTo>
                  <a:cubicBezTo>
                    <a:pt x="1952" y="1112"/>
                    <a:pt x="2336" y="1104"/>
                    <a:pt x="2448" y="1104"/>
                  </a:cubicBezTo>
                </a:path>
              </a:pathLst>
            </a:custGeom>
            <a:noFill/>
            <a:ln w="571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Line 13">
              <a:extLst>
                <a:ext uri="{FF2B5EF4-FFF2-40B4-BE49-F238E27FC236}">
                  <a16:creationId xmlns:a16="http://schemas.microsoft.com/office/drawing/2014/main" id="{6911BFFD-B74A-4D49-89AE-709483B7CA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2640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Line 14">
              <a:extLst>
                <a:ext uri="{FF2B5EF4-FFF2-40B4-BE49-F238E27FC236}">
                  <a16:creationId xmlns:a16="http://schemas.microsoft.com/office/drawing/2014/main" id="{87B12A6D-5F0E-4DC9-A588-22FD9594EE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350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Text Box 15">
              <a:extLst>
                <a:ext uri="{FF2B5EF4-FFF2-40B4-BE49-F238E27FC236}">
                  <a16:creationId xmlns:a16="http://schemas.microsoft.com/office/drawing/2014/main" id="{68EA732E-3C2B-4B09-8DD4-ED4033314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3264"/>
              <a:ext cx="52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en-US" sz="2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Text Box 16">
              <a:extLst>
                <a:ext uri="{FF2B5EF4-FFF2-40B4-BE49-F238E27FC236}">
                  <a16:creationId xmlns:a16="http://schemas.microsoft.com/office/drawing/2014/main" id="{09B2935E-12FC-4746-9DD9-A15C50427B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5" y="1581"/>
              <a:ext cx="198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l-GR" altLang="en-US" sz="28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en-US" altLang="en-US" sz="2800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vi-VN" altLang="en-US" sz="28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en-US" sz="28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vi-VN" altLang="en-US" sz="28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c(</a:t>
              </a:r>
              <a:r>
                <a:rPr lang="el-GR" altLang="en-US" sz="28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vi-VN" altLang="en-US" sz="2800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en-US" sz="2800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vi-VN" altLang="en-US" sz="2800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vi-VN" altLang="en-US" sz="28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</a:t>
              </a:r>
              <a:r>
                <a:rPr lang="en-US" altLang="en-US" sz="28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l-GR" altLang="en-US" sz="28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vi-VN" altLang="en-US" sz="2800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vi-VN" altLang="en-US" sz="28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l-GR" altLang="en-US" sz="2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Text Box 17">
              <a:extLst>
                <a:ext uri="{FF2B5EF4-FFF2-40B4-BE49-F238E27FC236}">
                  <a16:creationId xmlns:a16="http://schemas.microsoft.com/office/drawing/2014/main" id="{3D6C5358-6BB0-4853-8229-99DF68A9D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0" y="3331"/>
              <a:ext cx="225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l-GR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en-US" altLang="en-US" sz="28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vi-V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c(</a:t>
              </a:r>
              <a:r>
                <a:rPr lang="el-GR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vi-VN" altLang="en-US" sz="28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en-US" sz="28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vi-V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</a:t>
              </a:r>
              <a:r>
                <a:rPr lang="el-GR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vi-VN" altLang="en-US" sz="28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vi-V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l-GR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Text Box 18">
              <a:extLst>
                <a:ext uri="{FF2B5EF4-FFF2-40B4-BE49-F238E27FC236}">
                  <a16:creationId xmlns:a16="http://schemas.microsoft.com/office/drawing/2014/main" id="{2A73D2F8-EC2C-423B-939C-819DD8504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2" y="2309"/>
              <a:ext cx="38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en-US" sz="2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endPara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Text Box 20">
              <a:extLst>
                <a:ext uri="{FF2B5EF4-FFF2-40B4-BE49-F238E27FC236}">
                  <a16:creationId xmlns:a16="http://schemas.microsoft.com/office/drawing/2014/main" id="{1F90DB72-FD7A-4167-BC70-372223C906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7" y="1963"/>
              <a:ext cx="576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↑↑</a:t>
              </a:r>
            </a:p>
          </p:txBody>
        </p:sp>
        <p:sp>
          <p:nvSpPr>
            <p:cNvPr id="131" name="Text Box 21">
              <a:extLst>
                <a:ext uri="{FF2B5EF4-FFF2-40B4-BE49-F238E27FC236}">
                  <a16:creationId xmlns:a16="http://schemas.microsoft.com/office/drawing/2014/main" id="{569A48CC-0CE5-4A78-B773-E1CFEEE89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8" y="2763"/>
              <a:ext cx="576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↑↓</a:t>
              </a:r>
            </a:p>
          </p:txBody>
        </p:sp>
        <p:sp>
          <p:nvSpPr>
            <p:cNvPr id="132" name="Text Box 19">
              <a:extLst>
                <a:ext uri="{FF2B5EF4-FFF2-40B4-BE49-F238E27FC236}">
                  <a16:creationId xmlns:a16="http://schemas.microsoft.com/office/drawing/2014/main" id="{6D7D58E5-6E45-4F43-82D4-74C24DB1F9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1650"/>
              <a:ext cx="28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3" name="TextBox 44">
            <a:extLst>
              <a:ext uri="{FF2B5EF4-FFF2-40B4-BE49-F238E27FC236}">
                <a16:creationId xmlns:a16="http://schemas.microsoft.com/office/drawing/2014/main" id="{CE19FACA-1E47-456C-A1F3-28CB23AA0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8513" y="2969546"/>
            <a:ext cx="326297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HÌNH THÀNH LK CHT</a:t>
            </a:r>
          </a:p>
          <a:p>
            <a:pPr algn="ctr" eaLnBrk="1" hangingPunct="1">
              <a:defRPr/>
            </a:pP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(2AO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BC981D0F-6A67-415A-AAD0-76E8BE201F50}"/>
              </a:ext>
            </a:extLst>
          </p:cNvPr>
          <p:cNvCxnSpPr>
            <a:cxnSpLocks/>
          </p:cNvCxnSpPr>
          <p:nvPr/>
        </p:nvCxnSpPr>
        <p:spPr>
          <a:xfrm>
            <a:off x="7565875" y="3348304"/>
            <a:ext cx="474663" cy="0"/>
          </a:xfrm>
          <a:prstGeom prst="straightConnector1">
            <a:avLst/>
          </a:prstGeom>
          <a:ln w="635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A01C2619-48B8-4B34-9CEE-9BBF937C238C}"/>
              </a:ext>
            </a:extLst>
          </p:cNvPr>
          <p:cNvSpPr/>
          <p:nvPr/>
        </p:nvSpPr>
        <p:spPr>
          <a:xfrm>
            <a:off x="5374495" y="1591457"/>
            <a:ext cx="746125" cy="750888"/>
          </a:xfrm>
          <a:prstGeom prst="ellipse">
            <a:avLst/>
          </a:prstGeom>
          <a:gradFill>
            <a:gsLst>
              <a:gs pos="0">
                <a:srgbClr val="DDEBCF"/>
              </a:gs>
              <a:gs pos="91000">
                <a:srgbClr val="9CB86E"/>
              </a:gs>
              <a:gs pos="100000">
                <a:srgbClr val="156B13"/>
              </a:gs>
            </a:gsLst>
            <a:path path="circle">
              <a:fillToRect l="100000" t="100000"/>
            </a:path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8FB08280-B181-4D78-95F5-4AEB95DE1F88}"/>
              </a:ext>
            </a:extLst>
          </p:cNvPr>
          <p:cNvSpPr/>
          <p:nvPr/>
        </p:nvSpPr>
        <p:spPr>
          <a:xfrm>
            <a:off x="6480393" y="1599396"/>
            <a:ext cx="746125" cy="750887"/>
          </a:xfrm>
          <a:prstGeom prst="ellipse">
            <a:avLst/>
          </a:prstGeom>
          <a:gradFill flip="none" rotWithShape="1">
            <a:gsLst>
              <a:gs pos="0">
                <a:srgbClr val="DDEBCF"/>
              </a:gs>
              <a:gs pos="91000">
                <a:srgbClr val="9CB86E"/>
              </a:gs>
              <a:gs pos="100000">
                <a:srgbClr val="156B13"/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Box 50">
            <a:extLst>
              <a:ext uri="{FF2B5EF4-FFF2-40B4-BE49-F238E27FC236}">
                <a16:creationId xmlns:a16="http://schemas.microsoft.com/office/drawing/2014/main" id="{6709685A-C11D-4AA9-9BB3-399F84959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214" y="1713696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39" name="TextBox 50">
            <a:extLst>
              <a:ext uri="{FF2B5EF4-FFF2-40B4-BE49-F238E27FC236}">
                <a16:creationId xmlns:a16="http://schemas.microsoft.com/office/drawing/2014/main" id="{FE6A5AFD-D54A-46D7-9E1A-860C1DFD7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3877" y="1748621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54F158EB-69A7-4D34-9357-2E71EA04CE29}"/>
              </a:ext>
            </a:extLst>
          </p:cNvPr>
          <p:cNvCxnSpPr>
            <a:cxnSpLocks/>
          </p:cNvCxnSpPr>
          <p:nvPr/>
        </p:nvCxnSpPr>
        <p:spPr>
          <a:xfrm flipV="1">
            <a:off x="6966139" y="1820057"/>
            <a:ext cx="0" cy="2936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60F6146D-38BB-4C0A-9E60-6E1A857081C8}"/>
              </a:ext>
            </a:extLst>
          </p:cNvPr>
          <p:cNvSpPr/>
          <p:nvPr/>
        </p:nvSpPr>
        <p:spPr>
          <a:xfrm>
            <a:off x="5186549" y="1118648"/>
            <a:ext cx="304800" cy="292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213B6A5C-6CA4-4DDB-83D3-078ADE689FB6}"/>
              </a:ext>
            </a:extLst>
          </p:cNvPr>
          <p:cNvSpPr/>
          <p:nvPr/>
        </p:nvSpPr>
        <p:spPr>
          <a:xfrm>
            <a:off x="5890784" y="3721236"/>
            <a:ext cx="304800" cy="292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A4CE532B-B322-433C-A24A-482FFD7A90CF}"/>
              </a:ext>
            </a:extLst>
          </p:cNvPr>
          <p:cNvCxnSpPr>
            <a:cxnSpLocks/>
          </p:cNvCxnSpPr>
          <p:nvPr/>
        </p:nvCxnSpPr>
        <p:spPr>
          <a:xfrm flipV="1">
            <a:off x="5558027" y="1804182"/>
            <a:ext cx="0" cy="266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A332301E-4229-4F93-B8F3-EC49CAE9FE51}"/>
              </a:ext>
            </a:extLst>
          </p:cNvPr>
          <p:cNvSpPr/>
          <p:nvPr/>
        </p:nvSpPr>
        <p:spPr>
          <a:xfrm>
            <a:off x="5385648" y="2841879"/>
            <a:ext cx="746125" cy="750888"/>
          </a:xfrm>
          <a:prstGeom prst="ellipse">
            <a:avLst/>
          </a:prstGeom>
          <a:gradFill>
            <a:gsLst>
              <a:gs pos="0">
                <a:srgbClr val="DDEBCF"/>
              </a:gs>
              <a:gs pos="91000">
                <a:srgbClr val="9CB86E"/>
              </a:gs>
              <a:gs pos="100000">
                <a:srgbClr val="156B13"/>
              </a:gs>
            </a:gsLst>
            <a:path path="circle">
              <a:fillToRect l="100000" t="100000"/>
            </a:path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41151AC7-E0E2-4E0E-A640-5E69E447F893}"/>
              </a:ext>
            </a:extLst>
          </p:cNvPr>
          <p:cNvSpPr/>
          <p:nvPr/>
        </p:nvSpPr>
        <p:spPr>
          <a:xfrm>
            <a:off x="6595858" y="2824947"/>
            <a:ext cx="746125" cy="750887"/>
          </a:xfrm>
          <a:prstGeom prst="ellipse">
            <a:avLst/>
          </a:prstGeom>
          <a:gradFill flip="none" rotWithShape="1">
            <a:gsLst>
              <a:gs pos="0">
                <a:srgbClr val="DDEBCF"/>
              </a:gs>
              <a:gs pos="91000">
                <a:srgbClr val="9CB86E"/>
              </a:gs>
              <a:gs pos="100000">
                <a:srgbClr val="156B13"/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Box 1">
            <a:extLst>
              <a:ext uri="{FF2B5EF4-FFF2-40B4-BE49-F238E27FC236}">
                <a16:creationId xmlns:a16="http://schemas.microsoft.com/office/drawing/2014/main" id="{C1C50BD8-6E9F-4F2E-A386-A6EE5D4A7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4646" y="2979993"/>
            <a:ext cx="304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1E515043-86BF-459E-8786-6363D919EA87}"/>
              </a:ext>
            </a:extLst>
          </p:cNvPr>
          <p:cNvCxnSpPr>
            <a:cxnSpLocks/>
          </p:cNvCxnSpPr>
          <p:nvPr/>
        </p:nvCxnSpPr>
        <p:spPr>
          <a:xfrm flipV="1">
            <a:off x="5823138" y="3059366"/>
            <a:ext cx="0" cy="311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50">
            <a:extLst>
              <a:ext uri="{FF2B5EF4-FFF2-40B4-BE49-F238E27FC236}">
                <a16:creationId xmlns:a16="http://schemas.microsoft.com/office/drawing/2014/main" id="{2FCBF50B-D487-48D0-B719-448C9F606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6754" y="2981581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B062ADE8-CD87-44EB-A550-6AE01555CBBF}"/>
              </a:ext>
            </a:extLst>
          </p:cNvPr>
          <p:cNvCxnSpPr>
            <a:cxnSpLocks/>
          </p:cNvCxnSpPr>
          <p:nvPr/>
        </p:nvCxnSpPr>
        <p:spPr>
          <a:xfrm>
            <a:off x="6904229" y="3065716"/>
            <a:ext cx="0" cy="317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0" name="Left Arrow 149">
            <a:extLst>
              <a:ext uri="{FF2B5EF4-FFF2-40B4-BE49-F238E27FC236}">
                <a16:creationId xmlns:a16="http://schemas.microsoft.com/office/drawing/2014/main" id="{47D3CFA4-F00F-4DC3-A253-C1C6656310BF}"/>
              </a:ext>
            </a:extLst>
          </p:cNvPr>
          <p:cNvSpPr/>
          <p:nvPr/>
        </p:nvSpPr>
        <p:spPr>
          <a:xfrm>
            <a:off x="6640703" y="2550308"/>
            <a:ext cx="307975" cy="157163"/>
          </a:xfrm>
          <a:prstGeom prst="leftArrow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Left-Right Arrow 150">
            <a:extLst>
              <a:ext uri="{FF2B5EF4-FFF2-40B4-BE49-F238E27FC236}">
                <a16:creationId xmlns:a16="http://schemas.microsoft.com/office/drawing/2014/main" id="{D03C90EA-D030-4D10-A650-584010908207}"/>
              </a:ext>
            </a:extLst>
          </p:cNvPr>
          <p:cNvSpPr/>
          <p:nvPr/>
        </p:nvSpPr>
        <p:spPr>
          <a:xfrm>
            <a:off x="5516752" y="1767671"/>
            <a:ext cx="1573212" cy="422275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E400E5-4DB4-817D-1CDA-97C04B3EF1AB}"/>
              </a:ext>
            </a:extLst>
          </p:cNvPr>
          <p:cNvGrpSpPr/>
          <p:nvPr/>
        </p:nvGrpSpPr>
        <p:grpSpPr>
          <a:xfrm>
            <a:off x="259273" y="5557192"/>
            <a:ext cx="11567821" cy="1384995"/>
            <a:chOff x="259273" y="5557192"/>
            <a:chExt cx="11567821" cy="13849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F8164C4B-1332-14BE-CB57-0FA32608D4C3}"/>
                    </a:ext>
                  </a:extLst>
                </p:cNvPr>
                <p:cNvSpPr/>
                <p:nvPr/>
              </p:nvSpPr>
              <p:spPr>
                <a:xfrm>
                  <a:off x="259273" y="5557192"/>
                  <a:ext cx="11567821" cy="138499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Wingdings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l-GR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</m:e>
                        <m:sub>
                          <m:r>
                            <a:rPr lang="el-GR" sz="2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a14:m>
                  <a:r>
                    <a:rPr lang="x-none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- </a:t>
                  </a:r>
                  <a:r>
                    <a:rPr lang="en-US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</a:t>
                  </a:r>
                  <a:r>
                    <a:rPr lang="x-none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àm đối xứng</a:t>
                  </a:r>
                  <a:r>
                    <a:rPr lang="x-none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tương ứng với </a:t>
                  </a:r>
                  <a:r>
                    <a:rPr lang="x-none" sz="2800" i="1" u="sng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x-none" sz="2800" i="1" u="sng" baseline="300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x-none" sz="2800" i="1" u="sng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r>
                    <a:rPr lang="x-none" sz="2800" i="1" u="sng" baseline="300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</a:t>
                  </a:r>
                  <a:r>
                    <a:rPr lang="x-none" sz="2800" i="1" baseline="300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x-none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của H có </a:t>
                  </a:r>
                  <a:r>
                    <a:rPr lang="x-none" sz="2800" i="1" u="sng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spin ngược dấu</a:t>
                  </a:r>
                  <a:r>
                    <a:rPr lang="x-none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x-none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⇢ </a:t>
                  </a:r>
                  <a:r>
                    <a:rPr lang="x-none" sz="2800" i="1" u="sng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hút nhau</a:t>
                  </a:r>
                  <a:r>
                    <a:rPr lang="x-none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⇢ </a:t>
                  </a:r>
                  <a:r>
                    <a:rPr lang="x-none" sz="2800" i="1" u="sng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hình thành LK </a:t>
                  </a:r>
                  <a:r>
                    <a:rPr lang="x-none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⇢ tạo ph/tử H</a:t>
                  </a:r>
                  <a:r>
                    <a:rPr lang="x-none" sz="2800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x-none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; </a:t>
                  </a:r>
                </a:p>
              </p:txBody>
            </p:sp>
          </mc:Choice>
          <mc:Fallback xmlns=""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F8164C4B-1332-14BE-CB57-0FA32608D4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273" y="5557192"/>
                  <a:ext cx="11567821" cy="1384995"/>
                </a:xfrm>
                <a:prstGeom prst="rect">
                  <a:avLst/>
                </a:prstGeom>
                <a:blipFill>
                  <a:blip r:embed="rId3"/>
                  <a:stretch>
                    <a:fillRect l="-877" r="-987" b="-6364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8" name="Picture 157">
              <a:extLst>
                <a:ext uri="{FF2B5EF4-FFF2-40B4-BE49-F238E27FC236}">
                  <a16:creationId xmlns:a16="http://schemas.microsoft.com/office/drawing/2014/main" id="{D2EE8B95-50D6-D71C-0345-FB5A1BDCD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39127" y="6168747"/>
              <a:ext cx="1119244" cy="674068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7C2501C-6DED-2B3F-F3F4-FBE09CB63334}"/>
              </a:ext>
            </a:extLst>
          </p:cNvPr>
          <p:cNvGrpSpPr/>
          <p:nvPr/>
        </p:nvGrpSpPr>
        <p:grpSpPr>
          <a:xfrm>
            <a:off x="332091" y="4200977"/>
            <a:ext cx="11495003" cy="1384995"/>
            <a:chOff x="332091" y="4200977"/>
            <a:chExt cx="11495003" cy="13849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74194BE9-9B04-DC70-AF60-070574B37007}"/>
                    </a:ext>
                  </a:extLst>
                </p:cNvPr>
                <p:cNvSpPr/>
                <p:nvPr/>
              </p:nvSpPr>
              <p:spPr>
                <a:xfrm>
                  <a:off x="332091" y="4200977"/>
                  <a:ext cx="11495003" cy="138499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Wingdings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l-GR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</m:e>
                        <m:sub>
                          <m:r>
                            <a:rPr lang="el-GR" sz="2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a14:m>
                  <a:r>
                    <a:rPr lang="x-none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- </a:t>
                  </a:r>
                  <a:r>
                    <a:rPr lang="en-US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</a:t>
                  </a:r>
                  <a:r>
                    <a:rPr lang="x-none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àm bất đối xứng</a:t>
                  </a:r>
                  <a:r>
                    <a:rPr lang="x-none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tương ứng với </a:t>
                  </a:r>
                  <a:r>
                    <a:rPr lang="x-none" sz="2800" i="1" u="sng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x-none" sz="2800" i="1" u="sng" baseline="300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x-none" sz="2800" i="1" u="sng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r>
                    <a:rPr lang="x-none" sz="2800" i="1" u="sng" baseline="300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</a:t>
                  </a:r>
                  <a:r>
                    <a:rPr lang="x-none" sz="2800" i="1" baseline="300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x-none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của H có </a:t>
                  </a:r>
                  <a:r>
                    <a:rPr lang="x-none" sz="2800" i="1" u="sng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spin cùng dấu</a:t>
                  </a:r>
                  <a:r>
                    <a:rPr lang="x-none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x-none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⇢ </a:t>
                  </a:r>
                  <a:r>
                    <a:rPr lang="x-none" sz="2800" i="1" u="sng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đẩy nhau</a:t>
                  </a:r>
                  <a:r>
                    <a:rPr lang="x-none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⇢ </a:t>
                  </a:r>
                  <a:r>
                    <a:rPr lang="x-none" sz="2800" i="1" u="sng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không tạo LK </a:t>
                  </a:r>
                  <a:r>
                    <a:rPr lang="x-none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⇢ không tạo ph/tử H</a:t>
                  </a:r>
                  <a:r>
                    <a:rPr lang="x-none" sz="2800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x-none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; </a:t>
                  </a:r>
                </a:p>
              </p:txBody>
            </p:sp>
          </mc:Choice>
          <mc:Fallback xmlns=""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74194BE9-9B04-DC70-AF60-070574B370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091" y="4200977"/>
                  <a:ext cx="11495003" cy="1384995"/>
                </a:xfrm>
                <a:prstGeom prst="rect">
                  <a:avLst/>
                </a:prstGeom>
                <a:blipFill>
                  <a:blip r:embed="rId5"/>
                  <a:stretch>
                    <a:fillRect l="-882" b="-6364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9" name="Picture 158">
              <a:extLst>
                <a:ext uri="{FF2B5EF4-FFF2-40B4-BE49-F238E27FC236}">
                  <a16:creationId xmlns:a16="http://schemas.microsoft.com/office/drawing/2014/main" id="{35AE870E-A387-C39F-19B6-1F3B41FCF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78462" y="5020471"/>
              <a:ext cx="1283430" cy="4712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198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07407E-6 L -0.06653 -0.00185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" y="-93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48148E-6 L 0.0651 -0.00301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55" y="-162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33333E-6 L -0.0599 0.0013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95" y="69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07407E-6 L 0.06302 -0.00371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185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07407E-6 L 0.06941 -0.00185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64" y="-9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2.59259E-6 L -0.0625 0.00231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 L 0.03658 -0.00301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3" y="-162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 L -0.04908 0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1" y="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4.07407E-6 L -0.04752 -0.00208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3" y="-116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-0.05156 0.00324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78" y="162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L 0.04062 -0.00162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1" y="-93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4.44444E-6 L 0.03333 4.44444E-6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7" y="0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85185E-6 L -0.28333 0.00625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167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33" grpId="0"/>
      <p:bldP spid="138" grpId="0"/>
      <p:bldP spid="138" grpId="1"/>
      <p:bldP spid="139" grpId="0"/>
      <p:bldP spid="139" grpId="1"/>
      <p:bldP spid="141" grpId="0" animBg="1"/>
      <p:bldP spid="142" grpId="0" animBg="1"/>
      <p:bldP spid="146" grpId="0"/>
      <p:bldP spid="146" grpId="1"/>
      <p:bldP spid="148" grpId="0"/>
      <p:bldP spid="148" grpId="1"/>
      <p:bldP spid="150" grpId="0" animBg="1"/>
      <p:bldP spid="150" grpId="1" animBg="1"/>
      <p:bldP spid="15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Thuyết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hóa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trị VB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CCA15B-8753-0A53-911E-08B5CD04DBC0}"/>
              </a:ext>
            </a:extLst>
          </p:cNvPr>
          <p:cNvSpPr txBox="1"/>
          <p:nvPr/>
        </p:nvSpPr>
        <p:spPr>
          <a:xfrm>
            <a:off x="251761" y="3893310"/>
            <a:ext cx="11662787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LK CHT được hình thành do </a:t>
            </a:r>
            <a:r>
              <a:rPr lang="x-none" sz="26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 che phủ của các AO</a:t>
            </a:r>
            <a:r>
              <a:rPr lang="x-none" sz="2600" b="1" i="1" baseline="30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26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hoá trị </a:t>
            </a:r>
            <a:r>
              <a:rPr 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của các ng/tử tượng tác ⇢ </a:t>
            </a:r>
            <a:r>
              <a:rPr lang="x-none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 kết càng bền </a:t>
            </a:r>
            <a:r>
              <a:rPr 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x-none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 độ che phủ AO càng lớn.</a:t>
            </a:r>
            <a:r>
              <a:rPr lang="x-none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311150" algn="just">
              <a:lnSpc>
                <a:spcPct val="150000"/>
              </a:lnSpc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̣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bền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LK CHT</a:t>
            </a:r>
            <a:r>
              <a:rPr lang="x-none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phụ thuộc vào: 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b="1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Mức</a:t>
            </a:r>
            <a:r>
              <a:rPr lang="en-US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lượng</a:t>
            </a:r>
            <a:endParaRPr lang="en-US" sz="2400" b="1" i="1" u="sng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11150" algn="just">
              <a:lnSpc>
                <a:spcPct val="150000"/>
              </a:lnSpc>
            </a:pPr>
            <a:r>
              <a:rPr 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- </a:t>
            </a:r>
            <a:r>
              <a:rPr lang="en-US" sz="2400" b="1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Kích</a:t>
            </a:r>
            <a:r>
              <a:rPr lang="x-none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thước, Hình dạng</a:t>
            </a:r>
            <a:endParaRPr lang="en-US" sz="2400" b="1" i="1" u="sng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11150" algn="just">
              <a:lnSpc>
                <a:spcPct val="150000"/>
              </a:lnSpc>
            </a:pPr>
            <a:r>
              <a:rPr 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- </a:t>
            </a:r>
            <a:r>
              <a:rPr lang="en-US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x-none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hương hướng của các AO</a:t>
            </a:r>
            <a:r>
              <a:rPr lang="x-none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0FDC21-006D-F6C5-667D-3B898AD708FA}"/>
              </a:ext>
            </a:extLst>
          </p:cNvPr>
          <p:cNvGrpSpPr/>
          <p:nvPr/>
        </p:nvGrpSpPr>
        <p:grpSpPr>
          <a:xfrm>
            <a:off x="234828" y="1889479"/>
            <a:ext cx="11549597" cy="2152942"/>
            <a:chOff x="234828" y="1889479"/>
            <a:chExt cx="11549597" cy="215294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483214D-6978-0DEB-AE90-3076B51FBE92}"/>
                </a:ext>
              </a:extLst>
            </p:cNvPr>
            <p:cNvSpPr txBox="1"/>
            <p:nvPr/>
          </p:nvSpPr>
          <p:spPr>
            <a:xfrm>
              <a:off x="234828" y="1889479"/>
              <a:ext cx="11549597" cy="135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Wingdings" pitchFamily="2" charset="2"/>
                <a:buChar char="v"/>
                <a:tabLst>
                  <a:tab pos="442913" algn="l"/>
                </a:tabLst>
              </a:pPr>
              <a:r>
                <a:rPr lang="en-US" sz="32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Luận</a:t>
              </a:r>
              <a:r>
                <a:rPr lang="en-US" sz="32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điểm</a:t>
              </a:r>
              <a:r>
                <a:rPr lang="en-US" sz="32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2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Hóa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trị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một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bằng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</a:t>
              </a:r>
              <a:r>
                <a:rPr lang="en-US" sz="26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độc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thân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tử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(ở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trạng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thái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cơ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bản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hay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kích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thích</a:t>
              </a:r>
              <a:r>
                <a: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x-none" sz="26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CE0B61F-D301-B063-EF04-C26D9F4EC445}"/>
                </a:ext>
              </a:extLst>
            </p:cNvPr>
            <p:cNvSpPr txBox="1"/>
            <p:nvPr/>
          </p:nvSpPr>
          <p:spPr>
            <a:xfrm>
              <a:off x="4470130" y="2852347"/>
              <a:ext cx="11128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28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Ví dụ</a:t>
              </a:r>
              <a:r>
                <a:rPr lang="x-none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EAB4356-9717-6C25-8061-31DFE85E1069}"/>
                </a:ext>
              </a:extLst>
            </p:cNvPr>
            <p:cNvGrpSpPr/>
            <p:nvPr/>
          </p:nvGrpSpPr>
          <p:grpSpPr>
            <a:xfrm>
              <a:off x="8684180" y="2923868"/>
              <a:ext cx="2021997" cy="391908"/>
              <a:chOff x="4261287" y="5042323"/>
              <a:chExt cx="2312676" cy="408201"/>
            </a:xfrm>
          </p:grpSpPr>
          <p:sp>
            <p:nvSpPr>
              <p:cNvPr id="60" name="Flowchart: Process 130">
                <a:extLst>
                  <a:ext uri="{FF2B5EF4-FFF2-40B4-BE49-F238E27FC236}">
                    <a16:creationId xmlns:a16="http://schemas.microsoft.com/office/drawing/2014/main" id="{0363B49E-1ED1-D65B-F443-F0D164785BD3}"/>
                  </a:ext>
                </a:extLst>
              </p:cNvPr>
              <p:cNvSpPr/>
              <p:nvPr/>
            </p:nvSpPr>
            <p:spPr>
              <a:xfrm>
                <a:off x="4261287" y="5042323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  <a:r>
                  <a:rPr lang="en-US" sz="14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↓</a:t>
                </a:r>
              </a:p>
            </p:txBody>
          </p:sp>
          <p:sp>
            <p:nvSpPr>
              <p:cNvPr id="61" name="Flowchart: Process 131">
                <a:extLst>
                  <a:ext uri="{FF2B5EF4-FFF2-40B4-BE49-F238E27FC236}">
                    <a16:creationId xmlns:a16="http://schemas.microsoft.com/office/drawing/2014/main" id="{56AFAF7F-8BA1-1384-05BE-EAC8944FDCF5}"/>
                  </a:ext>
                </a:extLst>
              </p:cNvPr>
              <p:cNvSpPr/>
              <p:nvPr/>
            </p:nvSpPr>
            <p:spPr>
              <a:xfrm>
                <a:off x="4819059" y="5042323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  <a:r>
                  <a:rPr lang="en-US" sz="14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↓</a:t>
                </a:r>
              </a:p>
            </p:txBody>
          </p:sp>
          <p:sp>
            <p:nvSpPr>
              <p:cNvPr id="62" name="Flowchart: Process 132">
                <a:extLst>
                  <a:ext uri="{FF2B5EF4-FFF2-40B4-BE49-F238E27FC236}">
                    <a16:creationId xmlns:a16="http://schemas.microsoft.com/office/drawing/2014/main" id="{60905DB4-924B-5162-A1A1-ED2D1EBD65A5}"/>
                  </a:ext>
                </a:extLst>
              </p:cNvPr>
              <p:cNvSpPr/>
              <p:nvPr/>
            </p:nvSpPr>
            <p:spPr>
              <a:xfrm>
                <a:off x="5364624" y="5042323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  <a:endParaRPr lang="en-US" sz="1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Flowchart: Process 137">
                <a:extLst>
                  <a:ext uri="{FF2B5EF4-FFF2-40B4-BE49-F238E27FC236}">
                    <a16:creationId xmlns:a16="http://schemas.microsoft.com/office/drawing/2014/main" id="{FC919820-E468-7084-F803-F139E11608F4}"/>
                  </a:ext>
                </a:extLst>
              </p:cNvPr>
              <p:cNvSpPr/>
              <p:nvPr/>
            </p:nvSpPr>
            <p:spPr>
              <a:xfrm>
                <a:off x="5762984" y="5042323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  <a:endParaRPr lang="en-US" sz="1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Flowchart: Process 138">
                <a:extLst>
                  <a:ext uri="{FF2B5EF4-FFF2-40B4-BE49-F238E27FC236}">
                    <a16:creationId xmlns:a16="http://schemas.microsoft.com/office/drawing/2014/main" id="{0C9FE3DF-6A4D-4769-5ED5-9B66908CD0D0}"/>
                  </a:ext>
                </a:extLst>
              </p:cNvPr>
              <p:cNvSpPr/>
              <p:nvPr/>
            </p:nvSpPr>
            <p:spPr>
              <a:xfrm>
                <a:off x="6159897" y="5042323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CE0B61F-D301-B063-EF04-C26D9F4EC445}"/>
                </a:ext>
              </a:extLst>
            </p:cNvPr>
            <p:cNvSpPr txBox="1"/>
            <p:nvPr/>
          </p:nvSpPr>
          <p:spPr>
            <a:xfrm>
              <a:off x="5929960" y="2852347"/>
              <a:ext cx="250100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 (</a:t>
              </a:r>
              <a:r>
                <a:rPr lang="en-US" sz="28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): 1s</a:t>
              </a:r>
              <a:r>
                <a:rPr lang="en-US" sz="28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2s</a:t>
              </a:r>
              <a:r>
                <a:rPr lang="en-US" sz="28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2p</a:t>
              </a:r>
              <a:r>
                <a:rPr lang="en-US" sz="28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x-none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CE0B61F-D301-B063-EF04-C26D9F4EC445}"/>
                </a:ext>
              </a:extLst>
            </p:cNvPr>
            <p:cNvSpPr txBox="1"/>
            <p:nvPr/>
          </p:nvSpPr>
          <p:spPr>
            <a:xfrm>
              <a:off x="5959616" y="3549978"/>
              <a:ext cx="244169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600" i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sz="2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US" sz="26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): 1s</a:t>
              </a:r>
              <a:r>
                <a:rPr lang="en-US" sz="26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2s</a:t>
              </a:r>
              <a:r>
                <a:rPr lang="en-US" sz="2600" i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2p</a:t>
              </a:r>
              <a:r>
                <a:rPr lang="en-US" sz="2600" i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x-none" sz="2600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EAB4356-9717-6C25-8061-31DFE85E1069}"/>
                </a:ext>
              </a:extLst>
            </p:cNvPr>
            <p:cNvGrpSpPr/>
            <p:nvPr/>
          </p:nvGrpSpPr>
          <p:grpSpPr>
            <a:xfrm>
              <a:off x="8684180" y="3603000"/>
              <a:ext cx="2021997" cy="391908"/>
              <a:chOff x="4261287" y="5042323"/>
              <a:chExt cx="2312676" cy="408201"/>
            </a:xfrm>
          </p:grpSpPr>
          <p:sp>
            <p:nvSpPr>
              <p:cNvPr id="69" name="Flowchart: Process 130">
                <a:extLst>
                  <a:ext uri="{FF2B5EF4-FFF2-40B4-BE49-F238E27FC236}">
                    <a16:creationId xmlns:a16="http://schemas.microsoft.com/office/drawing/2014/main" id="{0363B49E-1ED1-D65B-F443-F0D164785BD3}"/>
                  </a:ext>
                </a:extLst>
              </p:cNvPr>
              <p:cNvSpPr/>
              <p:nvPr/>
            </p:nvSpPr>
            <p:spPr>
              <a:xfrm>
                <a:off x="4261287" y="5042323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  <a:r>
                  <a:rPr lang="en-US" sz="14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↓</a:t>
                </a:r>
              </a:p>
            </p:txBody>
          </p:sp>
          <p:sp>
            <p:nvSpPr>
              <p:cNvPr id="70" name="Flowchart: Process 131">
                <a:extLst>
                  <a:ext uri="{FF2B5EF4-FFF2-40B4-BE49-F238E27FC236}">
                    <a16:creationId xmlns:a16="http://schemas.microsoft.com/office/drawing/2014/main" id="{56AFAF7F-8BA1-1384-05BE-EAC8944FDCF5}"/>
                  </a:ext>
                </a:extLst>
              </p:cNvPr>
              <p:cNvSpPr/>
              <p:nvPr/>
            </p:nvSpPr>
            <p:spPr>
              <a:xfrm>
                <a:off x="4819059" y="5042323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  <a:endParaRPr lang="en-US" sz="1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Flowchart: Process 132">
                <a:extLst>
                  <a:ext uri="{FF2B5EF4-FFF2-40B4-BE49-F238E27FC236}">
                    <a16:creationId xmlns:a16="http://schemas.microsoft.com/office/drawing/2014/main" id="{60905DB4-924B-5162-A1A1-ED2D1EBD65A5}"/>
                  </a:ext>
                </a:extLst>
              </p:cNvPr>
              <p:cNvSpPr/>
              <p:nvPr/>
            </p:nvSpPr>
            <p:spPr>
              <a:xfrm>
                <a:off x="5364624" y="5042323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  <a:endParaRPr lang="en-US" sz="1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Flowchart: Process 137">
                <a:extLst>
                  <a:ext uri="{FF2B5EF4-FFF2-40B4-BE49-F238E27FC236}">
                    <a16:creationId xmlns:a16="http://schemas.microsoft.com/office/drawing/2014/main" id="{FC919820-E468-7084-F803-F139E11608F4}"/>
                  </a:ext>
                </a:extLst>
              </p:cNvPr>
              <p:cNvSpPr/>
              <p:nvPr/>
            </p:nvSpPr>
            <p:spPr>
              <a:xfrm>
                <a:off x="5762984" y="5042323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  <a:endParaRPr lang="en-US" sz="1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Flowchart: Process 138">
                <a:extLst>
                  <a:ext uri="{FF2B5EF4-FFF2-40B4-BE49-F238E27FC236}">
                    <a16:creationId xmlns:a16="http://schemas.microsoft.com/office/drawing/2014/main" id="{0C9FE3DF-6A4D-4769-5ED5-9B66908CD0D0}"/>
                  </a:ext>
                </a:extLst>
              </p:cNvPr>
              <p:cNvSpPr/>
              <p:nvPr/>
            </p:nvSpPr>
            <p:spPr>
              <a:xfrm>
                <a:off x="6159897" y="5042323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  <a:endParaRPr lang="en-US" sz="1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EA1352E-B75E-497D-98D5-D9D238BDB67A}"/>
              </a:ext>
            </a:extLst>
          </p:cNvPr>
          <p:cNvGrpSpPr/>
          <p:nvPr/>
        </p:nvGrpSpPr>
        <p:grpSpPr>
          <a:xfrm>
            <a:off x="190571" y="654175"/>
            <a:ext cx="11819193" cy="1319722"/>
            <a:chOff x="190571" y="654175"/>
            <a:chExt cx="11819193" cy="131972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483214D-6978-0DEB-AE90-3076B51FBE92}"/>
                </a:ext>
              </a:extLst>
            </p:cNvPr>
            <p:cNvSpPr txBox="1"/>
            <p:nvPr/>
          </p:nvSpPr>
          <p:spPr>
            <a:xfrm>
              <a:off x="190571" y="654175"/>
              <a:ext cx="1181919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Wingdings" pitchFamily="2" charset="2"/>
                <a:buChar char="v"/>
                <a:tabLst>
                  <a:tab pos="442913" algn="l"/>
                </a:tabLst>
              </a:pPr>
              <a:r>
                <a:rPr lang="en-US" sz="32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Luận</a:t>
              </a:r>
              <a:r>
                <a:rPr lang="en-US" sz="32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điểm</a:t>
              </a:r>
              <a:r>
                <a:rPr lang="en-US" sz="32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x-none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LK CHT là liên kết </a:t>
              </a:r>
              <a:r>
                <a:rPr lang="x-none" sz="26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2e</a:t>
              </a:r>
              <a:r>
                <a:rPr lang="x-none" sz="2600" b="1" i="1" baseline="30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x-none" sz="26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 tâm</a:t>
              </a:r>
              <a:r>
                <a:rPr lang="x-none" sz="2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x-none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trên cơ sở cặp </a:t>
              </a:r>
              <a:r>
                <a:rPr lang="x-none" sz="2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x-none" sz="2600" b="1" baseline="30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x-none" sz="2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định ch</a:t>
              </a:r>
              <a:r>
                <a:rPr lang="x-none" sz="26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ỗ</a:t>
              </a:r>
              <a:r>
                <a:rPr lang="x-none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có </a:t>
              </a:r>
              <a:r>
                <a:rPr lang="x-none" sz="26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spin </a:t>
              </a:r>
              <a:r>
                <a:rPr lang="x-none" sz="26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↑</a:t>
              </a:r>
              <a:r>
                <a:rPr lang="x-none" sz="26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↓</a:t>
              </a:r>
              <a:r>
                <a:rPr lang="x-none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875991" y="1481454"/>
              <a:ext cx="10486275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x-none" sz="26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Biểu diễn LK CHT</a:t>
              </a:r>
              <a:r>
                <a:rPr lang="x-none" sz="2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bằng</a:t>
              </a:r>
              <a:r>
                <a:rPr lang="x-none" sz="26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: </a:t>
              </a:r>
              <a:r>
                <a:rPr lang="x-none" sz="2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hay </a:t>
              </a:r>
              <a:r>
                <a:rPr lang="x-none" sz="26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 </a:t>
              </a:r>
              <a:r>
                <a:rPr lang="x-none" sz="2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giữa 2 nguyên tử để chỉ cặp electron chung</a:t>
              </a:r>
              <a:r>
                <a:rPr lang="x-none" sz="26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x-none" sz="2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115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chê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tạo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thành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LK CHT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7845" y="1165281"/>
            <a:ext cx="33968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30188" algn="just">
              <a:spcAft>
                <a:spcPts val="1800"/>
              </a:spcAft>
              <a:buClr>
                <a:srgbClr val="000099"/>
              </a:buClr>
              <a:buSzPct val="80000"/>
            </a:pP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Hai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cơ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chê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́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chính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en-US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4EA7C2-54A5-F240-FD1F-2BA30EF873AA}"/>
              </a:ext>
            </a:extLst>
          </p:cNvPr>
          <p:cNvGrpSpPr/>
          <p:nvPr/>
        </p:nvGrpSpPr>
        <p:grpSpPr>
          <a:xfrm>
            <a:off x="369437" y="4702119"/>
            <a:ext cx="11375721" cy="2122791"/>
            <a:chOff x="369437" y="4702119"/>
            <a:chExt cx="11375721" cy="2122791"/>
          </a:xfrm>
        </p:grpSpPr>
        <p:sp>
          <p:nvSpPr>
            <p:cNvPr id="18" name="Rectangle 17"/>
            <p:cNvSpPr/>
            <p:nvPr/>
          </p:nvSpPr>
          <p:spPr>
            <a:xfrm>
              <a:off x="369437" y="4702119"/>
              <a:ext cx="11375721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buClr>
                  <a:srgbClr val="000099"/>
                </a:buClr>
                <a:buSzPct val="80000"/>
              </a:pPr>
              <a:r>
                <a:rPr lang="en-US" alt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NOTE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: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Sô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́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lượng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electron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độc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thân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tăng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lên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khi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nguyên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tô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́ ở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trạng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thái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kích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thích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.</a:t>
              </a:r>
              <a:endParaRPr lang="en-US" alt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7490" y="5834310"/>
              <a:ext cx="5534025" cy="990600"/>
            </a:xfrm>
            <a:prstGeom prst="rect">
              <a:avLst/>
            </a:prstGeom>
          </p:spPr>
        </p:pic>
      </p:grpSp>
      <p:sp>
        <p:nvSpPr>
          <p:cNvPr id="21" name="Rectangle 20"/>
          <p:cNvSpPr/>
          <p:nvPr/>
        </p:nvSpPr>
        <p:spPr>
          <a:xfrm>
            <a:off x="6315800" y="5856142"/>
            <a:ext cx="5272143" cy="91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200"/>
              </a:lnSpc>
              <a:spcBef>
                <a:spcPct val="200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→ Electron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kích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thích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chỉ di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chuyển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trong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cùng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1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lớp</a:t>
            </a:r>
            <a:r>
              <a:rPr lang="en-US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934639" y="834049"/>
            <a:ext cx="5703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chê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ghép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(Sharing mechanism)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934639" y="1550995"/>
            <a:ext cx="68107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chê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nhận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(acceptor-donor mechanism)</a:t>
            </a:r>
            <a:endParaRPr lang="vi-VN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38C5156-AD0B-E5AF-F748-BF61A7688E29}"/>
              </a:ext>
            </a:extLst>
          </p:cNvPr>
          <p:cNvCxnSpPr>
            <a:endCxn id="22" idx="1"/>
          </p:cNvCxnSpPr>
          <p:nvPr/>
        </p:nvCxnSpPr>
        <p:spPr>
          <a:xfrm flipV="1">
            <a:off x="4234649" y="1095659"/>
            <a:ext cx="699990" cy="4023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9BB4272-B7C1-C082-07FF-ABB02D309D5D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4234649" y="1521950"/>
            <a:ext cx="699990" cy="2906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A72EFEDA-18AC-4680-F69E-A29CC73EFA57}"/>
              </a:ext>
            </a:extLst>
          </p:cNvPr>
          <p:cNvGrpSpPr/>
          <p:nvPr/>
        </p:nvGrpSpPr>
        <p:grpSpPr>
          <a:xfrm>
            <a:off x="369437" y="2036592"/>
            <a:ext cx="11371536" cy="2557103"/>
            <a:chOff x="369437" y="2036592"/>
            <a:chExt cx="11371536" cy="2557103"/>
          </a:xfrm>
        </p:grpSpPr>
        <p:sp>
          <p:nvSpPr>
            <p:cNvPr id="12" name="Rectangle 11"/>
            <p:cNvSpPr/>
            <p:nvPr/>
          </p:nvSpPr>
          <p:spPr>
            <a:xfrm>
              <a:off x="369437" y="2036592"/>
              <a:ext cx="11371536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spcAft>
                  <a:spcPts val="1200"/>
                </a:spcAft>
                <a:buClr>
                  <a:srgbClr val="000099"/>
                </a:buClr>
                <a:buSzPct val="80000"/>
              </a:pPr>
              <a:r>
                <a:rPr lang="en-US" alt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1. </a:t>
              </a:r>
              <a:r>
                <a:rPr lang="en-US" altLang="en-US" sz="32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Cơ</a:t>
              </a:r>
              <a:r>
                <a:rPr lang="en-US" alt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2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chê</a:t>
              </a:r>
              <a:r>
                <a:rPr lang="en-US" alt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́ </a:t>
              </a:r>
              <a:r>
                <a:rPr lang="en-US" altLang="en-US" sz="32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ghép</a:t>
              </a:r>
              <a:r>
                <a:rPr lang="en-US" alt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2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đôi</a:t>
              </a:r>
              <a:r>
                <a:rPr lang="en-US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: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vùng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xen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phu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̉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của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2 AO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hóa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trị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chứa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electron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độc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thân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của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2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nguyên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tô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́. </a:t>
              </a:r>
              <a:endPara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49281" y="3625327"/>
              <a:ext cx="2098419" cy="681720"/>
            </a:xfrm>
            <a:prstGeom prst="rect">
              <a:avLst/>
            </a:prstGeom>
          </p:spPr>
        </p:pic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4828" y="3265297"/>
              <a:ext cx="2394701" cy="1328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89533" y="2739541"/>
              <a:ext cx="2584229" cy="17457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1263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6407" y="1001403"/>
            <a:ext cx="113715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0099"/>
              </a:buClr>
              <a:buSzPct val="80000"/>
            </a:pP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2. </a:t>
            </a: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Cơ</a:t>
            </a: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chê</a:t>
            </a: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́ </a:t>
            </a: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cho-nhận</a:t>
            </a:r>
            <a:r>
              <a:rPr lang="en-US" alt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vùng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̉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giữa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AO </a:t>
            </a:r>
            <a:r>
              <a:rPr lang="en-US" altLang="en-US" sz="2800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hóa</a:t>
            </a:r>
            <a:r>
              <a:rPr lang="en-US" altLang="en-US" sz="2800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trị có 1 </a:t>
            </a:r>
            <a:r>
              <a:rPr lang="en-US" altLang="en-US" sz="2800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cặp</a:t>
            </a:r>
            <a:r>
              <a:rPr lang="en-US" altLang="en-US" sz="2800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electron </a:t>
            </a:r>
            <a:r>
              <a:rPr lang="en-US" altLang="en-US" sz="2800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độc</a:t>
            </a:r>
            <a:r>
              <a:rPr lang="en-US" altLang="en-US" sz="2800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thân</a:t>
            </a:r>
            <a:r>
              <a:rPr lang="en-US" altLang="en-US" sz="2800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va</a:t>
            </a:r>
            <a:r>
              <a:rPr lang="en-US" altLang="en-US" sz="2800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̀ 1 AO </a:t>
            </a:r>
            <a:r>
              <a:rPr lang="en-US" altLang="en-US" sz="2800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hóa</a:t>
            </a:r>
            <a:r>
              <a:rPr lang="en-US" altLang="en-US" sz="2800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trị </a:t>
            </a:r>
            <a:r>
              <a:rPr lang="en-US" altLang="en-US" sz="2800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trống</a:t>
            </a:r>
            <a:endParaRPr lang="en-US" alt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2024108" y="4494345"/>
            <a:ext cx="4829452" cy="1989582"/>
            <a:chOff x="7116308" y="3887036"/>
            <a:chExt cx="4868195" cy="2606721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6308" y="3887036"/>
              <a:ext cx="4868195" cy="2123758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7524050" y="5925817"/>
              <a:ext cx="776916" cy="5652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</a:t>
              </a:r>
              <a:r>
                <a:rPr lang="en-US" sz="3200" b="1" baseline="-25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796021" y="5928521"/>
              <a:ext cx="910820" cy="5652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</a:t>
              </a:r>
              <a:r>
                <a:rPr lang="en-US" sz="3200" b="1" baseline="-25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3200" b="1" baseline="30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en-US" sz="3200" b="1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383984" y="5415156"/>
              <a:ext cx="1663341" cy="7932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Ione pair of electron</a:t>
              </a:r>
            </a:p>
          </p:txBody>
        </p: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634" y="2601410"/>
            <a:ext cx="3480901" cy="93930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11111" y="4466189"/>
            <a:ext cx="11416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Ví dụ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endParaRPr lang="en-US" sz="2800" dirty="0"/>
          </a:p>
        </p:txBody>
      </p:sp>
      <p:sp>
        <p:nvSpPr>
          <p:cNvPr id="15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chê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tạo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thành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LK CHT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6235" y="2601410"/>
            <a:ext cx="3500853" cy="2387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55186" y="3759728"/>
            <a:ext cx="18462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HẤT CHO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21359" y="3759728"/>
            <a:ext cx="20529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 indent="0">
              <a:buFontTx/>
              <a:buNone/>
            </a:pPr>
            <a:r>
              <a:rPr lang="en-US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HẤT NHẬN</a:t>
            </a:r>
            <a:endParaRPr lang="en-US" altLang="en-US" sz="1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18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Kiểu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kết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CHT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21892" y="1175633"/>
            <a:ext cx="11140338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30188" algn="just">
              <a:lnSpc>
                <a:spcPts val="3200"/>
              </a:lnSpc>
              <a:spcBef>
                <a:spcPct val="200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Đô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̣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che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phu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̉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của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AOs +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trục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liên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nhân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→ 3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dạng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liên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kết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chính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CE23F61-DFC6-398F-8CBC-D9FF8025277C}"/>
              </a:ext>
            </a:extLst>
          </p:cNvPr>
          <p:cNvGrpSpPr/>
          <p:nvPr/>
        </p:nvGrpSpPr>
        <p:grpSpPr>
          <a:xfrm>
            <a:off x="7286022" y="3813483"/>
            <a:ext cx="4862228" cy="2423331"/>
            <a:chOff x="7286022" y="3813483"/>
            <a:chExt cx="4862228" cy="2423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8FA7CBC-78E0-393E-688E-BC1230C5D9C3}"/>
                    </a:ext>
                  </a:extLst>
                </p:cNvPr>
                <p:cNvSpPr txBox="1"/>
                <p:nvPr/>
              </p:nvSpPr>
              <p:spPr>
                <a:xfrm>
                  <a:off x="7286022" y="3813483"/>
                  <a:ext cx="486222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3. </a:t>
                  </a:r>
                  <a:r>
                    <a:rPr lang="en-US" sz="3200" b="1" dirty="0" err="1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Liên</a:t>
                  </a:r>
                  <a:r>
                    <a:rPr lang="en-US" sz="3200" b="1" dirty="0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3200" b="1" dirty="0" err="1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kết</a:t>
                  </a:r>
                  <a:r>
                    <a:rPr lang="en-US" sz="3200" b="1" dirty="0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Delta (</a:t>
                  </a:r>
                  <a14:m>
                    <m:oMath xmlns:m="http://schemas.openxmlformats.org/officeDocument/2006/math">
                      <m:r>
                        <a:rPr lang="x-none" sz="3200" b="1" i="1" smtClean="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𝜹</m:t>
                      </m:r>
                      <m:r>
                        <m:rPr>
                          <m:nor/>
                        </m:rPr>
                        <a:rPr lang="en-US" altLang="en-US" sz="32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en-US" sz="32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Bond</m:t>
                      </m:r>
                    </m:oMath>
                  </a14:m>
                  <a:r>
                    <a:rPr lang="en-US" sz="3200" b="1" dirty="0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x-none" sz="3200" b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8FA7CBC-78E0-393E-688E-BC1230C5D9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022" y="3813483"/>
                  <a:ext cx="4862228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3125" t="-12766" r="-2083" b="-29787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86180" y="4398258"/>
              <a:ext cx="3261912" cy="1838556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BEADD07-3D8F-B41E-0DDE-0C14D7A79E1F}"/>
              </a:ext>
            </a:extLst>
          </p:cNvPr>
          <p:cNvGrpSpPr/>
          <p:nvPr/>
        </p:nvGrpSpPr>
        <p:grpSpPr>
          <a:xfrm>
            <a:off x="151680" y="1904380"/>
            <a:ext cx="4932761" cy="2939789"/>
            <a:chOff x="421892" y="2151909"/>
            <a:chExt cx="4932761" cy="2939789"/>
          </a:xfrm>
        </p:grpSpPr>
        <p:sp>
          <p:nvSpPr>
            <p:cNvPr id="2" name="Rectangle 1"/>
            <p:cNvSpPr/>
            <p:nvPr/>
          </p:nvSpPr>
          <p:spPr>
            <a:xfrm>
              <a:off x="421892" y="2151909"/>
              <a:ext cx="493276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1. </a:t>
              </a:r>
              <a:r>
                <a:rPr lang="en-US" altLang="en-US" sz="32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Liên</a:t>
              </a:r>
              <a:r>
                <a:rPr lang="en-US" alt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2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kết</a:t>
              </a:r>
              <a:r>
                <a:rPr lang="en-US" alt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Sigma (</a:t>
              </a:r>
              <a:r>
                <a:rPr lang="en-US" alt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-Bond)</a:t>
              </a:r>
              <a:endParaRPr lang="en-US" sz="3200" dirty="0">
                <a:solidFill>
                  <a:srgbClr val="FF0000"/>
                </a:solidFill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8BC9AF6-E843-FC26-D61C-C90238A52DB6}"/>
                </a:ext>
              </a:extLst>
            </p:cNvPr>
            <p:cNvGrpSpPr/>
            <p:nvPr/>
          </p:nvGrpSpPr>
          <p:grpSpPr>
            <a:xfrm>
              <a:off x="698005" y="2897138"/>
              <a:ext cx="2764779" cy="2194560"/>
              <a:chOff x="698005" y="2897138"/>
              <a:chExt cx="2764779" cy="2194560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9356" y="2897138"/>
                <a:ext cx="2523428" cy="2194560"/>
              </a:xfrm>
              <a:prstGeom prst="rect">
                <a:avLst/>
              </a:prstGeom>
            </p:spPr>
          </p:pic>
          <p:cxnSp>
            <p:nvCxnSpPr>
              <p:cNvPr id="38" name="Straight Connector 37"/>
              <p:cNvCxnSpPr/>
              <p:nvPr/>
            </p:nvCxnSpPr>
            <p:spPr>
              <a:xfrm>
                <a:off x="698005" y="3277380"/>
                <a:ext cx="18288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E182450-32FB-B28D-E7FB-62E86E1B4589}"/>
              </a:ext>
            </a:extLst>
          </p:cNvPr>
          <p:cNvGrpSpPr/>
          <p:nvPr/>
        </p:nvGrpSpPr>
        <p:grpSpPr>
          <a:xfrm>
            <a:off x="4260368" y="2865531"/>
            <a:ext cx="4179349" cy="3065454"/>
            <a:chOff x="4010413" y="2887151"/>
            <a:chExt cx="4179349" cy="306545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8F91463-2ABF-0338-914D-032BB9F3B419}"/>
                </a:ext>
              </a:extLst>
            </p:cNvPr>
            <p:cNvGrpSpPr/>
            <p:nvPr/>
          </p:nvGrpSpPr>
          <p:grpSpPr>
            <a:xfrm>
              <a:off x="4010413" y="2887151"/>
              <a:ext cx="4179349" cy="3065454"/>
              <a:chOff x="4010413" y="2887151"/>
              <a:chExt cx="4179349" cy="3065454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4010413" y="2887151"/>
                <a:ext cx="417934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2. </a:t>
                </a:r>
                <a:r>
                  <a:rPr lang="en-US" altLang="en-US" sz="32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Liên</a:t>
                </a:r>
                <a:r>
                  <a:rPr lang="en-US" alt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2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kết</a:t>
                </a:r>
                <a:r>
                  <a:rPr lang="en-US" alt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Pi (</a:t>
                </a:r>
                <a:r>
                  <a:rPr lang="el-GR" alt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π</a:t>
                </a:r>
                <a:r>
                  <a:rPr lang="en-US" alt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-Bond)</a:t>
                </a:r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31226" y="3483725"/>
                <a:ext cx="1496239" cy="2468880"/>
              </a:xfrm>
              <a:prstGeom prst="rect">
                <a:avLst/>
              </a:prstGeom>
            </p:spPr>
          </p:pic>
        </p:grpSp>
        <p:cxnSp>
          <p:nvCxnSpPr>
            <p:cNvPr id="39" name="Straight Connector 38"/>
            <p:cNvCxnSpPr/>
            <p:nvPr/>
          </p:nvCxnSpPr>
          <p:spPr>
            <a:xfrm>
              <a:off x="4764945" y="4819766"/>
              <a:ext cx="1828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840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Sigma (</a:t>
            </a:r>
            <a:r>
              <a:rPr lang="en-US" alt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-Bond)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FEFA8E-E599-8D63-EDAB-A6D90A524AAE}"/>
              </a:ext>
            </a:extLst>
          </p:cNvPr>
          <p:cNvGrpSpPr/>
          <p:nvPr/>
        </p:nvGrpSpPr>
        <p:grpSpPr>
          <a:xfrm>
            <a:off x="228615" y="770464"/>
            <a:ext cx="11781148" cy="3193391"/>
            <a:chOff x="228615" y="770464"/>
            <a:chExt cx="11781148" cy="3193391"/>
          </a:xfrm>
        </p:grpSpPr>
        <p:grpSp>
          <p:nvGrpSpPr>
            <p:cNvPr id="21" name="Group 46"/>
            <p:cNvGrpSpPr>
              <a:grpSpLocks/>
            </p:cNvGrpSpPr>
            <p:nvPr/>
          </p:nvGrpSpPr>
          <p:grpSpPr bwMode="auto">
            <a:xfrm>
              <a:off x="5469584" y="1639755"/>
              <a:ext cx="5121275" cy="2324100"/>
              <a:chOff x="3048000" y="304800"/>
              <a:chExt cx="5638800" cy="2765425"/>
            </a:xfrm>
          </p:grpSpPr>
          <p:grpSp>
            <p:nvGrpSpPr>
              <p:cNvPr id="22" name="Group 21"/>
              <p:cNvGrpSpPr>
                <a:grpSpLocks/>
              </p:cNvGrpSpPr>
              <p:nvPr/>
            </p:nvGrpSpPr>
            <p:grpSpPr bwMode="auto">
              <a:xfrm>
                <a:off x="3048000" y="436563"/>
                <a:ext cx="5638800" cy="2633662"/>
                <a:chOff x="1920" y="480"/>
                <a:chExt cx="3552" cy="1659"/>
              </a:xfrm>
            </p:grpSpPr>
            <p:pic>
              <p:nvPicPr>
                <p:cNvPr id="24" name="Picture 4" descr="09_14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1480" b="19131"/>
                <a:stretch>
                  <a:fillRect/>
                </a:stretch>
              </p:blipFill>
              <p:spPr bwMode="auto">
                <a:xfrm>
                  <a:off x="1920" y="480"/>
                  <a:ext cx="3552" cy="16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5" name="TextBox 5"/>
                <p:cNvSpPr txBox="1">
                  <a:spLocks noChangeArrowheads="1"/>
                </p:cNvSpPr>
                <p:nvPr/>
              </p:nvSpPr>
              <p:spPr bwMode="auto">
                <a:xfrm>
                  <a:off x="1968" y="1200"/>
                  <a:ext cx="240" cy="3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6" name="TextBox 8"/>
                <p:cNvSpPr txBox="1">
                  <a:spLocks noChangeArrowheads="1"/>
                </p:cNvSpPr>
                <p:nvPr/>
              </p:nvSpPr>
              <p:spPr bwMode="auto">
                <a:xfrm>
                  <a:off x="4176" y="1200"/>
                  <a:ext cx="240" cy="3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7" name="TextBox 9"/>
                <p:cNvSpPr txBox="1">
                  <a:spLocks noChangeArrowheads="1"/>
                </p:cNvSpPr>
                <p:nvPr/>
              </p:nvSpPr>
              <p:spPr bwMode="auto">
                <a:xfrm>
                  <a:off x="2352" y="1200"/>
                  <a:ext cx="240" cy="3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8" name="TextBox 10"/>
                <p:cNvSpPr txBox="1">
                  <a:spLocks noChangeArrowheads="1"/>
                </p:cNvSpPr>
                <p:nvPr/>
              </p:nvSpPr>
              <p:spPr bwMode="auto">
                <a:xfrm>
                  <a:off x="4560" y="1200"/>
                  <a:ext cx="240" cy="3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dirty="0"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9" name="TextBox 11"/>
                <p:cNvSpPr txBox="1">
                  <a:spLocks noChangeArrowheads="1"/>
                </p:cNvSpPr>
                <p:nvPr/>
              </p:nvSpPr>
              <p:spPr bwMode="auto">
                <a:xfrm>
                  <a:off x="2880" y="1200"/>
                  <a:ext cx="240" cy="3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30" name="TextBox 13"/>
                <p:cNvSpPr txBox="1">
                  <a:spLocks noChangeArrowheads="1"/>
                </p:cNvSpPr>
                <p:nvPr/>
              </p:nvSpPr>
              <p:spPr bwMode="auto">
                <a:xfrm>
                  <a:off x="3600" y="1200"/>
                  <a:ext cx="240" cy="3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  <p:sp>
              <p:nvSpPr>
                <p:cNvPr id="31" name="TextBox 14"/>
                <p:cNvSpPr txBox="1">
                  <a:spLocks noChangeArrowheads="1"/>
                </p:cNvSpPr>
                <p:nvPr/>
              </p:nvSpPr>
              <p:spPr bwMode="auto">
                <a:xfrm>
                  <a:off x="5136" y="1200"/>
                  <a:ext cx="240" cy="3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cs typeface="Times New Roman" panose="02020603050405020304" pitchFamily="18" charset="0"/>
                    </a:rPr>
                    <a:t>-</a:t>
                  </a:r>
                </a:p>
              </p:txBody>
            </p:sp>
          </p:grpSp>
          <p:sp>
            <p:nvSpPr>
              <p:cNvPr id="23" name="Rectangle 18"/>
              <p:cNvSpPr>
                <a:spLocks noChangeArrowheads="1"/>
              </p:cNvSpPr>
              <p:nvPr/>
            </p:nvSpPr>
            <p:spPr bwMode="auto">
              <a:xfrm>
                <a:off x="4495800" y="304800"/>
                <a:ext cx="1600200" cy="549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b="1">
                    <a:solidFill>
                      <a:srgbClr val="FF0000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</a:t>
                </a:r>
                <a:r>
                  <a:rPr lang="en-US" altLang="en-US" b="1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-bonds</a:t>
                </a:r>
                <a:endParaRPr lang="en-US" altLang="en-US"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3" name="Rectangle 52"/>
            <p:cNvSpPr/>
            <p:nvPr/>
          </p:nvSpPr>
          <p:spPr>
            <a:xfrm>
              <a:off x="228615" y="770464"/>
              <a:ext cx="11781148" cy="13998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457200"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99"/>
                </a:buClr>
                <a:buSzPct val="80000"/>
              </a:pPr>
              <a:r>
                <a:rPr lang="en-US" altLang="en-US" sz="32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Khái</a:t>
              </a:r>
              <a:r>
                <a:rPr lang="en-US" alt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2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niệm</a:t>
              </a:r>
              <a:r>
                <a:rPr lang="en-US" alt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được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tạo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thành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do </a:t>
              </a:r>
              <a:r>
                <a:rPr lang="en-US" altLang="zh-TW" sz="2800" b="1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sự</a:t>
              </a:r>
              <a:r>
                <a:rPr lang="en-US" altLang="zh-TW" sz="28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xen</a:t>
              </a:r>
              <a:r>
                <a:rPr lang="en-US" altLang="zh-TW" sz="28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phủ</a:t>
              </a:r>
              <a:r>
                <a:rPr lang="en-US" altLang="zh-TW" sz="28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2 AO </a:t>
              </a:r>
              <a:r>
                <a:rPr lang="en-US" altLang="zh-TW" sz="2800" b="1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trên</a:t>
              </a:r>
              <a:r>
                <a:rPr lang="en-US" altLang="zh-TW" sz="28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trục</a:t>
              </a:r>
              <a:r>
                <a:rPr lang="en-US" altLang="zh-TW" sz="28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liên</a:t>
              </a:r>
              <a:r>
                <a:rPr lang="en-US" altLang="zh-TW" sz="28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nhân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của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2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/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tử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liên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kết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endPara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5504359" y="2905031"/>
              <a:ext cx="1828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58B7FE6-0B1A-6A4A-3266-DEA48C12EBA1}"/>
                  </a:ext>
                </a:extLst>
              </p:cNvPr>
              <p:cNvSpPr txBox="1"/>
              <p:nvPr/>
            </p:nvSpPr>
            <p:spPr>
              <a:xfrm>
                <a:off x="3752928" y="6035632"/>
                <a:ext cx="47280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x-none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x-none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(ns-ns) &lt; </a:t>
                </a:r>
                <a14:m>
                  <m:oMath xmlns:m="http://schemas.openxmlformats.org/officeDocument/2006/math">
                    <m:r>
                      <a:rPr lang="x-none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x-none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(ns-np) </a:t>
                </a:r>
                <a14:m>
                  <m:oMath xmlns:m="http://schemas.openxmlformats.org/officeDocument/2006/math">
                    <m:r>
                      <a:rPr lang="vi-V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x-none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x-none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(np-np) 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58B7FE6-0B1A-6A4A-3266-DEA48C12E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928" y="6035632"/>
                <a:ext cx="4728089" cy="461665"/>
              </a:xfrm>
              <a:prstGeom prst="rect">
                <a:avLst/>
              </a:prstGeom>
              <a:blipFill rotWithShape="0">
                <a:blip r:embed="rId4"/>
                <a:stretch>
                  <a:fillRect t="-9211" r="-116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8EFA292C-7C5F-C9AD-CC38-44F0DB14A238}"/>
              </a:ext>
            </a:extLst>
          </p:cNvPr>
          <p:cNvSpPr txBox="1"/>
          <p:nvPr/>
        </p:nvSpPr>
        <p:spPr>
          <a:xfrm>
            <a:off x="8509871" y="5729045"/>
            <a:ext cx="3316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x-none" sz="2000" b="1" dirty="0">
                <a:latin typeface="Arial" panose="020B0604020202020204" pitchFamily="34" charset="0"/>
                <a:cs typeface="Arial" panose="020B0604020202020204" pitchFamily="34" charset="0"/>
              </a:rPr>
              <a:t>Li-Li (s-s): E</a:t>
            </a:r>
            <a:r>
              <a:rPr lang="x-none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x-none" sz="2000" b="1" dirty="0">
                <a:latin typeface="Arial" panose="020B0604020202020204" pitchFamily="34" charset="0"/>
                <a:cs typeface="Arial" panose="020B0604020202020204" pitchFamily="34" charset="0"/>
              </a:rPr>
              <a:t>= 109KJ/mol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3A1D6-DF91-7F5C-D3ED-7010650E15DC}"/>
              </a:ext>
            </a:extLst>
          </p:cNvPr>
          <p:cNvSpPr txBox="1"/>
          <p:nvPr/>
        </p:nvSpPr>
        <p:spPr>
          <a:xfrm>
            <a:off x="8509871" y="6295639"/>
            <a:ext cx="3345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x-none" sz="2000" b="1" dirty="0">
                <a:latin typeface="Arial" panose="020B0604020202020204" pitchFamily="34" charset="0"/>
                <a:cs typeface="Arial" panose="020B0604020202020204" pitchFamily="34" charset="0"/>
              </a:rPr>
              <a:t>F-F   (p-p): E</a:t>
            </a:r>
            <a:r>
              <a:rPr lang="x-none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x-none" sz="2000" b="1" dirty="0">
                <a:latin typeface="Arial" panose="020B0604020202020204" pitchFamily="34" charset="0"/>
                <a:cs typeface="Arial" panose="020B0604020202020204" pitchFamily="34" charset="0"/>
              </a:rPr>
              <a:t>= 159KJ/mol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25F638F-21F0-A719-33E5-BB02B6DF3341}"/>
              </a:ext>
            </a:extLst>
          </p:cNvPr>
          <p:cNvGrpSpPr/>
          <p:nvPr/>
        </p:nvGrpSpPr>
        <p:grpSpPr>
          <a:xfrm>
            <a:off x="220661" y="3557215"/>
            <a:ext cx="11606144" cy="3097203"/>
            <a:chOff x="220661" y="3557215"/>
            <a:chExt cx="11606144" cy="3097203"/>
          </a:xfrm>
        </p:grpSpPr>
        <p:sp>
          <p:nvSpPr>
            <p:cNvPr id="32" name="矩形 4">
              <a:extLst>
                <a:ext uri="{FF2B5EF4-FFF2-40B4-BE49-F238E27FC236}">
                  <a16:creationId xmlns:a16="http://schemas.microsoft.com/office/drawing/2014/main" id="{61029BF1-BEAB-176A-1C8B-E86DC462A5CB}"/>
                </a:ext>
              </a:extLst>
            </p:cNvPr>
            <p:cNvSpPr/>
            <p:nvPr/>
          </p:nvSpPr>
          <p:spPr>
            <a:xfrm>
              <a:off x="3452586" y="3557215"/>
              <a:ext cx="8374219" cy="20342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Wingdings" pitchFamily="2" charset="2"/>
                <a:buChar char="ü"/>
              </a:pP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Nhận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trục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liên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kết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làm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trục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đối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xứng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;</a:t>
              </a:r>
            </a:p>
            <a:p>
              <a:pPr marL="342900" indent="-342900">
                <a:spcAft>
                  <a:spcPts val="600"/>
                </a:spcAft>
                <a:buFont typeface="Wingdings" pitchFamily="2" charset="2"/>
                <a:buChar char="ü"/>
              </a:pPr>
              <a:r>
                <a:rPr lang="en-US" altLang="zh-TW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Không</a:t>
              </a:r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cản</a:t>
              </a:r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trở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sự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quay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xung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quanh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trục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của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các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ng/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tử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;</a:t>
              </a:r>
            </a:p>
            <a:p>
              <a:pPr marL="342900" indent="-342900">
                <a:lnSpc>
                  <a:spcPct val="150000"/>
                </a:lnSpc>
                <a:spcAft>
                  <a:spcPts val="600"/>
                </a:spcAft>
                <a:buFont typeface="Wingdings" pitchFamily="2" charset="2"/>
                <a:buChar char="ü"/>
              </a:pP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Do AO 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s </a:t>
              </a:r>
              <a:r>
                <a:rPr lang="en-US" altLang="zh-TW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đối</a:t>
              </a:r>
              <a:r>
                <a:rPr lang="en-US" altLang="zh-TW" sz="24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xứng</a:t>
              </a:r>
              <a:r>
                <a:rPr lang="en-US" altLang="zh-TW" sz="24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cầu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⇢ 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xen </a:t>
              </a:r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phủ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1 </a:t>
              </a:r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ph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ần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; AO 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 </a:t>
              </a:r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có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tính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định</a:t>
              </a:r>
              <a:r>
                <a:rPr lang="en-US" altLang="zh-TW" sz="24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hướng</a:t>
              </a:r>
              <a:r>
                <a:rPr lang="en-US" altLang="zh-TW" sz="24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theo</a:t>
              </a:r>
              <a:r>
                <a:rPr lang="en-US" altLang="zh-TW" sz="24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trục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⇢ </a:t>
              </a:r>
              <a:r>
                <a:rPr lang="en-US" altLang="zh-TW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độ</a:t>
              </a:r>
              <a:r>
                <a:rPr lang="en-US" altLang="zh-TW" sz="24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xen </a:t>
              </a:r>
              <a:r>
                <a:rPr lang="en-US" altLang="zh-TW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phủ</a:t>
              </a:r>
              <a:r>
                <a:rPr lang="en-US" altLang="zh-TW" sz="24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nhiều</a:t>
              </a:r>
              <a:r>
                <a:rPr lang="en-US" altLang="zh-TW" sz="24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hơn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. </a:t>
              </a:r>
              <a:r>
                <a:rPr lang="en-US" altLang="zh-TW" sz="24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Độ</a:t>
              </a:r>
              <a:r>
                <a:rPr lang="en-US" altLang="zh-TW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bền</a:t>
              </a:r>
              <a:r>
                <a:rPr lang="en-US" altLang="zh-TW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liên</a:t>
              </a:r>
              <a:r>
                <a:rPr lang="en-US" altLang="zh-TW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kết</a:t>
              </a:r>
              <a:r>
                <a: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: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07067EB-49AC-3E58-5AAF-0C30C822F0E5}"/>
                </a:ext>
              </a:extLst>
            </p:cNvPr>
            <p:cNvGrpSpPr/>
            <p:nvPr/>
          </p:nvGrpSpPr>
          <p:grpSpPr>
            <a:xfrm>
              <a:off x="220661" y="3871580"/>
              <a:ext cx="3191851" cy="2782838"/>
              <a:chOff x="1005638" y="3505510"/>
              <a:chExt cx="4200190" cy="2732471"/>
            </a:xfrm>
          </p:grpSpPr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BD40CD26-4AF5-FD66-E08E-44A5474032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5638" y="3580473"/>
                <a:ext cx="3301666" cy="2657508"/>
              </a:xfrm>
              <a:prstGeom prst="rect">
                <a:avLst/>
              </a:prstGeom>
            </p:spPr>
          </p:pic>
          <p:sp>
            <p:nvSpPr>
              <p:cNvPr id="60" name="TextBox 5">
                <a:extLst>
                  <a:ext uri="{FF2B5EF4-FFF2-40B4-BE49-F238E27FC236}">
                    <a16:creationId xmlns:a16="http://schemas.microsoft.com/office/drawing/2014/main" id="{897E8EC7-A367-C452-8BA3-2B35D432C1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779" y="3505510"/>
                <a:ext cx="1797049" cy="7706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vi-VN" altLang="en-US" b="1" dirty="0">
                    <a:solidFill>
                      <a:srgbClr val="00B050"/>
                    </a:solidFill>
                  </a:rPr>
                  <a:t>Trục</a:t>
                </a:r>
              </a:p>
              <a:p>
                <a:pPr algn="ctr"/>
                <a:r>
                  <a:rPr lang="vi-VN" altLang="en-US" b="1" dirty="0">
                    <a:solidFill>
                      <a:srgbClr val="00B050"/>
                    </a:solidFill>
                  </a:rPr>
                  <a:t>liên kết</a:t>
                </a:r>
                <a:endParaRPr lang="en-US" altLang="en-US" b="1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ECC41B0-2DC5-7DDE-E45F-D96DF9D782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922" y="3936397"/>
                <a:ext cx="181752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7748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8022" y="1646088"/>
            <a:ext cx="7686720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200"/>
              </a:lnSpc>
              <a:spcBef>
                <a:spcPct val="20000"/>
              </a:spcBef>
              <a:spcAft>
                <a:spcPts val="100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gồm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en-US" sz="28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sz="28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altLang="en-US" sz="28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en-US" sz="28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1 </a:t>
            </a:r>
            <a:r>
              <a:rPr lang="en-US" altLang="en-US" sz="28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sz="28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altLang="en-US" sz="28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 (</a:t>
            </a:r>
            <a:r>
              <a:rPr lang="el-GR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-bond)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38D1C7-2276-1F47-E94A-299E5025765E}"/>
              </a:ext>
            </a:extLst>
          </p:cNvPr>
          <p:cNvGrpSpPr/>
          <p:nvPr/>
        </p:nvGrpSpPr>
        <p:grpSpPr>
          <a:xfrm>
            <a:off x="458371" y="975729"/>
            <a:ext cx="11551393" cy="3228627"/>
            <a:chOff x="458371" y="975729"/>
            <a:chExt cx="11551393" cy="322862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6DF10FF-E51B-11FF-A120-95A34D6F1259}"/>
                </a:ext>
              </a:extLst>
            </p:cNvPr>
            <p:cNvGrpSpPr/>
            <p:nvPr/>
          </p:nvGrpSpPr>
          <p:grpSpPr>
            <a:xfrm>
              <a:off x="458371" y="975729"/>
              <a:ext cx="11551393" cy="3228627"/>
              <a:chOff x="458371" y="975729"/>
              <a:chExt cx="11551393" cy="3228627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458371" y="975729"/>
                <a:ext cx="11551393" cy="5027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3200"/>
                  </a:lnSpc>
                  <a:spcBef>
                    <a:spcPct val="20000"/>
                  </a:spcBef>
                  <a:spcAft>
                    <a:spcPts val="1000"/>
                  </a:spcAft>
                  <a:buClr>
                    <a:srgbClr val="000099"/>
                  </a:buClr>
                  <a:buSzPct val="80000"/>
                </a:pPr>
                <a:r>
                  <a:rPr lang="en-US" altLang="en-US" sz="32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Khái</a:t>
                </a:r>
                <a:r>
                  <a:rPr lang="en-US" alt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2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niệm</a:t>
                </a:r>
                <a:r>
                  <a:rPr lang="en-US" altLang="en-US" sz="32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được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hình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thành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</a:t>
                </a:r>
                <a:r>
                  <a:rPr lang="en-US" altLang="en-US" sz="28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sư</a:t>
                </a:r>
                <a:r>
                  <a:rPr lang="en-US" altLang="en-US" sz="28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̣ </a:t>
                </a:r>
                <a:r>
                  <a:rPr lang="en-US" altLang="en-US" sz="28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xen</a:t>
                </a:r>
                <a:r>
                  <a:rPr lang="en-US" altLang="en-US" sz="28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phu</a:t>
                </a:r>
                <a:r>
                  <a:rPr lang="en-US" altLang="en-US" sz="28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̉ 2AO ở 2 </a:t>
                </a:r>
                <a:r>
                  <a:rPr lang="en-US" altLang="en-US" sz="28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phía</a:t>
                </a:r>
                <a:r>
                  <a:rPr lang="en-US" altLang="en-US" sz="28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của</a:t>
                </a:r>
                <a:r>
                  <a:rPr lang="en-US" altLang="en-US" sz="28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trục</a:t>
                </a:r>
                <a:r>
                  <a:rPr lang="en-US" altLang="en-US" sz="28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US" altLang="en-US" sz="28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kết</a:t>
                </a:r>
                <a:endParaRPr lang="en-US" altLang="en-US" sz="24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Group 23"/>
              <p:cNvGrpSpPr/>
              <p:nvPr/>
            </p:nvGrpSpPr>
            <p:grpSpPr>
              <a:xfrm>
                <a:off x="924189" y="2314547"/>
                <a:ext cx="6580001" cy="1889809"/>
                <a:chOff x="1855945" y="3008035"/>
                <a:chExt cx="7084264" cy="2671187"/>
              </a:xfrm>
            </p:grpSpPr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7320CE45-8393-3B45-F13C-89D9670850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53538" y="3008035"/>
                  <a:ext cx="6286671" cy="1656055"/>
                </a:xfrm>
                <a:prstGeom prst="rect">
                  <a:avLst/>
                </a:prstGeom>
              </p:spPr>
            </p:pic>
            <p:sp>
              <p:nvSpPr>
                <p:cNvPr id="26" name="Left Brace 25">
                  <a:extLst>
                    <a:ext uri="{FF2B5EF4-FFF2-40B4-BE49-F238E27FC236}">
                      <a16:creationId xmlns:a16="http://schemas.microsoft.com/office/drawing/2014/main" id="{5DC644D7-0CBC-B6FB-7C86-01A40250BDE0}"/>
                    </a:ext>
                  </a:extLst>
                </p:cNvPr>
                <p:cNvSpPr/>
                <p:nvPr/>
              </p:nvSpPr>
              <p:spPr>
                <a:xfrm rot="16200000">
                  <a:off x="3075097" y="4070194"/>
                  <a:ext cx="406688" cy="1404023"/>
                </a:xfrm>
                <a:prstGeom prst="leftBrace">
                  <a:avLst/>
                </a:prstGeom>
                <a:ln w="19050">
                  <a:solidFill>
                    <a:srgbClr val="CC00CC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x-none" sz="200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029474E-DB82-3AE0-DA5B-8BFBC63FCD27}"/>
                    </a:ext>
                  </a:extLst>
                </p:cNvPr>
                <p:cNvSpPr txBox="1"/>
                <p:nvPr/>
              </p:nvSpPr>
              <p:spPr>
                <a:xfrm>
                  <a:off x="1855945" y="5026673"/>
                  <a:ext cx="3132763" cy="6525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Elements in Period</a:t>
                  </a:r>
                  <a:r>
                    <a:rPr lang="x-none" sz="2400" b="1" dirty="0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2</a:t>
                  </a:r>
                </a:p>
              </p:txBody>
            </p:sp>
            <p:sp>
              <p:nvSpPr>
                <p:cNvPr id="28" name="Left Brace 27">
                  <a:extLst>
                    <a:ext uri="{FF2B5EF4-FFF2-40B4-BE49-F238E27FC236}">
                      <a16:creationId xmlns:a16="http://schemas.microsoft.com/office/drawing/2014/main" id="{AE9FBF06-CB88-230C-B7AD-5EF596F81276}"/>
                    </a:ext>
                  </a:extLst>
                </p:cNvPr>
                <p:cNvSpPr/>
                <p:nvPr/>
              </p:nvSpPr>
              <p:spPr>
                <a:xfrm rot="16200000">
                  <a:off x="6312980" y="2445892"/>
                  <a:ext cx="406688" cy="4673451"/>
                </a:xfrm>
                <a:prstGeom prst="leftBrace">
                  <a:avLst/>
                </a:prstGeom>
                <a:ln w="19050">
                  <a:solidFill>
                    <a:srgbClr val="CC00CC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x-none" sz="200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029474E-DB82-3AE0-DA5B-8BFBC63FCD27}"/>
                </a:ext>
              </a:extLst>
            </p:cNvPr>
            <p:cNvSpPr txBox="1"/>
            <p:nvPr/>
          </p:nvSpPr>
          <p:spPr>
            <a:xfrm>
              <a:off x="4036655" y="3740079"/>
              <a:ext cx="42026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Elements in Period</a:t>
              </a:r>
              <a:r>
                <a:rPr lang="x-none" sz="24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or higher</a:t>
              </a:r>
              <a:endParaRPr lang="x-none" sz="24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924189" y="6158344"/>
            <a:ext cx="10110460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200"/>
              </a:lnSpc>
              <a:spcBef>
                <a:spcPct val="20000"/>
              </a:spcBef>
              <a:spcAft>
                <a:spcPts val="100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̉ 2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kém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̉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trục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LK 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Đô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̣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bền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LK </a:t>
            </a:r>
            <a:r>
              <a:rPr lang="el-GR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LK </a:t>
            </a:r>
            <a:r>
              <a:rPr lang="el-GR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536CE29-F22B-6F75-053B-A9297133C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625" y="5187327"/>
            <a:ext cx="1294235" cy="47981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F81E727-9666-F8B3-7F08-B64751F2FB61}"/>
              </a:ext>
            </a:extLst>
          </p:cNvPr>
          <p:cNvSpPr txBox="1"/>
          <p:nvPr/>
        </p:nvSpPr>
        <p:spPr>
          <a:xfrm>
            <a:off x="1120470" y="5159541"/>
            <a:ext cx="1898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tử O</a:t>
            </a:r>
            <a:r>
              <a:rPr lang="x-none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x-none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0589391-168A-6F59-0197-72A5CD1C9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7564" y="5136094"/>
            <a:ext cx="2732444" cy="78207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681FE03-69DC-F562-A220-DB582F394B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838" y="4455652"/>
            <a:ext cx="2317142" cy="1451396"/>
          </a:xfrm>
          <a:prstGeom prst="rect">
            <a:avLst/>
          </a:prstGeom>
        </p:spPr>
      </p:pic>
      <p:sp>
        <p:nvSpPr>
          <p:cNvPr id="35" name="Notched Right Arrow 34">
            <a:extLst>
              <a:ext uri="{FF2B5EF4-FFF2-40B4-BE49-F238E27FC236}">
                <a16:creationId xmlns:a16="http://schemas.microsoft.com/office/drawing/2014/main" id="{86CD7294-41A5-EDD0-F3BD-FD754FDCB9CC}"/>
              </a:ext>
            </a:extLst>
          </p:cNvPr>
          <p:cNvSpPr/>
          <p:nvPr/>
        </p:nvSpPr>
        <p:spPr>
          <a:xfrm>
            <a:off x="4613152" y="5318669"/>
            <a:ext cx="214564" cy="272905"/>
          </a:xfrm>
          <a:prstGeom prst="notched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Notched Right Arrow 35">
            <a:extLst>
              <a:ext uri="{FF2B5EF4-FFF2-40B4-BE49-F238E27FC236}">
                <a16:creationId xmlns:a16="http://schemas.microsoft.com/office/drawing/2014/main" id="{9D008E97-F184-3D26-EC78-F6F33B26A95E}"/>
              </a:ext>
            </a:extLst>
          </p:cNvPr>
          <p:cNvSpPr/>
          <p:nvPr/>
        </p:nvSpPr>
        <p:spPr>
          <a:xfrm>
            <a:off x="7975141" y="5182217"/>
            <a:ext cx="214564" cy="272905"/>
          </a:xfrm>
          <a:prstGeom prst="notched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DA2098-6A29-388A-7F41-41191F202A41}"/>
              </a:ext>
            </a:extLst>
          </p:cNvPr>
          <p:cNvSpPr txBox="1"/>
          <p:nvPr/>
        </p:nvSpPr>
        <p:spPr>
          <a:xfrm>
            <a:off x="818022" y="4455652"/>
            <a:ext cx="1112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  <a:r>
              <a:rPr lang="x-none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90910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1" grpId="0"/>
      <p:bldP spid="32" grpId="0"/>
      <p:bldP spid="35" grpId="0" animBg="1"/>
      <p:bldP spid="36" grpId="0" animBg="1"/>
      <p:bldP spid="3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7861" y="924287"/>
            <a:ext cx="11244453" cy="139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1800"/>
              </a:spcAft>
            </a:pP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Cặp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không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thuộc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cặp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/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nào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bố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đồng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đều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cận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</a:t>
            </a:r>
            <a:r>
              <a:rPr lang="en-US" altLang="zh-TW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đa</a:t>
            </a:r>
            <a:r>
              <a:rPr lang="en-US" altLang="zh-TW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tâm</a:t>
            </a:r>
            <a:r>
              <a:rPr lang="en-US" altLang="zh-TW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đa</a:t>
            </a:r>
            <a:r>
              <a:rPr lang="en-US" altLang="zh-TW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điện</a:t>
            </a:r>
            <a:r>
              <a:rPr lang="en-US" altLang="zh-TW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</a:t>
            </a:r>
            <a:endParaRPr lang="en-US" altLang="zh-TW" sz="2800" b="1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8119EF28-7E1A-4966-8844-A7631EE61043}"/>
              </a:ext>
            </a:extLst>
          </p:cNvPr>
          <p:cNvSpPr txBox="1">
            <a:spLocks noChangeArrowheads="1"/>
          </p:cNvSpPr>
          <p:nvPr/>
        </p:nvSpPr>
        <p:spPr>
          <a:xfrm>
            <a:off x="766088" y="2718366"/>
            <a:ext cx="8763000" cy="5682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Ví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dụ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Từ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nghiệm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phân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tử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BCl</a:t>
            </a:r>
            <a:r>
              <a:rPr lang="en-US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BLK = 1,33.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420138" y="3608812"/>
            <a:ext cx="4984750" cy="2415283"/>
            <a:chOff x="1167105" y="2703236"/>
            <a:chExt cx="4984750" cy="2415283"/>
          </a:xfrm>
        </p:grpSpPr>
        <p:sp>
          <p:nvSpPr>
            <p:cNvPr id="50" name="TextBox 1">
              <a:extLst>
                <a:ext uri="{FF2B5EF4-FFF2-40B4-BE49-F238E27FC236}">
                  <a16:creationId xmlns:a16="http://schemas.microsoft.com/office/drawing/2014/main" id="{856518FF-34C9-49A1-97AF-63EC3C9377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05" y="2703236"/>
              <a:ext cx="4984750" cy="954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800" dirty="0">
                  <a:solidFill>
                    <a:srgbClr val="FF0000"/>
                  </a:solidFill>
                </a:rPr>
                <a:t>B : 2s</a:t>
              </a:r>
              <a:r>
                <a:rPr lang="vi-VN" altLang="en-US" sz="2800" baseline="30000" dirty="0">
                  <a:solidFill>
                    <a:srgbClr val="FF0000"/>
                  </a:solidFill>
                </a:rPr>
                <a:t>2</a:t>
              </a:r>
              <a:r>
                <a:rPr lang="vi-VN" altLang="en-US" sz="2800" dirty="0">
                  <a:solidFill>
                    <a:srgbClr val="FF0000"/>
                  </a:solidFill>
                </a:rPr>
                <a:t>2p</a:t>
              </a:r>
              <a:r>
                <a:rPr lang="vi-VN" altLang="en-US" sz="2800" baseline="30000" dirty="0">
                  <a:solidFill>
                    <a:srgbClr val="FF0000"/>
                  </a:solidFill>
                </a:rPr>
                <a:t>1</a:t>
              </a:r>
              <a:r>
                <a:rPr lang="vi-VN" altLang="en-US" sz="2800" dirty="0">
                  <a:solidFill>
                    <a:srgbClr val="FF0000"/>
                  </a:solidFill>
                </a:rPr>
                <a:t>2p2p</a:t>
              </a:r>
            </a:p>
            <a:p>
              <a:r>
                <a:rPr lang="vi-VN" altLang="en-US" sz="2800" dirty="0">
                  <a:solidFill>
                    <a:srgbClr val="FF0000"/>
                  </a:solidFill>
                </a:rPr>
                <a:t> </a:t>
              </a:r>
              <a:r>
                <a:rPr lang="en-US" altLang="en-US" sz="2800" dirty="0">
                  <a:solidFill>
                    <a:srgbClr val="FF0000"/>
                  </a:solidFill>
                </a:rPr>
                <a:t>              </a:t>
              </a:r>
              <a:r>
                <a:rPr lang="vi-VN" altLang="en-US" sz="2800" dirty="0">
                  <a:solidFill>
                    <a:srgbClr val="FF0000"/>
                  </a:solidFill>
                  <a:sym typeface="Symbol" panose="05050102010706020507" pitchFamily="18" charset="2"/>
                </a:rPr>
                <a:t> B</a:t>
              </a:r>
              <a:r>
                <a:rPr lang="vi-VN" altLang="en-US" sz="2800" baseline="30000" dirty="0">
                  <a:solidFill>
                    <a:srgbClr val="FF0000"/>
                  </a:solidFill>
                  <a:sym typeface="Symbol" panose="05050102010706020507" pitchFamily="18" charset="2"/>
                </a:rPr>
                <a:t>*</a:t>
              </a:r>
              <a:r>
                <a:rPr lang="vi-VN" altLang="en-US" sz="2800" dirty="0">
                  <a:solidFill>
                    <a:srgbClr val="FF0000"/>
                  </a:solidFill>
                  <a:sym typeface="Symbol" panose="05050102010706020507" pitchFamily="18" charset="2"/>
                </a:rPr>
                <a:t>: 2s</a:t>
              </a:r>
              <a:r>
                <a:rPr lang="vi-VN" altLang="en-US" sz="2800" baseline="30000" dirty="0">
                  <a:solidFill>
                    <a:srgbClr val="FF0000"/>
                  </a:solidFill>
                  <a:sym typeface="Symbol" panose="05050102010706020507" pitchFamily="18" charset="2"/>
                </a:rPr>
                <a:t>1</a:t>
              </a:r>
              <a:r>
                <a:rPr lang="vi-VN" altLang="en-US" sz="2800" dirty="0">
                  <a:solidFill>
                    <a:srgbClr val="FF0000"/>
                  </a:solidFill>
                  <a:sym typeface="Symbol" panose="05050102010706020507" pitchFamily="18" charset="2"/>
                </a:rPr>
                <a:t>2p</a:t>
              </a:r>
              <a:r>
                <a:rPr lang="vi-VN" altLang="en-US" sz="2800" baseline="30000" dirty="0">
                  <a:solidFill>
                    <a:srgbClr val="FF0000"/>
                  </a:solidFill>
                  <a:sym typeface="Symbol" panose="05050102010706020507" pitchFamily="18" charset="2"/>
                </a:rPr>
                <a:t>1</a:t>
              </a:r>
              <a:r>
                <a:rPr lang="vi-VN" altLang="en-US" sz="2800" dirty="0">
                  <a:solidFill>
                    <a:srgbClr val="FF0000"/>
                  </a:solidFill>
                  <a:sym typeface="Symbol" panose="05050102010706020507" pitchFamily="18" charset="2"/>
                </a:rPr>
                <a:t>2p</a:t>
              </a:r>
              <a:r>
                <a:rPr lang="vi-VN" altLang="en-US" sz="2800" baseline="30000" dirty="0">
                  <a:solidFill>
                    <a:srgbClr val="FF0000"/>
                  </a:solidFill>
                  <a:sym typeface="Symbol" panose="05050102010706020507" pitchFamily="18" charset="2"/>
                </a:rPr>
                <a:t>1</a:t>
              </a:r>
              <a:r>
                <a:rPr lang="en-US" altLang="en-US" sz="2800" baseline="30000" dirty="0">
                  <a:solidFill>
                    <a:srgbClr val="FF0000"/>
                  </a:solidFill>
                  <a:sym typeface="Symbol" panose="05050102010706020507" pitchFamily="18" charset="2"/>
                </a:rPr>
                <a:t>  </a:t>
              </a:r>
              <a:r>
                <a:rPr lang="vi-VN" altLang="en-US" sz="2800" dirty="0">
                  <a:solidFill>
                    <a:srgbClr val="FF0000"/>
                  </a:solidFill>
                  <a:sym typeface="Symbol" panose="05050102010706020507" pitchFamily="18" charset="2"/>
                </a:rPr>
                <a:t>2p</a:t>
              </a:r>
              <a:r>
                <a:rPr lang="vi-VN" altLang="en-US" sz="2800" baseline="30000" dirty="0">
                  <a:solidFill>
                    <a:srgbClr val="FF0000"/>
                  </a:solidFill>
                  <a:sym typeface="Symbol" panose="05050102010706020507" pitchFamily="18" charset="2"/>
                </a:rPr>
                <a:t>0</a:t>
              </a:r>
              <a:endParaRPr lang="en-US" alt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51" name="TextBox 2">
              <a:extLst>
                <a:ext uri="{FF2B5EF4-FFF2-40B4-BE49-F238E27FC236}">
                  <a16:creationId xmlns:a16="http://schemas.microsoft.com/office/drawing/2014/main" id="{7581B396-EEB4-48FB-B5DA-B1AEE9840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1080" y="3733524"/>
              <a:ext cx="4210050" cy="1384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800" dirty="0"/>
                <a:t>Cl : 3s</a:t>
              </a:r>
              <a:r>
                <a:rPr lang="vi-VN" altLang="en-US" sz="2800" baseline="30000" dirty="0"/>
                <a:t>2</a:t>
              </a:r>
              <a:r>
                <a:rPr lang="vi-VN" altLang="en-US" sz="2800" dirty="0"/>
                <a:t> 3p</a:t>
              </a:r>
              <a:r>
                <a:rPr lang="vi-VN" altLang="en-US" sz="2800" baseline="30000" dirty="0"/>
                <a:t>2</a:t>
              </a:r>
              <a:r>
                <a:rPr lang="vi-VN" altLang="en-US" sz="2800" dirty="0"/>
                <a:t>3p</a:t>
              </a:r>
              <a:r>
                <a:rPr lang="vi-VN" altLang="en-US" sz="2800" baseline="30000" dirty="0"/>
                <a:t>2</a:t>
              </a:r>
              <a:r>
                <a:rPr lang="en-US" altLang="en-US" sz="2800" baseline="30000" dirty="0"/>
                <a:t> </a:t>
              </a:r>
              <a:r>
                <a:rPr lang="vi-VN" altLang="en-US" sz="2800" dirty="0"/>
                <a:t>3p</a:t>
              </a:r>
              <a:r>
                <a:rPr lang="vi-VN" altLang="en-US" sz="2800" baseline="30000" dirty="0"/>
                <a:t>1</a:t>
              </a:r>
              <a:endParaRPr lang="en-US" altLang="en-US" sz="2800" baseline="30000" dirty="0"/>
            </a:p>
            <a:p>
              <a:r>
                <a:rPr lang="en-US" altLang="en-US" sz="2800" dirty="0"/>
                <a:t>     </a:t>
              </a:r>
              <a:r>
                <a:rPr lang="vi-VN" altLang="en-US" sz="2800" dirty="0"/>
                <a:t>Cl : 3s</a:t>
              </a:r>
              <a:r>
                <a:rPr lang="vi-VN" altLang="en-US" sz="2800" baseline="30000" dirty="0"/>
                <a:t>2</a:t>
              </a:r>
              <a:r>
                <a:rPr lang="vi-VN" altLang="en-US" sz="2800" dirty="0"/>
                <a:t> 3p</a:t>
              </a:r>
              <a:r>
                <a:rPr lang="vi-VN" altLang="en-US" sz="2800" baseline="30000" dirty="0"/>
                <a:t>2</a:t>
              </a:r>
              <a:r>
                <a:rPr lang="vi-VN" altLang="en-US" sz="2800" dirty="0"/>
                <a:t>3p</a:t>
              </a:r>
              <a:r>
                <a:rPr lang="vi-VN" altLang="en-US" sz="2800" baseline="30000" dirty="0"/>
                <a:t>2</a:t>
              </a:r>
              <a:r>
                <a:rPr lang="en-US" altLang="en-US" sz="2800" baseline="30000" dirty="0"/>
                <a:t> </a:t>
              </a:r>
              <a:r>
                <a:rPr lang="vi-VN" altLang="en-US" sz="2800" dirty="0"/>
                <a:t>3p</a:t>
              </a:r>
              <a:r>
                <a:rPr lang="vi-VN" altLang="en-US" sz="2800" baseline="30000" dirty="0"/>
                <a:t>1</a:t>
              </a:r>
              <a:endParaRPr lang="en-US" altLang="en-US" sz="2800" dirty="0"/>
            </a:p>
            <a:p>
              <a:r>
                <a:rPr lang="en-US" altLang="en-US" sz="2800" dirty="0"/>
                <a:t>            </a:t>
              </a:r>
              <a:r>
                <a:rPr lang="vi-VN" altLang="en-US" sz="2800" dirty="0"/>
                <a:t>Cl : 3s</a:t>
              </a:r>
              <a:r>
                <a:rPr lang="vi-VN" altLang="en-US" sz="2800" baseline="30000" dirty="0"/>
                <a:t>2</a:t>
              </a:r>
              <a:r>
                <a:rPr lang="vi-VN" altLang="en-US" sz="2800" dirty="0"/>
                <a:t>3p</a:t>
              </a:r>
              <a:r>
                <a:rPr lang="vi-VN" altLang="en-US" sz="2800" baseline="30000" dirty="0"/>
                <a:t>2</a:t>
              </a:r>
              <a:r>
                <a:rPr lang="vi-VN" altLang="en-US" sz="2800" dirty="0"/>
                <a:t>3p</a:t>
              </a:r>
              <a:r>
                <a:rPr lang="vi-VN" altLang="en-US" sz="2800" baseline="30000" dirty="0"/>
                <a:t>2</a:t>
              </a:r>
              <a:r>
                <a:rPr lang="vi-VN" altLang="en-US" sz="2800" dirty="0"/>
                <a:t>3p</a:t>
              </a:r>
              <a:r>
                <a:rPr lang="vi-VN" altLang="en-US" sz="2800" baseline="30000" dirty="0"/>
                <a:t>1</a:t>
              </a:r>
              <a:endParaRPr lang="en-US" altLang="en-US" sz="2800" dirty="0"/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D030FE1-9BBD-4D09-BBCD-C94CC9CAB0E5}"/>
                </a:ext>
              </a:extLst>
            </p:cNvPr>
            <p:cNvCxnSpPr/>
            <p:nvPr/>
          </p:nvCxnSpPr>
          <p:spPr>
            <a:xfrm>
              <a:off x="4132555" y="3462061"/>
              <a:ext cx="0" cy="363538"/>
            </a:xfrm>
            <a:prstGeom prst="straightConnector1">
              <a:avLst/>
            </a:prstGeom>
            <a:ln w="28575">
              <a:solidFill>
                <a:srgbClr val="008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11C34D91-A9FF-4B0C-A604-FAA3B390BD04}"/>
                </a:ext>
              </a:extLst>
            </p:cNvPr>
            <p:cNvCxnSpPr>
              <a:cxnSpLocks/>
            </p:cNvCxnSpPr>
            <p:nvPr/>
          </p:nvCxnSpPr>
          <p:spPr>
            <a:xfrm>
              <a:off x="4665955" y="3443011"/>
              <a:ext cx="0" cy="790575"/>
            </a:xfrm>
            <a:prstGeom prst="straightConnector1">
              <a:avLst/>
            </a:prstGeom>
            <a:ln w="28575">
              <a:solidFill>
                <a:srgbClr val="008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574EAD0C-0280-4BE1-BDAC-77C7534155D3}"/>
                </a:ext>
              </a:extLst>
            </p:cNvPr>
            <p:cNvCxnSpPr>
              <a:cxnSpLocks/>
            </p:cNvCxnSpPr>
            <p:nvPr/>
          </p:nvCxnSpPr>
          <p:spPr>
            <a:xfrm>
              <a:off x="5199355" y="3449361"/>
              <a:ext cx="0" cy="1231900"/>
            </a:xfrm>
            <a:prstGeom prst="straightConnector1">
              <a:avLst/>
            </a:prstGeom>
            <a:ln w="28575">
              <a:solidFill>
                <a:srgbClr val="008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1958FA36-40E4-4499-B55F-7603148E303E}"/>
              </a:ext>
            </a:extLst>
          </p:cNvPr>
          <p:cNvSpPr/>
          <p:nvPr/>
        </p:nvSpPr>
        <p:spPr>
          <a:xfrm>
            <a:off x="5600026" y="4041033"/>
            <a:ext cx="657225" cy="56673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644" y="3694535"/>
            <a:ext cx="3333988" cy="2214365"/>
          </a:xfrm>
          <a:prstGeom prst="rect">
            <a:avLst/>
          </a:prstGeom>
        </p:spPr>
      </p:pic>
      <p:sp>
        <p:nvSpPr>
          <p:cNvPr id="15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chỗ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99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5" grpId="0"/>
      <p:bldP spid="6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1680" y="940586"/>
            <a:ext cx="118580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Các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trường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hợp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thường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gặp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của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liên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kết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l-GR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π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không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định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chỗ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TW" sz="2800" b="1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5385" y="5762259"/>
            <a:ext cx="8794432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200"/>
              </a:lnSpc>
              <a:spcBef>
                <a:spcPct val="200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r>
              <a:rPr lang="en-US" altLang="en-US" sz="32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Liên</a:t>
            </a:r>
            <a:r>
              <a:rPr lang="en-US" altLang="en-US" sz="32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kết</a:t>
            </a:r>
            <a:r>
              <a:rPr lang="en-US" altLang="en-US" sz="32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ba</a:t>
            </a:r>
            <a:r>
              <a:rPr lang="en-US" altLang="en-US" sz="32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(Triple </a:t>
            </a:r>
            <a:r>
              <a:rPr lang="en-US" altLang="en-US" sz="32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Bond)</a:t>
            </a:r>
            <a:r>
              <a:rPr lang="en-US" altLang="en-US" sz="32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3200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gồm</a:t>
            </a:r>
            <a:r>
              <a:rPr lang="en-US" altLang="en-US" sz="32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LK</a:t>
            </a:r>
            <a:r>
              <a:rPr lang="en-US" altLang="en-US" sz="2800" i="1" u="sng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en-US" sz="2800" i="1" u="sng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va</a:t>
            </a:r>
            <a:r>
              <a:rPr lang="en-US" altLang="en-US" sz="2800" i="1" u="sng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̀ 1 LK</a:t>
            </a:r>
            <a:r>
              <a:rPr lang="en-US" altLang="en-US" sz="2800" i="1" u="sng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en-US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112" y="5422175"/>
            <a:ext cx="2989079" cy="1402735"/>
          </a:xfrm>
          <a:prstGeom prst="rect">
            <a:avLst/>
          </a:prstGeom>
        </p:spPr>
      </p:pic>
      <p:sp>
        <p:nvSpPr>
          <p:cNvPr id="20" name="矩形 4">
            <a:extLst>
              <a:ext uri="{FF2B5EF4-FFF2-40B4-BE49-F238E27FC236}">
                <a16:creationId xmlns:a16="http://schemas.microsoft.com/office/drawing/2014/main" id="{8AEFFD51-FF90-5559-4FF1-C9F530781FB4}"/>
              </a:ext>
            </a:extLst>
          </p:cNvPr>
          <p:cNvSpPr/>
          <p:nvPr/>
        </p:nvSpPr>
        <p:spPr>
          <a:xfrm>
            <a:off x="535385" y="1865445"/>
            <a:ext cx="95618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BX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(X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halogen): 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BF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BCl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…;</a:t>
            </a:r>
            <a:endParaRPr lang="en-US" altLang="zh-TW" sz="2800" b="1" i="1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21" name="矩形 4">
            <a:extLst>
              <a:ext uri="{FF2B5EF4-FFF2-40B4-BE49-F238E27FC236}">
                <a16:creationId xmlns:a16="http://schemas.microsoft.com/office/drawing/2014/main" id="{8AEFFD51-FF90-5559-4FF1-C9F530781FB4}"/>
              </a:ext>
            </a:extLst>
          </p:cNvPr>
          <p:cNvSpPr/>
          <p:nvPr/>
        </p:nvSpPr>
        <p:spPr>
          <a:xfrm>
            <a:off x="535385" y="2644301"/>
            <a:ext cx="108780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nhiều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loại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nhưng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vai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trò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chúng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thể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thay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đổi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nhau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8555" y="3960046"/>
            <a:ext cx="10143066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3175" algn="just">
              <a:spcAft>
                <a:spcPts val="1800"/>
              </a:spcAft>
              <a:buFont typeface="Arial" panose="020B0604020202020204" pitchFamily="34" charset="0"/>
              <a:buChar char="•"/>
              <a:tabLst>
                <a:tab pos="568325" algn="l"/>
              </a:tabLst>
            </a:pP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Hầu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hết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anion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nhiều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oxi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CO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2-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SO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2-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SO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</a:t>
            </a:r>
            <a:r>
              <a:rPr lang="en-US" altLang="zh-TW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2-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ClO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</a:t>
            </a:r>
            <a:r>
              <a:rPr lang="en-US" altLang="zh-TW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…</a:t>
            </a:r>
          </a:p>
          <a:p>
            <a:pPr marL="342900" indent="3175" algn="just">
              <a:spcAft>
                <a:spcPts val="1800"/>
              </a:spcAft>
              <a:buFont typeface="Arial" panose="020B0604020202020204" pitchFamily="34" charset="0"/>
              <a:buChar char="•"/>
              <a:tabLst>
                <a:tab pos="568325" algn="l"/>
              </a:tabLst>
            </a:pP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Một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trung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hòa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NO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C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6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6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</a:t>
            </a:r>
          </a:p>
        </p:txBody>
      </p:sp>
      <p:sp>
        <p:nvSpPr>
          <p:cNvPr id="12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chỗ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47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0" grpId="0"/>
      <p:bldP spid="21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6189" y="1061145"/>
            <a:ext cx="11551393" cy="91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ts val="3200"/>
              </a:lnSpc>
              <a:spcBef>
                <a:spcPct val="200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Khái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niệm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AO 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đối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xứng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nằm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mặt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phẳng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̉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múi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cánh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Delta (</a:t>
            </a:r>
            <a:r>
              <a:rPr lang="el-GR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-bond)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29213" y="4729499"/>
            <a:ext cx="10290320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200"/>
              </a:lnSpc>
              <a:spcBef>
                <a:spcPct val="20000"/>
              </a:spcBef>
              <a:spcAft>
                <a:spcPts val="100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bền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với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LK </a:t>
            </a:r>
            <a:r>
              <a:rPr lang="el-GR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̀ LK </a:t>
            </a:r>
            <a:r>
              <a:rPr lang="el-GR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494" y="2308267"/>
            <a:ext cx="3125167" cy="227655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790" y="2308267"/>
            <a:ext cx="3964343" cy="20871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9213" y="5387286"/>
            <a:ext cx="109587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thường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gặp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trong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phức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chất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của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kim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loại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chuyển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tiếp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hoặc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một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số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hợp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chất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của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các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nguyên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tố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thuộc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chu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kỳ</a:t>
            </a:r>
            <a:r>
              <a:rPr lang="en-US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3.</a:t>
            </a:r>
          </a:p>
        </p:txBody>
      </p:sp>
    </p:spTree>
    <p:extLst>
      <p:ext uri="{BB962C8B-B14F-4D97-AF65-F5344CB8AC3E}">
        <p14:creationId xmlns:p14="http://schemas.microsoft.com/office/powerpoint/2010/main" val="400129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1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Kiểu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CHT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82DDE1-85AF-DD43-0620-F4EA80BDB2AA}"/>
              </a:ext>
            </a:extLst>
          </p:cNvPr>
          <p:cNvSpPr/>
          <p:nvPr/>
        </p:nvSpPr>
        <p:spPr>
          <a:xfrm>
            <a:off x="214099" y="849554"/>
            <a:ext cx="115797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v"/>
            </a:pP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Bậc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kết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tạo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thành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giữa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tham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gia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endParaRPr lang="x-none" sz="28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82DDE1-85AF-DD43-0620-F4EA80BDB2AA}"/>
              </a:ext>
            </a:extLst>
          </p:cNvPr>
          <p:cNvSpPr/>
          <p:nvPr/>
        </p:nvSpPr>
        <p:spPr>
          <a:xfrm>
            <a:off x="660757" y="1544762"/>
            <a:ext cx="106845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0188" indent="-230188" algn="just">
              <a:buFont typeface="Wingdings" panose="05000000000000000000" pitchFamily="2" charset="2"/>
              <a:buChar char="§"/>
            </a:pPr>
            <a:r>
              <a:rPr lang="en-US" altLang="zh-TW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Bậc</a:t>
            </a:r>
            <a:r>
              <a:rPr lang="en-US" altLang="zh-TW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LK </a:t>
            </a:r>
            <a:r>
              <a:rPr lang="en-US" altLang="zh-TW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càng</a:t>
            </a:r>
            <a:r>
              <a:rPr lang="en-US" altLang="zh-TW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lớn</a:t>
            </a:r>
            <a:r>
              <a:rPr lang="en-US" altLang="zh-TW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→ </a:t>
            </a:r>
            <a:r>
              <a:rPr lang="en-US" altLang="zh-TW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Độ</a:t>
            </a:r>
            <a:r>
              <a:rPr lang="en-US" altLang="zh-TW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dài</a:t>
            </a:r>
            <a:r>
              <a:rPr lang="en-US" altLang="zh-TW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LK </a:t>
            </a:r>
            <a:r>
              <a:rPr lang="en-US" altLang="zh-TW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giảm</a:t>
            </a:r>
            <a:r>
              <a:rPr lang="en-US" altLang="zh-TW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→ </a:t>
            </a:r>
            <a:r>
              <a:rPr lang="en-US" altLang="zh-TW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LK </a:t>
            </a:r>
            <a:r>
              <a:rPr lang="en-US" altLang="zh-TW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tăng</a:t>
            </a:r>
            <a:endParaRPr lang="x-none" sz="2800" b="1" i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82DDE1-85AF-DD43-0620-F4EA80BDB2AA}"/>
              </a:ext>
            </a:extLst>
          </p:cNvPr>
          <p:cNvSpPr/>
          <p:nvPr/>
        </p:nvSpPr>
        <p:spPr>
          <a:xfrm>
            <a:off x="660757" y="3827834"/>
            <a:ext cx="79537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638" indent="-274638" algn="just">
              <a:buFont typeface="Wingdings" pitchFamily="2" charset="2"/>
              <a:buChar char="§"/>
            </a:pP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Công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thức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bậc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trong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  <a:endParaRPr lang="x-none" sz="2800" b="1" i="1" u="sng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F82DDE1-85AF-DD43-0620-F4EA80BDB2AA}"/>
                  </a:ext>
                </a:extLst>
              </p:cNvPr>
              <p:cNvSpPr/>
              <p:nvPr/>
            </p:nvSpPr>
            <p:spPr>
              <a:xfrm>
                <a:off x="1352957" y="4388075"/>
                <a:ext cx="3731710" cy="6946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𝑩𝑳𝑲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ổ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𝒏𝒈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ố 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𝒍𝒊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ê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ế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ổ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𝒏𝒈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ố 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𝒍𝒊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ê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ế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𝒔𝒊𝒈𝒎𝒂</m:t>
                        </m:r>
                      </m:den>
                    </m:f>
                  </m:oMath>
                </a14:m>
                <a:r>
                  <a:rPr 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x-none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F82DDE1-85AF-DD43-0620-F4EA80BDB2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957" y="4388075"/>
                <a:ext cx="3731710" cy="6946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1E11F16-E696-640F-7F80-406B2EDFA5A0}"/>
              </a:ext>
            </a:extLst>
          </p:cNvPr>
          <p:cNvSpPr txBox="1"/>
          <p:nvPr/>
        </p:nvSpPr>
        <p:spPr>
          <a:xfrm>
            <a:off x="495791" y="5118861"/>
            <a:ext cx="4345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  <a:r>
              <a:rPr lang="x-non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Cl-Cl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☞</a:t>
            </a:r>
            <a:r>
              <a:rPr lang="en-US" sz="20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BLK = 1 (1 </a:t>
            </a:r>
            <a:r>
              <a:rPr lang="en-US" sz="20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Notched Right Arrow 22"/>
          <p:cNvSpPr/>
          <p:nvPr/>
        </p:nvSpPr>
        <p:spPr>
          <a:xfrm>
            <a:off x="5224534" y="4570897"/>
            <a:ext cx="320532" cy="301846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E11F16-E696-640F-7F80-406B2EDFA5A0}"/>
              </a:ext>
            </a:extLst>
          </p:cNvPr>
          <p:cNvSpPr txBox="1"/>
          <p:nvPr/>
        </p:nvSpPr>
        <p:spPr>
          <a:xfrm>
            <a:off x="5790485" y="4493093"/>
            <a:ext cx="6197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BLK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lẻ</a:t>
            </a:r>
            <a:r>
              <a:rPr lang="en-US" sz="2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</a:t>
            </a:r>
            <a:r>
              <a:rPr lang="el-GR" sz="2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chỗ</a:t>
            </a:r>
            <a:endParaRPr lang="en-US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216927" y="5739307"/>
            <a:ext cx="4607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O=O 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☞</a:t>
            </a:r>
            <a:r>
              <a:rPr lang="en-US" sz="20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BLK = 2 (1lk </a:t>
            </a:r>
            <a:r>
              <a:rPr lang="el-GR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+ 1lk </a:t>
            </a:r>
            <a:r>
              <a:rPr lang="en-US" sz="20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chỗ</a:t>
            </a:r>
            <a:r>
              <a:rPr lang="en-US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211988" y="6316227"/>
            <a:ext cx="45784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N≡N 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☞</a:t>
            </a:r>
            <a:r>
              <a:rPr lang="en-US" sz="20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BLK = 3 (1lk </a:t>
            </a:r>
            <a:r>
              <a:rPr lang="el-GR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+ 2lk </a:t>
            </a:r>
            <a:r>
              <a:rPr lang="en-US" sz="20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chỗ</a:t>
            </a:r>
            <a:r>
              <a:rPr lang="en-US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6915630" y="5279337"/>
                <a:ext cx="4716356" cy="592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</a:t>
                </a:r>
                <a:r>
                  <a:rPr lang="en-US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       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:r>
                  <a:rPr lang="en-US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☞</a:t>
                </a:r>
                <a:r>
                  <a:rPr lang="en-US" sz="20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000" b="1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𝒍𝒊</m:t>
                        </m:r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ê</m:t>
                        </m:r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𝒌</m:t>
                        </m:r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ế</m:t>
                        </m:r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num>
                      <m:den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𝒍𝒌</m:t>
                        </m:r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𝒔𝒊𝒈𝒎𝒂</m:t>
                        </m:r>
                      </m:den>
                    </m:f>
                  </m:oMath>
                </a14:m>
                <a:r>
                  <a:rPr lang="en-US" sz="2000" b="1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1.5</a:t>
                </a:r>
                <a:endParaRPr lang="en-US" sz="2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630" y="5279337"/>
                <a:ext cx="4716356" cy="592983"/>
              </a:xfrm>
              <a:prstGeom prst="rect">
                <a:avLst/>
              </a:prstGeom>
              <a:blipFill rotWithShape="0">
                <a:blip r:embed="rId4"/>
                <a:stretch>
                  <a:fillRect l="-1292" r="-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/>
          <p:cNvGrpSpPr/>
          <p:nvPr/>
        </p:nvGrpSpPr>
        <p:grpSpPr>
          <a:xfrm>
            <a:off x="6915630" y="5968176"/>
            <a:ext cx="4665060" cy="760119"/>
            <a:chOff x="6452511" y="4856435"/>
            <a:chExt cx="4665060" cy="7601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6452511" y="5025174"/>
                  <a:ext cx="4665060" cy="5913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20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  <a:r>
                    <a: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</a:t>
                  </a:r>
                  <a:r>
                    <a:rPr lang="en-US" sz="20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         </a:t>
                  </a:r>
                  <a:r>
                    <a: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       </a:t>
                  </a:r>
                  <a:r>
                    <a:rPr lang="en-US" sz="2000" i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☞</a:t>
                  </a:r>
                  <a:r>
                    <a:rPr lang="en-US" sz="2000" b="1" i="1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:r>
                    <a:rPr lang="en-US" sz="2000" b="1" i="1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BLK = </a:t>
                  </a:r>
                  <a14:m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𝟗</m:t>
                          </m:r>
                          <m:r>
                            <a:rPr lang="en-US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𝒍𝒊</m:t>
                          </m:r>
                          <m:r>
                            <a:rPr lang="en-US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ê</m:t>
                          </m:r>
                          <m:r>
                            <a:rPr lang="en-US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  <m:r>
                            <a:rPr lang="en-US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𝒌</m:t>
                          </m:r>
                          <m:r>
                            <a:rPr lang="en-US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ế</m:t>
                          </m:r>
                          <m:r>
                            <a:rPr lang="en-US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𝟔</m:t>
                          </m:r>
                          <m:r>
                            <a:rPr lang="en-US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  <m:r>
                            <a:rPr lang="en-US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ặ</m:t>
                          </m:r>
                          <m:r>
                            <a:rPr lang="en-US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𝒑</m:t>
                          </m:r>
                        </m:den>
                      </m:f>
                    </m:oMath>
                  </a14:m>
                  <a:r>
                    <a:rPr lang="en-US" sz="2000" b="1" i="1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1.5</a:t>
                  </a:r>
                  <a:endParaRPr lang="en-US" sz="2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2511" y="5025174"/>
                  <a:ext cx="4665060" cy="59138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305" r="-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1" name="Picture 4" descr="Kết quả hình ảnh cho BENZEN">
              <a:extLst>
                <a:ext uri="{FF2B5EF4-FFF2-40B4-BE49-F238E27FC236}">
                  <a16:creationId xmlns:a16="http://schemas.microsoft.com/office/drawing/2014/main" id="{55329D63-8256-4A6B-B408-6365851876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35985" y="4856435"/>
              <a:ext cx="919624" cy="759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5" name="Picture 2" descr="Kết quả hình ảnh cho NITO7 DIOXYT">
            <a:extLst>
              <a:ext uri="{FF2B5EF4-FFF2-40B4-BE49-F238E27FC236}">
                <a16:creationId xmlns:a16="http://schemas.microsoft.com/office/drawing/2014/main" id="{86D29BF1-30EA-414D-B2B6-EB49C8D42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867" y="5131568"/>
            <a:ext cx="1165285" cy="730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135217"/>
              </p:ext>
            </p:extLst>
          </p:nvPr>
        </p:nvGraphicFramePr>
        <p:xfrm>
          <a:off x="5979898" y="2251432"/>
          <a:ext cx="37058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9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73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Kiểu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LK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18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lk</a:t>
                      </a:r>
                      <a:r>
                        <a:rPr lang="en-US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(Å)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lk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(KJ/</a:t>
                      </a:r>
                      <a:r>
                        <a:rPr lang="en-US" sz="1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mol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3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C=C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3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C≡C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7" name="Picture 36">
            <a:extLst>
              <a:ext uri="{FF2B5EF4-FFF2-40B4-BE49-F238E27FC236}">
                <a16:creationId xmlns:a16="http://schemas.microsoft.com/office/drawing/2014/main" id="{8BA868D6-3A72-8A87-5D95-1B674559B0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6032" y="2256328"/>
            <a:ext cx="2618768" cy="139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93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0" grpId="0"/>
      <p:bldP spid="21" grpId="0"/>
      <p:bldP spid="22" grpId="0"/>
      <p:bldP spid="23" grpId="0" animBg="1"/>
      <p:bldP spid="24" grpId="0"/>
      <p:bldP spid="25" grpId="0"/>
      <p:bldP spid="26" grpId="0"/>
      <p:bldP spid="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Kiểu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CHT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13">
            <a:extLst>
              <a:ext uri="{FF2B5EF4-FFF2-40B4-BE49-F238E27FC236}">
                <a16:creationId xmlns:a16="http://schemas.microsoft.com/office/drawing/2014/main" id="{2AB3ACD8-2C5C-4B19-979E-175CA2F5F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1930" y="1796040"/>
            <a:ext cx="1447800" cy="577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D6F6F0-73E6-4C98-ADC3-4A84E3485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9606" y="1632264"/>
            <a:ext cx="609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4000">
                <a:solidFill>
                  <a:srgbClr val="996633"/>
                </a:solidFill>
                <a:sym typeface="Symbol" panose="05050102010706020507" pitchFamily="18" charset="2"/>
              </a:rPr>
              <a:t></a:t>
            </a:r>
            <a:endParaRPr lang="en-US" altLang="en-US" sz="4000">
              <a:solidFill>
                <a:srgbClr val="996633"/>
              </a:solidFill>
            </a:endParaRPr>
          </a:p>
        </p:txBody>
      </p:sp>
      <p:sp>
        <p:nvSpPr>
          <p:cNvPr id="45" name="TextBox 37">
            <a:extLst>
              <a:ext uri="{FF2B5EF4-FFF2-40B4-BE49-F238E27FC236}">
                <a16:creationId xmlns:a16="http://schemas.microsoft.com/office/drawing/2014/main" id="{B28D1D26-9632-494A-AD1F-56BC5648C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1942" y="1295185"/>
            <a:ext cx="679450" cy="584200"/>
          </a:xfrm>
          <a:prstGeom prst="rect">
            <a:avLst/>
          </a:prstGeom>
          <a:noFill/>
          <a:ln w="25400">
            <a:solidFill>
              <a:srgbClr val="CC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>
                <a:solidFill>
                  <a:srgbClr val="C00000"/>
                </a:solidFill>
                <a:sym typeface="Symbol" panose="05050102010706020507" pitchFamily="18" charset="2"/>
              </a:rPr>
              <a:t></a:t>
            </a:r>
            <a:endParaRPr lang="en-US" altLang="en-US" sz="3200">
              <a:solidFill>
                <a:srgbClr val="C00000"/>
              </a:solidFill>
            </a:endParaRPr>
          </a:p>
        </p:txBody>
      </p:sp>
      <p:sp>
        <p:nvSpPr>
          <p:cNvPr id="46" name="TextBox 38">
            <a:extLst>
              <a:ext uri="{FF2B5EF4-FFF2-40B4-BE49-F238E27FC236}">
                <a16:creationId xmlns:a16="http://schemas.microsoft.com/office/drawing/2014/main" id="{942711B3-8315-4C4B-AA40-5E146A917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2667" y="1285660"/>
            <a:ext cx="668338" cy="585787"/>
          </a:xfrm>
          <a:prstGeom prst="rect">
            <a:avLst/>
          </a:prstGeom>
          <a:noFill/>
          <a:ln w="25400">
            <a:solidFill>
              <a:srgbClr val="CC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>
                <a:solidFill>
                  <a:srgbClr val="C00000"/>
                </a:solidFill>
                <a:sym typeface="Symbol" panose="05050102010706020507" pitchFamily="18" charset="2"/>
              </a:rPr>
              <a:t></a:t>
            </a:r>
            <a:endParaRPr lang="en-US" altLang="en-US" sz="3200">
              <a:solidFill>
                <a:srgbClr val="C00000"/>
              </a:solidFill>
            </a:endParaRPr>
          </a:p>
        </p:txBody>
      </p:sp>
      <p:sp>
        <p:nvSpPr>
          <p:cNvPr id="47" name="TextBox 39">
            <a:extLst>
              <a:ext uri="{FF2B5EF4-FFF2-40B4-BE49-F238E27FC236}">
                <a16:creationId xmlns:a16="http://schemas.microsoft.com/office/drawing/2014/main" id="{3CB9DA45-77A3-442B-851A-4D0C3AAAE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955" y="2311185"/>
            <a:ext cx="722312" cy="584200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>
                <a:solidFill>
                  <a:srgbClr val="008000"/>
                </a:solidFill>
                <a:sym typeface="Symbol" panose="05050102010706020507" pitchFamily="18" charset="2"/>
              </a:rPr>
              <a:t></a:t>
            </a:r>
            <a:endParaRPr lang="en-US" altLang="en-US" sz="3200">
              <a:solidFill>
                <a:srgbClr val="008000"/>
              </a:solidFill>
            </a:endParaRPr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3250A92C-CFED-4E33-9FE8-9D9A67445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1880" y="2296250"/>
            <a:ext cx="646112" cy="584200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>
                <a:solidFill>
                  <a:srgbClr val="008000"/>
                </a:solidFill>
                <a:sym typeface="Symbol" panose="05050102010706020507" pitchFamily="18" charset="2"/>
              </a:rPr>
              <a:t></a:t>
            </a:r>
            <a:endParaRPr lang="en-US" altLang="en-US" sz="3200">
              <a:solidFill>
                <a:srgbClr val="008000"/>
              </a:solidFill>
            </a:endParaRPr>
          </a:p>
        </p:txBody>
      </p:sp>
      <p:sp>
        <p:nvSpPr>
          <p:cNvPr id="49" name="TextBox 41">
            <a:extLst>
              <a:ext uri="{FF2B5EF4-FFF2-40B4-BE49-F238E27FC236}">
                <a16:creationId xmlns:a16="http://schemas.microsoft.com/office/drawing/2014/main" id="{40D266B5-78BF-4511-90F3-AF66D5D04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3055" y="2290547"/>
            <a:ext cx="739775" cy="585788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>
                <a:solidFill>
                  <a:srgbClr val="008000"/>
                </a:solidFill>
                <a:sym typeface="Symbol" panose="05050102010706020507" pitchFamily="18" charset="2"/>
              </a:rPr>
              <a:t></a:t>
            </a:r>
            <a:endParaRPr lang="en-US" altLang="en-US" sz="3200">
              <a:solidFill>
                <a:srgbClr val="008000"/>
              </a:solidFill>
            </a:endParaRPr>
          </a:p>
        </p:txBody>
      </p:sp>
      <p:sp>
        <p:nvSpPr>
          <p:cNvPr id="50" name="TextBox 42">
            <a:extLst>
              <a:ext uri="{FF2B5EF4-FFF2-40B4-BE49-F238E27FC236}">
                <a16:creationId xmlns:a16="http://schemas.microsoft.com/office/drawing/2014/main" id="{861D2C96-4456-423D-81D6-84DA2C93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9105" y="2290547"/>
            <a:ext cx="685800" cy="585788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>
                <a:solidFill>
                  <a:srgbClr val="008000"/>
                </a:solidFill>
                <a:sym typeface="Symbol" panose="05050102010706020507" pitchFamily="18" charset="2"/>
              </a:rPr>
              <a:t></a:t>
            </a:r>
            <a:endParaRPr lang="en-US" altLang="en-US" sz="3200">
              <a:solidFill>
                <a:srgbClr val="008000"/>
              </a:solidFill>
            </a:endParaRPr>
          </a:p>
        </p:txBody>
      </p:sp>
      <p:sp>
        <p:nvSpPr>
          <p:cNvPr id="51" name="TextBox 43">
            <a:extLst>
              <a:ext uri="{FF2B5EF4-FFF2-40B4-BE49-F238E27FC236}">
                <a16:creationId xmlns:a16="http://schemas.microsoft.com/office/drawing/2014/main" id="{1C8D9D88-685C-4597-BF89-EA8173FFA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0192" y="1285660"/>
            <a:ext cx="762000" cy="585787"/>
          </a:xfrm>
          <a:prstGeom prst="rect">
            <a:avLst/>
          </a:prstGeom>
          <a:noFill/>
          <a:ln w="25400">
            <a:solidFill>
              <a:srgbClr val="CC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>
                <a:solidFill>
                  <a:srgbClr val="C00000"/>
                </a:solidFill>
                <a:sym typeface="Symbol" panose="05050102010706020507" pitchFamily="18" charset="2"/>
              </a:rPr>
              <a:t></a:t>
            </a:r>
            <a:endParaRPr lang="en-US" altLang="en-US" sz="3200">
              <a:solidFill>
                <a:srgbClr val="C00000"/>
              </a:solidFill>
            </a:endParaRPr>
          </a:p>
        </p:txBody>
      </p:sp>
      <p:sp>
        <p:nvSpPr>
          <p:cNvPr id="52" name="TextBox 44">
            <a:extLst>
              <a:ext uri="{FF2B5EF4-FFF2-40B4-BE49-F238E27FC236}">
                <a16:creationId xmlns:a16="http://schemas.microsoft.com/office/drawing/2014/main" id="{53CA475D-C339-435E-8F88-08230B5D2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530" y="1291363"/>
            <a:ext cx="668337" cy="585787"/>
          </a:xfrm>
          <a:prstGeom prst="rect">
            <a:avLst/>
          </a:prstGeom>
          <a:noFill/>
          <a:ln w="25400">
            <a:solidFill>
              <a:srgbClr val="CC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>
                <a:solidFill>
                  <a:srgbClr val="C00000"/>
                </a:solidFill>
                <a:sym typeface="Symbol" panose="05050102010706020507" pitchFamily="18" charset="2"/>
              </a:rPr>
              <a:t></a:t>
            </a:r>
            <a:endParaRPr lang="en-US" altLang="en-US" sz="3200">
              <a:solidFill>
                <a:srgbClr val="C00000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706B5CA-B051-4D4E-87E2-10FED01AD569}"/>
              </a:ext>
            </a:extLst>
          </p:cNvPr>
          <p:cNvCxnSpPr>
            <a:cxnSpLocks/>
          </p:cNvCxnSpPr>
          <p:nvPr/>
        </p:nvCxnSpPr>
        <p:spPr>
          <a:xfrm flipH="1" flipV="1">
            <a:off x="9719206" y="1863125"/>
            <a:ext cx="9525" cy="406400"/>
          </a:xfrm>
          <a:prstGeom prst="straightConnector1">
            <a:avLst/>
          </a:prstGeom>
          <a:ln w="28575">
            <a:solidFill>
              <a:srgbClr val="996633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966E46E-F406-49A5-83B9-113AD41A80CA}"/>
              </a:ext>
            </a:extLst>
          </p:cNvPr>
          <p:cNvCxnSpPr>
            <a:cxnSpLocks/>
          </p:cNvCxnSpPr>
          <p:nvPr/>
        </p:nvCxnSpPr>
        <p:spPr>
          <a:xfrm>
            <a:off x="10378019" y="1834935"/>
            <a:ext cx="0" cy="452437"/>
          </a:xfrm>
          <a:prstGeom prst="straightConnector1">
            <a:avLst/>
          </a:prstGeom>
          <a:ln w="28575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5" name="TextBox 51">
            <a:extLst>
              <a:ext uri="{FF2B5EF4-FFF2-40B4-BE49-F238E27FC236}">
                <a16:creationId xmlns:a16="http://schemas.microsoft.com/office/drawing/2014/main" id="{137967B0-329B-470D-8743-E9E6CF82A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0080" y="1268989"/>
            <a:ext cx="2157412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aseline="-25000" dirty="0">
                <a:solidFill>
                  <a:srgbClr val="C00000"/>
                </a:solidFill>
              </a:rPr>
              <a:t>8</a:t>
            </a:r>
            <a:r>
              <a:rPr lang="en-US" altLang="en-US" sz="3200" dirty="0">
                <a:solidFill>
                  <a:srgbClr val="C00000"/>
                </a:solidFill>
              </a:rPr>
              <a:t>O: 2s</a:t>
            </a:r>
            <a:r>
              <a:rPr lang="en-US" altLang="en-US" sz="3200" baseline="30000" dirty="0">
                <a:solidFill>
                  <a:srgbClr val="C00000"/>
                </a:solidFill>
              </a:rPr>
              <a:t>2</a:t>
            </a:r>
            <a:r>
              <a:rPr lang="en-US" altLang="en-US" sz="3200" dirty="0">
                <a:solidFill>
                  <a:srgbClr val="C00000"/>
                </a:solidFill>
              </a:rPr>
              <a:t>2p</a:t>
            </a:r>
            <a:r>
              <a:rPr lang="en-US" altLang="en-US" sz="3200" baseline="30000" dirty="0">
                <a:solidFill>
                  <a:srgbClr val="C00000"/>
                </a:solidFill>
              </a:rPr>
              <a:t>4</a:t>
            </a:r>
          </a:p>
          <a:p>
            <a:endParaRPr lang="en-US" altLang="en-US" baseline="30000" dirty="0"/>
          </a:p>
          <a:p>
            <a:endParaRPr lang="en-US" altLang="en-US" baseline="-25000" dirty="0"/>
          </a:p>
          <a:p>
            <a:endParaRPr lang="en-US" altLang="en-US" baseline="-25000" dirty="0"/>
          </a:p>
          <a:p>
            <a:r>
              <a:rPr lang="en-US" altLang="en-US" sz="3200" baseline="-25000" dirty="0">
                <a:solidFill>
                  <a:srgbClr val="008000"/>
                </a:solidFill>
              </a:rPr>
              <a:t>8</a:t>
            </a:r>
            <a:r>
              <a:rPr lang="en-US" altLang="en-US" sz="3200" dirty="0">
                <a:solidFill>
                  <a:srgbClr val="008000"/>
                </a:solidFill>
              </a:rPr>
              <a:t>O: 2s</a:t>
            </a:r>
            <a:r>
              <a:rPr lang="en-US" altLang="en-US" sz="3200" baseline="30000" dirty="0">
                <a:solidFill>
                  <a:srgbClr val="008000"/>
                </a:solidFill>
              </a:rPr>
              <a:t>2</a:t>
            </a:r>
            <a:r>
              <a:rPr lang="en-US" altLang="en-US" sz="3200" dirty="0">
                <a:solidFill>
                  <a:srgbClr val="008000"/>
                </a:solidFill>
              </a:rPr>
              <a:t>2p</a:t>
            </a:r>
            <a:r>
              <a:rPr lang="en-US" altLang="en-US" sz="3200" baseline="30000" dirty="0">
                <a:solidFill>
                  <a:srgbClr val="008000"/>
                </a:solidFill>
              </a:rPr>
              <a:t>4</a:t>
            </a:r>
          </a:p>
          <a:p>
            <a:endParaRPr lang="en-US" altLang="en-US" dirty="0"/>
          </a:p>
        </p:txBody>
      </p:sp>
      <p:sp>
        <p:nvSpPr>
          <p:cNvPr id="56" name="TextBox 70">
            <a:extLst>
              <a:ext uri="{FF2B5EF4-FFF2-40B4-BE49-F238E27FC236}">
                <a16:creationId xmlns:a16="http://schemas.microsoft.com/office/drawing/2014/main" id="{4184DE95-E15E-4674-9D81-F4EA63E82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142" y="1107638"/>
            <a:ext cx="1655762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5400" dirty="0">
                <a:solidFill>
                  <a:srgbClr val="C00000"/>
                </a:solidFill>
              </a:rPr>
              <a:t>O</a:t>
            </a:r>
            <a:r>
              <a:rPr lang="en-US" altLang="en-US" sz="5400" dirty="0"/>
              <a:t>=</a:t>
            </a:r>
            <a:r>
              <a:rPr lang="en-US" altLang="en-US" sz="5400" dirty="0">
                <a:solidFill>
                  <a:srgbClr val="008000"/>
                </a:solidFill>
              </a:rPr>
              <a:t>O</a:t>
            </a:r>
          </a:p>
          <a:p>
            <a:r>
              <a:rPr lang="en-US" altLang="en-US" sz="3200" dirty="0"/>
              <a:t>BLK = 2</a:t>
            </a:r>
          </a:p>
        </p:txBody>
      </p:sp>
      <p:sp>
        <p:nvSpPr>
          <p:cNvPr id="59" name="TextBox 48">
            <a:extLst>
              <a:ext uri="{FF2B5EF4-FFF2-40B4-BE49-F238E27FC236}">
                <a16:creationId xmlns:a16="http://schemas.microsoft.com/office/drawing/2014/main" id="{3E159086-F44D-4A2A-B007-B70879D3E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9667" y="878201"/>
            <a:ext cx="668338" cy="400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altLang="en-US" sz="2000" dirty="0"/>
              <a:t>2p</a:t>
            </a:r>
            <a:r>
              <a:rPr lang="en-US" altLang="en-US" sz="2000" baseline="-25000" dirty="0"/>
              <a:t>z</a:t>
            </a:r>
            <a:endParaRPr lang="en-US" altLang="en-US" sz="2000" dirty="0"/>
          </a:p>
        </p:txBody>
      </p:sp>
      <p:sp>
        <p:nvSpPr>
          <p:cNvPr id="61" name="TextBox 53">
            <a:extLst>
              <a:ext uri="{FF2B5EF4-FFF2-40B4-BE49-F238E27FC236}">
                <a16:creationId xmlns:a16="http://schemas.microsoft.com/office/drawing/2014/main" id="{FB6D4536-3CE9-4A8C-8947-AE507147F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8005" y="878201"/>
            <a:ext cx="668337" cy="400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altLang="en-US" sz="2000" dirty="0"/>
              <a:t>2p</a:t>
            </a:r>
            <a:r>
              <a:rPr lang="en-US" altLang="en-US" sz="2000" baseline="-25000" dirty="0"/>
              <a:t>x</a:t>
            </a:r>
            <a:endParaRPr lang="en-US" altLang="en-US" sz="2000" dirty="0"/>
          </a:p>
        </p:txBody>
      </p:sp>
      <p:sp>
        <p:nvSpPr>
          <p:cNvPr id="63" name="TextBox 56">
            <a:extLst>
              <a:ext uri="{FF2B5EF4-FFF2-40B4-BE49-F238E27FC236}">
                <a16:creationId xmlns:a16="http://schemas.microsoft.com/office/drawing/2014/main" id="{506A1127-9E8A-47D1-AB4A-946DD79B7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3855" y="878201"/>
            <a:ext cx="668337" cy="400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altLang="en-US" sz="2000"/>
              <a:t>2p</a:t>
            </a:r>
            <a:r>
              <a:rPr lang="vi-VN" altLang="en-US" sz="2000" baseline="-25000"/>
              <a:t>y</a:t>
            </a:r>
            <a:endParaRPr lang="en-US" altLang="en-US" sz="20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16ABA07-0878-4773-807B-1E80EEE1D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78019" y="1635816"/>
            <a:ext cx="5175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4000" dirty="0">
                <a:solidFill>
                  <a:srgbClr val="00B0F0"/>
                </a:solidFill>
                <a:sym typeface="Symbol" panose="05050102010706020507" pitchFamily="18" charset="2"/>
              </a:rPr>
              <a:t></a:t>
            </a:r>
            <a:endParaRPr lang="en-US" altLang="en-US" sz="2800" dirty="0">
              <a:solidFill>
                <a:srgbClr val="00B0F0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98383" y="3949247"/>
            <a:ext cx="1703216" cy="1318099"/>
            <a:chOff x="751589" y="2466965"/>
            <a:chExt cx="1703216" cy="1318099"/>
          </a:xfrm>
        </p:grpSpPr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C688C6CC-F192-4637-B801-7ED2F63F5EAE}"/>
                </a:ext>
              </a:extLst>
            </p:cNvPr>
            <p:cNvCxnSpPr/>
            <p:nvPr/>
          </p:nvCxnSpPr>
          <p:spPr>
            <a:xfrm>
              <a:off x="1278467" y="3196215"/>
              <a:ext cx="7620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915C6F1D-CE7F-4A86-B749-FE249502C38E}"/>
                </a:ext>
              </a:extLst>
            </p:cNvPr>
            <p:cNvCxnSpPr/>
            <p:nvPr/>
          </p:nvCxnSpPr>
          <p:spPr>
            <a:xfrm flipV="1">
              <a:off x="1278467" y="2581852"/>
              <a:ext cx="0" cy="614363"/>
            </a:xfrm>
            <a:prstGeom prst="straightConnector1">
              <a:avLst/>
            </a:prstGeom>
            <a:ln w="15875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F60916DB-6A18-442E-91C4-D18053CEEC1E}"/>
                </a:ext>
              </a:extLst>
            </p:cNvPr>
            <p:cNvCxnSpPr/>
            <p:nvPr/>
          </p:nvCxnSpPr>
          <p:spPr>
            <a:xfrm flipH="1">
              <a:off x="973667" y="3196215"/>
              <a:ext cx="304800" cy="300037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111">
              <a:extLst>
                <a:ext uri="{FF2B5EF4-FFF2-40B4-BE49-F238E27FC236}">
                  <a16:creationId xmlns:a16="http://schemas.microsoft.com/office/drawing/2014/main" id="{921597B7-08CD-47C5-A7F9-F560EF6775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589" y="3415176"/>
              <a:ext cx="4572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dirty="0"/>
                <a:t>y</a:t>
              </a:r>
            </a:p>
          </p:txBody>
        </p:sp>
        <p:sp>
          <p:nvSpPr>
            <p:cNvPr id="78" name="TextBox 112">
              <a:extLst>
                <a:ext uri="{FF2B5EF4-FFF2-40B4-BE49-F238E27FC236}">
                  <a16:creationId xmlns:a16="http://schemas.microsoft.com/office/drawing/2014/main" id="{24BEF3F2-A5AF-499B-826B-258F329688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7605" y="2977140"/>
              <a:ext cx="4572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dirty="0"/>
                <a:t>z</a:t>
              </a:r>
            </a:p>
          </p:txBody>
        </p:sp>
        <p:sp>
          <p:nvSpPr>
            <p:cNvPr id="79" name="TextBox 113">
              <a:extLst>
                <a:ext uri="{FF2B5EF4-FFF2-40B4-BE49-F238E27FC236}">
                  <a16:creationId xmlns:a16="http://schemas.microsoft.com/office/drawing/2014/main" id="{72D5B1F5-DA92-49A5-B444-CAF174CF38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2435" y="2466965"/>
              <a:ext cx="4572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dirty="0"/>
                <a:t>x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996F5DC1-6A68-4832-984C-4DEF435A6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2522" y="6090932"/>
            <a:ext cx="9296400" cy="65986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cht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ghép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đôi:1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,1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lk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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định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chỗ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507986" y="2939832"/>
            <a:ext cx="6135688" cy="3162300"/>
            <a:chOff x="2040467" y="2872365"/>
            <a:chExt cx="6135688" cy="316230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54FC662-7C01-41EE-9819-0318AEDE8AE5}"/>
                </a:ext>
              </a:extLst>
            </p:cNvPr>
            <p:cNvCxnSpPr/>
            <p:nvPr/>
          </p:nvCxnSpPr>
          <p:spPr>
            <a:xfrm flipV="1">
              <a:off x="2040467" y="4547177"/>
              <a:ext cx="5310188" cy="6667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699C785-5E96-4FB2-8ED6-1662EEB77D10}"/>
                </a:ext>
              </a:extLst>
            </p:cNvPr>
            <p:cNvCxnSpPr/>
            <p:nvPr/>
          </p:nvCxnSpPr>
          <p:spPr>
            <a:xfrm>
              <a:off x="3597805" y="3143827"/>
              <a:ext cx="30162" cy="28702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702011F-52C1-498D-9BEC-D68EADF50C42}"/>
                </a:ext>
              </a:extLst>
            </p:cNvPr>
            <p:cNvCxnSpPr/>
            <p:nvPr/>
          </p:nvCxnSpPr>
          <p:spPr>
            <a:xfrm>
              <a:off x="5834592" y="3134302"/>
              <a:ext cx="31750" cy="2900363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F74F7CA-9CF3-4B8E-AC3E-2DC853BBFAB8}"/>
                </a:ext>
              </a:extLst>
            </p:cNvPr>
            <p:cNvSpPr/>
            <p:nvPr/>
          </p:nvSpPr>
          <p:spPr>
            <a:xfrm>
              <a:off x="5585355" y="3302577"/>
              <a:ext cx="515937" cy="2533650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gradFill>
              <a:gsLst>
                <a:gs pos="0">
                  <a:srgbClr val="03D4A8"/>
                </a:gs>
                <a:gs pos="53000">
                  <a:srgbClr val="21D6E0"/>
                </a:gs>
                <a:gs pos="93000">
                  <a:srgbClr val="0087E6"/>
                </a:gs>
                <a:gs pos="100000">
                  <a:srgbClr val="005CB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7271B458-7B9E-4326-8B91-8DA9144FC4F2}"/>
                </a:ext>
              </a:extLst>
            </p:cNvPr>
            <p:cNvSpPr/>
            <p:nvPr/>
          </p:nvSpPr>
          <p:spPr>
            <a:xfrm rot="10800000">
              <a:off x="3342217" y="3313690"/>
              <a:ext cx="515938" cy="2533650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gradFill>
              <a:gsLst>
                <a:gs pos="46000">
                  <a:srgbClr val="FF66FF"/>
                </a:gs>
                <a:gs pos="76000">
                  <a:srgbClr val="99CCFF"/>
                </a:gs>
                <a:gs pos="3000">
                  <a:srgbClr val="9966FF"/>
                </a:gs>
                <a:gs pos="29000">
                  <a:srgbClr val="CC99FF"/>
                </a:gs>
                <a:gs pos="86000">
                  <a:srgbClr val="99CCFF"/>
                </a:gs>
                <a:gs pos="98000">
                  <a:srgbClr val="CCCC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41" name="TextBox 16">
              <a:extLst>
                <a:ext uri="{FF2B5EF4-FFF2-40B4-BE49-F238E27FC236}">
                  <a16:creationId xmlns:a16="http://schemas.microsoft.com/office/drawing/2014/main" id="{A60437A2-6518-4F2C-9AFF-B83E34965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4755" y="4640840"/>
              <a:ext cx="5334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b="1">
                  <a:solidFill>
                    <a:srgbClr val="C00000"/>
                  </a:solidFill>
                </a:rPr>
                <a:t>O</a:t>
              </a:r>
            </a:p>
          </p:txBody>
        </p:sp>
        <p:sp>
          <p:nvSpPr>
            <p:cNvPr id="42" name="TextBox 17">
              <a:extLst>
                <a:ext uri="{FF2B5EF4-FFF2-40B4-BE49-F238E27FC236}">
                  <a16:creationId xmlns:a16="http://schemas.microsoft.com/office/drawing/2014/main" id="{FA53763B-FC82-45D4-8AF5-59B9D67642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2980" y="4617027"/>
              <a:ext cx="5334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b="1">
                  <a:solidFill>
                    <a:srgbClr val="008000"/>
                  </a:solidFill>
                </a:rPr>
                <a:t>O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519DAF6-2C28-426B-8621-C76F1199A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7117" y="2872365"/>
              <a:ext cx="887413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4000">
                  <a:solidFill>
                    <a:srgbClr val="00B0F0"/>
                  </a:solidFill>
                  <a:sym typeface="Symbol" panose="05050102010706020507" pitchFamily="18" charset="2"/>
                </a:rPr>
                <a:t></a:t>
              </a:r>
              <a:endParaRPr lang="en-US" altLang="en-US" sz="2800" baseline="-25000">
                <a:solidFill>
                  <a:srgbClr val="00B0F0"/>
                </a:solidFill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8E4B0B5-3C90-4279-A8CC-5577BEBDD53E}"/>
                </a:ext>
              </a:extLst>
            </p:cNvPr>
            <p:cNvCxnSpPr/>
            <p:nvPr/>
          </p:nvCxnSpPr>
          <p:spPr>
            <a:xfrm>
              <a:off x="3820055" y="3677227"/>
              <a:ext cx="1765300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45">
              <a:extLst>
                <a:ext uri="{FF2B5EF4-FFF2-40B4-BE49-F238E27FC236}">
                  <a16:creationId xmlns:a16="http://schemas.microsoft.com/office/drawing/2014/main" id="{41BC790C-5BD7-46AB-8B8C-354012F49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7817" y="4334452"/>
              <a:ext cx="6683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dirty="0"/>
                <a:t>z</a:t>
              </a:r>
            </a:p>
          </p:txBody>
        </p:sp>
        <p:sp>
          <p:nvSpPr>
            <p:cNvPr id="60" name="TextBox 51">
              <a:extLst>
                <a:ext uri="{FF2B5EF4-FFF2-40B4-BE49-F238E27FC236}">
                  <a16:creationId xmlns:a16="http://schemas.microsoft.com/office/drawing/2014/main" id="{0D6470DC-425F-4CC2-BA46-AB09A83DF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6830" y="2934277"/>
              <a:ext cx="66833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dirty="0"/>
                <a:t>x</a:t>
              </a:r>
            </a:p>
          </p:txBody>
        </p:sp>
        <p:sp>
          <p:nvSpPr>
            <p:cNvPr id="62" name="TextBox 55">
              <a:extLst>
                <a:ext uri="{FF2B5EF4-FFF2-40B4-BE49-F238E27FC236}">
                  <a16:creationId xmlns:a16="http://schemas.microsoft.com/office/drawing/2014/main" id="{45615F01-F0AB-4BCD-8839-746712837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6630" y="2985077"/>
              <a:ext cx="66833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dirty="0"/>
                <a:t>x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55A86AD4-ACB7-4D05-966C-D647DAFBF1D3}"/>
                </a:ext>
              </a:extLst>
            </p:cNvPr>
            <p:cNvCxnSpPr/>
            <p:nvPr/>
          </p:nvCxnSpPr>
          <p:spPr>
            <a:xfrm>
              <a:off x="3786717" y="5547302"/>
              <a:ext cx="1831975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42CFF62E-4E68-46F6-9B10-252B7E9255FD}"/>
                </a:ext>
              </a:extLst>
            </p:cNvPr>
            <p:cNvSpPr/>
            <p:nvPr/>
          </p:nvSpPr>
          <p:spPr>
            <a:xfrm rot="5400000">
              <a:off x="3333486" y="3312896"/>
              <a:ext cx="515938" cy="2533650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gradFill>
              <a:gsLst>
                <a:gs pos="31000">
                  <a:srgbClr val="CCCCFF"/>
                </a:gs>
                <a:gs pos="5000">
                  <a:srgbClr val="99CCFF"/>
                </a:gs>
                <a:gs pos="52000">
                  <a:srgbClr val="9966FF"/>
                </a:gs>
                <a:gs pos="96000">
                  <a:srgbClr val="CC99FF"/>
                </a:gs>
                <a:gs pos="19000">
                  <a:srgbClr val="99CCFF"/>
                </a:gs>
                <a:gs pos="100000">
                  <a:srgbClr val="CCCCFF"/>
                </a:gs>
              </a:gsLst>
              <a:lin ang="5400000" scaled="0"/>
            </a:gradFill>
            <a:ln w="254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065583A5-BEF3-4E2F-B11E-457DA6E734F7}"/>
                </a:ext>
              </a:extLst>
            </p:cNvPr>
            <p:cNvSpPr/>
            <p:nvPr/>
          </p:nvSpPr>
          <p:spPr>
            <a:xfrm rot="5400000">
              <a:off x="5579004" y="3288290"/>
              <a:ext cx="517525" cy="2533650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3D4A8"/>
                </a:gs>
                <a:gs pos="25000">
                  <a:srgbClr val="21D6E0"/>
                </a:gs>
                <a:gs pos="60000">
                  <a:srgbClr val="0087E6"/>
                </a:gs>
                <a:gs pos="100000">
                  <a:srgbClr val="005CBF"/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C9C224F-67D4-467B-B8D6-396304DD1278}"/>
                </a:ext>
              </a:extLst>
            </p:cNvPr>
            <p:cNvSpPr/>
            <p:nvPr/>
          </p:nvSpPr>
          <p:spPr>
            <a:xfrm>
              <a:off x="3523192" y="4534477"/>
              <a:ext cx="125413" cy="12541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1A435B60-656D-46BB-80A8-B7109FC2A30B}"/>
                </a:ext>
              </a:extLst>
            </p:cNvPr>
            <p:cNvSpPr/>
            <p:nvPr/>
          </p:nvSpPr>
          <p:spPr>
            <a:xfrm>
              <a:off x="5775855" y="4493202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6827E6A-1E41-404E-BEBB-495F5D34A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3130" y="2888240"/>
              <a:ext cx="611187" cy="10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6000">
                  <a:solidFill>
                    <a:srgbClr val="008000"/>
                  </a:solidFill>
                  <a:sym typeface="Symbol" panose="05050102010706020507" pitchFamily="18" charset="2"/>
                </a:rPr>
                <a:t></a:t>
              </a:r>
              <a:endParaRPr lang="en-US" altLang="en-US" sz="6000">
                <a:solidFill>
                  <a:srgbClr val="008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A3CB554-EC4C-4547-9082-18176E070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255" y="2888240"/>
              <a:ext cx="609600" cy="10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6000">
                  <a:solidFill>
                    <a:srgbClr val="C00000"/>
                  </a:solidFill>
                  <a:sym typeface="Symbol" panose="05050102010706020507" pitchFamily="18" charset="2"/>
                </a:rPr>
                <a:t></a:t>
              </a:r>
              <a:endParaRPr lang="en-US" altLang="en-US" sz="6000">
                <a:solidFill>
                  <a:srgbClr val="C00000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8F4475B-FC3C-444F-BA16-676D827CB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9667" y="3767715"/>
              <a:ext cx="609600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4000">
                  <a:solidFill>
                    <a:srgbClr val="996633"/>
                  </a:solidFill>
                  <a:sym typeface="Symbol" panose="05050102010706020507" pitchFamily="18" charset="2"/>
                </a:rPr>
                <a:t></a:t>
              </a:r>
              <a:endParaRPr lang="en-US" altLang="en-US" sz="4000">
                <a:solidFill>
                  <a:srgbClr val="996633"/>
                </a:solidFill>
              </a:endParaRPr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638634D3-A034-479E-8416-475905645D8A}"/>
                </a:ext>
              </a:extLst>
            </p:cNvPr>
            <p:cNvSpPr/>
            <p:nvPr/>
          </p:nvSpPr>
          <p:spPr>
            <a:xfrm rot="5400000">
              <a:off x="3333486" y="3293846"/>
              <a:ext cx="515938" cy="2533650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noFill/>
            <a:ln w="254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F8CBCB8-DA8B-437A-AEA2-6A1FE8DBE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5067" y="3947102"/>
              <a:ext cx="609600" cy="10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6000">
                  <a:solidFill>
                    <a:srgbClr val="008000"/>
                  </a:solidFill>
                  <a:sym typeface="Symbol" panose="05050102010706020507" pitchFamily="18" charset="2"/>
                </a:rPr>
                <a:t></a:t>
              </a:r>
              <a:endParaRPr lang="en-US" altLang="en-US" sz="6000">
                <a:solidFill>
                  <a:srgbClr val="008000"/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B725A6A-6CAC-4D47-AA71-5C07593D3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7130" y="3647065"/>
              <a:ext cx="609600" cy="10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6000">
                  <a:solidFill>
                    <a:srgbClr val="C00000"/>
                  </a:solidFill>
                  <a:sym typeface="Symbol" panose="05050102010706020507" pitchFamily="18" charset="2"/>
                </a:rPr>
                <a:t></a:t>
              </a:r>
              <a:endParaRPr lang="en-US" altLang="en-US" sz="600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17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72" grpId="0"/>
      <p:bldP spid="8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Kiểu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CHT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70">
            <a:extLst>
              <a:ext uri="{FF2B5EF4-FFF2-40B4-BE49-F238E27FC236}">
                <a16:creationId xmlns:a16="http://schemas.microsoft.com/office/drawing/2014/main" id="{448E67BD-53AD-46C9-818D-2CB7923EE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5849" y="1252597"/>
            <a:ext cx="2084388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5400" dirty="0">
                <a:solidFill>
                  <a:srgbClr val="C00000"/>
                </a:solidFill>
              </a:rPr>
              <a:t>N</a:t>
            </a:r>
            <a:r>
              <a:rPr lang="en-US" altLang="en-US" sz="5400" dirty="0">
                <a:sym typeface="Symbol" panose="05050102010706020507" pitchFamily="18" charset="2"/>
              </a:rPr>
              <a:t>  </a:t>
            </a:r>
            <a:r>
              <a:rPr lang="en-US" altLang="en-US" sz="5400" dirty="0">
                <a:solidFill>
                  <a:srgbClr val="008000"/>
                </a:solidFill>
              </a:rPr>
              <a:t>N</a:t>
            </a:r>
          </a:p>
          <a:p>
            <a:pPr algn="ctr"/>
            <a:r>
              <a:rPr lang="en-US" altLang="en-US" sz="3200" dirty="0"/>
              <a:t>BLK = 3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77610" y="4191486"/>
            <a:ext cx="1809750" cy="1433513"/>
            <a:chOff x="52388" y="2804820"/>
            <a:chExt cx="1809750" cy="1433513"/>
          </a:xfrm>
        </p:grpSpPr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5D401730-172F-4520-91BA-6F1D43C863A4}"/>
                </a:ext>
              </a:extLst>
            </p:cNvPr>
            <p:cNvCxnSpPr/>
            <p:nvPr/>
          </p:nvCxnSpPr>
          <p:spPr>
            <a:xfrm>
              <a:off x="685800" y="3498558"/>
              <a:ext cx="7620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B2AC42BC-F887-470F-A726-8E42D5F2A4E6}"/>
                </a:ext>
              </a:extLst>
            </p:cNvPr>
            <p:cNvCxnSpPr/>
            <p:nvPr/>
          </p:nvCxnSpPr>
          <p:spPr>
            <a:xfrm flipV="1">
              <a:off x="685800" y="2884195"/>
              <a:ext cx="0" cy="614363"/>
            </a:xfrm>
            <a:prstGeom prst="straightConnector1">
              <a:avLst/>
            </a:prstGeom>
            <a:ln w="15875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52F3740-AC33-4C50-A8AD-90B8908CBCC3}"/>
                </a:ext>
              </a:extLst>
            </p:cNvPr>
            <p:cNvCxnSpPr/>
            <p:nvPr/>
          </p:nvCxnSpPr>
          <p:spPr>
            <a:xfrm flipH="1">
              <a:off x="381000" y="3498558"/>
              <a:ext cx="304800" cy="300037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DD9569DC-1A46-47F5-AB58-219EF27CBD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88" y="3868445"/>
              <a:ext cx="4572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Y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5C194BA-D33A-4554-A5ED-525BB94362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4938" y="3279483"/>
              <a:ext cx="4572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Z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5224E35B-2F99-4D05-8031-4EDB4B3D8C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988" y="2804820"/>
              <a:ext cx="4572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X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514850" y="878373"/>
            <a:ext cx="5705475" cy="2166938"/>
            <a:chOff x="2236788" y="860132"/>
            <a:chExt cx="5705475" cy="2166938"/>
          </a:xfrm>
        </p:grpSpPr>
        <p:sp>
          <p:nvSpPr>
            <p:cNvPr id="92" name="TextBox 13">
              <a:extLst>
                <a:ext uri="{FF2B5EF4-FFF2-40B4-BE49-F238E27FC236}">
                  <a16:creationId xmlns:a16="http://schemas.microsoft.com/office/drawing/2014/main" id="{03EBC9C3-6D35-4972-AE6B-A4054BCAB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9263" y="2098383"/>
              <a:ext cx="1447800" cy="577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41C2E4A-5F3C-4A57-82C4-58B748B099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2663" y="1614195"/>
              <a:ext cx="609600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4000">
                  <a:solidFill>
                    <a:srgbClr val="996633"/>
                  </a:solidFill>
                  <a:sym typeface="Symbol" panose="05050102010706020507" pitchFamily="18" charset="2"/>
                </a:rPr>
                <a:t></a:t>
              </a:r>
              <a:endParaRPr lang="en-US" altLang="en-US" sz="4000">
                <a:solidFill>
                  <a:srgbClr val="996633"/>
                </a:solidFill>
              </a:endParaRPr>
            </a:p>
          </p:txBody>
        </p:sp>
        <p:sp>
          <p:nvSpPr>
            <p:cNvPr id="95" name="TextBox 37">
              <a:extLst>
                <a:ext uri="{FF2B5EF4-FFF2-40B4-BE49-F238E27FC236}">
                  <a16:creationId xmlns:a16="http://schemas.microsoft.com/office/drawing/2014/main" id="{425E9147-E5CD-4C72-831C-DF996E2101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4200" y="1260183"/>
              <a:ext cx="679450" cy="584200"/>
            </a:xfrm>
            <a:prstGeom prst="rect">
              <a:avLst/>
            </a:prstGeom>
            <a:noFill/>
            <a:ln w="25400">
              <a:solidFill>
                <a:srgbClr val="CC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>
                  <a:solidFill>
                    <a:srgbClr val="C00000"/>
                  </a:solidFill>
                  <a:sym typeface="Symbol" panose="05050102010706020507" pitchFamily="18" charset="2"/>
                </a:rPr>
                <a:t></a:t>
              </a:r>
              <a:endParaRPr lang="en-US" altLang="en-US" sz="3200">
                <a:solidFill>
                  <a:srgbClr val="C00000"/>
                </a:solidFill>
              </a:endParaRPr>
            </a:p>
          </p:txBody>
        </p:sp>
        <p:sp>
          <p:nvSpPr>
            <p:cNvPr id="96" name="TextBox 38">
              <a:extLst>
                <a:ext uri="{FF2B5EF4-FFF2-40B4-BE49-F238E27FC236}">
                  <a16:creationId xmlns:a16="http://schemas.microsoft.com/office/drawing/2014/main" id="{A9CB61BF-6609-4A36-A7D6-F359AE74C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4925" y="1250658"/>
              <a:ext cx="668338" cy="585787"/>
            </a:xfrm>
            <a:prstGeom prst="rect">
              <a:avLst/>
            </a:prstGeom>
            <a:noFill/>
            <a:ln w="25400">
              <a:solidFill>
                <a:srgbClr val="CC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solidFill>
                    <a:srgbClr val="C00000"/>
                  </a:solidFill>
                  <a:sym typeface="Symbol" panose="05050102010706020507" pitchFamily="18" charset="2"/>
                </a:rPr>
                <a:t></a:t>
              </a:r>
              <a:endParaRPr lang="en-US" altLang="en-US" sz="3200">
                <a:solidFill>
                  <a:srgbClr val="C00000"/>
                </a:solidFill>
              </a:endParaRPr>
            </a:p>
          </p:txBody>
        </p:sp>
        <p:sp>
          <p:nvSpPr>
            <p:cNvPr id="97" name="TextBox 39">
              <a:extLst>
                <a:ext uri="{FF2B5EF4-FFF2-40B4-BE49-F238E27FC236}">
                  <a16:creationId xmlns:a16="http://schemas.microsoft.com/office/drawing/2014/main" id="{EC57579B-41E6-418B-B5FA-9A47DF66B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7213" y="2276183"/>
              <a:ext cx="722312" cy="584200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>
                  <a:solidFill>
                    <a:srgbClr val="008000"/>
                  </a:solidFill>
                  <a:sym typeface="Symbol" panose="05050102010706020507" pitchFamily="18" charset="2"/>
                </a:rPr>
                <a:t></a:t>
              </a:r>
              <a:endParaRPr lang="en-US" altLang="en-US" sz="3200">
                <a:solidFill>
                  <a:srgbClr val="008000"/>
                </a:solidFill>
              </a:endParaRPr>
            </a:p>
          </p:txBody>
        </p:sp>
        <p:sp>
          <p:nvSpPr>
            <p:cNvPr id="98" name="TextBox 40">
              <a:extLst>
                <a:ext uri="{FF2B5EF4-FFF2-40B4-BE49-F238E27FC236}">
                  <a16:creationId xmlns:a16="http://schemas.microsoft.com/office/drawing/2014/main" id="{AA731CBD-2EA1-44FA-A554-103A438D6E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4138" y="2252370"/>
              <a:ext cx="646112" cy="584200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solidFill>
                    <a:srgbClr val="008000"/>
                  </a:solidFill>
                  <a:sym typeface="Symbol" panose="05050102010706020507" pitchFamily="18" charset="2"/>
                </a:rPr>
                <a:t></a:t>
              </a:r>
              <a:endParaRPr lang="en-US" altLang="en-US" sz="3200">
                <a:solidFill>
                  <a:srgbClr val="008000"/>
                </a:solidFill>
              </a:endParaRPr>
            </a:p>
          </p:txBody>
        </p:sp>
        <p:sp>
          <p:nvSpPr>
            <p:cNvPr id="99" name="TextBox 41">
              <a:extLst>
                <a:ext uri="{FF2B5EF4-FFF2-40B4-BE49-F238E27FC236}">
                  <a16:creationId xmlns:a16="http://schemas.microsoft.com/office/drawing/2014/main" id="{96703588-B4E4-4DB6-B799-F09E34FC25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5313" y="2255545"/>
              <a:ext cx="739775" cy="585788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solidFill>
                    <a:srgbClr val="008000"/>
                  </a:solidFill>
                  <a:sym typeface="Symbol" panose="05050102010706020507" pitchFamily="18" charset="2"/>
                </a:rPr>
                <a:t></a:t>
              </a:r>
              <a:endParaRPr lang="en-US" altLang="en-US" sz="3200">
                <a:solidFill>
                  <a:srgbClr val="008000"/>
                </a:solidFill>
              </a:endParaRPr>
            </a:p>
          </p:txBody>
        </p:sp>
        <p:sp>
          <p:nvSpPr>
            <p:cNvPr id="100" name="TextBox 42">
              <a:extLst>
                <a:ext uri="{FF2B5EF4-FFF2-40B4-BE49-F238E27FC236}">
                  <a16:creationId xmlns:a16="http://schemas.microsoft.com/office/drawing/2014/main" id="{6F40D8C4-74AF-4EC1-8127-C357FFEA5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1363" y="2255545"/>
              <a:ext cx="685800" cy="585788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solidFill>
                    <a:srgbClr val="008000"/>
                  </a:solidFill>
                  <a:sym typeface="Symbol" panose="05050102010706020507" pitchFamily="18" charset="2"/>
                </a:rPr>
                <a:t></a:t>
              </a:r>
              <a:endParaRPr lang="en-US" altLang="en-US" sz="3200">
                <a:solidFill>
                  <a:srgbClr val="008000"/>
                </a:solidFill>
              </a:endParaRPr>
            </a:p>
          </p:txBody>
        </p:sp>
        <p:sp>
          <p:nvSpPr>
            <p:cNvPr id="101" name="TextBox 43">
              <a:extLst>
                <a:ext uri="{FF2B5EF4-FFF2-40B4-BE49-F238E27FC236}">
                  <a16:creationId xmlns:a16="http://schemas.microsoft.com/office/drawing/2014/main" id="{7EBABEAC-7CEC-4837-924F-F94E629EC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2450" y="1250658"/>
              <a:ext cx="762000" cy="584200"/>
            </a:xfrm>
            <a:prstGeom prst="rect">
              <a:avLst/>
            </a:prstGeom>
            <a:noFill/>
            <a:ln w="25400">
              <a:solidFill>
                <a:srgbClr val="CC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solidFill>
                    <a:srgbClr val="C00000"/>
                  </a:solidFill>
                  <a:sym typeface="Symbol" panose="05050102010706020507" pitchFamily="18" charset="2"/>
                </a:rPr>
                <a:t></a:t>
              </a:r>
              <a:endParaRPr lang="en-US" altLang="en-US" sz="3200">
                <a:solidFill>
                  <a:srgbClr val="C00000"/>
                </a:solidFill>
              </a:endParaRPr>
            </a:p>
          </p:txBody>
        </p:sp>
        <p:sp>
          <p:nvSpPr>
            <p:cNvPr id="102" name="TextBox 44">
              <a:extLst>
                <a:ext uri="{FF2B5EF4-FFF2-40B4-BE49-F238E27FC236}">
                  <a16:creationId xmlns:a16="http://schemas.microsoft.com/office/drawing/2014/main" id="{2BEB693C-0ED2-4808-91EA-59946180A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2788" y="1247483"/>
              <a:ext cx="668337" cy="585787"/>
            </a:xfrm>
            <a:prstGeom prst="rect">
              <a:avLst/>
            </a:prstGeom>
            <a:noFill/>
            <a:ln w="25400">
              <a:solidFill>
                <a:srgbClr val="CC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solidFill>
                    <a:srgbClr val="C00000"/>
                  </a:solidFill>
                  <a:sym typeface="Symbol" panose="05050102010706020507" pitchFamily="18" charset="2"/>
                </a:rPr>
                <a:t></a:t>
              </a:r>
              <a:endParaRPr lang="en-US" altLang="en-US" sz="3200">
                <a:solidFill>
                  <a:srgbClr val="C00000"/>
                </a:solidFill>
              </a:endParaRPr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BCA32969-0074-42B8-83FF-B3D117C390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97738" y="1836445"/>
              <a:ext cx="9525" cy="406400"/>
            </a:xfrm>
            <a:prstGeom prst="straightConnector1">
              <a:avLst/>
            </a:prstGeom>
            <a:ln w="28575">
              <a:solidFill>
                <a:srgbClr val="996633"/>
              </a:solidFill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07EF46B0-A455-4A8D-A244-491AAA773F5F}"/>
                </a:ext>
              </a:extLst>
            </p:cNvPr>
            <p:cNvCxnSpPr>
              <a:cxnSpLocks/>
            </p:cNvCxnSpPr>
            <p:nvPr/>
          </p:nvCxnSpPr>
          <p:spPr>
            <a:xfrm>
              <a:off x="6621463" y="1799933"/>
              <a:ext cx="0" cy="452437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05" name="TextBox 51">
              <a:extLst>
                <a:ext uri="{FF2B5EF4-FFF2-40B4-BE49-F238E27FC236}">
                  <a16:creationId xmlns:a16="http://schemas.microsoft.com/office/drawing/2014/main" id="{427AA11F-54B4-4DD5-8A2D-928F52F34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6788" y="1118895"/>
              <a:ext cx="2157412" cy="1908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baseline="-25000">
                  <a:solidFill>
                    <a:srgbClr val="C00000"/>
                  </a:solidFill>
                </a:rPr>
                <a:t>7</a:t>
              </a:r>
              <a:r>
                <a:rPr lang="en-US" altLang="en-US" sz="3200">
                  <a:solidFill>
                    <a:srgbClr val="C00000"/>
                  </a:solidFill>
                </a:rPr>
                <a:t>N: 2s</a:t>
              </a:r>
              <a:r>
                <a:rPr lang="en-US" altLang="en-US" sz="3200" baseline="30000">
                  <a:solidFill>
                    <a:srgbClr val="C00000"/>
                  </a:solidFill>
                </a:rPr>
                <a:t>2</a:t>
              </a:r>
              <a:r>
                <a:rPr lang="en-US" altLang="en-US" sz="3200">
                  <a:solidFill>
                    <a:srgbClr val="C00000"/>
                  </a:solidFill>
                </a:rPr>
                <a:t>2p</a:t>
              </a:r>
              <a:r>
                <a:rPr lang="en-US" altLang="en-US" sz="3200" baseline="30000">
                  <a:solidFill>
                    <a:srgbClr val="C00000"/>
                  </a:solidFill>
                </a:rPr>
                <a:t>3</a:t>
              </a:r>
            </a:p>
            <a:p>
              <a:endParaRPr lang="en-US" altLang="en-US" baseline="30000"/>
            </a:p>
            <a:p>
              <a:endParaRPr lang="en-US" altLang="en-US" baseline="-25000"/>
            </a:p>
            <a:p>
              <a:endParaRPr lang="en-US" altLang="en-US" baseline="-25000"/>
            </a:p>
            <a:p>
              <a:r>
                <a:rPr lang="en-US" altLang="en-US" sz="3200" baseline="-25000">
                  <a:solidFill>
                    <a:srgbClr val="008000"/>
                  </a:solidFill>
                </a:rPr>
                <a:t>7</a:t>
              </a:r>
              <a:r>
                <a:rPr lang="en-US" altLang="en-US" sz="3200">
                  <a:solidFill>
                    <a:srgbClr val="008000"/>
                  </a:solidFill>
                </a:rPr>
                <a:t>N: 2s</a:t>
              </a:r>
              <a:r>
                <a:rPr lang="en-US" altLang="en-US" sz="3200" baseline="30000">
                  <a:solidFill>
                    <a:srgbClr val="008000"/>
                  </a:solidFill>
                </a:rPr>
                <a:t>2</a:t>
              </a:r>
              <a:r>
                <a:rPr lang="en-US" altLang="en-US" sz="3200">
                  <a:solidFill>
                    <a:srgbClr val="008000"/>
                  </a:solidFill>
                </a:rPr>
                <a:t>2p</a:t>
              </a:r>
              <a:r>
                <a:rPr lang="en-US" altLang="en-US" sz="3200" baseline="30000">
                  <a:solidFill>
                    <a:srgbClr val="008000"/>
                  </a:solidFill>
                </a:rPr>
                <a:t>3</a:t>
              </a:r>
            </a:p>
            <a:p>
              <a:endParaRPr lang="en-US" altLang="en-US"/>
            </a:p>
          </p:txBody>
        </p:sp>
        <p:sp>
          <p:nvSpPr>
            <p:cNvPr id="109" name="TextBox 48">
              <a:extLst>
                <a:ext uri="{FF2B5EF4-FFF2-40B4-BE49-F238E27FC236}">
                  <a16:creationId xmlns:a16="http://schemas.microsoft.com/office/drawing/2014/main" id="{72A63974-C152-4825-ADFA-305F12068D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1925" y="860132"/>
              <a:ext cx="668338" cy="400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000"/>
                <a:t>2p</a:t>
              </a:r>
              <a:r>
                <a:rPr lang="vi-VN" altLang="en-US" sz="2000" baseline="-25000"/>
                <a:t>x</a:t>
              </a:r>
              <a:endParaRPr lang="en-US" altLang="en-US" sz="2000"/>
            </a:p>
          </p:txBody>
        </p:sp>
        <p:sp>
          <p:nvSpPr>
            <p:cNvPr id="111" name="TextBox 53">
              <a:extLst>
                <a:ext uri="{FF2B5EF4-FFF2-40B4-BE49-F238E27FC236}">
                  <a16:creationId xmlns:a16="http://schemas.microsoft.com/office/drawing/2014/main" id="{50311CFC-916D-41CC-93DD-9528619451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0263" y="860132"/>
              <a:ext cx="668337" cy="400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000"/>
                <a:t>2p</a:t>
              </a:r>
              <a:r>
                <a:rPr lang="vi-VN" altLang="en-US" sz="2000" baseline="-25000"/>
                <a:t>z</a:t>
              </a:r>
              <a:endParaRPr lang="en-US" altLang="en-US" sz="2000"/>
            </a:p>
          </p:txBody>
        </p:sp>
        <p:sp>
          <p:nvSpPr>
            <p:cNvPr id="113" name="TextBox 56">
              <a:extLst>
                <a:ext uri="{FF2B5EF4-FFF2-40B4-BE49-F238E27FC236}">
                  <a16:creationId xmlns:a16="http://schemas.microsoft.com/office/drawing/2014/main" id="{9D9439B6-58E5-4991-BD34-A43684922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6113" y="860132"/>
              <a:ext cx="668337" cy="400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000"/>
                <a:t>2p</a:t>
              </a:r>
              <a:r>
                <a:rPr lang="vi-VN" altLang="en-US" sz="2000" baseline="-25000"/>
                <a:t>y</a:t>
              </a:r>
              <a:endParaRPr lang="en-US" altLang="en-US" sz="200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763DE95F-E4CA-477C-B1CE-DB7140E44D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9825" y="1614195"/>
              <a:ext cx="517525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4000">
                  <a:solidFill>
                    <a:srgbClr val="00B0F0"/>
                  </a:solidFill>
                  <a:sym typeface="Symbol" panose="05050102010706020507" pitchFamily="18" charset="2"/>
                </a:rPr>
                <a:t></a:t>
              </a:r>
              <a:endParaRPr lang="en-US" altLang="en-US" sz="2800">
                <a:solidFill>
                  <a:srgbClr val="00B0F0"/>
                </a:solidFill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9A9DCF4-294A-4D2D-AB2B-A4D434FC9A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7200" y="1614195"/>
              <a:ext cx="517525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4000">
                  <a:solidFill>
                    <a:srgbClr val="FF0000"/>
                  </a:solidFill>
                  <a:sym typeface="Symbol" panose="05050102010706020507" pitchFamily="18" charset="2"/>
                </a:rPr>
                <a:t></a:t>
              </a:r>
              <a:endParaRPr lang="en-US" altLang="en-US" sz="2800">
                <a:solidFill>
                  <a:srgbClr val="FF0000"/>
                </a:solidFill>
              </a:endParaRPr>
            </a:p>
          </p:txBody>
        </p: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1E6B99BD-1E90-4EA3-A84B-831C4CD8EF32}"/>
                </a:ext>
              </a:extLst>
            </p:cNvPr>
            <p:cNvCxnSpPr>
              <a:cxnSpLocks/>
            </p:cNvCxnSpPr>
            <p:nvPr/>
          </p:nvCxnSpPr>
          <p:spPr>
            <a:xfrm>
              <a:off x="6016625" y="1818983"/>
              <a:ext cx="0" cy="452437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4D851869-CA40-400C-84BC-EE24E747F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1621" y="6126522"/>
            <a:ext cx="9296400" cy="73866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cht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ghép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đôi:1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,2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lk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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định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chỗ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758550" y="3056424"/>
            <a:ext cx="6113463" cy="3263900"/>
            <a:chOff x="1470025" y="3052470"/>
            <a:chExt cx="6113463" cy="3263900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412BD57E-7DB0-4B8D-B991-7844EA439148}"/>
                </a:ext>
              </a:extLst>
            </p:cNvPr>
            <p:cNvCxnSpPr/>
            <p:nvPr/>
          </p:nvCxnSpPr>
          <p:spPr>
            <a:xfrm>
              <a:off x="3003550" y="3190583"/>
              <a:ext cx="31750" cy="3125787"/>
            </a:xfrm>
            <a:prstGeom prst="line">
              <a:avLst/>
            </a:prstGeom>
            <a:ln w="158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/>
            <p:cNvGrpSpPr/>
            <p:nvPr/>
          </p:nvGrpSpPr>
          <p:grpSpPr>
            <a:xfrm>
              <a:off x="1470025" y="3052470"/>
              <a:ext cx="6113463" cy="3248025"/>
              <a:chOff x="1470025" y="3052470"/>
              <a:chExt cx="6113463" cy="3248025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2811BC57-61A7-4218-9AA8-8FECC6296610}"/>
                  </a:ext>
                </a:extLst>
              </p:cNvPr>
              <p:cNvCxnSpPr/>
              <p:nvPr/>
            </p:nvCxnSpPr>
            <p:spPr>
              <a:xfrm flipH="1">
                <a:off x="3821113" y="3698583"/>
                <a:ext cx="2613025" cy="2601912"/>
              </a:xfrm>
              <a:prstGeom prst="line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907F5D31-D97F-4C52-92D3-DDD6D844B5FF}"/>
                  </a:ext>
                </a:extLst>
              </p:cNvPr>
              <p:cNvSpPr/>
              <p:nvPr/>
            </p:nvSpPr>
            <p:spPr>
              <a:xfrm rot="2711011">
                <a:off x="4995069" y="3605714"/>
                <a:ext cx="517525" cy="2535237"/>
              </a:xfrm>
              <a:custGeom>
                <a:avLst/>
                <a:gdLst>
                  <a:gd name="connsiteX0" fmla="*/ 451692 w 903386"/>
                  <a:gd name="connsiteY0" fmla="*/ 1266940 h 2533880"/>
                  <a:gd name="connsiteX1" fmla="*/ 903384 w 903386"/>
                  <a:gd name="connsiteY1" fmla="*/ 1900410 h 2533880"/>
                  <a:gd name="connsiteX2" fmla="*/ 451692 w 903386"/>
                  <a:gd name="connsiteY2" fmla="*/ 2533880 h 2533880"/>
                  <a:gd name="connsiteX3" fmla="*/ 0 w 903386"/>
                  <a:gd name="connsiteY3" fmla="*/ 1900410 h 2533880"/>
                  <a:gd name="connsiteX4" fmla="*/ 451692 w 903386"/>
                  <a:gd name="connsiteY4" fmla="*/ 1266940 h 2533880"/>
                  <a:gd name="connsiteX5" fmla="*/ 451694 w 903386"/>
                  <a:gd name="connsiteY5" fmla="*/ 0 h 2533880"/>
                  <a:gd name="connsiteX6" fmla="*/ 903386 w 903386"/>
                  <a:gd name="connsiteY6" fmla="*/ 633470 h 2533880"/>
                  <a:gd name="connsiteX7" fmla="*/ 451694 w 903386"/>
                  <a:gd name="connsiteY7" fmla="*/ 1266940 h 2533880"/>
                  <a:gd name="connsiteX8" fmla="*/ 2 w 903386"/>
                  <a:gd name="connsiteY8" fmla="*/ 633470 h 2533880"/>
                  <a:gd name="connsiteX9" fmla="*/ 451694 w 903386"/>
                  <a:gd name="connsiteY9" fmla="*/ 0 h 2533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03386" h="2533880">
                    <a:moveTo>
                      <a:pt x="451692" y="1266940"/>
                    </a:moveTo>
                    <a:cubicBezTo>
                      <a:pt x="701155" y="1266940"/>
                      <a:pt x="903384" y="1550554"/>
                      <a:pt x="903384" y="1900410"/>
                    </a:cubicBezTo>
                    <a:cubicBezTo>
                      <a:pt x="903384" y="2250266"/>
                      <a:pt x="701155" y="2533880"/>
                      <a:pt x="451692" y="2533880"/>
                    </a:cubicBezTo>
                    <a:cubicBezTo>
                      <a:pt x="202229" y="2533880"/>
                      <a:pt x="0" y="2250266"/>
                      <a:pt x="0" y="1900410"/>
                    </a:cubicBezTo>
                    <a:cubicBezTo>
                      <a:pt x="0" y="1550554"/>
                      <a:pt x="202229" y="1266940"/>
                      <a:pt x="451692" y="1266940"/>
                    </a:cubicBezTo>
                    <a:close/>
                    <a:moveTo>
                      <a:pt x="451694" y="0"/>
                    </a:moveTo>
                    <a:cubicBezTo>
                      <a:pt x="701157" y="0"/>
                      <a:pt x="903386" y="283614"/>
                      <a:pt x="903386" y="633470"/>
                    </a:cubicBezTo>
                    <a:cubicBezTo>
                      <a:pt x="903386" y="983326"/>
                      <a:pt x="701157" y="1266940"/>
                      <a:pt x="451694" y="1266940"/>
                    </a:cubicBezTo>
                    <a:cubicBezTo>
                      <a:pt x="202231" y="1266940"/>
                      <a:pt x="2" y="983326"/>
                      <a:pt x="2" y="633470"/>
                    </a:cubicBezTo>
                    <a:cubicBezTo>
                      <a:pt x="2" y="283614"/>
                      <a:pt x="202231" y="0"/>
                      <a:pt x="451694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03D4A8"/>
                  </a:gs>
                  <a:gs pos="23000">
                    <a:srgbClr val="21D6E0"/>
                  </a:gs>
                  <a:gs pos="42000">
                    <a:srgbClr val="0087E6"/>
                  </a:gs>
                  <a:gs pos="100000">
                    <a:srgbClr val="005CBF"/>
                  </a:gs>
                </a:gsLst>
                <a:lin ang="2700000" scaled="1"/>
                <a:tileRect/>
              </a:gra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245E0819-DDD3-4B66-BE7E-F26247C02A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1913" y="4274845"/>
                <a:ext cx="1760537" cy="1111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8748932D-65D8-4D6F-A068-46CEB6E8F19A}"/>
                  </a:ext>
                </a:extLst>
              </p:cNvPr>
              <p:cNvCxnSpPr/>
              <p:nvPr/>
            </p:nvCxnSpPr>
            <p:spPr>
              <a:xfrm flipH="1">
                <a:off x="5222875" y="3081045"/>
                <a:ext cx="25400" cy="3214688"/>
              </a:xfrm>
              <a:prstGeom prst="line">
                <a:avLst/>
              </a:prstGeom>
              <a:ln w="158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6E858184-AA9A-4EF7-B455-AF1EA8C1045A}"/>
                  </a:ext>
                </a:extLst>
              </p:cNvPr>
              <p:cNvCxnSpPr>
                <a:endCxn id="108" idx="1"/>
              </p:cNvCxnSpPr>
              <p:nvPr/>
            </p:nvCxnSpPr>
            <p:spPr>
              <a:xfrm flipV="1">
                <a:off x="1470025" y="4836820"/>
                <a:ext cx="5445125" cy="6350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7C7890FE-C85E-4895-A3D4-85B9D4F50B15}"/>
                  </a:ext>
                </a:extLst>
              </p:cNvPr>
              <p:cNvCxnSpPr/>
              <p:nvPr/>
            </p:nvCxnSpPr>
            <p:spPr>
              <a:xfrm flipH="1">
                <a:off x="1608138" y="3498558"/>
                <a:ext cx="2822575" cy="2701925"/>
              </a:xfrm>
              <a:prstGeom prst="line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AE47A7B1-1E99-49A6-992D-5D5CEC34D7C2}"/>
                  </a:ext>
                </a:extLst>
              </p:cNvPr>
              <p:cNvSpPr/>
              <p:nvPr/>
            </p:nvSpPr>
            <p:spPr>
              <a:xfrm>
                <a:off x="4986338" y="3552533"/>
                <a:ext cx="515937" cy="2533650"/>
              </a:xfrm>
              <a:custGeom>
                <a:avLst/>
                <a:gdLst>
                  <a:gd name="connsiteX0" fmla="*/ 451692 w 903386"/>
                  <a:gd name="connsiteY0" fmla="*/ 1266940 h 2533880"/>
                  <a:gd name="connsiteX1" fmla="*/ 903384 w 903386"/>
                  <a:gd name="connsiteY1" fmla="*/ 1900410 h 2533880"/>
                  <a:gd name="connsiteX2" fmla="*/ 451692 w 903386"/>
                  <a:gd name="connsiteY2" fmla="*/ 2533880 h 2533880"/>
                  <a:gd name="connsiteX3" fmla="*/ 0 w 903386"/>
                  <a:gd name="connsiteY3" fmla="*/ 1900410 h 2533880"/>
                  <a:gd name="connsiteX4" fmla="*/ 451692 w 903386"/>
                  <a:gd name="connsiteY4" fmla="*/ 1266940 h 2533880"/>
                  <a:gd name="connsiteX5" fmla="*/ 451694 w 903386"/>
                  <a:gd name="connsiteY5" fmla="*/ 0 h 2533880"/>
                  <a:gd name="connsiteX6" fmla="*/ 903386 w 903386"/>
                  <a:gd name="connsiteY6" fmla="*/ 633470 h 2533880"/>
                  <a:gd name="connsiteX7" fmla="*/ 451694 w 903386"/>
                  <a:gd name="connsiteY7" fmla="*/ 1266940 h 2533880"/>
                  <a:gd name="connsiteX8" fmla="*/ 2 w 903386"/>
                  <a:gd name="connsiteY8" fmla="*/ 633470 h 2533880"/>
                  <a:gd name="connsiteX9" fmla="*/ 451694 w 903386"/>
                  <a:gd name="connsiteY9" fmla="*/ 0 h 2533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03386" h="2533880">
                    <a:moveTo>
                      <a:pt x="451692" y="1266940"/>
                    </a:moveTo>
                    <a:cubicBezTo>
                      <a:pt x="701155" y="1266940"/>
                      <a:pt x="903384" y="1550554"/>
                      <a:pt x="903384" y="1900410"/>
                    </a:cubicBezTo>
                    <a:cubicBezTo>
                      <a:pt x="903384" y="2250266"/>
                      <a:pt x="701155" y="2533880"/>
                      <a:pt x="451692" y="2533880"/>
                    </a:cubicBezTo>
                    <a:cubicBezTo>
                      <a:pt x="202229" y="2533880"/>
                      <a:pt x="0" y="2250266"/>
                      <a:pt x="0" y="1900410"/>
                    </a:cubicBezTo>
                    <a:cubicBezTo>
                      <a:pt x="0" y="1550554"/>
                      <a:pt x="202229" y="1266940"/>
                      <a:pt x="451692" y="1266940"/>
                    </a:cubicBezTo>
                    <a:close/>
                    <a:moveTo>
                      <a:pt x="451694" y="0"/>
                    </a:moveTo>
                    <a:cubicBezTo>
                      <a:pt x="701157" y="0"/>
                      <a:pt x="903386" y="283614"/>
                      <a:pt x="903386" y="633470"/>
                    </a:cubicBezTo>
                    <a:cubicBezTo>
                      <a:pt x="903386" y="983326"/>
                      <a:pt x="701157" y="1266940"/>
                      <a:pt x="451694" y="1266940"/>
                    </a:cubicBezTo>
                    <a:cubicBezTo>
                      <a:pt x="202231" y="1266940"/>
                      <a:pt x="2" y="983326"/>
                      <a:pt x="2" y="633470"/>
                    </a:cubicBezTo>
                    <a:cubicBezTo>
                      <a:pt x="2" y="283614"/>
                      <a:pt x="202231" y="0"/>
                      <a:pt x="45169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3D4A8"/>
                  </a:gs>
                  <a:gs pos="32000">
                    <a:srgbClr val="21D6E0"/>
                  </a:gs>
                  <a:gs pos="54000">
                    <a:srgbClr val="0087E6"/>
                  </a:gs>
                  <a:gs pos="100000">
                    <a:srgbClr val="005CBF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B6D8ECF5-7710-45FB-B426-C368FAC1A847}"/>
                  </a:ext>
                </a:extLst>
              </p:cNvPr>
              <p:cNvSpPr/>
              <p:nvPr/>
            </p:nvSpPr>
            <p:spPr>
              <a:xfrm rot="5400000">
                <a:off x="4986337" y="3590633"/>
                <a:ext cx="517525" cy="2533650"/>
              </a:xfrm>
              <a:custGeom>
                <a:avLst/>
                <a:gdLst>
                  <a:gd name="connsiteX0" fmla="*/ 451692 w 903386"/>
                  <a:gd name="connsiteY0" fmla="*/ 1266940 h 2533880"/>
                  <a:gd name="connsiteX1" fmla="*/ 903384 w 903386"/>
                  <a:gd name="connsiteY1" fmla="*/ 1900410 h 2533880"/>
                  <a:gd name="connsiteX2" fmla="*/ 451692 w 903386"/>
                  <a:gd name="connsiteY2" fmla="*/ 2533880 h 2533880"/>
                  <a:gd name="connsiteX3" fmla="*/ 0 w 903386"/>
                  <a:gd name="connsiteY3" fmla="*/ 1900410 h 2533880"/>
                  <a:gd name="connsiteX4" fmla="*/ 451692 w 903386"/>
                  <a:gd name="connsiteY4" fmla="*/ 1266940 h 2533880"/>
                  <a:gd name="connsiteX5" fmla="*/ 451694 w 903386"/>
                  <a:gd name="connsiteY5" fmla="*/ 0 h 2533880"/>
                  <a:gd name="connsiteX6" fmla="*/ 903386 w 903386"/>
                  <a:gd name="connsiteY6" fmla="*/ 633470 h 2533880"/>
                  <a:gd name="connsiteX7" fmla="*/ 451694 w 903386"/>
                  <a:gd name="connsiteY7" fmla="*/ 1266940 h 2533880"/>
                  <a:gd name="connsiteX8" fmla="*/ 2 w 903386"/>
                  <a:gd name="connsiteY8" fmla="*/ 633470 h 2533880"/>
                  <a:gd name="connsiteX9" fmla="*/ 451694 w 903386"/>
                  <a:gd name="connsiteY9" fmla="*/ 0 h 2533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03386" h="2533880">
                    <a:moveTo>
                      <a:pt x="451692" y="1266940"/>
                    </a:moveTo>
                    <a:cubicBezTo>
                      <a:pt x="701155" y="1266940"/>
                      <a:pt x="903384" y="1550554"/>
                      <a:pt x="903384" y="1900410"/>
                    </a:cubicBezTo>
                    <a:cubicBezTo>
                      <a:pt x="903384" y="2250266"/>
                      <a:pt x="701155" y="2533880"/>
                      <a:pt x="451692" y="2533880"/>
                    </a:cubicBezTo>
                    <a:cubicBezTo>
                      <a:pt x="202229" y="2533880"/>
                      <a:pt x="0" y="2250266"/>
                      <a:pt x="0" y="1900410"/>
                    </a:cubicBezTo>
                    <a:cubicBezTo>
                      <a:pt x="0" y="1550554"/>
                      <a:pt x="202229" y="1266940"/>
                      <a:pt x="451692" y="1266940"/>
                    </a:cubicBezTo>
                    <a:close/>
                    <a:moveTo>
                      <a:pt x="451694" y="0"/>
                    </a:moveTo>
                    <a:cubicBezTo>
                      <a:pt x="701157" y="0"/>
                      <a:pt x="903386" y="283614"/>
                      <a:pt x="903386" y="633470"/>
                    </a:cubicBezTo>
                    <a:cubicBezTo>
                      <a:pt x="903386" y="983326"/>
                      <a:pt x="701157" y="1266940"/>
                      <a:pt x="451694" y="1266940"/>
                    </a:cubicBezTo>
                    <a:cubicBezTo>
                      <a:pt x="202231" y="1266940"/>
                      <a:pt x="2" y="983326"/>
                      <a:pt x="2" y="633470"/>
                    </a:cubicBezTo>
                    <a:cubicBezTo>
                      <a:pt x="2" y="283614"/>
                      <a:pt x="202231" y="0"/>
                      <a:pt x="451694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03D4A8"/>
                  </a:gs>
                  <a:gs pos="3000">
                    <a:srgbClr val="21D6E0"/>
                  </a:gs>
                  <a:gs pos="42000">
                    <a:srgbClr val="0087E6"/>
                  </a:gs>
                  <a:gs pos="100000">
                    <a:srgbClr val="005CBF"/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>
                    <a:solidFill>
                      <a:schemeClr val="tx1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0002601-31BE-4C13-BFC5-89ED6BDC2D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713" y="3376320"/>
                <a:ext cx="1149350" cy="708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4000">
                    <a:solidFill>
                      <a:srgbClr val="00B0F0"/>
                    </a:solidFill>
                    <a:sym typeface="Symbol" panose="05050102010706020507" pitchFamily="18" charset="2"/>
                  </a:rPr>
                  <a:t></a:t>
                </a:r>
                <a:endParaRPr lang="en-US" altLang="en-US" sz="2800">
                  <a:solidFill>
                    <a:srgbClr val="00B0F0"/>
                  </a:solidFill>
                </a:endParaRPr>
              </a:p>
            </p:txBody>
          </p: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CC13019C-375A-4BB2-A880-799266DBFE7B}"/>
                  </a:ext>
                </a:extLst>
              </p:cNvPr>
              <p:cNvCxnSpPr/>
              <p:nvPr/>
            </p:nvCxnSpPr>
            <p:spPr>
              <a:xfrm>
                <a:off x="3227388" y="3979570"/>
                <a:ext cx="1765300" cy="0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TextBox 45">
                <a:extLst>
                  <a:ext uri="{FF2B5EF4-FFF2-40B4-BE49-F238E27FC236}">
                    <a16:creationId xmlns:a16="http://schemas.microsoft.com/office/drawing/2014/main" id="{48346912-29A6-4632-AE15-E2C9CF53EB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15150" y="4636795"/>
                <a:ext cx="668338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000"/>
                  <a:t>Z</a:t>
                </a:r>
              </a:p>
            </p:txBody>
          </p:sp>
          <p:sp>
            <p:nvSpPr>
              <p:cNvPr id="110" name="TextBox 51">
                <a:extLst>
                  <a:ext uri="{FF2B5EF4-FFF2-40B4-BE49-F238E27FC236}">
                    <a16:creationId xmlns:a16="http://schemas.microsoft.com/office/drawing/2014/main" id="{C500F8E1-3D9B-447B-8A19-FF9F1AD65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8438" y="3120733"/>
                <a:ext cx="668337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000"/>
                  <a:t>X</a:t>
                </a:r>
              </a:p>
            </p:txBody>
          </p:sp>
          <p:sp>
            <p:nvSpPr>
              <p:cNvPr id="112" name="TextBox 55">
                <a:extLst>
                  <a:ext uri="{FF2B5EF4-FFF2-40B4-BE49-F238E27FC236}">
                    <a16:creationId xmlns:a16="http://schemas.microsoft.com/office/drawing/2014/main" id="{64887AF8-B076-4DDA-8576-E02CDA49DC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0175" y="3052470"/>
                <a:ext cx="668338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000"/>
                  <a:t>X</a:t>
                </a:r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2DCD9F3D-A008-4D34-B3D7-CAC3AD5F84E8}"/>
                  </a:ext>
                </a:extLst>
              </p:cNvPr>
              <p:cNvCxnSpPr/>
              <p:nvPr/>
            </p:nvCxnSpPr>
            <p:spPr>
              <a:xfrm>
                <a:off x="3162300" y="6014745"/>
                <a:ext cx="1965325" cy="0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9796D40D-661C-489F-8896-4A1B301FE25F}"/>
                  </a:ext>
                </a:extLst>
              </p:cNvPr>
              <p:cNvSpPr/>
              <p:nvPr/>
            </p:nvSpPr>
            <p:spPr>
              <a:xfrm rot="5400000">
                <a:off x="4986337" y="3590633"/>
                <a:ext cx="517525" cy="2533650"/>
              </a:xfrm>
              <a:custGeom>
                <a:avLst/>
                <a:gdLst>
                  <a:gd name="connsiteX0" fmla="*/ 451692 w 903386"/>
                  <a:gd name="connsiteY0" fmla="*/ 1266940 h 2533880"/>
                  <a:gd name="connsiteX1" fmla="*/ 903384 w 903386"/>
                  <a:gd name="connsiteY1" fmla="*/ 1900410 h 2533880"/>
                  <a:gd name="connsiteX2" fmla="*/ 451692 w 903386"/>
                  <a:gd name="connsiteY2" fmla="*/ 2533880 h 2533880"/>
                  <a:gd name="connsiteX3" fmla="*/ 0 w 903386"/>
                  <a:gd name="connsiteY3" fmla="*/ 1900410 h 2533880"/>
                  <a:gd name="connsiteX4" fmla="*/ 451692 w 903386"/>
                  <a:gd name="connsiteY4" fmla="*/ 1266940 h 2533880"/>
                  <a:gd name="connsiteX5" fmla="*/ 451694 w 903386"/>
                  <a:gd name="connsiteY5" fmla="*/ 0 h 2533880"/>
                  <a:gd name="connsiteX6" fmla="*/ 903386 w 903386"/>
                  <a:gd name="connsiteY6" fmla="*/ 633470 h 2533880"/>
                  <a:gd name="connsiteX7" fmla="*/ 451694 w 903386"/>
                  <a:gd name="connsiteY7" fmla="*/ 1266940 h 2533880"/>
                  <a:gd name="connsiteX8" fmla="*/ 2 w 903386"/>
                  <a:gd name="connsiteY8" fmla="*/ 633470 h 2533880"/>
                  <a:gd name="connsiteX9" fmla="*/ 451694 w 903386"/>
                  <a:gd name="connsiteY9" fmla="*/ 0 h 2533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03386" h="2533880">
                    <a:moveTo>
                      <a:pt x="451692" y="1266940"/>
                    </a:moveTo>
                    <a:cubicBezTo>
                      <a:pt x="701155" y="1266940"/>
                      <a:pt x="903384" y="1550554"/>
                      <a:pt x="903384" y="1900410"/>
                    </a:cubicBezTo>
                    <a:cubicBezTo>
                      <a:pt x="903384" y="2250266"/>
                      <a:pt x="701155" y="2533880"/>
                      <a:pt x="451692" y="2533880"/>
                    </a:cubicBezTo>
                    <a:cubicBezTo>
                      <a:pt x="202229" y="2533880"/>
                      <a:pt x="0" y="2250266"/>
                      <a:pt x="0" y="1900410"/>
                    </a:cubicBezTo>
                    <a:cubicBezTo>
                      <a:pt x="0" y="1550554"/>
                      <a:pt x="202229" y="1266940"/>
                      <a:pt x="451692" y="1266940"/>
                    </a:cubicBezTo>
                    <a:close/>
                    <a:moveTo>
                      <a:pt x="451694" y="0"/>
                    </a:moveTo>
                    <a:cubicBezTo>
                      <a:pt x="701157" y="0"/>
                      <a:pt x="903386" y="283614"/>
                      <a:pt x="903386" y="633470"/>
                    </a:cubicBezTo>
                    <a:cubicBezTo>
                      <a:pt x="903386" y="983326"/>
                      <a:pt x="701157" y="1266940"/>
                      <a:pt x="451694" y="1266940"/>
                    </a:cubicBezTo>
                    <a:cubicBezTo>
                      <a:pt x="202231" y="1266940"/>
                      <a:pt x="2" y="983326"/>
                      <a:pt x="2" y="633470"/>
                    </a:cubicBezTo>
                    <a:cubicBezTo>
                      <a:pt x="2" y="283614"/>
                      <a:pt x="202231" y="0"/>
                      <a:pt x="451694" y="0"/>
                    </a:cubicBezTo>
                    <a:close/>
                  </a:path>
                </a:pathLst>
              </a:cu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594D4DC-6C8B-4929-A498-EF78162864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3188" y="4028783"/>
                <a:ext cx="609600" cy="708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4000">
                    <a:solidFill>
                      <a:srgbClr val="996633"/>
                    </a:solidFill>
                    <a:sym typeface="Symbol" panose="05050102010706020507" pitchFamily="18" charset="2"/>
                  </a:rPr>
                  <a:t></a:t>
                </a:r>
                <a:endParaRPr lang="en-US" altLang="en-US" sz="4000">
                  <a:solidFill>
                    <a:srgbClr val="996633"/>
                  </a:solidFill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EA3C1209-8E75-411F-A959-AA360BE73FA1}"/>
                  </a:ext>
                </a:extLst>
              </p:cNvPr>
              <p:cNvSpPr/>
              <p:nvPr/>
            </p:nvSpPr>
            <p:spPr>
              <a:xfrm rot="13593460">
                <a:off x="2754308" y="3600745"/>
                <a:ext cx="515938" cy="2535237"/>
              </a:xfrm>
              <a:custGeom>
                <a:avLst/>
                <a:gdLst>
                  <a:gd name="connsiteX0" fmla="*/ 451692 w 903386"/>
                  <a:gd name="connsiteY0" fmla="*/ 1266940 h 2533880"/>
                  <a:gd name="connsiteX1" fmla="*/ 903384 w 903386"/>
                  <a:gd name="connsiteY1" fmla="*/ 1900410 h 2533880"/>
                  <a:gd name="connsiteX2" fmla="*/ 451692 w 903386"/>
                  <a:gd name="connsiteY2" fmla="*/ 2533880 h 2533880"/>
                  <a:gd name="connsiteX3" fmla="*/ 0 w 903386"/>
                  <a:gd name="connsiteY3" fmla="*/ 1900410 h 2533880"/>
                  <a:gd name="connsiteX4" fmla="*/ 451692 w 903386"/>
                  <a:gd name="connsiteY4" fmla="*/ 1266940 h 2533880"/>
                  <a:gd name="connsiteX5" fmla="*/ 451694 w 903386"/>
                  <a:gd name="connsiteY5" fmla="*/ 0 h 2533880"/>
                  <a:gd name="connsiteX6" fmla="*/ 903386 w 903386"/>
                  <a:gd name="connsiteY6" fmla="*/ 633470 h 2533880"/>
                  <a:gd name="connsiteX7" fmla="*/ 451694 w 903386"/>
                  <a:gd name="connsiteY7" fmla="*/ 1266940 h 2533880"/>
                  <a:gd name="connsiteX8" fmla="*/ 2 w 903386"/>
                  <a:gd name="connsiteY8" fmla="*/ 633470 h 2533880"/>
                  <a:gd name="connsiteX9" fmla="*/ 451694 w 903386"/>
                  <a:gd name="connsiteY9" fmla="*/ 0 h 2533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03386" h="2533880">
                    <a:moveTo>
                      <a:pt x="451692" y="1266940"/>
                    </a:moveTo>
                    <a:cubicBezTo>
                      <a:pt x="701155" y="1266940"/>
                      <a:pt x="903384" y="1550554"/>
                      <a:pt x="903384" y="1900410"/>
                    </a:cubicBezTo>
                    <a:cubicBezTo>
                      <a:pt x="903384" y="2250266"/>
                      <a:pt x="701155" y="2533880"/>
                      <a:pt x="451692" y="2533880"/>
                    </a:cubicBezTo>
                    <a:cubicBezTo>
                      <a:pt x="202229" y="2533880"/>
                      <a:pt x="0" y="2250266"/>
                      <a:pt x="0" y="1900410"/>
                    </a:cubicBezTo>
                    <a:cubicBezTo>
                      <a:pt x="0" y="1550554"/>
                      <a:pt x="202229" y="1266940"/>
                      <a:pt x="451692" y="1266940"/>
                    </a:cubicBezTo>
                    <a:close/>
                    <a:moveTo>
                      <a:pt x="451694" y="0"/>
                    </a:moveTo>
                    <a:cubicBezTo>
                      <a:pt x="701157" y="0"/>
                      <a:pt x="903386" y="283614"/>
                      <a:pt x="903386" y="633470"/>
                    </a:cubicBezTo>
                    <a:cubicBezTo>
                      <a:pt x="903386" y="983326"/>
                      <a:pt x="701157" y="1266940"/>
                      <a:pt x="451694" y="1266940"/>
                    </a:cubicBezTo>
                    <a:cubicBezTo>
                      <a:pt x="202231" y="1266940"/>
                      <a:pt x="2" y="983326"/>
                      <a:pt x="2" y="633470"/>
                    </a:cubicBezTo>
                    <a:cubicBezTo>
                      <a:pt x="2" y="283614"/>
                      <a:pt x="202231" y="0"/>
                      <a:pt x="451694" y="0"/>
                    </a:cubicBezTo>
                    <a:close/>
                  </a:path>
                </a:pathLst>
              </a:custGeom>
              <a:gradFill>
                <a:gsLst>
                  <a:gs pos="66000">
                    <a:srgbClr val="FF66FF"/>
                  </a:gs>
                  <a:gs pos="9000">
                    <a:srgbClr val="85C2FF"/>
                  </a:gs>
                  <a:gs pos="19000">
                    <a:srgbClr val="C4D6EB"/>
                  </a:gs>
                  <a:gs pos="3000">
                    <a:srgbClr val="FFEBFA"/>
                  </a:gs>
                </a:gsLst>
                <a:path path="circle">
                  <a:fillToRect l="100000" t="100000"/>
                </a:path>
              </a:gra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4AA89D4-48EE-4097-96B2-83DCE204BC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7413" y="5011445"/>
                <a:ext cx="571500" cy="708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4000">
                    <a:solidFill>
                      <a:srgbClr val="FF0000"/>
                    </a:solidFill>
                    <a:sym typeface="Symbol" panose="05050102010706020507" pitchFamily="18" charset="2"/>
                  </a:rPr>
                  <a:t></a:t>
                </a:r>
                <a:endParaRPr lang="en-US" altLang="en-US" sz="2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CEA4D621-CD73-492A-9869-9C6099C569A5}"/>
                  </a:ext>
                </a:extLst>
              </p:cNvPr>
              <p:cNvSpPr/>
              <p:nvPr/>
            </p:nvSpPr>
            <p:spPr>
              <a:xfrm rot="10800000">
                <a:off x="2761749" y="3633082"/>
                <a:ext cx="515938" cy="2533650"/>
              </a:xfrm>
              <a:custGeom>
                <a:avLst/>
                <a:gdLst>
                  <a:gd name="connsiteX0" fmla="*/ 451692 w 903386"/>
                  <a:gd name="connsiteY0" fmla="*/ 1266940 h 2533880"/>
                  <a:gd name="connsiteX1" fmla="*/ 903384 w 903386"/>
                  <a:gd name="connsiteY1" fmla="*/ 1900410 h 2533880"/>
                  <a:gd name="connsiteX2" fmla="*/ 451692 w 903386"/>
                  <a:gd name="connsiteY2" fmla="*/ 2533880 h 2533880"/>
                  <a:gd name="connsiteX3" fmla="*/ 0 w 903386"/>
                  <a:gd name="connsiteY3" fmla="*/ 1900410 h 2533880"/>
                  <a:gd name="connsiteX4" fmla="*/ 451692 w 903386"/>
                  <a:gd name="connsiteY4" fmla="*/ 1266940 h 2533880"/>
                  <a:gd name="connsiteX5" fmla="*/ 451694 w 903386"/>
                  <a:gd name="connsiteY5" fmla="*/ 0 h 2533880"/>
                  <a:gd name="connsiteX6" fmla="*/ 903386 w 903386"/>
                  <a:gd name="connsiteY6" fmla="*/ 633470 h 2533880"/>
                  <a:gd name="connsiteX7" fmla="*/ 451694 w 903386"/>
                  <a:gd name="connsiteY7" fmla="*/ 1266940 h 2533880"/>
                  <a:gd name="connsiteX8" fmla="*/ 2 w 903386"/>
                  <a:gd name="connsiteY8" fmla="*/ 633470 h 2533880"/>
                  <a:gd name="connsiteX9" fmla="*/ 451694 w 903386"/>
                  <a:gd name="connsiteY9" fmla="*/ 0 h 2533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03386" h="2533880">
                    <a:moveTo>
                      <a:pt x="451692" y="1266940"/>
                    </a:moveTo>
                    <a:cubicBezTo>
                      <a:pt x="701155" y="1266940"/>
                      <a:pt x="903384" y="1550554"/>
                      <a:pt x="903384" y="1900410"/>
                    </a:cubicBezTo>
                    <a:cubicBezTo>
                      <a:pt x="903384" y="2250266"/>
                      <a:pt x="701155" y="2533880"/>
                      <a:pt x="451692" y="2533880"/>
                    </a:cubicBezTo>
                    <a:cubicBezTo>
                      <a:pt x="202229" y="2533880"/>
                      <a:pt x="0" y="2250266"/>
                      <a:pt x="0" y="1900410"/>
                    </a:cubicBezTo>
                    <a:cubicBezTo>
                      <a:pt x="0" y="1550554"/>
                      <a:pt x="202229" y="1266940"/>
                      <a:pt x="451692" y="1266940"/>
                    </a:cubicBezTo>
                    <a:close/>
                    <a:moveTo>
                      <a:pt x="451694" y="0"/>
                    </a:moveTo>
                    <a:cubicBezTo>
                      <a:pt x="701157" y="0"/>
                      <a:pt x="903386" y="283614"/>
                      <a:pt x="903386" y="633470"/>
                    </a:cubicBezTo>
                    <a:cubicBezTo>
                      <a:pt x="903386" y="983326"/>
                      <a:pt x="701157" y="1266940"/>
                      <a:pt x="451694" y="1266940"/>
                    </a:cubicBezTo>
                    <a:cubicBezTo>
                      <a:pt x="202231" y="1266940"/>
                      <a:pt x="2" y="983326"/>
                      <a:pt x="2" y="633470"/>
                    </a:cubicBezTo>
                    <a:cubicBezTo>
                      <a:pt x="2" y="283614"/>
                      <a:pt x="202231" y="0"/>
                      <a:pt x="451694" y="0"/>
                    </a:cubicBezTo>
                    <a:close/>
                  </a:path>
                </a:pathLst>
              </a:custGeom>
              <a:gradFill flip="none" rotWithShape="1">
                <a:gsLst>
                  <a:gs pos="46000">
                    <a:srgbClr val="FF66FF"/>
                  </a:gs>
                  <a:gs pos="9000">
                    <a:srgbClr val="85C2FF"/>
                  </a:gs>
                  <a:gs pos="20000">
                    <a:srgbClr val="C4D6EB"/>
                  </a:gs>
                  <a:gs pos="3000">
                    <a:srgbClr val="FFEBFA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>
                    <a:solidFill>
                      <a:schemeClr val="tx1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D35C4E8-631E-44F2-A388-42BEF355E0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3388" y="3190583"/>
                <a:ext cx="609600" cy="10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6000">
                    <a:solidFill>
                      <a:srgbClr val="C00000"/>
                    </a:solidFill>
                    <a:sym typeface="Symbol" panose="05050102010706020507" pitchFamily="18" charset="2"/>
                  </a:rPr>
                  <a:t></a:t>
                </a:r>
                <a:endParaRPr lang="en-US" altLang="en-US" sz="6000">
                  <a:solidFill>
                    <a:srgbClr val="C00000"/>
                  </a:solidFill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17622106-88D7-47D6-BBA2-7E9A84F1ED14}"/>
                  </a:ext>
                </a:extLst>
              </p:cNvPr>
              <p:cNvSpPr/>
              <p:nvPr/>
            </p:nvSpPr>
            <p:spPr>
              <a:xfrm rot="5400000">
                <a:off x="2746169" y="3601538"/>
                <a:ext cx="515938" cy="2533650"/>
              </a:xfrm>
              <a:custGeom>
                <a:avLst/>
                <a:gdLst>
                  <a:gd name="connsiteX0" fmla="*/ 451692 w 903386"/>
                  <a:gd name="connsiteY0" fmla="*/ 1266940 h 2533880"/>
                  <a:gd name="connsiteX1" fmla="*/ 903384 w 903386"/>
                  <a:gd name="connsiteY1" fmla="*/ 1900410 h 2533880"/>
                  <a:gd name="connsiteX2" fmla="*/ 451692 w 903386"/>
                  <a:gd name="connsiteY2" fmla="*/ 2533880 h 2533880"/>
                  <a:gd name="connsiteX3" fmla="*/ 0 w 903386"/>
                  <a:gd name="connsiteY3" fmla="*/ 1900410 h 2533880"/>
                  <a:gd name="connsiteX4" fmla="*/ 451692 w 903386"/>
                  <a:gd name="connsiteY4" fmla="*/ 1266940 h 2533880"/>
                  <a:gd name="connsiteX5" fmla="*/ 451694 w 903386"/>
                  <a:gd name="connsiteY5" fmla="*/ 0 h 2533880"/>
                  <a:gd name="connsiteX6" fmla="*/ 903386 w 903386"/>
                  <a:gd name="connsiteY6" fmla="*/ 633470 h 2533880"/>
                  <a:gd name="connsiteX7" fmla="*/ 451694 w 903386"/>
                  <a:gd name="connsiteY7" fmla="*/ 1266940 h 2533880"/>
                  <a:gd name="connsiteX8" fmla="*/ 2 w 903386"/>
                  <a:gd name="connsiteY8" fmla="*/ 633470 h 2533880"/>
                  <a:gd name="connsiteX9" fmla="*/ 451694 w 903386"/>
                  <a:gd name="connsiteY9" fmla="*/ 0 h 2533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03386" h="2533880">
                    <a:moveTo>
                      <a:pt x="451692" y="1266940"/>
                    </a:moveTo>
                    <a:cubicBezTo>
                      <a:pt x="701155" y="1266940"/>
                      <a:pt x="903384" y="1550554"/>
                      <a:pt x="903384" y="1900410"/>
                    </a:cubicBezTo>
                    <a:cubicBezTo>
                      <a:pt x="903384" y="2250266"/>
                      <a:pt x="701155" y="2533880"/>
                      <a:pt x="451692" y="2533880"/>
                    </a:cubicBezTo>
                    <a:cubicBezTo>
                      <a:pt x="202229" y="2533880"/>
                      <a:pt x="0" y="2250266"/>
                      <a:pt x="0" y="1900410"/>
                    </a:cubicBezTo>
                    <a:cubicBezTo>
                      <a:pt x="0" y="1550554"/>
                      <a:pt x="202229" y="1266940"/>
                      <a:pt x="451692" y="1266940"/>
                    </a:cubicBezTo>
                    <a:close/>
                    <a:moveTo>
                      <a:pt x="451694" y="0"/>
                    </a:moveTo>
                    <a:cubicBezTo>
                      <a:pt x="701157" y="0"/>
                      <a:pt x="903386" y="283614"/>
                      <a:pt x="903386" y="633470"/>
                    </a:cubicBezTo>
                    <a:cubicBezTo>
                      <a:pt x="903386" y="983326"/>
                      <a:pt x="701157" y="1266940"/>
                      <a:pt x="451694" y="1266940"/>
                    </a:cubicBezTo>
                    <a:cubicBezTo>
                      <a:pt x="202231" y="1266940"/>
                      <a:pt x="2" y="983326"/>
                      <a:pt x="2" y="633470"/>
                    </a:cubicBezTo>
                    <a:cubicBezTo>
                      <a:pt x="2" y="283614"/>
                      <a:pt x="202231" y="0"/>
                      <a:pt x="451694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CCCCFF"/>
                  </a:gs>
                  <a:gs pos="17999">
                    <a:srgbClr val="99CCFF"/>
                  </a:gs>
                  <a:gs pos="92000">
                    <a:srgbClr val="9966FF"/>
                  </a:gs>
                  <a:gs pos="32000">
                    <a:srgbClr val="CC99FF"/>
                  </a:gs>
                  <a:gs pos="22000">
                    <a:srgbClr val="99CCFF"/>
                  </a:gs>
                  <a:gs pos="100000">
                    <a:srgbClr val="CCCCFF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>
                    <a:solidFill>
                      <a:schemeClr val="tx1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2BDFAAEA-9E7D-4DE6-B2FD-AAA6E65214B8}"/>
                  </a:ext>
                </a:extLst>
              </p:cNvPr>
              <p:cNvSpPr/>
              <p:nvPr/>
            </p:nvSpPr>
            <p:spPr>
              <a:xfrm rot="2696509">
                <a:off x="2238375" y="4697120"/>
                <a:ext cx="557213" cy="1216025"/>
              </a:xfrm>
              <a:prstGeom prst="ellipse">
                <a:avLst/>
              </a:prstGeom>
              <a:gradFill flip="none" rotWithShape="1">
                <a:gsLst>
                  <a:gs pos="0">
                    <a:srgbClr val="CCCCFF"/>
                  </a:gs>
                  <a:gs pos="8000">
                    <a:srgbClr val="99CCFF"/>
                  </a:gs>
                  <a:gs pos="61000">
                    <a:srgbClr val="CC99FF"/>
                  </a:gs>
                  <a:gs pos="1000">
                    <a:srgbClr val="99CCFF"/>
                  </a:gs>
                  <a:gs pos="6000">
                    <a:srgbClr val="CCCCFF"/>
                  </a:gs>
                </a:gsLst>
                <a:lin ang="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339E68C4-81F3-4782-8009-B0F09689AC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1075" y="4836820"/>
                <a:ext cx="611188" cy="10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6000">
                    <a:solidFill>
                      <a:srgbClr val="C00000"/>
                    </a:solidFill>
                    <a:sym typeface="Symbol" panose="05050102010706020507" pitchFamily="18" charset="2"/>
                  </a:rPr>
                  <a:t></a:t>
                </a:r>
                <a:endParaRPr lang="en-US" altLang="en-US" sz="6000">
                  <a:solidFill>
                    <a:srgbClr val="C00000"/>
                  </a:solidFill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16D9850D-54D5-4C24-BA70-8C26F37CAD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05250" y="3939883"/>
                <a:ext cx="609600" cy="10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6000">
                    <a:solidFill>
                      <a:srgbClr val="C00000"/>
                    </a:solidFill>
                    <a:sym typeface="Symbol" panose="05050102010706020507" pitchFamily="18" charset="2"/>
                  </a:rPr>
                  <a:t></a:t>
                </a:r>
                <a:endParaRPr lang="en-US" altLang="en-US" sz="6000">
                  <a:solidFill>
                    <a:srgbClr val="C00000"/>
                  </a:solidFill>
                </a:endParaRPr>
              </a:p>
            </p:txBody>
          </p:sp>
          <p:sp>
            <p:nvSpPr>
              <p:cNvPr id="137" name="TextBox 16">
                <a:extLst>
                  <a:ext uri="{FF2B5EF4-FFF2-40B4-BE49-F238E27FC236}">
                    <a16:creationId xmlns:a16="http://schemas.microsoft.com/office/drawing/2014/main" id="{4F660B4B-8E9D-4881-808B-140BE775BE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3175" y="4754270"/>
                <a:ext cx="5334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3200" b="1">
                    <a:solidFill>
                      <a:srgbClr val="C00000"/>
                    </a:solidFill>
                  </a:rPr>
                  <a:t>N</a:t>
                </a: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F85066F-550F-4695-971B-4DDA5E896D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03788" y="3220745"/>
                <a:ext cx="611187" cy="10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6000">
                    <a:solidFill>
                      <a:srgbClr val="008000"/>
                    </a:solidFill>
                    <a:sym typeface="Symbol" panose="05050102010706020507" pitchFamily="18" charset="2"/>
                  </a:rPr>
                  <a:t></a:t>
                </a:r>
                <a:endParaRPr lang="en-US" altLang="en-US" sz="6000">
                  <a:solidFill>
                    <a:srgbClr val="008000"/>
                  </a:solidFill>
                </a:endParaRPr>
              </a:p>
            </p:txBody>
          </p: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06581954-53AD-4127-B543-0BC7ECED88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3175" y="5621045"/>
                <a:ext cx="1757363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40FE46D4-B751-4C53-9377-23CA69657CEF}"/>
                  </a:ext>
                </a:extLst>
              </p:cNvPr>
              <p:cNvSpPr/>
              <p:nvPr/>
            </p:nvSpPr>
            <p:spPr>
              <a:xfrm rot="5400000">
                <a:off x="5006975" y="3600158"/>
                <a:ext cx="517525" cy="2533650"/>
              </a:xfrm>
              <a:custGeom>
                <a:avLst/>
                <a:gdLst>
                  <a:gd name="connsiteX0" fmla="*/ 451692 w 903386"/>
                  <a:gd name="connsiteY0" fmla="*/ 1266940 h 2533880"/>
                  <a:gd name="connsiteX1" fmla="*/ 903384 w 903386"/>
                  <a:gd name="connsiteY1" fmla="*/ 1900410 h 2533880"/>
                  <a:gd name="connsiteX2" fmla="*/ 451692 w 903386"/>
                  <a:gd name="connsiteY2" fmla="*/ 2533880 h 2533880"/>
                  <a:gd name="connsiteX3" fmla="*/ 0 w 903386"/>
                  <a:gd name="connsiteY3" fmla="*/ 1900410 h 2533880"/>
                  <a:gd name="connsiteX4" fmla="*/ 451692 w 903386"/>
                  <a:gd name="connsiteY4" fmla="*/ 1266940 h 2533880"/>
                  <a:gd name="connsiteX5" fmla="*/ 451694 w 903386"/>
                  <a:gd name="connsiteY5" fmla="*/ 0 h 2533880"/>
                  <a:gd name="connsiteX6" fmla="*/ 903386 w 903386"/>
                  <a:gd name="connsiteY6" fmla="*/ 633470 h 2533880"/>
                  <a:gd name="connsiteX7" fmla="*/ 451694 w 903386"/>
                  <a:gd name="connsiteY7" fmla="*/ 1266940 h 2533880"/>
                  <a:gd name="connsiteX8" fmla="*/ 2 w 903386"/>
                  <a:gd name="connsiteY8" fmla="*/ 633470 h 2533880"/>
                  <a:gd name="connsiteX9" fmla="*/ 451694 w 903386"/>
                  <a:gd name="connsiteY9" fmla="*/ 0 h 2533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03386" h="2533880">
                    <a:moveTo>
                      <a:pt x="451692" y="1266940"/>
                    </a:moveTo>
                    <a:cubicBezTo>
                      <a:pt x="701155" y="1266940"/>
                      <a:pt x="903384" y="1550554"/>
                      <a:pt x="903384" y="1900410"/>
                    </a:cubicBezTo>
                    <a:cubicBezTo>
                      <a:pt x="903384" y="2250266"/>
                      <a:pt x="701155" y="2533880"/>
                      <a:pt x="451692" y="2533880"/>
                    </a:cubicBezTo>
                    <a:cubicBezTo>
                      <a:pt x="202229" y="2533880"/>
                      <a:pt x="0" y="2250266"/>
                      <a:pt x="0" y="1900410"/>
                    </a:cubicBezTo>
                    <a:cubicBezTo>
                      <a:pt x="0" y="1550554"/>
                      <a:pt x="202229" y="1266940"/>
                      <a:pt x="451692" y="1266940"/>
                    </a:cubicBezTo>
                    <a:close/>
                    <a:moveTo>
                      <a:pt x="451694" y="0"/>
                    </a:moveTo>
                    <a:cubicBezTo>
                      <a:pt x="701157" y="0"/>
                      <a:pt x="903386" y="283614"/>
                      <a:pt x="903386" y="633470"/>
                    </a:cubicBezTo>
                    <a:cubicBezTo>
                      <a:pt x="903386" y="983326"/>
                      <a:pt x="701157" y="1266940"/>
                      <a:pt x="451694" y="1266940"/>
                    </a:cubicBezTo>
                    <a:cubicBezTo>
                      <a:pt x="202231" y="1266940"/>
                      <a:pt x="2" y="983326"/>
                      <a:pt x="2" y="633470"/>
                    </a:cubicBezTo>
                    <a:cubicBezTo>
                      <a:pt x="2" y="283614"/>
                      <a:pt x="202231" y="0"/>
                      <a:pt x="451694" y="0"/>
                    </a:cubicBezTo>
                    <a:close/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>
                    <a:solidFill>
                      <a:schemeClr val="tx1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04EC3699-C195-46BF-836E-EEB97DC0D5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0175" y="4260558"/>
                <a:ext cx="609600" cy="10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6000">
                    <a:solidFill>
                      <a:srgbClr val="008000"/>
                    </a:solidFill>
                    <a:sym typeface="Symbol" panose="05050102010706020507" pitchFamily="18" charset="2"/>
                  </a:rPr>
                  <a:t></a:t>
                </a:r>
                <a:endParaRPr lang="en-US" altLang="en-US" sz="6000">
                  <a:solidFill>
                    <a:srgbClr val="008000"/>
                  </a:solidFill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DEF1444F-1836-4019-BB5C-25EF10070C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2913" y="4857458"/>
                <a:ext cx="717550" cy="10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6000">
                    <a:solidFill>
                      <a:srgbClr val="008000"/>
                    </a:solidFill>
                    <a:sym typeface="Symbol" panose="05050102010706020507" pitchFamily="18" charset="2"/>
                  </a:rPr>
                  <a:t></a:t>
                </a:r>
                <a:endParaRPr lang="en-US" altLang="en-US" sz="6000">
                  <a:solidFill>
                    <a:srgbClr val="008000"/>
                  </a:solidFill>
                </a:endParaRPr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831806CB-7862-44AD-90B3-FBA306D89C79}"/>
                  </a:ext>
                </a:extLst>
              </p:cNvPr>
              <p:cNvSpPr/>
              <p:nvPr/>
            </p:nvSpPr>
            <p:spPr>
              <a:xfrm rot="2603927">
                <a:off x="4445000" y="4687595"/>
                <a:ext cx="582613" cy="1389063"/>
              </a:xfrm>
              <a:prstGeom prst="ellipse">
                <a:avLst/>
              </a:prstGeom>
              <a:gradFill flip="none" rotWithShape="1">
                <a:gsLst>
                  <a:gs pos="5000">
                    <a:srgbClr val="03D4A8"/>
                  </a:gs>
                  <a:gs pos="31000">
                    <a:srgbClr val="21D6E0"/>
                  </a:gs>
                  <a:gs pos="82000">
                    <a:srgbClr val="0087E6"/>
                  </a:gs>
                  <a:gs pos="100000">
                    <a:srgbClr val="005CBF"/>
                  </a:gs>
                </a:gsLst>
                <a:lin ang="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44" name="TextBox 17">
                <a:extLst>
                  <a:ext uri="{FF2B5EF4-FFF2-40B4-BE49-F238E27FC236}">
                    <a16:creationId xmlns:a16="http://schemas.microsoft.com/office/drawing/2014/main" id="{460E92AC-863C-4B07-8439-F7654628CC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1063" y="4797133"/>
                <a:ext cx="5334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3200" b="1">
                    <a:solidFill>
                      <a:srgbClr val="008000"/>
                    </a:solidFill>
                  </a:rPr>
                  <a:t>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3944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Kiểu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CHT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19352" y="4130364"/>
            <a:ext cx="1676585" cy="1309222"/>
            <a:chOff x="692805" y="3487338"/>
            <a:chExt cx="1676585" cy="1309222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AAD90897-4E0E-4080-8E07-976EAE25B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2190" y="4006391"/>
              <a:ext cx="4572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dirty="0"/>
                <a:t>z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692805" y="3487338"/>
              <a:ext cx="1262247" cy="1309222"/>
              <a:chOff x="692805" y="3487338"/>
              <a:chExt cx="1262247" cy="1309222"/>
            </a:xfrm>
          </p:grpSpPr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C7DB842C-C20C-4596-8661-8F3F201F1BF0}"/>
                  </a:ext>
                </a:extLst>
              </p:cNvPr>
              <p:cNvCxnSpPr/>
              <p:nvPr/>
            </p:nvCxnSpPr>
            <p:spPr>
              <a:xfrm>
                <a:off x="1193052" y="4225466"/>
                <a:ext cx="762000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986844AE-7B9E-4D76-9501-F843F6495805}"/>
                  </a:ext>
                </a:extLst>
              </p:cNvPr>
              <p:cNvCxnSpPr/>
              <p:nvPr/>
            </p:nvCxnSpPr>
            <p:spPr>
              <a:xfrm flipV="1">
                <a:off x="1193052" y="3611103"/>
                <a:ext cx="0" cy="614363"/>
              </a:xfrm>
              <a:prstGeom prst="straightConnector1">
                <a:avLst/>
              </a:prstGeom>
              <a:ln w="15875"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5F467043-C4C6-45A5-B179-6EE8091AF7BD}"/>
                  </a:ext>
                </a:extLst>
              </p:cNvPr>
              <p:cNvCxnSpPr/>
              <p:nvPr/>
            </p:nvCxnSpPr>
            <p:spPr>
              <a:xfrm flipH="1">
                <a:off x="888252" y="4225466"/>
                <a:ext cx="304800" cy="300037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AAF7A87-8F1B-43D3-B2A9-42D25CEA71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2805" y="4426672"/>
                <a:ext cx="4572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dirty="0"/>
                  <a:t>y</a:t>
                </a: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68C4323F-2990-4944-B904-B5F8EA518F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5898" y="3487338"/>
                <a:ext cx="4572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dirty="0"/>
                  <a:t>x</a:t>
                </a:r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829297" y="1153158"/>
            <a:ext cx="2084388" cy="1416050"/>
            <a:chOff x="136525" y="492125"/>
            <a:chExt cx="2084388" cy="1416050"/>
          </a:xfrm>
        </p:grpSpPr>
        <p:sp>
          <p:nvSpPr>
            <p:cNvPr id="136" name="TextBox 70">
              <a:extLst>
                <a:ext uri="{FF2B5EF4-FFF2-40B4-BE49-F238E27FC236}">
                  <a16:creationId xmlns:a16="http://schemas.microsoft.com/office/drawing/2014/main" id="{BC3E6629-7E39-440E-861D-37D5380EBB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525" y="492125"/>
              <a:ext cx="2084388" cy="1416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5400" dirty="0">
                  <a:solidFill>
                    <a:srgbClr val="C00000"/>
                  </a:solidFill>
                  <a:sym typeface="Symbol" panose="05050102010706020507" pitchFamily="18" charset="2"/>
                </a:rPr>
                <a:t>C</a:t>
              </a:r>
              <a:r>
                <a:rPr lang="en-US" altLang="en-US" sz="5400" dirty="0">
                  <a:sym typeface="Symbol" panose="05050102010706020507" pitchFamily="18" charset="2"/>
                </a:rPr>
                <a:t>  </a:t>
              </a:r>
              <a:r>
                <a:rPr lang="en-US" altLang="en-US" sz="5400" dirty="0">
                  <a:solidFill>
                    <a:srgbClr val="008000"/>
                  </a:solidFill>
                  <a:sym typeface="Symbol" panose="05050102010706020507" pitchFamily="18" charset="2"/>
                </a:rPr>
                <a:t>O</a:t>
              </a:r>
              <a:endParaRPr lang="en-US" altLang="en-US" sz="5400" dirty="0">
                <a:solidFill>
                  <a:srgbClr val="008000"/>
                </a:solidFill>
              </a:endParaRPr>
            </a:p>
            <a:p>
              <a:pPr algn="ctr"/>
              <a:r>
                <a:rPr lang="en-US" altLang="en-US" sz="3200" dirty="0"/>
                <a:t>BLK = 3</a:t>
              </a:r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F51FF05E-C970-4C9B-9599-129DE95B8088}"/>
                </a:ext>
              </a:extLst>
            </p:cNvPr>
            <p:cNvCxnSpPr/>
            <p:nvPr/>
          </p:nvCxnSpPr>
          <p:spPr>
            <a:xfrm flipH="1">
              <a:off x="929568" y="838200"/>
              <a:ext cx="41751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3811825" y="772068"/>
            <a:ext cx="5705475" cy="2166938"/>
            <a:chOff x="2236788" y="-36513"/>
            <a:chExt cx="5705475" cy="2166938"/>
          </a:xfrm>
        </p:grpSpPr>
        <p:sp>
          <p:nvSpPr>
            <p:cNvPr id="92" name="TextBox 13">
              <a:extLst>
                <a:ext uri="{FF2B5EF4-FFF2-40B4-BE49-F238E27FC236}">
                  <a16:creationId xmlns:a16="http://schemas.microsoft.com/office/drawing/2014/main" id="{87637FF7-E478-462E-8604-59B0E5FA7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9263" y="1201738"/>
              <a:ext cx="1447800" cy="577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CFD4253-E6AE-48F4-AE91-A0EDF2BCAD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2663" y="717550"/>
              <a:ext cx="609600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4000">
                  <a:solidFill>
                    <a:srgbClr val="996633"/>
                  </a:solidFill>
                  <a:sym typeface="Symbol" panose="05050102010706020507" pitchFamily="18" charset="2"/>
                </a:rPr>
                <a:t></a:t>
              </a:r>
              <a:endParaRPr lang="en-US" altLang="en-US" sz="4000">
                <a:solidFill>
                  <a:srgbClr val="996633"/>
                </a:solidFill>
              </a:endParaRPr>
            </a:p>
          </p:txBody>
        </p:sp>
        <p:sp>
          <p:nvSpPr>
            <p:cNvPr id="95" name="TextBox 37">
              <a:extLst>
                <a:ext uri="{FF2B5EF4-FFF2-40B4-BE49-F238E27FC236}">
                  <a16:creationId xmlns:a16="http://schemas.microsoft.com/office/drawing/2014/main" id="{05C18876-015C-463D-9FF8-E5569BBB5D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4200" y="363538"/>
              <a:ext cx="679450" cy="584200"/>
            </a:xfrm>
            <a:prstGeom prst="rect">
              <a:avLst/>
            </a:prstGeom>
            <a:noFill/>
            <a:ln w="25400">
              <a:solidFill>
                <a:srgbClr val="CC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>
                  <a:solidFill>
                    <a:srgbClr val="C00000"/>
                  </a:solidFill>
                  <a:sym typeface="Symbol" panose="05050102010706020507" pitchFamily="18" charset="2"/>
                </a:rPr>
                <a:t></a:t>
              </a:r>
              <a:endParaRPr lang="en-US" altLang="en-US" sz="3200">
                <a:solidFill>
                  <a:srgbClr val="C00000"/>
                </a:solidFill>
              </a:endParaRPr>
            </a:p>
          </p:txBody>
        </p:sp>
        <p:sp>
          <p:nvSpPr>
            <p:cNvPr id="96" name="TextBox 38">
              <a:extLst>
                <a:ext uri="{FF2B5EF4-FFF2-40B4-BE49-F238E27FC236}">
                  <a16:creationId xmlns:a16="http://schemas.microsoft.com/office/drawing/2014/main" id="{98176286-FB70-45B0-8918-510DC9B6D0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4925" y="354013"/>
              <a:ext cx="668338" cy="585787"/>
            </a:xfrm>
            <a:prstGeom prst="rect">
              <a:avLst/>
            </a:prstGeom>
            <a:noFill/>
            <a:ln w="25400">
              <a:solidFill>
                <a:srgbClr val="CC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solidFill>
                    <a:srgbClr val="C00000"/>
                  </a:solidFill>
                  <a:sym typeface="Symbol" panose="05050102010706020507" pitchFamily="18" charset="2"/>
                </a:rPr>
                <a:t></a:t>
              </a:r>
              <a:endParaRPr lang="en-US" altLang="en-US" sz="3200">
                <a:solidFill>
                  <a:srgbClr val="C00000"/>
                </a:solidFill>
              </a:endParaRPr>
            </a:p>
          </p:txBody>
        </p:sp>
        <p:sp>
          <p:nvSpPr>
            <p:cNvPr id="97" name="TextBox 39">
              <a:extLst>
                <a:ext uri="{FF2B5EF4-FFF2-40B4-BE49-F238E27FC236}">
                  <a16:creationId xmlns:a16="http://schemas.microsoft.com/office/drawing/2014/main" id="{15B8B5A2-B937-491D-8F51-397B8695A9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7213" y="1379538"/>
              <a:ext cx="722312" cy="584200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>
                  <a:solidFill>
                    <a:srgbClr val="008000"/>
                  </a:solidFill>
                  <a:sym typeface="Symbol" panose="05050102010706020507" pitchFamily="18" charset="2"/>
                </a:rPr>
                <a:t></a:t>
              </a:r>
              <a:endParaRPr lang="en-US" altLang="en-US" sz="3200">
                <a:solidFill>
                  <a:srgbClr val="008000"/>
                </a:solidFill>
              </a:endParaRPr>
            </a:p>
          </p:txBody>
        </p:sp>
        <p:sp>
          <p:nvSpPr>
            <p:cNvPr id="98" name="TextBox 40">
              <a:extLst>
                <a:ext uri="{FF2B5EF4-FFF2-40B4-BE49-F238E27FC236}">
                  <a16:creationId xmlns:a16="http://schemas.microsoft.com/office/drawing/2014/main" id="{2125669C-F00C-43D5-A3A7-5461392C4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4138" y="1355725"/>
              <a:ext cx="646112" cy="584200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solidFill>
                    <a:srgbClr val="008000"/>
                  </a:solidFill>
                  <a:sym typeface="Symbol" panose="05050102010706020507" pitchFamily="18" charset="2"/>
                </a:rPr>
                <a:t></a:t>
              </a:r>
              <a:endParaRPr lang="en-US" altLang="en-US" sz="3200">
                <a:solidFill>
                  <a:srgbClr val="008000"/>
                </a:solidFill>
              </a:endParaRPr>
            </a:p>
          </p:txBody>
        </p:sp>
        <p:sp>
          <p:nvSpPr>
            <p:cNvPr id="99" name="TextBox 41">
              <a:extLst>
                <a:ext uri="{FF2B5EF4-FFF2-40B4-BE49-F238E27FC236}">
                  <a16:creationId xmlns:a16="http://schemas.microsoft.com/office/drawing/2014/main" id="{9FCAA55E-57C4-48D9-A2B5-D719AF48A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3400" y="1358900"/>
              <a:ext cx="801688" cy="584200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solidFill>
                    <a:srgbClr val="008000"/>
                  </a:solidFill>
                  <a:sym typeface="Symbol" panose="05050102010706020507" pitchFamily="18" charset="2"/>
                </a:rPr>
                <a:t></a:t>
              </a:r>
              <a:r>
                <a:rPr lang="en-US" altLang="en-US" sz="3200">
                  <a:solidFill>
                    <a:srgbClr val="C00000"/>
                  </a:solidFill>
                  <a:sym typeface="Symbol" panose="05050102010706020507" pitchFamily="18" charset="2"/>
                </a:rPr>
                <a:t></a:t>
              </a:r>
              <a:endParaRPr lang="en-US" altLang="en-US" sz="3200">
                <a:solidFill>
                  <a:srgbClr val="C00000"/>
                </a:solidFill>
              </a:endParaRPr>
            </a:p>
          </p:txBody>
        </p:sp>
        <p:sp>
          <p:nvSpPr>
            <p:cNvPr id="100" name="TextBox 42">
              <a:extLst>
                <a:ext uri="{FF2B5EF4-FFF2-40B4-BE49-F238E27FC236}">
                  <a16:creationId xmlns:a16="http://schemas.microsoft.com/office/drawing/2014/main" id="{E4F1D9F4-ACEA-4923-B4BB-1F26E867CA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1363" y="1358900"/>
              <a:ext cx="685800" cy="585788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solidFill>
                    <a:srgbClr val="008000"/>
                  </a:solidFill>
                  <a:sym typeface="Symbol" panose="05050102010706020507" pitchFamily="18" charset="2"/>
                </a:rPr>
                <a:t></a:t>
              </a:r>
              <a:endParaRPr lang="en-US" altLang="en-US" sz="3200">
                <a:solidFill>
                  <a:srgbClr val="008000"/>
                </a:solidFill>
              </a:endParaRPr>
            </a:p>
          </p:txBody>
        </p:sp>
        <p:sp>
          <p:nvSpPr>
            <p:cNvPr id="101" name="TextBox 43">
              <a:extLst>
                <a:ext uri="{FF2B5EF4-FFF2-40B4-BE49-F238E27FC236}">
                  <a16:creationId xmlns:a16="http://schemas.microsoft.com/office/drawing/2014/main" id="{B1E36C21-BAB5-4F42-8008-FC3105FDAC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2450" y="354013"/>
              <a:ext cx="762000" cy="585787"/>
            </a:xfrm>
            <a:prstGeom prst="rect">
              <a:avLst/>
            </a:prstGeom>
            <a:noFill/>
            <a:ln w="25400">
              <a:solidFill>
                <a:srgbClr val="CC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US" altLang="en-US" sz="3200">
                <a:solidFill>
                  <a:srgbClr val="C00000"/>
                </a:solidFill>
              </a:endParaRPr>
            </a:p>
          </p:txBody>
        </p:sp>
        <p:sp>
          <p:nvSpPr>
            <p:cNvPr id="102" name="TextBox 44">
              <a:extLst>
                <a:ext uri="{FF2B5EF4-FFF2-40B4-BE49-F238E27FC236}">
                  <a16:creationId xmlns:a16="http://schemas.microsoft.com/office/drawing/2014/main" id="{5232BF9A-B556-43B4-8177-B9F108C51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2788" y="350838"/>
              <a:ext cx="668337" cy="585787"/>
            </a:xfrm>
            <a:prstGeom prst="rect">
              <a:avLst/>
            </a:prstGeom>
            <a:noFill/>
            <a:ln w="25400">
              <a:solidFill>
                <a:srgbClr val="CC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solidFill>
                    <a:srgbClr val="C00000"/>
                  </a:solidFill>
                  <a:sym typeface="Symbol" panose="05050102010706020507" pitchFamily="18" charset="2"/>
                </a:rPr>
                <a:t></a:t>
              </a:r>
              <a:endParaRPr lang="en-US" altLang="en-US" sz="3200">
                <a:solidFill>
                  <a:srgbClr val="C00000"/>
                </a:solidFill>
              </a:endParaRPr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C5E8E82D-B679-4858-B3F7-BD86859C33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97738" y="939800"/>
              <a:ext cx="9525" cy="406400"/>
            </a:xfrm>
            <a:prstGeom prst="straightConnector1">
              <a:avLst/>
            </a:prstGeom>
            <a:ln w="28575">
              <a:solidFill>
                <a:srgbClr val="996633"/>
              </a:solidFill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CDFE3DF9-A63C-4745-B667-FE815551B1D6}"/>
                </a:ext>
              </a:extLst>
            </p:cNvPr>
            <p:cNvCxnSpPr>
              <a:cxnSpLocks/>
            </p:cNvCxnSpPr>
            <p:nvPr/>
          </p:nvCxnSpPr>
          <p:spPr>
            <a:xfrm>
              <a:off x="6834531" y="938800"/>
              <a:ext cx="0" cy="411480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05" name="TextBox 51">
              <a:extLst>
                <a:ext uri="{FF2B5EF4-FFF2-40B4-BE49-F238E27FC236}">
                  <a16:creationId xmlns:a16="http://schemas.microsoft.com/office/drawing/2014/main" id="{8C495156-A799-4420-96BA-68BC9CE58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6788" y="222250"/>
              <a:ext cx="2157412" cy="1908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baseline="-25000">
                  <a:solidFill>
                    <a:srgbClr val="C00000"/>
                  </a:solidFill>
                </a:rPr>
                <a:t>6</a:t>
              </a:r>
              <a:r>
                <a:rPr lang="en-US" altLang="en-US" sz="3200">
                  <a:solidFill>
                    <a:srgbClr val="C00000"/>
                  </a:solidFill>
                </a:rPr>
                <a:t>C: 2s</a:t>
              </a:r>
              <a:r>
                <a:rPr lang="en-US" altLang="en-US" sz="3200" baseline="30000">
                  <a:solidFill>
                    <a:srgbClr val="C00000"/>
                  </a:solidFill>
                </a:rPr>
                <a:t>2</a:t>
              </a:r>
              <a:r>
                <a:rPr lang="en-US" altLang="en-US" sz="3200">
                  <a:solidFill>
                    <a:srgbClr val="C00000"/>
                  </a:solidFill>
                </a:rPr>
                <a:t>2p</a:t>
              </a:r>
              <a:r>
                <a:rPr lang="en-US" altLang="en-US" sz="3200" baseline="30000">
                  <a:solidFill>
                    <a:srgbClr val="C00000"/>
                  </a:solidFill>
                </a:rPr>
                <a:t>2</a:t>
              </a:r>
            </a:p>
            <a:p>
              <a:endParaRPr lang="en-US" altLang="en-US" baseline="30000"/>
            </a:p>
            <a:p>
              <a:endParaRPr lang="en-US" altLang="en-US" baseline="-25000"/>
            </a:p>
            <a:p>
              <a:endParaRPr lang="en-US" altLang="en-US" baseline="-25000"/>
            </a:p>
            <a:p>
              <a:r>
                <a:rPr lang="en-US" altLang="en-US" sz="3200" baseline="-25000">
                  <a:solidFill>
                    <a:srgbClr val="008000"/>
                  </a:solidFill>
                </a:rPr>
                <a:t>8</a:t>
              </a:r>
              <a:r>
                <a:rPr lang="en-US" altLang="en-US" sz="3200">
                  <a:solidFill>
                    <a:srgbClr val="008000"/>
                  </a:solidFill>
                </a:rPr>
                <a:t>O: 2s</a:t>
              </a:r>
              <a:r>
                <a:rPr lang="en-US" altLang="en-US" sz="3200" baseline="30000">
                  <a:solidFill>
                    <a:srgbClr val="008000"/>
                  </a:solidFill>
                </a:rPr>
                <a:t>2</a:t>
              </a:r>
              <a:r>
                <a:rPr lang="en-US" altLang="en-US" sz="3200">
                  <a:solidFill>
                    <a:srgbClr val="008000"/>
                  </a:solidFill>
                </a:rPr>
                <a:t>2p</a:t>
              </a:r>
              <a:r>
                <a:rPr lang="en-US" altLang="en-US" sz="3200" baseline="30000">
                  <a:solidFill>
                    <a:srgbClr val="008000"/>
                  </a:solidFill>
                </a:rPr>
                <a:t>4</a:t>
              </a:r>
            </a:p>
            <a:p>
              <a:endParaRPr lang="en-US" altLang="en-US"/>
            </a:p>
          </p:txBody>
        </p:sp>
        <p:sp>
          <p:nvSpPr>
            <p:cNvPr id="108" name="TextBox 48">
              <a:extLst>
                <a:ext uri="{FF2B5EF4-FFF2-40B4-BE49-F238E27FC236}">
                  <a16:creationId xmlns:a16="http://schemas.microsoft.com/office/drawing/2014/main" id="{82BC994D-D4AE-4B9E-A501-6F6D9CAE6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1925" y="-36513"/>
              <a:ext cx="668338" cy="400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000"/>
                <a:t>2p</a:t>
              </a:r>
              <a:r>
                <a:rPr lang="vi-VN" altLang="en-US" sz="2000" baseline="-25000"/>
                <a:t>x</a:t>
              </a:r>
              <a:endParaRPr lang="en-US" altLang="en-US" sz="2000"/>
            </a:p>
          </p:txBody>
        </p:sp>
        <p:sp>
          <p:nvSpPr>
            <p:cNvPr id="110" name="TextBox 53">
              <a:extLst>
                <a:ext uri="{FF2B5EF4-FFF2-40B4-BE49-F238E27FC236}">
                  <a16:creationId xmlns:a16="http://schemas.microsoft.com/office/drawing/2014/main" id="{30B8360C-FD92-4EE0-9B32-A097B9B2E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0263" y="-36513"/>
              <a:ext cx="668337" cy="400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000" dirty="0"/>
                <a:t>2p</a:t>
              </a:r>
              <a:r>
                <a:rPr lang="vi-VN" altLang="en-US" sz="2000" baseline="-25000" dirty="0"/>
                <a:t>z</a:t>
              </a:r>
              <a:endParaRPr lang="en-US" altLang="en-US" sz="2000" dirty="0"/>
            </a:p>
          </p:txBody>
        </p:sp>
        <p:sp>
          <p:nvSpPr>
            <p:cNvPr id="112" name="TextBox 56">
              <a:extLst>
                <a:ext uri="{FF2B5EF4-FFF2-40B4-BE49-F238E27FC236}">
                  <a16:creationId xmlns:a16="http://schemas.microsoft.com/office/drawing/2014/main" id="{1E0D3415-4BA9-4F50-BF8A-6E193DE84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6113" y="-36513"/>
              <a:ext cx="668337" cy="400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000"/>
                <a:t>2p</a:t>
              </a:r>
              <a:r>
                <a:rPr lang="vi-VN" altLang="en-US" sz="2000" baseline="-25000"/>
                <a:t>y</a:t>
              </a:r>
              <a:endParaRPr lang="en-US" altLang="en-US" sz="200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563E6059-AF73-487F-B7CF-BBEBD71BA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8504" y="717550"/>
              <a:ext cx="517525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4000" dirty="0">
                  <a:solidFill>
                    <a:srgbClr val="00B0F0"/>
                  </a:solidFill>
                  <a:sym typeface="Symbol" panose="05050102010706020507" pitchFamily="18" charset="2"/>
                </a:rPr>
                <a:t></a:t>
              </a:r>
              <a:endParaRPr lang="en-US" altLang="en-US" sz="2800" dirty="0">
                <a:solidFill>
                  <a:srgbClr val="00B0F0"/>
                </a:solidFill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F95E105-9EFC-4359-8F4F-FE83B18D0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7200" y="717550"/>
              <a:ext cx="517525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4000">
                  <a:solidFill>
                    <a:srgbClr val="FF0000"/>
                  </a:solidFill>
                  <a:sym typeface="Symbol" panose="05050102010706020507" pitchFamily="18" charset="2"/>
                </a:rPr>
                <a:t></a:t>
              </a:r>
              <a:endParaRPr lang="en-US" altLang="en-US" sz="2800">
                <a:solidFill>
                  <a:srgbClr val="FF0000"/>
                </a:solidFill>
              </a:endParaRP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E5860A39-073F-4CF1-ADE4-902CF8D1A08D}"/>
                </a:ext>
              </a:extLst>
            </p:cNvPr>
            <p:cNvCxnSpPr/>
            <p:nvPr/>
          </p:nvCxnSpPr>
          <p:spPr>
            <a:xfrm flipV="1">
              <a:off x="6013450" y="930275"/>
              <a:ext cx="0" cy="42545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E6961385-013A-4D95-A1F9-4C0F8553C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6962" y="3132472"/>
            <a:ext cx="3877218" cy="3323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,1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lk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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định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chỗ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theo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ghép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1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lk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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định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chỗ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theo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cho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nhận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en-US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AutoShape 73" descr="Sắt pentacacbonyl – Wikipedia tiếng Việt">
            <a:extLst>
              <a:ext uri="{FF2B5EF4-FFF2-40B4-BE49-F238E27FC236}">
                <a16:creationId xmlns:a16="http://schemas.microsoft.com/office/drawing/2014/main" id="{890E795A-93B0-417A-B4D5-D834E4FEE9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3" name="Group 2"/>
          <p:cNvGrpSpPr/>
          <p:nvPr/>
        </p:nvGrpSpPr>
        <p:grpSpPr>
          <a:xfrm>
            <a:off x="2108437" y="2908738"/>
            <a:ext cx="5838826" cy="3813160"/>
            <a:chOff x="1470025" y="2085990"/>
            <a:chExt cx="5838826" cy="3813160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73308B9B-8BFE-4C98-BD5D-D81C81A48C7A}"/>
                </a:ext>
              </a:extLst>
            </p:cNvPr>
            <p:cNvCxnSpPr/>
            <p:nvPr/>
          </p:nvCxnSpPr>
          <p:spPr>
            <a:xfrm flipH="1">
              <a:off x="3940175" y="3292475"/>
              <a:ext cx="190976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17F41B3-19D2-4937-AD22-8527F67A58D1}"/>
                </a:ext>
              </a:extLst>
            </p:cNvPr>
            <p:cNvCxnSpPr/>
            <p:nvPr/>
          </p:nvCxnSpPr>
          <p:spPr>
            <a:xfrm flipH="1">
              <a:off x="5218113" y="2189163"/>
              <a:ext cx="23812" cy="3214687"/>
            </a:xfrm>
            <a:prstGeom prst="line">
              <a:avLst/>
            </a:prstGeom>
            <a:ln w="158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FB7341D-06ED-4C18-80D8-5ADF2E5BF412}"/>
                </a:ext>
              </a:extLst>
            </p:cNvPr>
            <p:cNvCxnSpPr>
              <a:endCxn id="107" idx="1"/>
            </p:cNvCxnSpPr>
            <p:nvPr/>
          </p:nvCxnSpPr>
          <p:spPr>
            <a:xfrm>
              <a:off x="1470025" y="4003675"/>
              <a:ext cx="5445125" cy="156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4A0A3B0-DAE1-43CB-B8A0-BE3370CA0255}"/>
                </a:ext>
              </a:extLst>
            </p:cNvPr>
            <p:cNvCxnSpPr/>
            <p:nvPr/>
          </p:nvCxnSpPr>
          <p:spPr>
            <a:xfrm flipH="1">
              <a:off x="1557338" y="2689225"/>
              <a:ext cx="2822575" cy="2701925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07653296-5D35-43C0-A144-BDA8AB4145D6}"/>
                </a:ext>
              </a:extLst>
            </p:cNvPr>
            <p:cNvCxnSpPr/>
            <p:nvPr/>
          </p:nvCxnSpPr>
          <p:spPr>
            <a:xfrm flipH="1">
              <a:off x="3821113" y="2801938"/>
              <a:ext cx="2613025" cy="2601912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73C9F376-EEAF-48BE-969A-D2AE3AD52DEF}"/>
                </a:ext>
              </a:extLst>
            </p:cNvPr>
            <p:cNvSpPr/>
            <p:nvPr/>
          </p:nvSpPr>
          <p:spPr>
            <a:xfrm rot="2711011">
              <a:off x="4930042" y="2801144"/>
              <a:ext cx="517525" cy="2535238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3D4A8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0EF88192-05AA-4C81-B7BE-8C0E1FAD3372}"/>
                </a:ext>
              </a:extLst>
            </p:cNvPr>
            <p:cNvSpPr/>
            <p:nvPr/>
          </p:nvSpPr>
          <p:spPr>
            <a:xfrm>
              <a:off x="4976813" y="2670175"/>
              <a:ext cx="515937" cy="2533650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gradFill>
              <a:gsLst>
                <a:gs pos="0">
                  <a:srgbClr val="03D4A8"/>
                </a:gs>
                <a:gs pos="32000">
                  <a:srgbClr val="21D6E0"/>
                </a:gs>
                <a:gs pos="83000">
                  <a:srgbClr val="0087E6"/>
                </a:gs>
                <a:gs pos="100000">
                  <a:srgbClr val="005CB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563A08F6-58E4-4970-8DC8-2F1854B08614}"/>
                </a:ext>
              </a:extLst>
            </p:cNvPr>
            <p:cNvSpPr/>
            <p:nvPr/>
          </p:nvSpPr>
          <p:spPr>
            <a:xfrm rot="5400000">
              <a:off x="4986337" y="2693988"/>
              <a:ext cx="517525" cy="2533650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3D4A8"/>
                </a:gs>
                <a:gs pos="3000">
                  <a:srgbClr val="21D6E0"/>
                </a:gs>
                <a:gs pos="42000">
                  <a:srgbClr val="0087E6"/>
                </a:gs>
                <a:gs pos="100000">
                  <a:srgbClr val="005CBF"/>
                </a:gs>
              </a:gsLst>
              <a:path path="circle">
                <a:fillToRect r="100000" b="100000"/>
              </a:path>
              <a:tileRect l="-100000" t="-100000"/>
            </a:gra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  <a:sym typeface="Symbol"/>
                </a:rPr>
                <a:t>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3A305F3-F601-4D7D-BD91-7F16068B1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5835" y="2175534"/>
              <a:ext cx="1149350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4000" dirty="0">
                  <a:solidFill>
                    <a:srgbClr val="00B0F0"/>
                  </a:solidFill>
                  <a:sym typeface="Symbol" panose="05050102010706020507" pitchFamily="18" charset="2"/>
                </a:rPr>
                <a:t></a:t>
              </a:r>
              <a:endParaRPr lang="en-US" altLang="en-US" sz="2800" dirty="0">
                <a:solidFill>
                  <a:srgbClr val="00B0F0"/>
                </a:solidFill>
              </a:endParaRPr>
            </a:p>
          </p:txBody>
        </p: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AAC35033-E260-4EBA-8B7C-536CDE097EB8}"/>
                </a:ext>
              </a:extLst>
            </p:cNvPr>
            <p:cNvCxnSpPr/>
            <p:nvPr/>
          </p:nvCxnSpPr>
          <p:spPr>
            <a:xfrm flipV="1">
              <a:off x="3037015" y="2769380"/>
              <a:ext cx="2169398" cy="3140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45">
              <a:extLst>
                <a:ext uri="{FF2B5EF4-FFF2-40B4-BE49-F238E27FC236}">
                  <a16:creationId xmlns:a16="http://schemas.microsoft.com/office/drawing/2014/main" id="{71E03D7B-088C-4CF5-9776-A8EDC3A14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5150" y="3774406"/>
              <a:ext cx="39370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dirty="0"/>
                <a:t>z</a:t>
              </a:r>
            </a:p>
          </p:txBody>
        </p:sp>
        <p:sp>
          <p:nvSpPr>
            <p:cNvPr id="109" name="TextBox 51">
              <a:extLst>
                <a:ext uri="{FF2B5EF4-FFF2-40B4-BE49-F238E27FC236}">
                  <a16:creationId xmlns:a16="http://schemas.microsoft.com/office/drawing/2014/main" id="{142CC4DD-9D7D-4EFF-8FA3-75CB18AAF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8438" y="2224088"/>
              <a:ext cx="66833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dirty="0"/>
                <a:t>x</a:t>
              </a:r>
            </a:p>
          </p:txBody>
        </p:sp>
        <p:sp>
          <p:nvSpPr>
            <p:cNvPr id="111" name="TextBox 55">
              <a:extLst>
                <a:ext uri="{FF2B5EF4-FFF2-40B4-BE49-F238E27FC236}">
                  <a16:creationId xmlns:a16="http://schemas.microsoft.com/office/drawing/2014/main" id="{81A254FE-E66D-4613-AFFC-549B3AD60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6825" y="2155825"/>
              <a:ext cx="6683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dirty="0"/>
                <a:t>x</a:t>
              </a: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23BF3710-70D2-4734-ADF8-51334E63BE7A}"/>
                </a:ext>
              </a:extLst>
            </p:cNvPr>
            <p:cNvCxnSpPr/>
            <p:nvPr/>
          </p:nvCxnSpPr>
          <p:spPr>
            <a:xfrm>
              <a:off x="3036888" y="5118100"/>
              <a:ext cx="2090737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909D42CD-9068-4471-8293-60DF0E8F3E15}"/>
                </a:ext>
              </a:extLst>
            </p:cNvPr>
            <p:cNvSpPr/>
            <p:nvPr/>
          </p:nvSpPr>
          <p:spPr>
            <a:xfrm rot="5400000">
              <a:off x="4986337" y="2693988"/>
              <a:ext cx="517525" cy="2533650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F15E34E-ECC0-4C71-BC0E-DDBD9C4C8F94}"/>
                </a:ext>
              </a:extLst>
            </p:cNvPr>
            <p:cNvCxnSpPr/>
            <p:nvPr/>
          </p:nvCxnSpPr>
          <p:spPr>
            <a:xfrm>
              <a:off x="2916238" y="2320925"/>
              <a:ext cx="30162" cy="3124200"/>
            </a:xfrm>
            <a:prstGeom prst="line">
              <a:avLst/>
            </a:prstGeom>
            <a:ln w="158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FADB259-0831-499A-BF87-583F84688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3188" y="3132138"/>
              <a:ext cx="609600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4000">
                  <a:solidFill>
                    <a:srgbClr val="996633"/>
                  </a:solidFill>
                  <a:sym typeface="Symbol" panose="05050102010706020507" pitchFamily="18" charset="2"/>
                </a:rPr>
                <a:t></a:t>
              </a:r>
              <a:endParaRPr lang="en-US" altLang="en-US" sz="4000">
                <a:solidFill>
                  <a:srgbClr val="996633"/>
                </a:solidFill>
              </a:endParaRPr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BD5973FC-75C4-41D6-956A-E9FD52206001}"/>
                </a:ext>
              </a:extLst>
            </p:cNvPr>
            <p:cNvSpPr/>
            <p:nvPr/>
          </p:nvSpPr>
          <p:spPr>
            <a:xfrm rot="13593460">
              <a:off x="2746168" y="2704100"/>
              <a:ext cx="515938" cy="2535237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gradFill>
              <a:gsLst>
                <a:gs pos="66000">
                  <a:srgbClr val="FF66FF"/>
                </a:gs>
                <a:gs pos="9000">
                  <a:srgbClr val="85C2FF"/>
                </a:gs>
                <a:gs pos="19000">
                  <a:srgbClr val="C4D6EB"/>
                </a:gs>
                <a:gs pos="3000">
                  <a:srgbClr val="FFEBFA"/>
                </a:gs>
              </a:gsLst>
              <a:path path="circle">
                <a:fillToRect l="100000" t="100000"/>
              </a:path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704E063D-6EE9-43D3-ABB4-688EE9977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413" y="4114800"/>
              <a:ext cx="571500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4000">
                  <a:solidFill>
                    <a:srgbClr val="FF0000"/>
                  </a:solidFill>
                  <a:sym typeface="Symbol" panose="05050102010706020507" pitchFamily="18" charset="2"/>
                </a:rPr>
                <a:t></a:t>
              </a:r>
              <a:endParaRPr lang="en-US" altLang="en-US" sz="2800">
                <a:solidFill>
                  <a:srgbClr val="FF0000"/>
                </a:solidFill>
              </a:endParaRPr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C7D8D09F-075C-47B2-B46E-9C82FBBD69F9}"/>
                </a:ext>
              </a:extLst>
            </p:cNvPr>
            <p:cNvSpPr/>
            <p:nvPr/>
          </p:nvSpPr>
          <p:spPr>
            <a:xfrm rot="10800000">
              <a:off x="2673498" y="2688861"/>
              <a:ext cx="515938" cy="2533650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gradFill flip="none" rotWithShape="1">
              <a:gsLst>
                <a:gs pos="46000">
                  <a:srgbClr val="FF66FF"/>
                </a:gs>
                <a:gs pos="9000">
                  <a:srgbClr val="85C2FF"/>
                </a:gs>
                <a:gs pos="20000">
                  <a:srgbClr val="C4D6EB"/>
                </a:gs>
                <a:gs pos="3000">
                  <a:srgbClr val="FFEBFA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  <a:sym typeface="Symbol"/>
                </a:rPr>
                <a:t>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04377F2D-8BCE-478E-93E8-0CC998326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5033" y="2107500"/>
              <a:ext cx="609600" cy="10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6000" dirty="0">
                  <a:solidFill>
                    <a:srgbClr val="C00000"/>
                  </a:solidFill>
                  <a:sym typeface="Symbol" panose="05050102010706020507" pitchFamily="18" charset="2"/>
                </a:rPr>
                <a:t></a:t>
              </a:r>
              <a:endParaRPr lang="en-US" altLang="en-US" sz="6000" dirty="0">
                <a:solidFill>
                  <a:srgbClr val="C00000"/>
                </a:solidFill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BC887E3C-2257-48EA-8F00-F4A2BD34221F}"/>
                </a:ext>
              </a:extLst>
            </p:cNvPr>
            <p:cNvSpPr/>
            <p:nvPr/>
          </p:nvSpPr>
          <p:spPr>
            <a:xfrm rot="2603927">
              <a:off x="4437063" y="3773488"/>
              <a:ext cx="582612" cy="1390650"/>
            </a:xfrm>
            <a:prstGeom prst="ellipse">
              <a:avLst/>
            </a:prstGeom>
            <a:gradFill flip="none" rotWithShape="1">
              <a:gsLst>
                <a:gs pos="5000">
                  <a:srgbClr val="03D4A8"/>
                </a:gs>
                <a:gs pos="31000">
                  <a:srgbClr val="21D6E0"/>
                </a:gs>
                <a:gs pos="82000">
                  <a:srgbClr val="0087E6"/>
                </a:gs>
                <a:gs pos="100000">
                  <a:srgbClr val="005CBF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CD06F193-CDD6-49F8-97E5-11EC372B282C}"/>
                </a:ext>
              </a:extLst>
            </p:cNvPr>
            <p:cNvSpPr/>
            <p:nvPr/>
          </p:nvSpPr>
          <p:spPr>
            <a:xfrm rot="5400000">
              <a:off x="2668190" y="2693194"/>
              <a:ext cx="515938" cy="2533650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CCCFF"/>
                </a:gs>
                <a:gs pos="17999">
                  <a:srgbClr val="99CCFF"/>
                </a:gs>
                <a:gs pos="92000">
                  <a:srgbClr val="9966FF"/>
                </a:gs>
                <a:gs pos="32000">
                  <a:srgbClr val="CC99FF"/>
                </a:gs>
                <a:gs pos="22000">
                  <a:srgbClr val="99CCFF"/>
                </a:gs>
                <a:gs pos="100000">
                  <a:srgbClr val="CCCCFF"/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  <a:sym typeface="Symbol"/>
                </a:rPr>
                <a:t>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B716F654-7E58-4AC7-9D5A-D1F7CA473C78}"/>
                </a:ext>
              </a:extLst>
            </p:cNvPr>
            <p:cNvSpPr/>
            <p:nvPr/>
          </p:nvSpPr>
          <p:spPr>
            <a:xfrm rot="2696509">
              <a:off x="2217738" y="3794125"/>
              <a:ext cx="558800" cy="1216025"/>
            </a:xfrm>
            <a:prstGeom prst="ellipse">
              <a:avLst/>
            </a:prstGeom>
            <a:gradFill flip="none" rotWithShape="1">
              <a:gsLst>
                <a:gs pos="0">
                  <a:srgbClr val="CCCCFF"/>
                </a:gs>
                <a:gs pos="8000">
                  <a:srgbClr val="99CCFF"/>
                </a:gs>
                <a:gs pos="61000">
                  <a:srgbClr val="CC99FF"/>
                </a:gs>
                <a:gs pos="1000">
                  <a:srgbClr val="99CCFF"/>
                </a:gs>
                <a:gs pos="6000">
                  <a:srgbClr val="CCCCFF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C3EE1BDD-ACDF-4B7F-AA72-6816CDCCCC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2913" y="3960813"/>
              <a:ext cx="717550" cy="1938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6000" dirty="0">
                  <a:solidFill>
                    <a:srgbClr val="008000"/>
                  </a:solidFill>
                  <a:sym typeface="Symbol" panose="05050102010706020507" pitchFamily="18" charset="2"/>
                </a:rPr>
                <a:t></a:t>
              </a:r>
              <a:endParaRPr lang="en-US" altLang="en-US" sz="6000" dirty="0">
                <a:solidFill>
                  <a:srgbClr val="008000"/>
                </a:solidFill>
              </a:endParaRPr>
            </a:p>
            <a:p>
              <a:endParaRPr lang="en-US" altLang="en-US" sz="6000" dirty="0">
                <a:solidFill>
                  <a:srgbClr val="008000"/>
                </a:solidFill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3001026-4002-4C92-925B-936740695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3188" y="3100388"/>
              <a:ext cx="609600" cy="10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6000">
                  <a:solidFill>
                    <a:srgbClr val="C00000"/>
                  </a:solidFill>
                  <a:sym typeface="Symbol" panose="05050102010706020507" pitchFamily="18" charset="2"/>
                </a:rPr>
                <a:t></a:t>
              </a:r>
              <a:endParaRPr lang="en-US" altLang="en-US" sz="6000">
                <a:solidFill>
                  <a:srgbClr val="C00000"/>
                </a:solidFill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45FB7802-2752-4BA4-A096-B04045714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7788" y="3305175"/>
              <a:ext cx="609600" cy="10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6000">
                  <a:solidFill>
                    <a:srgbClr val="008000"/>
                  </a:solidFill>
                  <a:sym typeface="Symbol" panose="05050102010706020507" pitchFamily="18" charset="2"/>
                </a:rPr>
                <a:t></a:t>
              </a:r>
              <a:endParaRPr lang="en-US" altLang="en-US" sz="6000">
                <a:solidFill>
                  <a:srgbClr val="008000"/>
                </a:solidFill>
              </a:endParaRPr>
            </a:p>
          </p:txBody>
        </p: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1EFF7F02-9309-4EC0-B145-488F19C64E7D}"/>
                </a:ext>
              </a:extLst>
            </p:cNvPr>
            <p:cNvCxnSpPr/>
            <p:nvPr/>
          </p:nvCxnSpPr>
          <p:spPr>
            <a:xfrm flipH="1">
              <a:off x="2390775" y="4724400"/>
              <a:ext cx="190976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6">
              <a:extLst>
                <a:ext uri="{FF2B5EF4-FFF2-40B4-BE49-F238E27FC236}">
                  <a16:creationId xmlns:a16="http://schemas.microsoft.com/office/drawing/2014/main" id="{9A8841D0-777D-4163-9FF8-2B0226A78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3488" y="3905250"/>
              <a:ext cx="5334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b="1">
                  <a:solidFill>
                    <a:srgbClr val="C00000"/>
                  </a:solidFill>
                </a:rPr>
                <a:t>C</a:t>
              </a:r>
            </a:p>
          </p:txBody>
        </p:sp>
        <p:sp>
          <p:nvSpPr>
            <p:cNvPr id="141" name="TextBox 17">
              <a:extLst>
                <a:ext uri="{FF2B5EF4-FFF2-40B4-BE49-F238E27FC236}">
                  <a16:creationId xmlns:a16="http://schemas.microsoft.com/office/drawing/2014/main" id="{91C13A38-AC84-4D5A-B7D4-BA4D5EE99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2825" y="3813175"/>
              <a:ext cx="5334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b="1" dirty="0">
                  <a:solidFill>
                    <a:srgbClr val="008000"/>
                  </a:solidFill>
                </a:rPr>
                <a:t>O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52E3DE06-44C3-47A1-BEA1-50EC3FB2D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2645" y="2085990"/>
              <a:ext cx="611188" cy="10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6000" dirty="0">
                  <a:solidFill>
                    <a:srgbClr val="008000"/>
                  </a:solidFill>
                  <a:sym typeface="Symbol" panose="05050102010706020507" pitchFamily="18" charset="2"/>
                </a:rPr>
                <a:t></a:t>
              </a:r>
              <a:endParaRPr lang="en-US" altLang="en-US" sz="6000" dirty="0">
                <a:solidFill>
                  <a:srgbClr val="008000"/>
                </a:solidFill>
              </a:endParaRPr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AAAF7A87-8F1B-43D3-B2A9-42D25CEA7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548" y="6038452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45694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Tính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chất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hóa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trị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51679" y="1159704"/>
            <a:ext cx="5165387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200"/>
              </a:lnSpc>
              <a:spcBef>
                <a:spcPct val="200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tính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chất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cơ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bản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en-US" alt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FA7CBC-78E0-393E-688E-BC1230C5D9C3}"/>
              </a:ext>
            </a:extLst>
          </p:cNvPr>
          <p:cNvSpPr txBox="1"/>
          <p:nvPr/>
        </p:nvSpPr>
        <p:spPr>
          <a:xfrm>
            <a:off x="8573791" y="4367303"/>
            <a:ext cx="31566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Tính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định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hướng</a:t>
            </a:r>
            <a:endParaRPr lang="x-none" sz="28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0379" y="1957137"/>
            <a:ext cx="29193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1.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Tính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bão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hòa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23230" y="3126591"/>
            <a:ext cx="4862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2.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Tính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có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cực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va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̀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phân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cực</a:t>
            </a:r>
            <a:endParaRPr lang="en-US" sz="3200" dirty="0">
              <a:solidFill>
                <a:srgbClr val="0000FF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4775610" y="4018515"/>
            <a:ext cx="2577116" cy="2179631"/>
            <a:chOff x="4968122" y="4235090"/>
            <a:chExt cx="2577116" cy="217963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21188" y="5300296"/>
              <a:ext cx="1924050" cy="111442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8122" y="4235090"/>
              <a:ext cx="1547607" cy="975082"/>
            </a:xfrm>
            <a:prstGeom prst="rect">
              <a:avLst/>
            </a:prstGeom>
          </p:spPr>
        </p:pic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8079" y="5070484"/>
            <a:ext cx="2327988" cy="175442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866850" y="2875786"/>
            <a:ext cx="2100361" cy="3180611"/>
            <a:chOff x="866850" y="2875786"/>
            <a:chExt cx="2100361" cy="3180611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6851" y="2875786"/>
              <a:ext cx="2085975" cy="99060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1711" y="4108459"/>
              <a:ext cx="2095500" cy="962025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6850" y="5237247"/>
              <a:ext cx="2085975" cy="819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9173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Tính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bão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hòa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1817" y="814176"/>
            <a:ext cx="1125612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30188" algn="just">
              <a:spcAft>
                <a:spcPts val="1800"/>
              </a:spcAft>
              <a:buClr>
                <a:srgbClr val="000099"/>
              </a:buClr>
              <a:buSzPct val="80000"/>
            </a:pP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Sô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́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liên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kết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cộng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hóa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trị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cực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đại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của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một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nguyên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tô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́ </a:t>
            </a:r>
            <a:r>
              <a:rPr lang="en-US" alt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bằng</a:t>
            </a:r>
            <a:r>
              <a:rPr lang="en-US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với</a:t>
            </a:r>
            <a:r>
              <a:rPr lang="en-US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sô</a:t>
            </a:r>
            <a:r>
              <a:rPr lang="en-US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́ orbital </a:t>
            </a:r>
            <a:r>
              <a:rPr lang="en-US" alt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hóa</a:t>
            </a:r>
            <a:r>
              <a:rPr lang="en-US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trị </a:t>
            </a:r>
            <a:r>
              <a:rPr lang="en-US" alt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của</a:t>
            </a:r>
            <a:r>
              <a:rPr lang="en-US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nó.</a:t>
            </a:r>
            <a:endParaRPr lang="en-US" alt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05950" y="2041275"/>
            <a:ext cx="9833115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200"/>
              </a:lnSpc>
              <a:spcBef>
                <a:spcPct val="200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Chú ý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Sô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́ AO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hóa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trị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trong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lớp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thư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́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32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n</a:t>
            </a:r>
            <a:r>
              <a:rPr lang="en-US" altLang="en-US" sz="32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en-US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9449"/>
              </p:ext>
            </p:extLst>
          </p:nvPr>
        </p:nvGraphicFramePr>
        <p:xfrm>
          <a:off x="1363926" y="2838473"/>
          <a:ext cx="10513656" cy="2286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628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0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Nguyên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tô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́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Lớp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Sô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́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AO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hóa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trị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Sô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́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LK CHT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cực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đại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ky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̀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n=1: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ky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̀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n=2: 2s 2p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ky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̀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n=3: 3s 3p 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Nguyên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tô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́ họ d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 (n-1)d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472025" y="5178762"/>
            <a:ext cx="11256126" cy="1397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800"/>
              </a:spcAft>
              <a:buClr>
                <a:srgbClr val="000099"/>
              </a:buClr>
              <a:buSzPct val="80000"/>
            </a:pP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Ví dụ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Tìm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phân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tử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hay ion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nào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không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thê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̉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tồn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tại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CF</a:t>
            </a:r>
            <a:r>
              <a:rPr lang="en-US" sz="28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, CF</a:t>
            </a:r>
            <a:r>
              <a:rPr lang="en-US" sz="28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28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, SiF</a:t>
            </a:r>
            <a:r>
              <a:rPr lang="en-US" sz="28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, SiF</a:t>
            </a:r>
            <a:r>
              <a:rPr lang="en-US" sz="28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28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, OF</a:t>
            </a:r>
            <a:r>
              <a:rPr lang="en-US" sz="28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, OF</a:t>
            </a:r>
            <a:r>
              <a:rPr lang="en-US" sz="28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28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endParaRPr lang="x-none" sz="2800" i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513426" y="5949875"/>
            <a:ext cx="7808032" cy="912856"/>
            <a:chOff x="1394893" y="6034000"/>
            <a:chExt cx="7808032" cy="912856"/>
          </a:xfrm>
        </p:grpSpPr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7889" y="6034000"/>
              <a:ext cx="345036" cy="338983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4893" y="6607873"/>
              <a:ext cx="345036" cy="3389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336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Tính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có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cực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cực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9686A3-10E9-713B-74F4-4AA104C18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15" y="824389"/>
            <a:ext cx="11299901" cy="1334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000099"/>
              </a:buClr>
              <a:buSzPct val="80000"/>
              <a:buFont typeface="Wingdings" pitchFamily="2" charset="2"/>
              <a:buChar char="Ø"/>
            </a:pP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Khi</a:t>
            </a:r>
            <a:r>
              <a:rPr lang="en-US" altLang="en-US" sz="2800" dirty="0">
                <a:cs typeface="Times New Roman" panose="02020603050405020304" pitchFamily="18" charset="0"/>
              </a:rPr>
              <a:t> có </a:t>
            </a:r>
            <a:r>
              <a:rPr lang="en-US" altLang="en-US" sz="2800" dirty="0" err="1">
                <a:cs typeface="Times New Roman" panose="02020603050405020304" pitchFamily="18" charset="0"/>
              </a:rPr>
              <a:t>sư</a:t>
            </a:r>
            <a:r>
              <a:rPr lang="en-US" altLang="en-US" sz="2800" dirty="0">
                <a:cs typeface="Times New Roman" panose="02020603050405020304" pitchFamily="18" charset="0"/>
              </a:rPr>
              <a:t>̣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khác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nhau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vê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̀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đô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̣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âm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điện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giữa</a:t>
            </a:r>
            <a:r>
              <a:rPr lang="en-US" altLang="en-US" sz="2800" dirty="0">
                <a:cs typeface="Times New Roman" panose="02020603050405020304" pitchFamily="18" charset="0"/>
              </a:rPr>
              <a:t> 2 </a:t>
            </a:r>
            <a:r>
              <a:rPr lang="en-US" altLang="en-US" sz="2800" dirty="0" err="1">
                <a:cs typeface="Times New Roman" panose="02020603050405020304" pitchFamily="18" charset="0"/>
              </a:rPr>
              <a:t>ng</a:t>
            </a:r>
            <a:r>
              <a:rPr lang="en-US" altLang="en-US" sz="2800" dirty="0">
                <a:cs typeface="Times New Roman" panose="02020603050405020304" pitchFamily="18" charset="0"/>
              </a:rPr>
              <a:t>/</a:t>
            </a:r>
            <a:r>
              <a:rPr lang="en-US" altLang="en-US" sz="2800" dirty="0" err="1"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LK CHT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liên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kết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có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cực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được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hình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thành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C4857C-060E-4BB3-B0C7-B770E608F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25" y="4714314"/>
            <a:ext cx="11052818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763" indent="55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2">
              <a:lnSpc>
                <a:spcPct val="150000"/>
              </a:lnSpc>
              <a:buClr>
                <a:schemeClr val="tx1"/>
              </a:buClr>
            </a:pPr>
            <a:r>
              <a:rPr lang="en-US" alt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– F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– </a:t>
            </a:r>
            <a:r>
              <a:rPr lang="en-US" alt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alt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– </a:t>
            </a:r>
            <a:r>
              <a:rPr lang="en-US" alt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endParaRPr lang="vi-VN" altLang="en-US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l-GR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</a:t>
            </a:r>
            <a:r>
              <a:rPr lang="el-GR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&lt;</a:t>
            </a:r>
            <a:r>
              <a: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0,5                  0,5  (</a:t>
            </a:r>
            <a:r>
              <a:rPr lang="el-GR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en-US" sz="28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alt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1,7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(</a:t>
            </a:r>
            <a:r>
              <a:rPr lang="el-GR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en-US" sz="28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vi-VN" altLang="en-US" sz="2800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vi-VN" altLang="en-US" sz="28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en-US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&gt;</a:t>
            </a:r>
            <a:r>
              <a: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1,7</a:t>
            </a:r>
            <a:endParaRPr lang="en-US" altLang="en-US" sz="2800" baseline="-25000" dirty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CHT </a:t>
            </a:r>
            <a:r>
              <a:rPr lang="en-US" alt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l-GR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ự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        </a:t>
            </a:r>
            <a:r>
              <a:rPr lang="en-US" alt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CHT c</a:t>
            </a:r>
            <a:r>
              <a:rPr lang="el-GR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l-GR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ự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	        </a:t>
            </a:r>
            <a:r>
              <a:rPr lang="en-US" alt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167605" y="1526456"/>
            <a:ext cx="8872928" cy="3207815"/>
            <a:chOff x="2167605" y="1526456"/>
            <a:chExt cx="8872928" cy="320781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09686A3-10E9-713B-74F4-4AA104C18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8427" y="2079217"/>
              <a:ext cx="2832106" cy="1951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indent="0"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800" dirty="0" err="1"/>
                <a:t>Chiều</a:t>
              </a:r>
              <a:r>
                <a:rPr lang="en-US" altLang="en-US" sz="2800" dirty="0"/>
                <a:t> </a:t>
              </a:r>
              <a:r>
                <a:rPr lang="en-US" altLang="en-US" sz="2800" dirty="0" err="1"/>
                <a:t>vect</a:t>
              </a:r>
              <a:r>
                <a:rPr lang="vi-VN" altLang="en-US" sz="2800" dirty="0"/>
                <a:t>ơ momen lưỡng</a:t>
              </a:r>
              <a:r>
                <a:rPr lang="en-US" altLang="en-US" sz="2800" dirty="0"/>
                <a:t> </a:t>
              </a:r>
              <a:r>
                <a:rPr lang="vi-VN" altLang="en-US" sz="2800" dirty="0"/>
                <a:t>cực </a:t>
              </a:r>
              <a:r>
                <a:rPr lang="en-US" altLang="en-US" sz="2800" dirty="0" err="1"/>
                <a:t>từ</a:t>
              </a:r>
              <a:r>
                <a:rPr lang="en-US" altLang="en-US" sz="2800" dirty="0"/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</a:rPr>
                <a:t>dương</a:t>
              </a:r>
              <a:r>
                <a:rPr lang="en-US" altLang="en-US" sz="2800" i="1" dirty="0">
                  <a:solidFill>
                    <a:srgbClr val="CC00CC"/>
                  </a:solidFill>
                </a:rPr>
                <a:t> sang </a:t>
              </a:r>
              <a:r>
                <a:rPr lang="en-US" altLang="en-US" sz="2800" i="1" dirty="0" err="1">
                  <a:solidFill>
                    <a:srgbClr val="CC00CC"/>
                  </a:solidFill>
                </a:rPr>
                <a:t>âm</a:t>
              </a:r>
              <a:endParaRPr lang="en-US" altLang="en-US" sz="2800" i="1" dirty="0">
                <a:solidFill>
                  <a:srgbClr val="CC00CC"/>
                </a:solidFill>
              </a:endParaRPr>
            </a:p>
          </p:txBody>
        </p:sp>
        <p:sp>
          <p:nvSpPr>
            <p:cNvPr id="17" name="Rectangle 4">
              <a:extLst>
                <a:ext uri="{FF2B5EF4-FFF2-40B4-BE49-F238E27FC236}">
                  <a16:creationId xmlns:a16="http://schemas.microsoft.com/office/drawing/2014/main" id="{D177A1DE-34BB-46E3-A276-1A268E0D6B0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167605" y="4044066"/>
              <a:ext cx="7585995" cy="690205"/>
            </a:xfrm>
            <a:prstGeom prst="rect">
              <a:avLst/>
            </a:prstGeom>
            <a:solidFill>
              <a:srgbClr val="FFFF00"/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>
                <a:lnSpc>
                  <a:spcPct val="150000"/>
                </a:lnSpc>
                <a:buClr>
                  <a:schemeClr val="tx1"/>
                </a:buClr>
                <a:buNone/>
              </a:pP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Monent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lưỡng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cực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: </a:t>
              </a:r>
              <a:r>
                <a:rPr lang="en-US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 =  . d     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(d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là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độ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dài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lk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H-F)</a:t>
              </a:r>
              <a:endPara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77800" lvl="1" indent="220663">
                <a:lnSpc>
                  <a:spcPct val="150000"/>
                </a:lnSpc>
                <a:buClr>
                  <a:schemeClr val="tx1"/>
                </a:buClr>
                <a:buFontTx/>
                <a:buNone/>
              </a:pPr>
              <a:endPara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77800" lvl="1" indent="220663">
                <a:lnSpc>
                  <a:spcPct val="150000"/>
                </a:lnSpc>
                <a:buClr>
                  <a:schemeClr val="tx1"/>
                </a:buClr>
                <a:buFontTx/>
                <a:buNone/>
              </a:pP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marL="0" indent="0">
                <a:lnSpc>
                  <a:spcPct val="100000"/>
                </a:lnSpc>
                <a:spcBef>
                  <a:spcPts val="1800"/>
                </a:spcBef>
                <a:spcAft>
                  <a:spcPts val="1800"/>
                </a:spcAft>
                <a:buNone/>
              </a:pPr>
              <a:endPara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5109427" y="1526456"/>
              <a:ext cx="1942587" cy="814371"/>
              <a:chOff x="4537629" y="1719766"/>
              <a:chExt cx="1942587" cy="814371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4537629" y="2010917"/>
                <a:ext cx="194258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en-US" sz="2800" b="1" dirty="0">
                    <a:solidFill>
                      <a:srgbClr val="FF33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</a:t>
                </a:r>
                <a:r>
                  <a:rPr lang="en-US" altLang="en-US" sz="2800" b="1" baseline="30000" dirty="0">
                    <a:solidFill>
                      <a:srgbClr val="FF33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+</a:t>
                </a:r>
                <a:r>
                  <a:rPr lang="en-US" altLang="en-US" sz="2800" b="1" dirty="0">
                    <a:solidFill>
                      <a:srgbClr val="FF33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F</a:t>
                </a:r>
                <a:r>
                  <a:rPr lang="en-US" altLang="en-US" sz="2800" b="1" baseline="30000" dirty="0">
                    <a:solidFill>
                      <a:srgbClr val="FF33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-</a:t>
                </a:r>
                <a:r>
                  <a:rPr lang="en-US" altLang="en-US" b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</a:t>
                </a:r>
                <a:endParaRPr lang="en-US" dirty="0"/>
              </a:p>
            </p:txBody>
          </p:sp>
          <p:grpSp>
            <p:nvGrpSpPr>
              <p:cNvPr id="20" name="Group 19"/>
              <p:cNvGrpSpPr/>
              <p:nvPr/>
            </p:nvGrpSpPr>
            <p:grpSpPr>
              <a:xfrm>
                <a:off x="5318422" y="1719766"/>
                <a:ext cx="381000" cy="523875"/>
                <a:chOff x="4572000" y="3095625"/>
                <a:chExt cx="381000" cy="523875"/>
              </a:xfrm>
            </p:grpSpPr>
            <p:sp>
              <p:nvSpPr>
                <p:cNvPr id="21" name="TextBox 1">
                  <a:extLst>
                    <a:ext uri="{FF2B5EF4-FFF2-40B4-BE49-F238E27FC236}">
                      <a16:creationId xmlns:a16="http://schemas.microsoft.com/office/drawing/2014/main" id="{2E59D72E-0F04-45BB-B36D-FBECF4A0E1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72000" y="3095625"/>
                  <a:ext cx="381000" cy="5238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en-US" sz="2800" dirty="0">
                      <a:sym typeface="Symbol" panose="05050102010706020507" pitchFamily="18" charset="2"/>
                    </a:rPr>
                    <a:t></a:t>
                  </a:r>
                  <a:endParaRPr lang="en-US" altLang="en-US" sz="2800" dirty="0"/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EE0D0564-47D2-4048-A270-57D91241BA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2000" y="3200400"/>
                  <a:ext cx="381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6334" y="2337803"/>
              <a:ext cx="3099000" cy="16777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695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Tính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hướng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86349" y="987582"/>
            <a:ext cx="10588746" cy="183589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5365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Đê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̉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tạo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CHT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bền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̀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mật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đô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̣ electron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phải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đu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̉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lớn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vì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các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phu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̉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phải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hướng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xác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định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được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đặc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bởi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trạng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thái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hóa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của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̉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045" y="3130219"/>
            <a:ext cx="3200400" cy="3200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321" y="3148063"/>
            <a:ext cx="3198746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40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Tính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hướng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737660" y="1038913"/>
            <a:ext cx="10686124" cy="19133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461963" algn="just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sz="2800" b="1" i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rbital</a:t>
            </a:r>
            <a:r>
              <a:rPr kumimoji="0" lang="en-US" sz="2800" b="1" i="1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800" b="1" i="1" strike="noStrike" cap="none" normalizeH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kumimoji="0" lang="en-US" sz="2800" b="1" i="1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800" b="1" i="1" strike="noStrike" cap="none" normalizeH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hóa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sz="2800" b="1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là</a:t>
            </a:r>
            <a:r>
              <a:rPr kumimoji="0" lang="en-US" sz="2800" i="1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800" i="1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sư</a:t>
            </a:r>
            <a:r>
              <a:rPr kumimoji="0" lang="en-US" sz="2800" i="1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̣ </a:t>
            </a:r>
            <a:r>
              <a:rPr kumimoji="0" lang="en-US" sz="2800" i="1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tô</a:t>
            </a:r>
            <a:r>
              <a:rPr kumimoji="0" lang="en-US" sz="2800" i="1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̉ </a:t>
            </a:r>
            <a:r>
              <a:rPr kumimoji="0" lang="en-US" sz="2800" i="1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hợp</a:t>
            </a:r>
            <a:r>
              <a:rPr kumimoji="0" lang="en-US" sz="2800" i="1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800" i="1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của</a:t>
            </a:r>
            <a:r>
              <a:rPr kumimoji="0" lang="en-US" sz="2800" i="1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800" i="1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các</a:t>
            </a:r>
            <a:r>
              <a:rPr kumimoji="0" lang="en-US" sz="2800" i="1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hóa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trị s, p, d, f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̉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đê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̉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hình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thành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các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hóa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mới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̀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hợp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với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các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hóa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trị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của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̉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khác</a:t>
            </a:r>
            <a:endParaRPr kumimoji="0" lang="en-US" sz="2800" b="1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52305" y="3281818"/>
            <a:ext cx="11495289" cy="3595249"/>
            <a:chOff x="389874" y="2431682"/>
            <a:chExt cx="11777347" cy="4292382"/>
          </a:xfrm>
        </p:grpSpPr>
        <p:grpSp>
          <p:nvGrpSpPr>
            <p:cNvPr id="39" name="Group 3">
              <a:extLst>
                <a:ext uri="{FF2B5EF4-FFF2-40B4-BE49-F238E27FC236}">
                  <a16:creationId xmlns:a16="http://schemas.microsoft.com/office/drawing/2014/main" id="{96F3595F-E855-484F-8798-5B32ADAB91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9874" y="2431682"/>
              <a:ext cx="2301875" cy="1506538"/>
              <a:chOff x="620" y="278"/>
              <a:chExt cx="1450" cy="949"/>
            </a:xfrm>
          </p:grpSpPr>
          <p:pic>
            <p:nvPicPr>
              <p:cNvPr id="40" name="Picture 4" descr="p1002a">
                <a:extLst>
                  <a:ext uri="{FF2B5EF4-FFF2-40B4-BE49-F238E27FC236}">
                    <a16:creationId xmlns:a16="http://schemas.microsoft.com/office/drawing/2014/main" id="{323C3322-7F6F-4F93-8BDD-CBE72CBDF9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0" y="278"/>
                <a:ext cx="1271" cy="7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41" name="Text Box 5">
                <a:extLst>
                  <a:ext uri="{FF2B5EF4-FFF2-40B4-BE49-F238E27FC236}">
                    <a16:creationId xmlns:a16="http://schemas.microsoft.com/office/drawing/2014/main" id="{4C0B344B-77AD-432D-8AF5-2BAFEE9ADF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" y="926"/>
                <a:ext cx="1450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000" b="1" dirty="0">
                    <a:solidFill>
                      <a:srgbClr val="0000FF"/>
                    </a:solidFill>
                  </a:rPr>
                  <a:t>Lai </a:t>
                </a:r>
                <a:r>
                  <a:rPr lang="en-US" altLang="en-US" sz="2000" b="1" dirty="0" err="1">
                    <a:solidFill>
                      <a:srgbClr val="0000FF"/>
                    </a:solidFill>
                  </a:rPr>
                  <a:t>hoá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000" b="1" dirty="0" err="1">
                    <a:solidFill>
                      <a:srgbClr val="0000FF"/>
                    </a:solidFill>
                  </a:rPr>
                  <a:t>sp</a:t>
                </a:r>
                <a:endParaRPr lang="en-US" altLang="en-US" sz="2000" b="1" dirty="0">
                  <a:solidFill>
                    <a:srgbClr val="0000FF"/>
                  </a:solidFill>
                </a:endParaRPr>
              </a:p>
            </p:txBody>
          </p:sp>
        </p:grpSp>
        <p:grpSp>
          <p:nvGrpSpPr>
            <p:cNvPr id="42" name="Group 6">
              <a:extLst>
                <a:ext uri="{FF2B5EF4-FFF2-40B4-BE49-F238E27FC236}">
                  <a16:creationId xmlns:a16="http://schemas.microsoft.com/office/drawing/2014/main" id="{3452E383-F5DE-4328-BAD1-C42B85EB70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6961" y="2737649"/>
              <a:ext cx="2301875" cy="3173413"/>
              <a:chOff x="2142" y="173"/>
              <a:chExt cx="1450" cy="1999"/>
            </a:xfrm>
          </p:grpSpPr>
          <p:pic>
            <p:nvPicPr>
              <p:cNvPr id="43" name="Picture 7" descr="p1002b">
                <a:extLst>
                  <a:ext uri="{FF2B5EF4-FFF2-40B4-BE49-F238E27FC236}">
                    <a16:creationId xmlns:a16="http://schemas.microsoft.com/office/drawing/2014/main" id="{E419EBA4-D95B-4318-B294-0759B661DF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19" y="173"/>
                <a:ext cx="1200" cy="10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44" name="Text Box 8">
                <a:extLst>
                  <a:ext uri="{FF2B5EF4-FFF2-40B4-BE49-F238E27FC236}">
                    <a16:creationId xmlns:a16="http://schemas.microsoft.com/office/drawing/2014/main" id="{293B6484-3EE6-4C7D-B936-70DC4E8DDE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2" y="1920"/>
                <a:ext cx="145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2000"/>
              </a:p>
            </p:txBody>
          </p:sp>
        </p:grpSp>
        <p:grpSp>
          <p:nvGrpSpPr>
            <p:cNvPr id="45" name="Group 9">
              <a:extLst>
                <a:ext uri="{FF2B5EF4-FFF2-40B4-BE49-F238E27FC236}">
                  <a16:creationId xmlns:a16="http://schemas.microsoft.com/office/drawing/2014/main" id="{71F9D479-7555-4B0C-A313-2CABCC4BA0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7250" y="3289734"/>
              <a:ext cx="2303463" cy="2738438"/>
              <a:chOff x="4021" y="476"/>
              <a:chExt cx="1451" cy="1725"/>
            </a:xfrm>
          </p:grpSpPr>
          <p:pic>
            <p:nvPicPr>
              <p:cNvPr id="46" name="Picture 10" descr="p1002c">
                <a:extLst>
                  <a:ext uri="{FF2B5EF4-FFF2-40B4-BE49-F238E27FC236}">
                    <a16:creationId xmlns:a16="http://schemas.microsoft.com/office/drawing/2014/main" id="{171ECDCE-C611-4E36-A79D-50FF93D4057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21" y="476"/>
                <a:ext cx="1440" cy="12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47" name="Text Box 11">
                <a:extLst>
                  <a:ext uri="{FF2B5EF4-FFF2-40B4-BE49-F238E27FC236}">
                    <a16:creationId xmlns:a16="http://schemas.microsoft.com/office/drawing/2014/main" id="{3A1E97B8-5443-4189-B957-8C7925CB7E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2" y="1949"/>
                <a:ext cx="145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2000"/>
              </a:p>
            </p:txBody>
          </p:sp>
        </p:grpSp>
        <p:grpSp>
          <p:nvGrpSpPr>
            <p:cNvPr id="48" name="Group 12">
              <a:extLst>
                <a:ext uri="{FF2B5EF4-FFF2-40B4-BE49-F238E27FC236}">
                  <a16:creationId xmlns:a16="http://schemas.microsoft.com/office/drawing/2014/main" id="{98761678-82B5-4D24-ADFC-14C1BDE8A8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26908" y="3473821"/>
              <a:ext cx="2514600" cy="2827338"/>
              <a:chOff x="528" y="1965"/>
              <a:chExt cx="1584" cy="1781"/>
            </a:xfrm>
          </p:grpSpPr>
          <p:pic>
            <p:nvPicPr>
              <p:cNvPr id="49" name="Picture 13" descr="p1002d">
                <a:extLst>
                  <a:ext uri="{FF2B5EF4-FFF2-40B4-BE49-F238E27FC236}">
                    <a16:creationId xmlns:a16="http://schemas.microsoft.com/office/drawing/2014/main" id="{52FAEAFB-1B20-43EB-9504-F4A291EC86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9" y="1965"/>
                <a:ext cx="1399" cy="1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0" name="Text Box 14">
                <a:extLst>
                  <a:ext uri="{FF2B5EF4-FFF2-40B4-BE49-F238E27FC236}">
                    <a16:creationId xmlns:a16="http://schemas.microsoft.com/office/drawing/2014/main" id="{69745802-2CE9-4EAA-A126-48CB2A3498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3494"/>
                <a:ext cx="158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2000"/>
              </a:p>
            </p:txBody>
          </p:sp>
        </p:grpSp>
        <p:grpSp>
          <p:nvGrpSpPr>
            <p:cNvPr id="51" name="Group 15">
              <a:extLst>
                <a:ext uri="{FF2B5EF4-FFF2-40B4-BE49-F238E27FC236}">
                  <a16:creationId xmlns:a16="http://schemas.microsoft.com/office/drawing/2014/main" id="{55E3FBC7-14E1-4AF9-8FA3-A89639A1DD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00221" y="3757388"/>
              <a:ext cx="2667000" cy="2670175"/>
              <a:chOff x="3072" y="2160"/>
              <a:chExt cx="1680" cy="1682"/>
            </a:xfrm>
          </p:grpSpPr>
          <p:pic>
            <p:nvPicPr>
              <p:cNvPr id="52" name="Picture 16" descr="p1002e">
                <a:extLst>
                  <a:ext uri="{FF2B5EF4-FFF2-40B4-BE49-F238E27FC236}">
                    <a16:creationId xmlns:a16="http://schemas.microsoft.com/office/drawing/2014/main" id="{29029220-583F-42E1-B80F-19CD96B94D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72" y="2160"/>
                <a:ext cx="1680" cy="1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3" name="Text Box 17">
                <a:extLst>
                  <a:ext uri="{FF2B5EF4-FFF2-40B4-BE49-F238E27FC236}">
                    <a16:creationId xmlns:a16="http://schemas.microsoft.com/office/drawing/2014/main" id="{203765EC-85EC-4FAC-82C8-1B956FB215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8" y="3590"/>
                <a:ext cx="158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2000"/>
              </a:p>
            </p:txBody>
          </p:sp>
        </p:grpSp>
        <p:sp>
          <p:nvSpPr>
            <p:cNvPr id="54" name="Text Box 5">
              <a:extLst>
                <a:ext uri="{FF2B5EF4-FFF2-40B4-BE49-F238E27FC236}">
                  <a16:creationId xmlns:a16="http://schemas.microsoft.com/office/drawing/2014/main" id="{4C0B344B-77AD-432D-8AF5-2BAFEE9AD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6337" y="4411083"/>
              <a:ext cx="2301875" cy="477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 b="1" dirty="0">
                  <a:solidFill>
                    <a:srgbClr val="0000FF"/>
                  </a:solidFill>
                </a:rPr>
                <a:t>Lai </a:t>
              </a:r>
              <a:r>
                <a:rPr lang="en-US" altLang="en-US" sz="2000" b="1" dirty="0" err="1">
                  <a:solidFill>
                    <a:srgbClr val="0000FF"/>
                  </a:solidFill>
                </a:rPr>
                <a:t>hoá</a:t>
              </a:r>
              <a:r>
                <a:rPr lang="en-US" altLang="en-US" sz="2000" b="1" dirty="0">
                  <a:solidFill>
                    <a:srgbClr val="0000FF"/>
                  </a:solidFill>
                </a:rPr>
                <a:t> sp</a:t>
              </a:r>
              <a:r>
                <a:rPr lang="en-US" altLang="en-US" sz="2000" b="1" baseline="30000" dirty="0">
                  <a:solidFill>
                    <a:srgbClr val="0000FF"/>
                  </a:solidFill>
                </a:rPr>
                <a:t>2</a:t>
              </a:r>
              <a:endParaRPr lang="en-US" altLang="en-US" sz="2000" b="1" dirty="0">
                <a:solidFill>
                  <a:srgbClr val="0000FF"/>
                </a:solidFill>
              </a:endParaRPr>
            </a:p>
          </p:txBody>
        </p:sp>
        <p:sp>
          <p:nvSpPr>
            <p:cNvPr id="55" name="Text Box 5">
              <a:extLst>
                <a:ext uri="{FF2B5EF4-FFF2-40B4-BE49-F238E27FC236}">
                  <a16:creationId xmlns:a16="http://schemas.microsoft.com/office/drawing/2014/main" id="{4C0B344B-77AD-432D-8AF5-2BAFEE9AD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3666" y="5774752"/>
              <a:ext cx="2301875" cy="477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 b="1" dirty="0">
                  <a:solidFill>
                    <a:srgbClr val="0000FF"/>
                  </a:solidFill>
                </a:rPr>
                <a:t>Lai </a:t>
              </a:r>
              <a:r>
                <a:rPr lang="en-US" altLang="en-US" sz="2000" b="1" dirty="0" err="1">
                  <a:solidFill>
                    <a:srgbClr val="0000FF"/>
                  </a:solidFill>
                </a:rPr>
                <a:t>hoá</a:t>
              </a:r>
              <a:r>
                <a:rPr lang="en-US" altLang="en-US" sz="2000" b="1" dirty="0">
                  <a:solidFill>
                    <a:srgbClr val="0000FF"/>
                  </a:solidFill>
                </a:rPr>
                <a:t> sp</a:t>
              </a:r>
              <a:r>
                <a:rPr lang="en-US" altLang="en-US" sz="2000" b="1" baseline="30000" dirty="0">
                  <a:solidFill>
                    <a:srgbClr val="0000FF"/>
                  </a:solidFill>
                </a:rPr>
                <a:t>3</a:t>
              </a:r>
              <a:r>
                <a:rPr lang="en-US" altLang="en-US" sz="2000" b="1" dirty="0">
                  <a:solidFill>
                    <a:srgbClr val="0000FF"/>
                  </a:solidFill>
                </a:rPr>
                <a:t>d</a:t>
              </a:r>
            </a:p>
          </p:txBody>
        </p:sp>
        <p:sp>
          <p:nvSpPr>
            <p:cNvPr id="56" name="Text Box 5">
              <a:extLst>
                <a:ext uri="{FF2B5EF4-FFF2-40B4-BE49-F238E27FC236}">
                  <a16:creationId xmlns:a16="http://schemas.microsoft.com/office/drawing/2014/main" id="{4C0B344B-77AD-432D-8AF5-2BAFEE9AD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9910" y="6246371"/>
              <a:ext cx="2301875" cy="477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 b="1" dirty="0">
                  <a:solidFill>
                    <a:srgbClr val="0000FF"/>
                  </a:solidFill>
                </a:rPr>
                <a:t>Lai </a:t>
              </a:r>
              <a:r>
                <a:rPr lang="en-US" altLang="en-US" sz="2000" b="1" dirty="0" err="1">
                  <a:solidFill>
                    <a:srgbClr val="0000FF"/>
                  </a:solidFill>
                </a:rPr>
                <a:t>hoá</a:t>
              </a:r>
              <a:r>
                <a:rPr lang="en-US" altLang="en-US" sz="2000" b="1" dirty="0">
                  <a:solidFill>
                    <a:srgbClr val="0000FF"/>
                  </a:solidFill>
                </a:rPr>
                <a:t> sp</a:t>
              </a:r>
              <a:r>
                <a:rPr lang="en-US" altLang="en-US" sz="2000" b="1" baseline="30000" dirty="0">
                  <a:solidFill>
                    <a:srgbClr val="0000FF"/>
                  </a:solidFill>
                </a:rPr>
                <a:t>3</a:t>
              </a:r>
              <a:r>
                <a:rPr lang="en-US" altLang="en-US" sz="2000" b="1" dirty="0">
                  <a:solidFill>
                    <a:srgbClr val="0000FF"/>
                  </a:solidFill>
                </a:rPr>
                <a:t>d</a:t>
              </a:r>
              <a:r>
                <a:rPr lang="en-US" altLang="en-US" sz="2000" b="1" baseline="30000" dirty="0">
                  <a:solidFill>
                    <a:srgbClr val="0000FF"/>
                  </a:solidFill>
                </a:rPr>
                <a:t>2</a:t>
              </a:r>
              <a:endParaRPr lang="en-US" altLang="en-US" sz="2000" b="1" dirty="0">
                <a:solidFill>
                  <a:srgbClr val="0000FF"/>
                </a:solidFill>
              </a:endParaRPr>
            </a:p>
          </p:txBody>
        </p:sp>
        <p:sp>
          <p:nvSpPr>
            <p:cNvPr id="57" name="Text Box 5">
              <a:extLst>
                <a:ext uri="{FF2B5EF4-FFF2-40B4-BE49-F238E27FC236}">
                  <a16:creationId xmlns:a16="http://schemas.microsoft.com/office/drawing/2014/main" id="{4C0B344B-77AD-432D-8AF5-2BAFEE9AD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2948" y="5281838"/>
              <a:ext cx="2301875" cy="477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 b="1" dirty="0">
                  <a:solidFill>
                    <a:srgbClr val="0000FF"/>
                  </a:solidFill>
                </a:rPr>
                <a:t>Lai </a:t>
              </a:r>
              <a:r>
                <a:rPr lang="en-US" altLang="en-US" sz="2000" b="1" dirty="0" err="1">
                  <a:solidFill>
                    <a:srgbClr val="0000FF"/>
                  </a:solidFill>
                </a:rPr>
                <a:t>hoá</a:t>
              </a:r>
              <a:r>
                <a:rPr lang="en-US" altLang="en-US" sz="2000" b="1" dirty="0">
                  <a:solidFill>
                    <a:srgbClr val="0000FF"/>
                  </a:solidFill>
                </a:rPr>
                <a:t> sp</a:t>
              </a:r>
              <a:r>
                <a:rPr lang="en-US" altLang="en-US" sz="2000" b="1" baseline="30000" dirty="0">
                  <a:solidFill>
                    <a:srgbClr val="0000FF"/>
                  </a:solidFill>
                </a:rPr>
                <a:t>3</a:t>
              </a:r>
              <a:endParaRPr lang="en-US" altLang="en-US" sz="2000" b="1" dirty="0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584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650461" y="3183532"/>
            <a:ext cx="8274915" cy="7130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sz="2800" b="1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51680" y="653573"/>
            <a:ext cx="11642022" cy="4669477"/>
            <a:chOff x="151680" y="653573"/>
            <a:chExt cx="11642022" cy="4669477"/>
          </a:xfrm>
        </p:grpSpPr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151680" y="653573"/>
              <a:ext cx="7377344" cy="713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0" tIns="-12696" rIns="0" bIns="-1269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3200" b="1" i="1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kumimoji="0" lang="en-US" sz="3200" b="1" i="1" strike="noStrike" cap="none" normalizeH="0" baseline="0" dirty="0" err="1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kumimoji="0" lang="en-US" sz="3200" b="1" i="1" strike="noStrike" cap="none" normalizeH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en-US" sz="3200" b="1" i="1" strike="noStrike" cap="none" normalizeH="0" dirty="0" err="1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kumimoji="0" lang="en-US" sz="3200" b="1" i="1" strike="noStrike" cap="none" normalizeH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en-US" sz="3200" b="1" i="1" strike="noStrike" cap="none" normalizeH="0" dirty="0" err="1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lai</a:t>
              </a:r>
              <a:r>
                <a:rPr kumimoji="0" lang="en-US" sz="3200" b="1" i="1" strike="noStrike" cap="none" normalizeH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en-US" sz="3200" b="1" i="1" strike="noStrike" cap="none" normalizeH="0" dirty="0" err="1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hóa</a:t>
              </a:r>
              <a:r>
                <a:rPr kumimoji="0" lang="en-US" sz="2800" i="1" strike="noStrike" cap="none" normalizeH="0" baseline="0" dirty="0">
                  <a:ln>
                    <a:noFill/>
                  </a:ln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kumimoji="0" lang="en-US" sz="2800" b="1" i="1" strike="noStrike" cap="none" normalizeH="0" baseline="0" dirty="0">
                  <a:ln>
                    <a:noFill/>
                  </a:ln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en-US" sz="2800" b="1" i="1" strike="noStrike" cap="none" normalizeH="0" baseline="0" dirty="0" err="1">
                  <a:ln>
                    <a:noFill/>
                  </a:ln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kumimoji="0" lang="en-US" sz="2800" b="1" i="1" strike="noStrike" cap="none" normalizeH="0" dirty="0">
                  <a:ln>
                    <a:noFill/>
                  </a:ln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AO </a:t>
              </a:r>
              <a:r>
                <a:rPr 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lai</a:t>
              </a:r>
              <a:r>
                <a:rPr 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hóa</a:t>
              </a:r>
              <a:r>
                <a:rPr 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endParaRPr kumimoji="0" lang="en-US" sz="2800" b="1" i="0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矩形 4">
              <a:extLst>
                <a:ext uri="{FF2B5EF4-FFF2-40B4-BE49-F238E27FC236}">
                  <a16:creationId xmlns:a16="http://schemas.microsoft.com/office/drawing/2014/main" id="{EDB1AD79-9977-D67F-2C32-F0FC530497E6}"/>
                </a:ext>
              </a:extLst>
            </p:cNvPr>
            <p:cNvSpPr/>
            <p:nvPr/>
          </p:nvSpPr>
          <p:spPr>
            <a:xfrm>
              <a:off x="545120" y="1239892"/>
              <a:ext cx="8711462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Cùng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năng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lượng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và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đối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xứng</a:t>
              </a:r>
              <a:r>
                <a:rPr lang="en-US" altLang="zh-TW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trong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không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gian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;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Cùng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kích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thước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và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hình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dáng</a:t>
              </a:r>
              <a:r>
                <a:rPr lang="en-US" altLang="zh-TW" sz="28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;</a:t>
              </a:r>
              <a:endParaRPr lang="en-US" altLang="zh-TW" sz="28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Mật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độ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electron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dồn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về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1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phía</a:t>
              </a:r>
              <a:r>
                <a:rPr lang="en-US" altLang="zh-TW" sz="2800" u="sng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để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tăng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vùng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che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phủ</a:t>
              </a:r>
              <a:endPara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81067" y="3492775"/>
              <a:ext cx="2412635" cy="183027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56582" y="1092240"/>
              <a:ext cx="2331361" cy="2001168"/>
            </a:xfrm>
            <a:prstGeom prst="rect">
              <a:avLst/>
            </a:prstGeom>
          </p:spPr>
        </p:pic>
      </p:grpSp>
      <p:sp>
        <p:nvSpPr>
          <p:cNvPr id="9" name="Rectangle 8"/>
          <p:cNvSpPr/>
          <p:nvPr/>
        </p:nvSpPr>
        <p:spPr>
          <a:xfrm>
            <a:off x="1139851" y="3724959"/>
            <a:ext cx="824121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 algn="just">
              <a:lnSpc>
                <a:spcPct val="150000"/>
              </a:lnSpc>
              <a:buClr>
                <a:srgbClr val="000099"/>
              </a:buClr>
              <a:buSzPct val="80000"/>
              <a:buFont typeface="Wingdings" panose="05000000000000000000" pitchFamily="2" charset="2"/>
              <a:buChar char="§"/>
              <a:tabLst>
                <a:tab pos="1428750" algn="l"/>
              </a:tabLst>
            </a:pP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Năng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lượng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xấp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xỉ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với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nhau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;</a:t>
            </a:r>
          </a:p>
          <a:p>
            <a:pPr marL="287338" indent="-287338" algn="just">
              <a:lnSpc>
                <a:spcPct val="150000"/>
              </a:lnSpc>
              <a:buClr>
                <a:srgbClr val="000099"/>
              </a:buClr>
              <a:buSzPct val="80000"/>
              <a:buFont typeface="Wingdings" panose="05000000000000000000" pitchFamily="2" charset="2"/>
              <a:buChar char="§"/>
              <a:tabLst>
                <a:tab pos="1428750" algn="l"/>
              </a:tabLst>
            </a:pP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Mật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độ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electron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đủ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lớn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(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kích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thước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AO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nhỏ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);</a:t>
            </a:r>
          </a:p>
          <a:p>
            <a:pPr marL="338138" indent="-338138" algn="just">
              <a:lnSpc>
                <a:spcPct val="150000"/>
              </a:lnSpc>
              <a:buClr>
                <a:srgbClr val="000099"/>
              </a:buClr>
              <a:buSzPct val="80000"/>
              <a:buFont typeface="Wingdings" panose="05000000000000000000" pitchFamily="2" charset="2"/>
              <a:buChar char="§"/>
              <a:tabLst>
                <a:tab pos="1428750" algn="l"/>
              </a:tabLst>
            </a:pP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Vùng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che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phủ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lớn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giữa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AO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lai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hóa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và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AO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khác</a:t>
            </a:r>
            <a:endParaRPr lang="en-US" altLang="ko-KR" sz="2800" dirty="0">
              <a:solidFill>
                <a:srgbClr val="00B050"/>
              </a:solidFill>
              <a:latin typeface="Times New Roman" panose="02020603050405020304" pitchFamily="18" charset="0"/>
              <a:ea typeface="굴림" charset="-127"/>
              <a:cs typeface="Times New Roman" panose="02020603050405020304" pitchFamily="18" charset="0"/>
            </a:endParaRPr>
          </a:p>
        </p:txBody>
      </p:sp>
      <p:sp>
        <p:nvSpPr>
          <p:cNvPr id="15" name="矩形 4">
            <a:extLst>
              <a:ext uri="{FF2B5EF4-FFF2-40B4-BE49-F238E27FC236}">
                <a16:creationId xmlns:a16="http://schemas.microsoft.com/office/drawing/2014/main" id="{EDB1AD79-9977-D67F-2C32-F0FC530497E6}"/>
              </a:ext>
            </a:extLst>
          </p:cNvPr>
          <p:cNvSpPr/>
          <p:nvPr/>
        </p:nvSpPr>
        <p:spPr>
          <a:xfrm>
            <a:off x="270934" y="5722418"/>
            <a:ext cx="1107439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98663" indent="-1033463">
              <a:spcAft>
                <a:spcPts val="1200"/>
              </a:spcAft>
            </a:pP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3. </a:t>
            </a:r>
            <a:r>
              <a:rPr lang="en-US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Bảo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toàn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AO </a:t>
            </a:r>
            <a:r>
              <a:rPr lang="en-US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  <a:endParaRPr lang="en-US" altLang="zh-TW" sz="3200" b="1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  <a:p>
            <a:pPr>
              <a:spcAft>
                <a:spcPts val="1800"/>
              </a:spcAft>
            </a:pPr>
            <a:r>
              <a:rPr lang="en-US" altLang="zh-TW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                   </a:t>
            </a:r>
            <a:r>
              <a:rPr lang="en-US" altLang="zh-TW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AO </a:t>
            </a:r>
            <a:r>
              <a:rPr lang="en-US" altLang="zh-TW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cặp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do +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lk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l-GR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σ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xung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quanh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/</a:t>
            </a:r>
            <a:r>
              <a:rPr lang="en-US" altLang="zh-TW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lại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endParaRPr lang="en-US" altLang="zh-TW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698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9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LEWIS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491219" y="3689091"/>
            <a:ext cx="1121773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ts val="3000"/>
              </a:lnSpc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en-US" sz="2800" dirty="0" err="1"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lượng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electron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liên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kết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hóa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học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chính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dấu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chấm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độc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thân</a:t>
            </a:r>
            <a:r>
              <a:rPr lang="en-US" altLang="en-US" sz="2800" dirty="0"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73" y="838039"/>
            <a:ext cx="95936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15938" algn="just">
              <a:lnSpc>
                <a:spcPct val="150000"/>
              </a:lnSpc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LEWIS SYMBOL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NTHH.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151680" y="4508818"/>
            <a:ext cx="1121773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ts val="3000"/>
              </a:lnSpc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en-US" sz="3200" b="1" u="sng" dirty="0" err="1">
                <a:solidFill>
                  <a:srgbClr val="00B050"/>
                </a:solidFill>
                <a:cs typeface="Times New Roman" panose="02020603050405020304" pitchFamily="18" charset="0"/>
              </a:rPr>
              <a:t>Cách</a:t>
            </a:r>
            <a:r>
              <a:rPr lang="en-US" altLang="en-US" sz="32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u="sng" dirty="0" err="1">
                <a:solidFill>
                  <a:srgbClr val="00B050"/>
                </a:solidFill>
                <a:cs typeface="Times New Roman" panose="02020603050405020304" pitchFamily="18" charset="0"/>
              </a:rPr>
              <a:t>biểu</a:t>
            </a:r>
            <a:r>
              <a:rPr lang="en-US" altLang="en-US" sz="32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u="sng" dirty="0" err="1">
                <a:solidFill>
                  <a:srgbClr val="00B050"/>
                </a:solidFill>
                <a:cs typeface="Times New Roman" panose="02020603050405020304" pitchFamily="18" charset="0"/>
              </a:rPr>
              <a:t>diễn</a:t>
            </a:r>
            <a:r>
              <a:rPr lang="en-US" altLang="en-US" sz="3200" dirty="0">
                <a:solidFill>
                  <a:srgbClr val="00B050"/>
                </a:solidFill>
                <a:cs typeface="Times New Roman" panose="02020603050405020304" pitchFamily="18" charset="0"/>
              </a:rPr>
              <a:t>: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9323" y="5202472"/>
            <a:ext cx="10141527" cy="14811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indent="465138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ngtố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328" y="2949271"/>
            <a:ext cx="3520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Z= 17: 1s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US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13793" y="1126223"/>
            <a:ext cx="1376462" cy="1373340"/>
            <a:chOff x="313793" y="1126223"/>
            <a:chExt cx="1376462" cy="1373340"/>
          </a:xfrm>
        </p:grpSpPr>
        <p:sp>
          <p:nvSpPr>
            <p:cNvPr id="33" name="Oval 5"/>
            <p:cNvSpPr>
              <a:spLocks noChangeArrowheads="1"/>
            </p:cNvSpPr>
            <p:nvPr/>
          </p:nvSpPr>
          <p:spPr bwMode="auto">
            <a:xfrm>
              <a:off x="863670" y="2347163"/>
              <a:ext cx="152400" cy="152400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313793" y="1126223"/>
              <a:ext cx="1376462" cy="1266487"/>
              <a:chOff x="313793" y="1126223"/>
              <a:chExt cx="1376462" cy="1266487"/>
            </a:xfrm>
          </p:grpSpPr>
          <p:sp>
            <p:nvSpPr>
              <p:cNvPr id="22" name="Oval 5"/>
              <p:cNvSpPr>
                <a:spLocks noChangeArrowheads="1"/>
              </p:cNvSpPr>
              <p:nvPr/>
            </p:nvSpPr>
            <p:spPr bwMode="auto">
              <a:xfrm>
                <a:off x="1537855" y="1636956"/>
                <a:ext cx="152400" cy="152400"/>
              </a:xfrm>
              <a:prstGeom prst="ellipse">
                <a:avLst/>
              </a:pr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" name="Group 2"/>
              <p:cNvGrpSpPr/>
              <p:nvPr/>
            </p:nvGrpSpPr>
            <p:grpSpPr>
              <a:xfrm>
                <a:off x="313793" y="1126223"/>
                <a:ext cx="1300262" cy="1266487"/>
                <a:chOff x="313793" y="1126223"/>
                <a:chExt cx="1300262" cy="1266487"/>
              </a:xfrm>
            </p:grpSpPr>
            <p:grpSp>
              <p:nvGrpSpPr>
                <p:cNvPr id="18" name="Group 17"/>
                <p:cNvGrpSpPr>
                  <a:grpSpLocks/>
                </p:cNvGrpSpPr>
                <p:nvPr/>
              </p:nvGrpSpPr>
              <p:grpSpPr bwMode="auto">
                <a:xfrm>
                  <a:off x="471055" y="1126223"/>
                  <a:ext cx="1143000" cy="1266487"/>
                  <a:chOff x="3505200" y="2232363"/>
                  <a:chExt cx="1143000" cy="1266487"/>
                </a:xfrm>
              </p:grpSpPr>
              <p:sp>
                <p:nvSpPr>
                  <p:cNvPr id="21" name="Rectangle 4"/>
                  <p:cNvSpPr>
                    <a:spLocks noChangeArrowheads="1"/>
                  </p:cNvSpPr>
                  <p:nvPr/>
                </p:nvSpPr>
                <p:spPr bwMode="auto">
                  <a:xfrm>
                    <a:off x="3505200" y="2263775"/>
                    <a:ext cx="1143000" cy="12350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2075" tIns="46038" rIns="92075" bIns="46038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r>
                      <a:rPr lang="en-US" altLang="en-US" sz="7500" dirty="0" err="1">
                        <a:latin typeface="Arial" panose="020B0604020202020204" pitchFamily="34" charset="0"/>
                      </a:rPr>
                      <a:t>Cl</a:t>
                    </a:r>
                    <a:endParaRPr lang="en-US" altLang="en-US" sz="75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" name="Oval 5"/>
                  <p:cNvSpPr>
                    <a:spLocks noChangeArrowheads="1"/>
                  </p:cNvSpPr>
                  <p:nvPr/>
                </p:nvSpPr>
                <p:spPr bwMode="auto">
                  <a:xfrm>
                    <a:off x="3826625" y="2232363"/>
                    <a:ext cx="152400" cy="152400"/>
                  </a:xfrm>
                  <a:prstGeom prst="ellipse">
                    <a:avLst/>
                  </a:pr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34" name="Oval 5"/>
                <p:cNvSpPr>
                  <a:spLocks noChangeArrowheads="1"/>
                </p:cNvSpPr>
                <p:nvPr/>
              </p:nvSpPr>
              <p:spPr bwMode="auto">
                <a:xfrm>
                  <a:off x="313793" y="1789459"/>
                  <a:ext cx="152400" cy="152400"/>
                </a:xfrm>
                <a:prstGeom prst="ellipse">
                  <a:avLst/>
                </a:pr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5" name="Oval 5"/>
              <p:cNvSpPr>
                <a:spLocks noChangeArrowheads="1"/>
              </p:cNvSpPr>
              <p:nvPr/>
            </p:nvSpPr>
            <p:spPr bwMode="auto">
              <a:xfrm>
                <a:off x="1004454" y="1130941"/>
                <a:ext cx="152400" cy="152400"/>
              </a:xfrm>
              <a:prstGeom prst="ellipse">
                <a:avLst/>
              </a:pr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6" name="Oval 5"/>
              <p:cNvSpPr>
                <a:spLocks noChangeArrowheads="1"/>
              </p:cNvSpPr>
              <p:nvPr/>
            </p:nvSpPr>
            <p:spPr bwMode="auto">
              <a:xfrm>
                <a:off x="1537855" y="1923871"/>
                <a:ext cx="152400" cy="152400"/>
              </a:xfrm>
              <a:prstGeom prst="ellipse">
                <a:avLst/>
              </a:pr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37" name="Oval 5"/>
            <p:cNvSpPr>
              <a:spLocks noChangeArrowheads="1"/>
            </p:cNvSpPr>
            <p:nvPr/>
          </p:nvSpPr>
          <p:spPr bwMode="auto">
            <a:xfrm>
              <a:off x="1080654" y="2347163"/>
              <a:ext cx="152400" cy="152400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83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32" grpId="0"/>
      <p:bldP spid="7" grpId="0" animBg="1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83" y="1008524"/>
            <a:ext cx="10295316" cy="5616881"/>
          </a:xfrm>
          <a:prstGeom prst="rect">
            <a:avLst/>
          </a:prstGeom>
        </p:spPr>
      </p:pic>
      <p:sp>
        <p:nvSpPr>
          <p:cNvPr id="8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LEWIS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4145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tắc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53008" y="4889156"/>
            <a:ext cx="4144259" cy="1953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H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 are 2 e</a:t>
            </a:r>
            <a:r>
              <a:rPr lang="en-US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P </a:t>
            </a:r>
            <a:r>
              <a:rPr lang="en-US" sz="2800" dirty="0" err="1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 e</a:t>
            </a:r>
            <a:r>
              <a:rPr lang="en-US" sz="2800" baseline="30000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12 e</a:t>
            </a:r>
            <a:r>
              <a:rPr lang="en-US" sz="2800" baseline="30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2" name="Rectangle 1"/>
          <p:cNvSpPr/>
          <p:nvPr/>
        </p:nvSpPr>
        <p:spPr>
          <a:xfrm>
            <a:off x="151680" y="814176"/>
            <a:ext cx="1185808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 algn="just">
              <a:lnSpc>
                <a:spcPct val="150000"/>
              </a:lnSpc>
            </a:pP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trơ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altLang="en-US" sz="28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 1s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altLang="en-US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hiếm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09880" y="2805129"/>
            <a:ext cx="1070369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0099"/>
              </a:buClr>
              <a:buSzPct val="80000"/>
            </a:pP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 TẮC BÁT TỬ</a:t>
            </a:r>
            <a:r>
              <a:rPr lang="en-US" altLang="en-US" sz="32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hay chia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sẻ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electron </a:t>
            </a:r>
            <a:r>
              <a:rPr lang="en-US" altLang="en-US" sz="28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altLang="en-US" sz="28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8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 electron pairs)</a:t>
            </a:r>
            <a:r>
              <a:rPr lang="en-US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en-US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r>
              <a:rPr lang="en-US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rved Right Arrow 4"/>
          <p:cNvSpPr/>
          <p:nvPr/>
        </p:nvSpPr>
        <p:spPr>
          <a:xfrm rot="19852880">
            <a:off x="306336" y="2995735"/>
            <a:ext cx="448887" cy="752220"/>
          </a:xfrm>
          <a:prstGeom prst="curved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7790" y="4345472"/>
            <a:ext cx="66704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r>
              <a:rPr lang="en-US" altLang="en-US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278314" y="5180887"/>
            <a:ext cx="4918157" cy="1520488"/>
            <a:chOff x="3434296" y="3490390"/>
            <a:chExt cx="3967974" cy="1318903"/>
          </a:xfrm>
        </p:grpSpPr>
        <p:grpSp>
          <p:nvGrpSpPr>
            <p:cNvPr id="12" name="Group 11"/>
            <p:cNvGrpSpPr/>
            <p:nvPr/>
          </p:nvGrpSpPr>
          <p:grpSpPr>
            <a:xfrm>
              <a:off x="3434296" y="3490390"/>
              <a:ext cx="1696726" cy="1307370"/>
              <a:chOff x="2061221" y="3782333"/>
              <a:chExt cx="1696726" cy="1307370"/>
            </a:xfrm>
          </p:grpSpPr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61221" y="3782333"/>
                <a:ext cx="1257444" cy="1188720"/>
              </a:xfrm>
              <a:prstGeom prst="rect">
                <a:avLst/>
              </a:prstGeom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3131728" y="4635851"/>
                <a:ext cx="626219" cy="4538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solidFill>
                      <a:srgbClr val="A27B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PF</a:t>
                </a:r>
                <a:r>
                  <a:rPr lang="en-US" sz="2800" b="1" baseline="-25000" dirty="0">
                    <a:solidFill>
                      <a:srgbClr val="A27B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</p:grp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62247" y="3492493"/>
              <a:ext cx="1304321" cy="118872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6776051" y="4355441"/>
              <a:ext cx="626219" cy="4538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SF</a:t>
              </a:r>
              <a:r>
                <a:rPr lang="en-US" sz="2800" b="1" baseline="-250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279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  <p:bldP spid="5" grpId="0" animBg="1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 TRÚC LEWIS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F8C62-0402-D1F1-7B42-A5E39E2A4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108" y="2134730"/>
            <a:ext cx="3549463" cy="624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 TRÚC LEWIS</a:t>
            </a:r>
            <a:endParaRPr kumimoji="0" lang="en-US" sz="2800" b="1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CBD8D4-36A5-F273-AD76-4A352B09A386}"/>
              </a:ext>
            </a:extLst>
          </p:cNvPr>
          <p:cNvCxnSpPr>
            <a:stCxn id="11" idx="3"/>
          </p:cNvCxnSpPr>
          <p:nvPr/>
        </p:nvCxnSpPr>
        <p:spPr>
          <a:xfrm flipV="1">
            <a:off x="4371571" y="1513114"/>
            <a:ext cx="849086" cy="933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C000E47-BD91-FDB3-6C5D-7FF7487B9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337" y="965508"/>
            <a:ext cx="2928977" cy="624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endParaRPr kumimoji="0" lang="en-US" sz="2800" b="1" i="0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1E2B38-20B0-ED0A-467B-10EBF69D6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336" y="1980056"/>
            <a:ext cx="3320864" cy="624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endParaRPr kumimoji="0" lang="en-US" sz="2800" b="1" i="0" strike="noStrike" cap="none" normalizeH="0" baseline="0" dirty="0">
              <a:ln>
                <a:noFill/>
              </a:ln>
              <a:solidFill>
                <a:srgbClr val="CC00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45B267-4F44-8F5B-E24F-1DEDF6FA6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336" y="2909395"/>
            <a:ext cx="6434177" cy="6348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3200" b="1" i="1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kumimoji="0" lang="en-US" sz="3200" b="1" i="1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200" b="1" i="1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kumimoji="0" lang="en-US" sz="3200" b="1" i="1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200" b="1" i="1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kumimoji="0" lang="en-US" sz="3200" b="1" i="1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200" b="1" i="1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kumimoji="0" lang="en-US" sz="3200" b="1" i="1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⇢ </a:t>
            </a:r>
            <a:r>
              <a:rPr kumimoji="0" lang="en-US" sz="3200" b="1" i="1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kumimoji="0" lang="en-US" sz="3200" b="1" i="1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200" b="1" i="1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kumimoji="0" lang="en-US" sz="3200" b="1" i="1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200" b="1" i="1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endParaRPr kumimoji="0" lang="en-US" sz="2800" b="1" i="0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96EC1A1-A6A5-E174-0CB6-C9BC58860507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371571" y="2290052"/>
            <a:ext cx="1000765" cy="156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39423AF-7651-79E1-5569-81C685BDD963}"/>
              </a:ext>
            </a:extLst>
          </p:cNvPr>
          <p:cNvCxnSpPr>
            <a:cxnSpLocks/>
            <a:stCxn id="11" idx="3"/>
            <a:endCxn id="20" idx="1"/>
          </p:cNvCxnSpPr>
          <p:nvPr/>
        </p:nvCxnSpPr>
        <p:spPr>
          <a:xfrm>
            <a:off x="4371571" y="2446999"/>
            <a:ext cx="1000765" cy="779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B4B0878-3495-7E3D-D082-089FAEE8A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623" y="3904763"/>
            <a:ext cx="10248663" cy="624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0" lang="en-US" sz="3200" b="1" i="1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kumimoji="0" lang="en-US" sz="3200" b="1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200" b="1" i="1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kumimoji="0" lang="en-US" sz="3200" b="1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kumimoji="0" lang="en-US" sz="3200" b="1" i="1" strike="noStrike" cap="none" normalizeH="0" baseline="300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sz="3200" b="1" i="1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200" b="1" i="1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kumimoji="0" lang="en-US" sz="3200" b="1" i="1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200" b="1" i="1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kumimoji="0" lang="en-US" sz="3200" b="1" i="1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sz="3200" b="1" i="1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kumimoji="0" lang="en-US" sz="3200" b="1" i="1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200" b="1" i="1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kumimoji="0" lang="en-US" sz="3200" b="1" i="1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A) = </a:t>
            </a:r>
            <a:r>
              <a:rPr kumimoji="0" lang="en-US" sz="3200" b="1" i="1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kumimoji="0" lang="en-US" sz="3200" b="1" i="1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200" b="1" i="1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kumimoji="0" lang="en-US" sz="3200" b="1" i="1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200" b="1" i="1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kumimoji="0" lang="en-US" sz="3200" b="1" i="1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200" b="1" i="1" strike="noStrike" cap="none" normalizeH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endParaRPr kumimoji="0" lang="en-US" sz="2800" b="1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167C4D-1F48-E910-7B81-621857616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108" y="4730404"/>
            <a:ext cx="10775663" cy="54323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800" b="1" i="1" u="sng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kumimoji="0" lang="en-US" sz="2800" b="1" i="1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800" b="1" i="1" u="sng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 </a:t>
            </a:r>
            <a:r>
              <a:rPr kumimoji="0" lang="en-US" sz="2800" i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Be </a:t>
            </a:r>
            <a:r>
              <a:rPr kumimoji="0" lang="en-US" sz="2800" i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B </a:t>
            </a:r>
            <a:r>
              <a:rPr kumimoji="0" lang="en-US" sz="2800" i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C </a:t>
            </a:r>
            <a:r>
              <a:rPr kumimoji="0" lang="en-US" sz="2800" i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Si </a:t>
            </a:r>
            <a:r>
              <a:rPr kumimoji="0" lang="en-US" sz="2800" i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N, P </a:t>
            </a:r>
            <a:r>
              <a:rPr kumimoji="0" lang="en-US" sz="2800" i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O, S </a:t>
            </a:r>
            <a:r>
              <a:rPr kumimoji="0" lang="en-US" sz="2800" i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Halogen </a:t>
            </a:r>
            <a:r>
              <a:rPr kumimoji="0" lang="en-US" sz="2800" i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(7)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sz="2800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BE08A9D-9F17-6509-818F-199DF040D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622" y="5471463"/>
            <a:ext cx="10248663" cy="624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0" lang="en-US" sz="3200" b="1" i="1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kumimoji="0" lang="en-US" sz="3200" b="1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200" b="1" i="1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cặp</a:t>
            </a:r>
            <a:r>
              <a:rPr kumimoji="0" lang="en-US" sz="3200" b="1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kumimoji="0" lang="en-US" sz="3200" b="1" i="1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kumimoji="0" lang="en-US" sz="3200" b="1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200" b="1" i="1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kumimoji="0" lang="en-US" sz="3200" b="1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sz="3200" b="1" i="1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kumimoji="0" lang="en-US" sz="3200" b="1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”-”):</a:t>
            </a:r>
            <a:endParaRPr kumimoji="0" lang="en-US" sz="2800" b="1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E0682A7-CDD1-AB28-D59E-07A6A9DE5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107" y="6188168"/>
            <a:ext cx="10775663" cy="54323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800" b="1" i="1" u="sng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kumimoji="0" lang="en-US" sz="2800" b="1" i="1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800" b="1" i="1" u="sng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H, halogen </a:t>
            </a:r>
            <a:r>
              <a:rPr kumimoji="0" lang="en-US" sz="2800" i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C </a:t>
            </a:r>
            <a:r>
              <a:rPr kumimoji="0" lang="en-US" sz="2800" i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N, P </a:t>
            </a:r>
            <a:r>
              <a:rPr kumimoji="0" lang="en-US" sz="2800" i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O, S </a:t>
            </a:r>
            <a:r>
              <a:rPr kumimoji="0" lang="en-US" sz="2800" i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0" lang="en-US" sz="2800" i="1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sz="2800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9106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6647" y="2748954"/>
            <a:ext cx="11506442" cy="396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082675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99"/>
              </a:buClr>
              <a:buSzPct val="80000"/>
              <a:buFont typeface="Wingdings" pitchFamily="2" charset="2"/>
              <a:buChar char="ü"/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sẻ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082675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99"/>
              </a:buClr>
              <a:buSzPct val="80000"/>
              <a:buFont typeface="Wingdings" pitchFamily="2" charset="2"/>
              <a:buChar char="ü"/>
              <a:defRPr/>
            </a:pP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sz="3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hiếm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082675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99"/>
              </a:buClr>
              <a:buSzPct val="80000"/>
              <a:buFont typeface="Wingdings" pitchFamily="2" charset="2"/>
              <a:buChar char="ü"/>
              <a:defRPr/>
            </a:pPr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9548" y="902976"/>
            <a:ext cx="6716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  <a:defRPr/>
            </a:pP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đinh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cặp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>
          <a:xfrm>
            <a:off x="4603076" y="1760101"/>
            <a:ext cx="2553584" cy="830997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  <a:defRPr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N - A</a:t>
            </a: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90010A1B-690F-E7AD-7349-D23A9314851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 TRÚC LEWIS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35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7819" y="6396353"/>
            <a:ext cx="529402" cy="428557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91" r="23479" b="26666"/>
          <a:stretch>
            <a:fillRect/>
          </a:stretch>
        </p:blipFill>
        <p:spPr bwMode="auto">
          <a:xfrm>
            <a:off x="1793461" y="1361831"/>
            <a:ext cx="83629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00" t="73334"/>
          <a:stretch>
            <a:fillRect/>
          </a:stretch>
        </p:blipFill>
        <p:spPr bwMode="auto">
          <a:xfrm>
            <a:off x="2971800" y="4096930"/>
            <a:ext cx="5304905" cy="128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5143936"/>
            <a:ext cx="26289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30" b="82372"/>
          <a:stretch>
            <a:fillRect/>
          </a:stretch>
        </p:blipFill>
        <p:spPr bwMode="auto">
          <a:xfrm>
            <a:off x="151680" y="1068806"/>
            <a:ext cx="2612571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852449" y="5596915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2418" y="5380690"/>
            <a:ext cx="13805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F-F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241" y="4492101"/>
            <a:ext cx="630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829B6BAB-EB5B-3623-C8DA-6FDA29C190B3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 TRÚC LEWIS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3895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80" y="1004290"/>
            <a:ext cx="7472363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26" y="2401509"/>
            <a:ext cx="10979087" cy="27844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894" y="5392985"/>
            <a:ext cx="63611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45491" y="1124620"/>
            <a:ext cx="17870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C: 2s</a:t>
            </a:r>
            <a:r>
              <a:rPr lang="en-US" sz="3200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3200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S: 3s</a:t>
            </a:r>
            <a:r>
              <a:rPr lang="en-US" sz="3200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3200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7857DFEA-052B-9480-8F74-86DB8DA0F895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 TRÚC LEWIS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9017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4051" y="6459785"/>
            <a:ext cx="593170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40" t="15353" r="10297" b="31102"/>
          <a:stretch>
            <a:fillRect/>
          </a:stretch>
        </p:blipFill>
        <p:spPr bwMode="auto">
          <a:xfrm>
            <a:off x="1363287" y="1776790"/>
            <a:ext cx="10210763" cy="2290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843" y="4964360"/>
            <a:ext cx="44958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166" b="77953"/>
          <a:stretch>
            <a:fillRect/>
          </a:stretch>
        </p:blipFill>
        <p:spPr bwMode="auto">
          <a:xfrm>
            <a:off x="151680" y="1000938"/>
            <a:ext cx="2575172" cy="1100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6" t="83501" r="69046" b="-5405"/>
          <a:stretch>
            <a:fillRect/>
          </a:stretch>
        </p:blipFill>
        <p:spPr bwMode="auto">
          <a:xfrm>
            <a:off x="3336057" y="4275922"/>
            <a:ext cx="5607560" cy="109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6348468" y="5450711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8935" y="5234486"/>
            <a:ext cx="28344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O=C=O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E1BC836-FFEF-7192-E123-64E4769E7C33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 TRÚC LEWIS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625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71069" y="6421553"/>
            <a:ext cx="496151" cy="403357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94" r="2165" b="28204"/>
          <a:stretch>
            <a:fillRect/>
          </a:stretch>
        </p:blipFill>
        <p:spPr bwMode="auto">
          <a:xfrm>
            <a:off x="767604" y="1987421"/>
            <a:ext cx="10626235" cy="2567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190" y="4462578"/>
            <a:ext cx="2438400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118" b="79488"/>
          <a:stretch>
            <a:fillRect/>
          </a:stretch>
        </p:blipFill>
        <p:spPr bwMode="auto">
          <a:xfrm>
            <a:off x="151680" y="1100730"/>
            <a:ext cx="2881746" cy="886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C550EE7-CB45-2FC8-E518-015F19EDD96F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 TRÚC LEWIS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7092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77000"/>
            <a:ext cx="579278" cy="347910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76" y="895929"/>
            <a:ext cx="10671491" cy="558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B43F652-24C4-CA92-9D48-46544DAF19CE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 TRÚC LEWIS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2352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06CFC9F-E5DD-1777-F321-1A3684631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2850"/>
            <a:ext cx="8763000" cy="407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751602" y="3886232"/>
            <a:ext cx="10254646" cy="206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en-US" sz="2800" dirty="0" err="1">
                <a:cs typeface="Times New Roman" panose="02020603050405020304" pitchFamily="18" charset="0"/>
              </a:rPr>
              <a:t>Sự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kết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hợp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rgbClr val="0000FF"/>
                </a:solidFill>
                <a:cs typeface="Times New Roman" panose="02020603050405020304" pitchFamily="18" charset="0"/>
              </a:rPr>
              <a:t>1AO s + 1 AO p </a:t>
            </a:r>
            <a:r>
              <a:rPr lang="en-US" altLang="zh-TW" sz="2800" b="1" dirty="0">
                <a:solidFill>
                  <a:srgbClr val="0000FF"/>
                </a:solidFill>
                <a:cs typeface="Times New Roman" panose="02020603050405020304" pitchFamily="18" charset="0"/>
                <a:sym typeface="Permanent Marker"/>
              </a:rPr>
              <a:t>→</a:t>
            </a:r>
            <a:r>
              <a:rPr lang="en-US" altLang="en-US" sz="2800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zh-TW" sz="2800" b="1" dirty="0">
                <a:solidFill>
                  <a:srgbClr val="0000FF"/>
                </a:solidFill>
                <a:cs typeface="Times New Roman" panose="02020603050405020304" pitchFamily="18" charset="0"/>
                <a:sym typeface="Permanent Marker"/>
              </a:rPr>
              <a:t>2AO </a:t>
            </a:r>
            <a:r>
              <a:rPr lang="en-US" altLang="zh-TW" sz="2800" b="1" dirty="0" err="1">
                <a:solidFill>
                  <a:srgbClr val="0000FF"/>
                </a:solidFill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2800" b="1" dirty="0">
                <a:solidFill>
                  <a:srgbClr val="0000FF"/>
                </a:solidFill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b="1" dirty="0">
                <a:solidFill>
                  <a:srgbClr val="0000FF"/>
                </a:solidFill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cs typeface="Times New Roman" panose="02020603050405020304" pitchFamily="18" charset="0"/>
                <a:sym typeface="Permanent Marker"/>
              </a:rPr>
              <a:t>sp</a:t>
            </a:r>
            <a:r>
              <a:rPr lang="en-US" altLang="zh-TW" sz="2800" dirty="0">
                <a:cs typeface="Times New Roman" panose="02020603050405020304" pitchFamily="18" charset="0"/>
                <a:sym typeface="Permanent Marker"/>
              </a:rPr>
              <a:t>, </a:t>
            </a:r>
            <a:r>
              <a:rPr lang="en-US" altLang="zh-TW" sz="2800" dirty="0" err="1">
                <a:cs typeface="Times New Roman" panose="02020603050405020304" pitchFamily="18" charset="0"/>
                <a:sym typeface="Permanent Marker"/>
              </a:rPr>
              <a:t>còn</a:t>
            </a:r>
            <a:r>
              <a:rPr lang="en-US" altLang="zh-TW" sz="2800" dirty="0"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cs typeface="Times New Roman" panose="02020603050405020304" pitchFamily="18" charset="0"/>
                <a:sym typeface="Permanent Marker"/>
              </a:rPr>
              <a:t>dư</a:t>
            </a:r>
            <a:r>
              <a:rPr lang="en-US" altLang="zh-TW" sz="2800" dirty="0">
                <a:cs typeface="Times New Roman" panose="02020603050405020304" pitchFamily="18" charset="0"/>
                <a:sym typeface="Permanent Marker"/>
              </a:rPr>
              <a:t> 2AO p;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2AO </a:t>
            </a:r>
            <a:r>
              <a:rPr lang="en-US" altLang="zh-TW" sz="2800" dirty="0" err="1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lai</a:t>
            </a:r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dirty="0" err="1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hóa</a:t>
            </a:r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dirty="0" err="1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sp</a:t>
            </a:r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định</a:t>
            </a:r>
            <a:r>
              <a:rPr lang="en-US" altLang="zh-TW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hướng</a:t>
            </a:r>
            <a:r>
              <a:rPr lang="en-US" altLang="zh-TW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thẳng</a:t>
            </a:r>
            <a:r>
              <a:rPr lang="en-US" altLang="zh-TW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góc</a:t>
            </a:r>
            <a:r>
              <a:rPr lang="en-US" altLang="zh-TW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, </a:t>
            </a:r>
            <a:r>
              <a:rPr lang="en-US" altLang="zh-TW" sz="2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góc</a:t>
            </a:r>
            <a:r>
              <a:rPr lang="en-US" altLang="zh-TW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lai</a:t>
            </a:r>
            <a:r>
              <a:rPr lang="en-US" altLang="zh-TW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hóa</a:t>
            </a:r>
            <a:r>
              <a:rPr lang="en-US" altLang="zh-TW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180</a:t>
            </a:r>
            <a:r>
              <a:rPr lang="en-US" altLang="zh-TW" sz="2800" b="1" baseline="30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o</a:t>
            </a:r>
            <a:r>
              <a:rPr lang="en-US" altLang="zh-TW" sz="2800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;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Lưu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ý: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n AO </a:t>
            </a:r>
            <a:r>
              <a:rPr lang="en-US" altLang="en-US" sz="2800" dirty="0" err="1">
                <a:cs typeface="Times New Roman" panose="02020603050405020304" pitchFamily="18" charset="0"/>
              </a:rPr>
              <a:t>lai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hóa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sẽ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tạo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ra</a:t>
            </a:r>
            <a:r>
              <a:rPr lang="en-US" altLang="en-US" sz="2800" dirty="0">
                <a:cs typeface="Times New Roman" panose="02020603050405020304" pitchFamily="18" charset="0"/>
              </a:rPr>
              <a:t> n </a:t>
            </a:r>
            <a:r>
              <a:rPr lang="en-US" altLang="en-US" sz="2800" dirty="0" err="1">
                <a:cs typeface="Times New Roman" panose="02020603050405020304" pitchFamily="18" charset="0"/>
              </a:rPr>
              <a:t>giá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cs typeface="Times New Roman" panose="02020603050405020304" pitchFamily="18" charset="0"/>
              </a:rPr>
              <a:t> AO </a:t>
            </a:r>
            <a:r>
              <a:rPr lang="en-US" altLang="en-US" sz="2800" dirty="0" err="1">
                <a:cs typeface="Times New Roman" panose="02020603050405020304" pitchFamily="18" charset="0"/>
              </a:rPr>
              <a:t>lai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hóa</a:t>
            </a:r>
            <a:r>
              <a:rPr lang="en-US" altLang="en-US" sz="28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68314" y="987536"/>
            <a:ext cx="9870616" cy="2720867"/>
            <a:chOff x="1089002" y="3923339"/>
            <a:chExt cx="10498941" cy="2884946"/>
          </a:xfrm>
        </p:grpSpPr>
        <p:grpSp>
          <p:nvGrpSpPr>
            <p:cNvPr id="16" name="Group 15"/>
            <p:cNvGrpSpPr/>
            <p:nvPr/>
          </p:nvGrpSpPr>
          <p:grpSpPr>
            <a:xfrm>
              <a:off x="1089002" y="4047340"/>
              <a:ext cx="2615916" cy="2625090"/>
              <a:chOff x="1017270" y="1798320"/>
              <a:chExt cx="2615916" cy="2625090"/>
            </a:xfrm>
          </p:grpSpPr>
          <p:grpSp>
            <p:nvGrpSpPr>
              <p:cNvPr id="17" name="Group 16"/>
              <p:cNvGrpSpPr/>
              <p:nvPr/>
            </p:nvGrpSpPr>
            <p:grpSpPr>
              <a:xfrm>
                <a:off x="1017270" y="1798320"/>
                <a:ext cx="2615916" cy="2625090"/>
                <a:chOff x="1139190" y="1562100"/>
                <a:chExt cx="2615916" cy="2625090"/>
              </a:xfrm>
            </p:grpSpPr>
            <p:pic>
              <p:nvPicPr>
                <p:cNvPr id="23" name="Picture 22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39190" y="1562100"/>
                  <a:ext cx="2324100" cy="838200"/>
                </a:xfrm>
                <a:prstGeom prst="rect">
                  <a:avLst/>
                </a:prstGeom>
              </p:spPr>
            </p:pic>
            <p:pic>
              <p:nvPicPr>
                <p:cNvPr id="24" name="Picture 23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07181" y="3272790"/>
                  <a:ext cx="2447925" cy="914400"/>
                </a:xfrm>
                <a:prstGeom prst="rect">
                  <a:avLst/>
                </a:prstGeom>
              </p:spPr>
            </p:pic>
            <p:sp>
              <p:nvSpPr>
                <p:cNvPr id="25" name="Left Brace 24"/>
                <p:cNvSpPr/>
                <p:nvPr/>
              </p:nvSpPr>
              <p:spPr>
                <a:xfrm rot="16200000">
                  <a:off x="1452262" y="2132948"/>
                  <a:ext cx="720090" cy="1346233"/>
                </a:xfrm>
                <a:prstGeom prst="leftBrac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1812307" y="2844927"/>
                  <a:ext cx="15183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Hybridization</a:t>
                  </a:r>
                </a:p>
              </p:txBody>
            </p:sp>
          </p:grpSp>
          <p:sp>
            <p:nvSpPr>
              <p:cNvPr id="18" name="TextBox 17"/>
              <p:cNvSpPr txBox="1"/>
              <p:nvPr/>
            </p:nvSpPr>
            <p:spPr>
              <a:xfrm>
                <a:off x="1047750" y="2097799"/>
                <a:ext cx="4876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841501" y="2104414"/>
                <a:ext cx="4876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217947" y="3562909"/>
                <a:ext cx="4876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688588" y="3573614"/>
                <a:ext cx="4876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</a:p>
            </p:txBody>
          </p:sp>
        </p:grp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93920" y="3923339"/>
              <a:ext cx="3328141" cy="2884946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63818" y="4808484"/>
              <a:ext cx="2524125" cy="1390650"/>
            </a:xfrm>
            <a:prstGeom prst="rect">
              <a:avLst/>
            </a:prstGeom>
          </p:spPr>
        </p:pic>
      </p:grpSp>
      <p:sp>
        <p:nvSpPr>
          <p:cNvPr id="28" name="Rectangle 27"/>
          <p:cNvSpPr/>
          <p:nvPr/>
        </p:nvSpPr>
        <p:spPr>
          <a:xfrm>
            <a:off x="121529" y="6045809"/>
            <a:ext cx="120237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Ví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dụ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sp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CO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BeH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BeX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CdX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2,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HgX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(X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halogen)</a:t>
            </a:r>
            <a:endParaRPr lang="en-US" altLang="zh-TW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</p:spTree>
    <p:extLst>
      <p:ext uri="{BB962C8B-B14F-4D97-AF65-F5344CB8AC3E}">
        <p14:creationId xmlns:p14="http://schemas.microsoft.com/office/powerpoint/2010/main" val="217406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06CFC9F-E5DD-1777-F321-1A3684631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2850"/>
            <a:ext cx="8763000" cy="407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2734"/>
            <a:ext cx="12192000" cy="5225266"/>
          </a:xfrm>
          <a:prstGeom prst="rect">
            <a:avLst/>
          </a:prstGeom>
        </p:spPr>
      </p:pic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4999976" y="1344908"/>
            <a:ext cx="72628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sz="2800" dirty="0" err="1">
                <a:cs typeface="Times New Roman" panose="02020603050405020304" pitchFamily="18" charset="0"/>
              </a:rPr>
              <a:t>Trạng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thái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electron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độc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thân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liên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kết</a:t>
            </a:r>
            <a:endParaRPr lang="en-US" altLang="en-US" sz="2800" dirty="0">
              <a:cs typeface="Times New Roman" panose="02020603050405020304" pitchFamily="18" charset="0"/>
            </a:endParaRPr>
          </a:p>
        </p:txBody>
      </p:sp>
      <p:cxnSp>
        <p:nvCxnSpPr>
          <p:cNvPr id="50" name="Straight Arrow Connector 49"/>
          <p:cNvCxnSpPr>
            <a:cxnSpLocks noChangeShapeType="1"/>
          </p:cNvCxnSpPr>
          <p:nvPr/>
        </p:nvCxnSpPr>
        <p:spPr bwMode="auto">
          <a:xfrm flipV="1">
            <a:off x="4758775" y="1632734"/>
            <a:ext cx="311989" cy="100921"/>
          </a:xfrm>
          <a:prstGeom prst="straightConnector1">
            <a:avLst/>
          </a:prstGeom>
          <a:noFill/>
          <a:ln w="25400" algn="ctr">
            <a:solidFill>
              <a:srgbClr val="000099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53194" y="872806"/>
            <a:ext cx="501757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350838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7938" lvl="1" indent="0">
              <a:lnSpc>
                <a:spcPts val="3100"/>
              </a:lnSpc>
              <a:spcBef>
                <a:spcPts val="600"/>
              </a:spcBef>
              <a:spcAft>
                <a:spcPts val="900"/>
              </a:spcAft>
              <a:buClr>
                <a:srgbClr val="003399"/>
              </a:buClr>
              <a:buSzPct val="80000"/>
            </a:pP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BeCl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alt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9" name="Group 58"/>
          <p:cNvGrpSpPr/>
          <p:nvPr/>
        </p:nvGrpSpPr>
        <p:grpSpPr>
          <a:xfrm>
            <a:off x="609012" y="2893939"/>
            <a:ext cx="3214843" cy="2834563"/>
            <a:chOff x="609012" y="2893939"/>
            <a:chExt cx="3214843" cy="2834563"/>
          </a:xfrm>
        </p:grpSpPr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609012" y="3789510"/>
              <a:ext cx="3214843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Trạng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thái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kích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thích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xuất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hiện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2 e</a:t>
              </a:r>
              <a:r>
                <a:rPr lang="en-US" alt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độc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thân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ở AO 2s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và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AO 2p →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hình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thành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lai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hóa</a:t>
              </a: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sp</a:t>
              </a:r>
              <a:endParaRPr lang="en-US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6" name="Straight Arrow Connector 55"/>
            <p:cNvCxnSpPr>
              <a:cxnSpLocks noChangeShapeType="1"/>
            </p:cNvCxnSpPr>
            <p:nvPr/>
          </p:nvCxnSpPr>
          <p:spPr bwMode="auto">
            <a:xfrm flipH="1">
              <a:off x="2309094" y="2893939"/>
              <a:ext cx="1182252" cy="819459"/>
            </a:xfrm>
            <a:prstGeom prst="straightConnector1">
              <a:avLst/>
            </a:prstGeom>
            <a:noFill/>
            <a:ln w="25400" algn="ctr">
              <a:solidFill>
                <a:srgbClr val="000099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63"/>
          <p:cNvSpPr>
            <a:spLocks noChangeArrowheads="1"/>
          </p:cNvSpPr>
          <p:nvPr/>
        </p:nvSpPr>
        <p:spPr bwMode="auto">
          <a:xfrm>
            <a:off x="9857467" y="2092932"/>
            <a:ext cx="2152297" cy="2631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338138" algn="just">
              <a:spcBef>
                <a:spcPct val="20000"/>
              </a:spcBef>
            </a:pPr>
            <a:r>
              <a:rPr lang="en-US" altLang="en-US" sz="28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1 e</a:t>
            </a:r>
            <a:r>
              <a:rPr lang="en-US" altLang="en-US" sz="2800" baseline="300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-</a:t>
            </a:r>
            <a:r>
              <a:rPr lang="en-US" altLang="en-US" sz="28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800" dirty="0" err="1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của</a:t>
            </a:r>
            <a:r>
              <a:rPr lang="en-US" altLang="en-US" sz="28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AO </a:t>
            </a:r>
            <a:r>
              <a:rPr lang="en-US" altLang="en-US" sz="2800" dirty="0" err="1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lai</a:t>
            </a:r>
            <a:r>
              <a:rPr lang="en-US" altLang="en-US" sz="28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800" dirty="0" err="1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hóa</a:t>
            </a:r>
            <a:r>
              <a:rPr lang="en-US" altLang="en-US" sz="28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800" dirty="0" err="1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sp</a:t>
            </a:r>
            <a:r>
              <a:rPr lang="en-US" altLang="en-US" sz="28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800" dirty="0" err="1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của</a:t>
            </a:r>
            <a:r>
              <a:rPr lang="en-US" altLang="en-US" sz="28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Be </a:t>
            </a:r>
            <a:r>
              <a:rPr lang="en-US" altLang="en-US" sz="2800" dirty="0" err="1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kết</a:t>
            </a:r>
            <a:r>
              <a:rPr lang="en-US" altLang="en-US" sz="28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800" dirty="0" err="1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hợp</a:t>
            </a:r>
            <a:r>
              <a:rPr lang="en-US" altLang="en-US" sz="28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800" dirty="0" err="1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với</a:t>
            </a:r>
            <a:r>
              <a:rPr lang="en-US" altLang="en-US" sz="28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1 e</a:t>
            </a:r>
            <a:r>
              <a:rPr lang="en-US" altLang="en-US" sz="2800" baseline="300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-</a:t>
            </a:r>
            <a:r>
              <a:rPr lang="en-US" altLang="en-US" sz="28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800" dirty="0" err="1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độc</a:t>
            </a:r>
            <a:r>
              <a:rPr lang="en-US" altLang="en-US" sz="28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800" dirty="0" err="1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thân</a:t>
            </a:r>
            <a:r>
              <a:rPr lang="en-US" altLang="en-US" sz="28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800" dirty="0" err="1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của</a:t>
            </a:r>
            <a:r>
              <a:rPr lang="en-US" altLang="en-US" sz="28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AO 3p </a:t>
            </a:r>
            <a:r>
              <a:rPr lang="en-US" altLang="en-US" sz="2800" dirty="0" err="1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của</a:t>
            </a:r>
            <a:r>
              <a:rPr lang="en-US" altLang="en-US" sz="2800" dirty="0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800" dirty="0" err="1">
                <a:solidFill>
                  <a:srgbClr val="00009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Cl</a:t>
            </a:r>
            <a:endParaRPr lang="en-US" altLang="en-US" sz="2800" dirty="0">
              <a:solidFill>
                <a:srgbClr val="000099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17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3" grpId="0"/>
      <p:bldP spid="6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226558" y="929717"/>
            <a:ext cx="2645410" cy="2785022"/>
            <a:chOff x="942387" y="1348962"/>
            <a:chExt cx="2645410" cy="2785022"/>
          </a:xfrm>
        </p:grpSpPr>
        <p:grpSp>
          <p:nvGrpSpPr>
            <p:cNvPr id="34" name="Group 33"/>
            <p:cNvGrpSpPr/>
            <p:nvPr/>
          </p:nvGrpSpPr>
          <p:grpSpPr>
            <a:xfrm>
              <a:off x="942387" y="1348962"/>
              <a:ext cx="2439675" cy="1670263"/>
              <a:chOff x="1139190" y="1562100"/>
              <a:chExt cx="2439675" cy="1670263"/>
            </a:xfrm>
          </p:grpSpPr>
          <p:pic>
            <p:nvPicPr>
              <p:cNvPr id="42" name="Picture 4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9190" y="1562100"/>
                <a:ext cx="2324100" cy="838200"/>
              </a:xfrm>
              <a:prstGeom prst="rect">
                <a:avLst/>
              </a:prstGeom>
            </p:spPr>
          </p:pic>
          <p:sp>
            <p:nvSpPr>
              <p:cNvPr id="43" name="Left Brace 42"/>
              <p:cNvSpPr/>
              <p:nvPr/>
            </p:nvSpPr>
            <p:spPr>
              <a:xfrm rot="16200000">
                <a:off x="1657352" y="1927859"/>
                <a:ext cx="720090" cy="1756412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2060501" y="2863031"/>
                <a:ext cx="1518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Hybridization</a:t>
                </a:r>
              </a:p>
            </p:txBody>
          </p:sp>
        </p:grp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0822" y="3200534"/>
              <a:ext cx="2466975" cy="93345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957627" y="1662098"/>
              <a:ext cx="487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↑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771791" y="1677915"/>
              <a:ext cx="487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↑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247994" y="1668990"/>
              <a:ext cx="487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↑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647237" y="3277694"/>
              <a:ext cx="487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↑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155747" y="3266554"/>
              <a:ext cx="487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↑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104437" y="3257628"/>
              <a:ext cx="487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↑</a:t>
              </a:r>
            </a:p>
          </p:txBody>
        </p:sp>
      </p:grpSp>
      <p:pic>
        <p:nvPicPr>
          <p:cNvPr id="45" name="Picture 3" descr="FG09_1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421" y="894907"/>
            <a:ext cx="3759845" cy="262965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2084" y="982705"/>
            <a:ext cx="2470155" cy="2495886"/>
          </a:xfrm>
          <a:prstGeom prst="rect">
            <a:avLst/>
          </a:prstGeom>
        </p:spPr>
      </p:pic>
      <p:sp>
        <p:nvSpPr>
          <p:cNvPr id="22" name="矩形 4">
            <a:extLst>
              <a:ext uri="{FF2B5EF4-FFF2-40B4-BE49-F238E27FC236}">
                <a16:creationId xmlns:a16="http://schemas.microsoft.com/office/drawing/2014/main" id="{C473D0F7-8B67-0DCF-FFFF-D1341A665772}"/>
              </a:ext>
            </a:extLst>
          </p:cNvPr>
          <p:cNvSpPr/>
          <p:nvPr/>
        </p:nvSpPr>
        <p:spPr>
          <a:xfrm>
            <a:off x="631775" y="3809018"/>
            <a:ext cx="11245807" cy="2261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1AO s + 2AO p → 3AO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sp</a:t>
            </a:r>
            <a:r>
              <a:rPr lang="en-US" altLang="zh-TW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còn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dư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1AO p;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3AO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sp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định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hướng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tam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giác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đều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góc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120</a:t>
            </a:r>
            <a:r>
              <a:rPr lang="en-US" altLang="zh-TW" sz="2800" b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;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3AO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sp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tạo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lk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l-GR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σ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hay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cặp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do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A + 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1AO p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còn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lại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tạo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lk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l-GR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π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endParaRPr lang="en-US" altLang="zh-TW" sz="2800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328" y="6119336"/>
            <a:ext cx="11461463" cy="661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88925">
              <a:lnSpc>
                <a:spcPct val="150000"/>
              </a:lnSpc>
            </a:pP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Ví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dụ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NTTTlai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sp</a:t>
            </a:r>
            <a:r>
              <a:rPr lang="en-US" altLang="zh-TW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C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BH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BX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CO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2-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NO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…</a:t>
            </a:r>
            <a:endParaRPr lang="en-US" altLang="zh-TW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</p:spTree>
    <p:extLst>
      <p:ext uri="{BB962C8B-B14F-4D97-AF65-F5344CB8AC3E}">
        <p14:creationId xmlns:p14="http://schemas.microsoft.com/office/powerpoint/2010/main" val="428167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06CFC9F-E5DD-1777-F321-1A3684631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2850"/>
            <a:ext cx="8763000" cy="407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6" y="1529542"/>
            <a:ext cx="12167221" cy="533163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9328" y="838939"/>
            <a:ext cx="5111472" cy="617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350838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7938" lvl="1" indent="0">
              <a:lnSpc>
                <a:spcPts val="3100"/>
              </a:lnSpc>
              <a:spcBef>
                <a:spcPts val="600"/>
              </a:spcBef>
              <a:spcAft>
                <a:spcPts val="900"/>
              </a:spcAft>
              <a:buClr>
                <a:srgbClr val="003399"/>
              </a:buClr>
              <a:buSzPct val="80000"/>
            </a:pP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BF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74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06CFC9F-E5DD-1777-F321-1A3684631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2850"/>
            <a:ext cx="8763000" cy="407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8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999112" y="931996"/>
            <a:ext cx="10511172" cy="2838048"/>
            <a:chOff x="1100710" y="1033594"/>
            <a:chExt cx="10511172" cy="2838048"/>
          </a:xfrm>
        </p:grpSpPr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EBE30B89-CB5C-4FDB-8BE0-4E79A4925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9710" y="1052125"/>
              <a:ext cx="3816743" cy="2819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1" name="Group 10"/>
            <p:cNvGrpSpPr/>
            <p:nvPr/>
          </p:nvGrpSpPr>
          <p:grpSpPr>
            <a:xfrm>
              <a:off x="1100710" y="1033594"/>
              <a:ext cx="2665337" cy="2617879"/>
              <a:chOff x="942387" y="1288002"/>
              <a:chExt cx="2680414" cy="2802816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942387" y="1288002"/>
                <a:ext cx="2680414" cy="1734714"/>
                <a:chOff x="1139190" y="1562100"/>
                <a:chExt cx="2680414" cy="1734714"/>
              </a:xfrm>
            </p:grpSpPr>
            <p:pic>
              <p:nvPicPr>
                <p:cNvPr id="25" name="Picture 24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39190" y="1562100"/>
                  <a:ext cx="2324100" cy="838200"/>
                </a:xfrm>
                <a:prstGeom prst="rect">
                  <a:avLst/>
                </a:prstGeom>
              </p:spPr>
            </p:pic>
            <p:sp>
              <p:nvSpPr>
                <p:cNvPr id="26" name="Left Brace 25"/>
                <p:cNvSpPr/>
                <p:nvPr/>
              </p:nvSpPr>
              <p:spPr>
                <a:xfrm rot="16200000">
                  <a:off x="1875845" y="1709366"/>
                  <a:ext cx="850794" cy="2324101"/>
                </a:xfrm>
                <a:prstGeom prst="leftBrace">
                  <a:avLst>
                    <a:gd name="adj1" fmla="val 8333"/>
                    <a:gd name="adj2" fmla="val 49344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2301240" y="2893412"/>
                  <a:ext cx="15183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Hybridization</a:t>
                  </a:r>
                </a:p>
              </p:txBody>
            </p:sp>
          </p:grp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3834" y="3185943"/>
                <a:ext cx="1990725" cy="904875"/>
              </a:xfrm>
              <a:prstGeom prst="rect">
                <a:avLst/>
              </a:prstGeom>
            </p:spPr>
          </p:pic>
          <p:sp>
            <p:nvSpPr>
              <p:cNvPr id="16" name="TextBox 15"/>
              <p:cNvSpPr txBox="1"/>
              <p:nvPr/>
            </p:nvSpPr>
            <p:spPr>
              <a:xfrm>
                <a:off x="957627" y="1601138"/>
                <a:ext cx="4876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1778788" y="1589305"/>
                <a:ext cx="4876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249429" y="1586292"/>
                <a:ext cx="4876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2728372" y="1601138"/>
                <a:ext cx="4876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150502" y="3236967"/>
                <a:ext cx="4876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616757" y="3244007"/>
                <a:ext cx="4876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071463" y="3245604"/>
                <a:ext cx="4876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2558036" y="3244007"/>
                <a:ext cx="4876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</a:t>
                </a:r>
              </a:p>
            </p:txBody>
          </p:sp>
        </p:grpSp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39249" y="1286132"/>
              <a:ext cx="2372633" cy="2219179"/>
            </a:xfrm>
            <a:prstGeom prst="rect">
              <a:avLst/>
            </a:prstGeom>
          </p:spPr>
        </p:pic>
      </p:grpSp>
      <p:sp>
        <p:nvSpPr>
          <p:cNvPr id="30" name="矩形 4">
            <a:extLst>
              <a:ext uri="{FF2B5EF4-FFF2-40B4-BE49-F238E27FC236}">
                <a16:creationId xmlns:a16="http://schemas.microsoft.com/office/drawing/2014/main" id="{C473D0F7-8B67-0DCF-FFFF-D1341A665772}"/>
              </a:ext>
            </a:extLst>
          </p:cNvPr>
          <p:cNvSpPr/>
          <p:nvPr/>
        </p:nvSpPr>
        <p:spPr>
          <a:xfrm>
            <a:off x="828484" y="3746986"/>
            <a:ext cx="10504476" cy="2261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1AO s + 3AO p → 4AO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sp</a:t>
            </a:r>
            <a:r>
              <a:rPr lang="en-US" altLang="zh-TW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;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4AO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sp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định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hướng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tứ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diện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đều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góc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109,28</a:t>
            </a:r>
            <a:r>
              <a:rPr lang="en-US" altLang="zh-TW" sz="2800" b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;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4AO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sp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tạo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lk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l-GR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σ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hay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cặp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do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A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endParaRPr lang="en-US" altLang="zh-TW" sz="2800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915" y="6081963"/>
            <a:ext cx="1216208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88925">
              <a:lnSpc>
                <a:spcPct val="150000"/>
              </a:lnSpc>
            </a:pP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Ví</a:t>
            </a:r>
            <a:r>
              <a:rPr lang="en-US" altLang="zh-TW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dụ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NTTT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sp</a:t>
            </a:r>
            <a:r>
              <a:rPr lang="en-US" altLang="zh-TW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CH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NH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</a:t>
            </a:r>
            <a:r>
              <a:rPr lang="en-US" altLang="zh-TW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+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NH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SO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</a:t>
            </a:r>
            <a:r>
              <a:rPr lang="en-US" altLang="zh-TW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2-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H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O, …</a:t>
            </a:r>
            <a:endParaRPr lang="en-US" altLang="zh-TW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</p:spTree>
    <p:extLst>
      <p:ext uri="{BB962C8B-B14F-4D97-AF65-F5344CB8AC3E}">
        <p14:creationId xmlns:p14="http://schemas.microsoft.com/office/powerpoint/2010/main" val="267651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06CFC9F-E5DD-1777-F321-1A3684631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2850"/>
            <a:ext cx="8763000" cy="407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330036"/>
            <a:ext cx="12167221" cy="552812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51680" y="961388"/>
            <a:ext cx="495907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350838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7938" lvl="1" indent="0">
              <a:lnSpc>
                <a:spcPts val="3100"/>
              </a:lnSpc>
              <a:spcBef>
                <a:spcPts val="600"/>
              </a:spcBef>
              <a:spcAft>
                <a:spcPts val="900"/>
              </a:spcAft>
              <a:buClr>
                <a:srgbClr val="003399"/>
              </a:buClr>
              <a:buSzPct val="80000"/>
            </a:pP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81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06CFC9F-E5DD-1777-F321-1A3684631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2850"/>
            <a:ext cx="8763000" cy="407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07573" y="990655"/>
            <a:ext cx="482971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350838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7938" lvl="1" indent="0">
              <a:lnSpc>
                <a:spcPts val="3100"/>
              </a:lnSpc>
              <a:spcBef>
                <a:spcPts val="600"/>
              </a:spcBef>
              <a:spcAft>
                <a:spcPts val="900"/>
              </a:spcAft>
              <a:buClr>
                <a:srgbClr val="003399"/>
              </a:buClr>
              <a:buSzPct val="80000"/>
            </a:pP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NH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37180" y="1529477"/>
            <a:ext cx="7363680" cy="4012764"/>
            <a:chOff x="138593" y="724155"/>
            <a:chExt cx="7363680" cy="4012764"/>
          </a:xfrm>
        </p:grpSpPr>
        <p:grpSp>
          <p:nvGrpSpPr>
            <p:cNvPr id="12" name="Group 11"/>
            <p:cNvGrpSpPr/>
            <p:nvPr/>
          </p:nvGrpSpPr>
          <p:grpSpPr>
            <a:xfrm>
              <a:off x="138593" y="724155"/>
              <a:ext cx="7363680" cy="3401078"/>
              <a:chOff x="138593" y="724155"/>
              <a:chExt cx="7363680" cy="3401078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>
                <a:off x="6638918" y="1892896"/>
                <a:ext cx="0" cy="182880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" name="Group 25"/>
              <p:cNvGrpSpPr/>
              <p:nvPr/>
            </p:nvGrpSpPr>
            <p:grpSpPr>
              <a:xfrm>
                <a:off x="138593" y="724155"/>
                <a:ext cx="7045970" cy="3401078"/>
                <a:chOff x="138593" y="724155"/>
                <a:chExt cx="7045970" cy="3401078"/>
              </a:xfrm>
            </p:grpSpPr>
            <p:grpSp>
              <p:nvGrpSpPr>
                <p:cNvPr id="28" name="Group 27"/>
                <p:cNvGrpSpPr/>
                <p:nvPr/>
              </p:nvGrpSpPr>
              <p:grpSpPr>
                <a:xfrm>
                  <a:off x="138593" y="724155"/>
                  <a:ext cx="7045970" cy="2730798"/>
                  <a:chOff x="169072" y="1044195"/>
                  <a:chExt cx="7045970" cy="2730798"/>
                </a:xfrm>
              </p:grpSpPr>
              <p:sp>
                <p:nvSpPr>
                  <p:cNvPr id="30" name="Flowchart: Process 131">
                    <a:extLst>
                      <a:ext uri="{FF2B5EF4-FFF2-40B4-BE49-F238E27FC236}">
                        <a16:creationId xmlns:a16="http://schemas.microsoft.com/office/drawing/2014/main" id="{56AFAF7F-8BA1-1384-05BE-EAC8944FDCF5}"/>
                      </a:ext>
                    </a:extLst>
                  </p:cNvPr>
                  <p:cNvSpPr/>
                  <p:nvPr/>
                </p:nvSpPr>
                <p:spPr>
                  <a:xfrm>
                    <a:off x="2083990" y="1849375"/>
                    <a:ext cx="362022" cy="391907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↑</a:t>
                    </a:r>
                    <a:r>
                      <a:rPr lang="en-US" sz="1400" dirty="0">
                        <a:solidFill>
                          <a:srgbClr val="CC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↓</a:t>
                    </a:r>
                  </a:p>
                </p:txBody>
              </p: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BCE0B61F-D301-B063-EF04-C26D9F4EC445}"/>
                      </a:ext>
                    </a:extLst>
                  </p:cNvPr>
                  <p:cNvSpPr txBox="1"/>
                  <p:nvPr/>
                </p:nvSpPr>
                <p:spPr>
                  <a:xfrm>
                    <a:off x="169072" y="1790386"/>
                    <a:ext cx="169309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N (2s</a:t>
                    </a:r>
                    <a:r>
                      <a:rPr lang="en-US" sz="2800" b="1" i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 sz="2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2p</a:t>
                    </a:r>
                    <a:r>
                      <a:rPr lang="en-US" sz="2800" b="1" i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r>
                      <a:rPr lang="en-US" sz="2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</a:t>
                    </a:r>
                    <a:endParaRPr lang="x-none" sz="2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DEAB4356-9717-6C25-8061-31DFE85E1069}"/>
                      </a:ext>
                    </a:extLst>
                  </p:cNvPr>
                  <p:cNvGrpSpPr/>
                  <p:nvPr/>
                </p:nvGrpSpPr>
                <p:grpSpPr>
                  <a:xfrm>
                    <a:off x="2685396" y="1750112"/>
                    <a:ext cx="1057338" cy="391906"/>
                    <a:chOff x="5506917" y="4066788"/>
                    <a:chExt cx="1209339" cy="408201"/>
                  </a:xfrm>
                </p:grpSpPr>
                <p:sp>
                  <p:nvSpPr>
                    <p:cNvPr id="41" name="Flowchart: Process 132">
                      <a:extLst>
                        <a:ext uri="{FF2B5EF4-FFF2-40B4-BE49-F238E27FC236}">
                          <a16:creationId xmlns:a16="http://schemas.microsoft.com/office/drawing/2014/main" id="{60905DB4-924B-5162-A1A1-ED2D1EBD65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06917" y="4066788"/>
                      <a:ext cx="414066" cy="408201"/>
                    </a:xfrm>
                    <a:prstGeom prst="flowChartProcess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  <a:endParaRPr lang="en-US" sz="1400" dirty="0">
                        <a:solidFill>
                          <a:srgbClr val="CC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2" name="Flowchart: Process 137">
                      <a:extLst>
                        <a:ext uri="{FF2B5EF4-FFF2-40B4-BE49-F238E27FC236}">
                          <a16:creationId xmlns:a16="http://schemas.microsoft.com/office/drawing/2014/main" id="{FC919820-E468-7084-F803-F139E11608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05278" y="4066788"/>
                      <a:ext cx="414066" cy="408201"/>
                    </a:xfrm>
                    <a:prstGeom prst="flowChartProcess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  <a:endParaRPr lang="en-US" sz="1400" dirty="0">
                        <a:solidFill>
                          <a:srgbClr val="CC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3" name="Flowchart: Process 138">
                      <a:extLst>
                        <a:ext uri="{FF2B5EF4-FFF2-40B4-BE49-F238E27FC236}">
                          <a16:creationId xmlns:a16="http://schemas.microsoft.com/office/drawing/2014/main" id="{0C9FE3DF-6A4D-4769-5ED5-9B66908CD0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02190" y="4066788"/>
                      <a:ext cx="414066" cy="408201"/>
                    </a:xfrm>
                    <a:prstGeom prst="flowChartProcess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  <a:endParaRPr lang="en-US" sz="1400" dirty="0">
                        <a:solidFill>
                          <a:srgbClr val="CC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" name="Left Brace 32"/>
                  <p:cNvSpPr/>
                  <p:nvPr/>
                </p:nvSpPr>
                <p:spPr>
                  <a:xfrm rot="5400000">
                    <a:off x="6321754" y="848538"/>
                    <a:ext cx="311260" cy="1475317"/>
                  </a:xfrm>
                  <a:prstGeom prst="leftBrac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4" name="Straight Arrow Connector 33"/>
                  <p:cNvCxnSpPr/>
                  <p:nvPr/>
                </p:nvCxnSpPr>
                <p:spPr>
                  <a:xfrm>
                    <a:off x="3971943" y="2026182"/>
                    <a:ext cx="146304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3971943" y="1626072"/>
                    <a:ext cx="154721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b="1" dirty="0">
                        <a:solidFill>
                          <a:srgbClr val="CC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Lai </a:t>
                    </a:r>
                    <a:r>
                      <a:rPr lang="en-US" sz="2000" b="1" dirty="0" err="1">
                        <a:solidFill>
                          <a:srgbClr val="CC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hóa</a:t>
                    </a:r>
                    <a:r>
                      <a:rPr lang="en-US" sz="2000" b="1" dirty="0">
                        <a:solidFill>
                          <a:srgbClr val="CC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sp</a:t>
                    </a:r>
                    <a:r>
                      <a:rPr lang="en-US" sz="2000" b="1" baseline="30000" dirty="0">
                        <a:solidFill>
                          <a:srgbClr val="CC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lang="en-US" sz="2000" b="1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6" name="Flowchart: Process 131">
                    <a:extLst>
                      <a:ext uri="{FF2B5EF4-FFF2-40B4-BE49-F238E27FC236}">
                        <a16:creationId xmlns:a16="http://schemas.microsoft.com/office/drawing/2014/main" id="{56AFAF7F-8BA1-1384-05BE-EAC8944FDCF5}"/>
                      </a:ext>
                    </a:extLst>
                  </p:cNvPr>
                  <p:cNvSpPr/>
                  <p:nvPr/>
                </p:nvSpPr>
                <p:spPr>
                  <a:xfrm>
                    <a:off x="5754963" y="1805789"/>
                    <a:ext cx="362022" cy="391906"/>
                  </a:xfrm>
                  <a:prstGeom prst="flowChartProcess">
                    <a:avLst/>
                  </a:prstGeom>
                  <a:solidFill>
                    <a:schemeClr val="accent3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↑</a:t>
                    </a:r>
                    <a:r>
                      <a:rPr lang="en-US" sz="1400" dirty="0">
                        <a:solidFill>
                          <a:srgbClr val="CC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↓</a:t>
                    </a:r>
                  </a:p>
                </p:txBody>
              </p:sp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6191015" y="1044195"/>
                    <a:ext cx="57900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sp</a:t>
                    </a:r>
                    <a:r>
                      <a:rPr lang="en-US" sz="2000" b="1" baseline="300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lang="en-US" sz="2000" b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" name="TextBox 37"/>
                  <p:cNvSpPr txBox="1"/>
                  <p:nvPr/>
                </p:nvSpPr>
                <p:spPr>
                  <a:xfrm>
                    <a:off x="5754257" y="2597381"/>
                    <a:ext cx="5180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err="1"/>
                      <a:t>lk</a:t>
                    </a:r>
                    <a:r>
                      <a:rPr lang="en-US" dirty="0"/>
                      <a:t> </a:t>
                    </a:r>
                    <a:r>
                      <a:rPr lang="el-GR" dirty="0"/>
                      <a:t>σ</a:t>
                    </a:r>
                    <a:endParaRPr lang="en-US" dirty="0"/>
                  </a:p>
                </p:txBody>
              </p:sp>
              <p:sp>
                <p:nvSpPr>
                  <p:cNvPr id="39" name="Flowchart: Process 138">
                    <a:extLst>
                      <a:ext uri="{FF2B5EF4-FFF2-40B4-BE49-F238E27FC236}">
                        <a16:creationId xmlns:a16="http://schemas.microsoft.com/office/drawing/2014/main" id="{0C9FE3DF-6A4D-4769-5ED5-9B66908CD0D0}"/>
                      </a:ext>
                    </a:extLst>
                  </p:cNvPr>
                  <p:cNvSpPr/>
                  <p:nvPr/>
                </p:nvSpPr>
                <p:spPr>
                  <a:xfrm>
                    <a:off x="6109490" y="3383086"/>
                    <a:ext cx="362022" cy="391907"/>
                  </a:xfrm>
                  <a:prstGeom prst="flowChartProcess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rgbClr val="CC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↓</a:t>
                    </a:r>
                  </a:p>
                </p:txBody>
              </p:sp>
              <p:cxnSp>
                <p:nvCxnSpPr>
                  <p:cNvPr id="40" name="Straight Arrow Connector 39"/>
                  <p:cNvCxnSpPr/>
                  <p:nvPr/>
                </p:nvCxnSpPr>
                <p:spPr>
                  <a:xfrm>
                    <a:off x="6280044" y="2250165"/>
                    <a:ext cx="0" cy="1097280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9" name="Flowchart: Process 138">
                  <a:extLst>
                    <a:ext uri="{FF2B5EF4-FFF2-40B4-BE49-F238E27FC236}">
                      <a16:creationId xmlns:a16="http://schemas.microsoft.com/office/drawing/2014/main" id="{0C9FE3DF-6A4D-4769-5ED5-9B66908CD0D0}"/>
                    </a:ext>
                  </a:extLst>
                </p:cNvPr>
                <p:cNvSpPr/>
                <p:nvPr/>
              </p:nvSpPr>
              <p:spPr>
                <a:xfrm>
                  <a:off x="6484317" y="3733326"/>
                  <a:ext cx="362022" cy="391907"/>
                </a:xfrm>
                <a:prstGeom prst="flowChartProcess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↓</a:t>
                  </a:r>
                </a:p>
              </p:txBody>
            </p:sp>
          </p:grpSp>
          <p:sp>
            <p:nvSpPr>
              <p:cNvPr id="27" name="TextBox 26"/>
              <p:cNvSpPr txBox="1"/>
              <p:nvPr/>
            </p:nvSpPr>
            <p:spPr>
              <a:xfrm>
                <a:off x="6984182" y="3012165"/>
                <a:ext cx="5180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lk</a:t>
                </a:r>
                <a:r>
                  <a:rPr lang="en-US" dirty="0"/>
                  <a:t> </a:t>
                </a:r>
                <a:r>
                  <a:rPr lang="el-GR" dirty="0"/>
                  <a:t>σ</a:t>
                </a:r>
                <a:endParaRPr lang="en-US" dirty="0"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4838704" y="1485749"/>
              <a:ext cx="2391465" cy="3251170"/>
              <a:chOff x="4838704" y="1485749"/>
              <a:chExt cx="2391465" cy="3251170"/>
            </a:xfrm>
          </p:grpSpPr>
          <p:sp>
            <p:nvSpPr>
              <p:cNvPr id="15" name="Flowchart: Process 131">
                <a:extLst>
                  <a:ext uri="{FF2B5EF4-FFF2-40B4-BE49-F238E27FC236}">
                    <a16:creationId xmlns:a16="http://schemas.microsoft.com/office/drawing/2014/main" id="{56AFAF7F-8BA1-1384-05BE-EAC8944FDCF5}"/>
                  </a:ext>
                </a:extLst>
              </p:cNvPr>
              <p:cNvSpPr/>
              <p:nvPr/>
            </p:nvSpPr>
            <p:spPr>
              <a:xfrm>
                <a:off x="6077262" y="1485750"/>
                <a:ext cx="362022" cy="391906"/>
              </a:xfrm>
              <a:prstGeom prst="flowChartProcess">
                <a:avLst/>
              </a:prstGeom>
              <a:solidFill>
                <a:schemeClr val="accent3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endParaRPr lang="en-US" sz="14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Flowchart: Process 131">
                <a:extLst>
                  <a:ext uri="{FF2B5EF4-FFF2-40B4-BE49-F238E27FC236}">
                    <a16:creationId xmlns:a16="http://schemas.microsoft.com/office/drawing/2014/main" id="{56AFAF7F-8BA1-1384-05BE-EAC8944FDCF5}"/>
                  </a:ext>
                </a:extLst>
              </p:cNvPr>
              <p:cNvSpPr/>
              <p:nvPr/>
            </p:nvSpPr>
            <p:spPr>
              <a:xfrm>
                <a:off x="6439284" y="1485750"/>
                <a:ext cx="362022" cy="391906"/>
              </a:xfrm>
              <a:prstGeom prst="flowChartProcess">
                <a:avLst/>
              </a:prstGeom>
              <a:solidFill>
                <a:schemeClr val="accent3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endParaRPr lang="en-US" sz="14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Flowchart: Process 131">
                <a:extLst>
                  <a:ext uri="{FF2B5EF4-FFF2-40B4-BE49-F238E27FC236}">
                    <a16:creationId xmlns:a16="http://schemas.microsoft.com/office/drawing/2014/main" id="{56AFAF7F-8BA1-1384-05BE-EAC8944FDCF5}"/>
                  </a:ext>
                </a:extLst>
              </p:cNvPr>
              <p:cNvSpPr/>
              <p:nvPr/>
            </p:nvSpPr>
            <p:spPr>
              <a:xfrm>
                <a:off x="6792062" y="1485749"/>
                <a:ext cx="362022" cy="391906"/>
              </a:xfrm>
              <a:prstGeom prst="flowChartProcess">
                <a:avLst/>
              </a:prstGeom>
              <a:solidFill>
                <a:schemeClr val="accent3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endParaRPr lang="en-US" sz="14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6614938" y="267500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dirty="0"/>
                  <a:t>σ</a:t>
                </a:r>
                <a:endParaRPr lang="en-US" dirty="0"/>
              </a:p>
            </p:txBody>
          </p:sp>
          <p:cxnSp>
            <p:nvCxnSpPr>
              <p:cNvPr id="20" name="Straight Arrow Connector 19"/>
              <p:cNvCxnSpPr/>
              <p:nvPr/>
            </p:nvCxnSpPr>
            <p:spPr>
              <a:xfrm>
                <a:off x="6988313" y="1892702"/>
                <a:ext cx="0" cy="237744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Flowchart: Process 138">
                <a:extLst>
                  <a:ext uri="{FF2B5EF4-FFF2-40B4-BE49-F238E27FC236}">
                    <a16:creationId xmlns:a16="http://schemas.microsoft.com/office/drawing/2014/main" id="{0C9FE3DF-6A4D-4769-5ED5-9B66908CD0D0}"/>
                  </a:ext>
                </a:extLst>
              </p:cNvPr>
              <p:cNvSpPr/>
              <p:nvPr/>
            </p:nvSpPr>
            <p:spPr>
              <a:xfrm>
                <a:off x="6868147" y="4297206"/>
                <a:ext cx="362022" cy="391907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↓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CE0B61F-D301-B063-EF04-C26D9F4EC445}"/>
                  </a:ext>
                </a:extLst>
              </p:cNvPr>
              <p:cNvSpPr txBox="1"/>
              <p:nvPr/>
            </p:nvSpPr>
            <p:spPr>
              <a:xfrm>
                <a:off x="4838704" y="3087601"/>
                <a:ext cx="9909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 (</a:t>
                </a:r>
                <a:r>
                  <a:rPr lang="en-US" sz="2000" b="1" i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1s</a:t>
                </a:r>
                <a:r>
                  <a:rPr lang="en-US" sz="2000" b="1" i="1" baseline="300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x-none" sz="2000" b="1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E0B61F-D301-B063-EF04-C26D9F4EC445}"/>
                  </a:ext>
                </a:extLst>
              </p:cNvPr>
              <p:cNvSpPr txBox="1"/>
              <p:nvPr/>
            </p:nvSpPr>
            <p:spPr>
              <a:xfrm>
                <a:off x="5279453" y="3757141"/>
                <a:ext cx="9909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 (</a:t>
                </a:r>
                <a:r>
                  <a:rPr lang="en-US" sz="2000" b="1" i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1s</a:t>
                </a:r>
                <a:r>
                  <a:rPr lang="en-US" sz="2000" b="1" i="1" baseline="300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x-none" sz="2000" b="1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CE0B61F-D301-B063-EF04-C26D9F4EC445}"/>
                  </a:ext>
                </a:extLst>
              </p:cNvPr>
              <p:cNvSpPr txBox="1"/>
              <p:nvPr/>
            </p:nvSpPr>
            <p:spPr>
              <a:xfrm>
                <a:off x="5778010" y="4336809"/>
                <a:ext cx="9909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 (</a:t>
                </a:r>
                <a:r>
                  <a:rPr lang="en-US" sz="2000" b="1" i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1s</a:t>
                </a:r>
                <a:r>
                  <a:rPr lang="en-US" sz="2000" b="1" i="1" baseline="300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x-none" sz="2000" b="1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4" name="Group 43"/>
          <p:cNvGrpSpPr/>
          <p:nvPr/>
        </p:nvGrpSpPr>
        <p:grpSpPr>
          <a:xfrm>
            <a:off x="8047364" y="1375589"/>
            <a:ext cx="3962400" cy="4899128"/>
            <a:chOff x="8121463" y="1007994"/>
            <a:chExt cx="3962400" cy="4899128"/>
          </a:xfrm>
        </p:grpSpPr>
        <p:pic>
          <p:nvPicPr>
            <p:cNvPr id="45" name="Picture 4" descr="FG10_14">
              <a:extLst>
                <a:ext uri="{FF2B5EF4-FFF2-40B4-BE49-F238E27FC236}">
                  <a16:creationId xmlns:a16="http://schemas.microsoft.com/office/drawing/2014/main" id="{E899AAF2-0F9F-4536-88EF-A98A879111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363"/>
            <a:stretch>
              <a:fillRect/>
            </a:stretch>
          </p:blipFill>
          <p:spPr bwMode="auto">
            <a:xfrm>
              <a:off x="8121463" y="2325722"/>
              <a:ext cx="3962400" cy="3581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6" name="Straight Arrow Connector 45"/>
            <p:cNvCxnSpPr/>
            <p:nvPr/>
          </p:nvCxnSpPr>
          <p:spPr>
            <a:xfrm>
              <a:off x="9387840" y="1743759"/>
              <a:ext cx="839201" cy="1172733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CE0B61F-D301-B063-EF04-C26D9F4EC445}"/>
                </a:ext>
              </a:extLst>
            </p:cNvPr>
            <p:cNvSpPr txBox="1"/>
            <p:nvPr/>
          </p:nvSpPr>
          <p:spPr>
            <a:xfrm>
              <a:off x="8772243" y="1007994"/>
              <a:ext cx="145479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Cặp</a:t>
              </a:r>
              <a:r>
                <a:rPr lang="en-US" sz="2000" b="1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</a:t>
              </a:r>
              <a:r>
                <a:rPr lang="en-US" sz="2000" b="1" i="1" baseline="300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r>
                <a:rPr lang="en-US" sz="2000" b="1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tự</a:t>
              </a:r>
              <a:r>
                <a:rPr lang="en-US" sz="2000" b="1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do </a:t>
              </a:r>
              <a:r>
                <a:rPr lang="en-US" sz="2000" b="1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của</a:t>
              </a:r>
              <a:r>
                <a:rPr lang="en-US" sz="2000" b="1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</a:t>
              </a:r>
              <a:endParaRPr lang="x-none" sz="2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412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 &amp; sp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06CFC9F-E5DD-1777-F321-1A3684631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2850"/>
            <a:ext cx="8763000" cy="407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285488" y="937999"/>
            <a:ext cx="10469126" cy="2909454"/>
            <a:chOff x="285488" y="937999"/>
            <a:chExt cx="10469126" cy="2909454"/>
          </a:xfrm>
        </p:grpSpPr>
        <p:grpSp>
          <p:nvGrpSpPr>
            <p:cNvPr id="8" name="Group 12">
              <a:extLst>
                <a:ext uri="{FF2B5EF4-FFF2-40B4-BE49-F238E27FC236}">
                  <a16:creationId xmlns:a16="http://schemas.microsoft.com/office/drawing/2014/main" id="{98761678-82B5-4D24-ADFC-14C1BDE8A8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488" y="937999"/>
              <a:ext cx="3302403" cy="2909454"/>
              <a:chOff x="528" y="2160"/>
              <a:chExt cx="1584" cy="1586"/>
            </a:xfrm>
          </p:grpSpPr>
          <p:pic>
            <p:nvPicPr>
              <p:cNvPr id="10" name="Picture 13" descr="p1002d">
                <a:extLst>
                  <a:ext uri="{FF2B5EF4-FFF2-40B4-BE49-F238E27FC236}">
                    <a16:creationId xmlns:a16="http://schemas.microsoft.com/office/drawing/2014/main" id="{52FAEAFB-1B20-43EB-9504-F4A291EC86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" y="2160"/>
                <a:ext cx="1399" cy="1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Text Box 14">
                <a:extLst>
                  <a:ext uri="{FF2B5EF4-FFF2-40B4-BE49-F238E27FC236}">
                    <a16:creationId xmlns:a16="http://schemas.microsoft.com/office/drawing/2014/main" id="{69745802-2CE9-4EAA-A126-48CB2A3498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3494"/>
                <a:ext cx="158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2000"/>
              </a:p>
            </p:txBody>
          </p:sp>
        </p:grpSp>
        <p:sp>
          <p:nvSpPr>
            <p:cNvPr id="12" name="矩形 4">
              <a:extLst>
                <a:ext uri="{FF2B5EF4-FFF2-40B4-BE49-F238E27FC236}">
                  <a16:creationId xmlns:a16="http://schemas.microsoft.com/office/drawing/2014/main" id="{C473D0F7-8B67-0DCF-FFFF-D1341A665772}"/>
                </a:ext>
              </a:extLst>
            </p:cNvPr>
            <p:cNvSpPr/>
            <p:nvPr/>
          </p:nvSpPr>
          <p:spPr>
            <a:xfrm>
              <a:off x="3402340" y="1135951"/>
              <a:ext cx="7352274" cy="742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TW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1s AO + 3p AO + 1d AO → 5 sp</a:t>
              </a:r>
              <a:r>
                <a:rPr lang="en-US" altLang="zh-TW" sz="32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3</a:t>
              </a:r>
              <a:r>
                <a:rPr lang="en-US" altLang="zh-TW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 AO</a:t>
              </a:r>
              <a:endPara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734771" y="1929477"/>
              <a:ext cx="2993613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288925">
                <a:lnSpc>
                  <a:spcPct val="150000"/>
                </a:lnSpc>
              </a:pPr>
              <a:r>
                <a:rPr lang="en-US" altLang="zh-TW" sz="3200" b="1" i="1" u="sng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Ex.</a:t>
              </a:r>
              <a:r>
                <a:rPr lang="en-US" altLang="zh-TW" sz="3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: PCl</a:t>
              </a:r>
              <a:r>
                <a:rPr lang="en-US" altLang="zh-TW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5</a:t>
              </a:r>
              <a:endPara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228089" y="3713465"/>
            <a:ext cx="9781675" cy="3101376"/>
            <a:chOff x="2228089" y="3713465"/>
            <a:chExt cx="9781675" cy="310137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5E3FBC7-14E1-4AF9-8FA3-A89639A1DD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8089" y="3713465"/>
              <a:ext cx="2719604" cy="3101376"/>
              <a:chOff x="3072" y="2160"/>
              <a:chExt cx="1680" cy="1682"/>
            </a:xfrm>
          </p:grpSpPr>
          <p:pic>
            <p:nvPicPr>
              <p:cNvPr id="17" name="Picture 16" descr="p1002e">
                <a:extLst>
                  <a:ext uri="{FF2B5EF4-FFF2-40B4-BE49-F238E27FC236}">
                    <a16:creationId xmlns:a16="http://schemas.microsoft.com/office/drawing/2014/main" id="{29029220-583F-42E1-B80F-19CD96B94D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72" y="2160"/>
                <a:ext cx="1680" cy="1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17">
                <a:extLst>
                  <a:ext uri="{FF2B5EF4-FFF2-40B4-BE49-F238E27FC236}">
                    <a16:creationId xmlns:a16="http://schemas.microsoft.com/office/drawing/2014/main" id="{203765EC-85EC-4FAC-82C8-1B956FB215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8" y="3590"/>
                <a:ext cx="158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2000"/>
              </a:p>
            </p:txBody>
          </p:sp>
        </p:grpSp>
        <p:sp>
          <p:nvSpPr>
            <p:cNvPr id="21" name="矩形 4">
              <a:extLst>
                <a:ext uri="{FF2B5EF4-FFF2-40B4-BE49-F238E27FC236}">
                  <a16:creationId xmlns:a16="http://schemas.microsoft.com/office/drawing/2014/main" id="{C473D0F7-8B67-0DCF-FFFF-D1341A665772}"/>
                </a:ext>
              </a:extLst>
            </p:cNvPr>
            <p:cNvSpPr/>
            <p:nvPr/>
          </p:nvSpPr>
          <p:spPr>
            <a:xfrm>
              <a:off x="5269806" y="4395693"/>
              <a:ext cx="6739958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TW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1s AO + 3p AO + 2d AO → 5 sp</a:t>
              </a:r>
              <a:r>
                <a:rPr lang="en-US" altLang="zh-TW" sz="3200" b="1" baseline="30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3</a:t>
              </a:r>
              <a:r>
                <a:rPr lang="en-US" altLang="zh-TW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 AO</a:t>
              </a:r>
              <a:endPara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775476" y="5226690"/>
              <a:ext cx="252693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288925">
                <a:lnSpc>
                  <a:spcPct val="150000"/>
                </a:lnSpc>
              </a:pPr>
              <a:r>
                <a:rPr lang="en-US" altLang="zh-TW" sz="3200" b="1" i="1" u="sng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Ex.</a:t>
              </a:r>
              <a:r>
                <a:rPr lang="en-US" altLang="zh-TW" sz="3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: SF</a:t>
              </a:r>
              <a:r>
                <a:rPr lang="en-US" altLang="zh-TW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5</a:t>
              </a:r>
              <a:endPara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433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06CFC9F-E5DD-1777-F321-1A3684631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2850"/>
            <a:ext cx="8763000" cy="407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1748623" y="1016585"/>
            <a:ext cx="9313901" cy="2041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120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800" dirty="0" err="1">
                <a:cs typeface="Times New Roman" panose="02020603050405020304" pitchFamily="18" charset="0"/>
              </a:rPr>
              <a:t>Xác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tổng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cs typeface="Times New Roman" panose="02020603050405020304" pitchFamily="18" charset="0"/>
              </a:rPr>
              <a:t> electron </a:t>
            </a:r>
            <a:r>
              <a:rPr lang="en-US" altLang="en-US" sz="2800" dirty="0" err="1">
                <a:cs typeface="Times New Roman" panose="02020603050405020304" pitchFamily="18" charset="0"/>
              </a:rPr>
              <a:t>liên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kết</a:t>
            </a:r>
            <a:r>
              <a:rPr lang="en-US" altLang="en-US" sz="2800" dirty="0">
                <a:cs typeface="Times New Roman" panose="02020603050405020304" pitchFamily="18" charset="0"/>
              </a:rPr>
              <a:t> (e</a:t>
            </a:r>
            <a:r>
              <a:rPr lang="en-US" altLang="en-US" sz="2800" baseline="30000" dirty="0">
                <a:cs typeface="Times New Roman" panose="02020603050405020304" pitchFamily="18" charset="0"/>
              </a:rPr>
              <a:t>-</a:t>
            </a:r>
            <a:r>
              <a:rPr lang="en-US" altLang="en-US" sz="2800" dirty="0">
                <a:cs typeface="Times New Roman" panose="02020603050405020304" pitchFamily="18" charset="0"/>
              </a:rPr>
              <a:t> chia </a:t>
            </a:r>
            <a:r>
              <a:rPr lang="en-US" altLang="en-US" sz="2800" dirty="0" err="1">
                <a:cs typeface="Times New Roman" panose="02020603050405020304" pitchFamily="18" charset="0"/>
              </a:rPr>
              <a:t>sẻ</a:t>
            </a:r>
            <a:r>
              <a:rPr lang="en-US" altLang="en-US" sz="2800" dirty="0"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800" dirty="0" err="1">
                <a:cs typeface="Times New Roman" panose="02020603050405020304" pitchFamily="18" charset="0"/>
              </a:rPr>
              <a:t>Vẽ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thức</a:t>
            </a:r>
            <a:r>
              <a:rPr lang="en-US" altLang="en-US" sz="2800" dirty="0">
                <a:cs typeface="Times New Roman" panose="02020603050405020304" pitchFamily="18" charset="0"/>
              </a:rPr>
              <a:t> Lewis </a:t>
            </a:r>
            <a:r>
              <a:rPr lang="en-US" altLang="en-US" sz="2800" dirty="0" err="1">
                <a:cs typeface="Times New Roman" panose="02020603050405020304" pitchFamily="18" charset="0"/>
              </a:rPr>
              <a:t>xác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cặp</a:t>
            </a:r>
            <a:r>
              <a:rPr lang="en-US" altLang="en-US" sz="2800" dirty="0">
                <a:cs typeface="Times New Roman" panose="02020603050405020304" pitchFamily="18" charset="0"/>
              </a:rPr>
              <a:t> e</a:t>
            </a:r>
            <a:r>
              <a:rPr lang="en-US" altLang="en-US" sz="2800" baseline="30000" dirty="0">
                <a:cs typeface="Times New Roman" panose="02020603050405020304" pitchFamily="18" charset="0"/>
              </a:rPr>
              <a:t>-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tự</a:t>
            </a:r>
            <a:r>
              <a:rPr lang="en-US" altLang="en-US" sz="2800" dirty="0">
                <a:cs typeface="Times New Roman" panose="02020603050405020304" pitchFamily="18" charset="0"/>
              </a:rPr>
              <a:t> do ở </a:t>
            </a:r>
            <a:r>
              <a:rPr lang="en-US" altLang="en-US" sz="2800" dirty="0" err="1">
                <a:cs typeface="Times New Roman" panose="02020603050405020304" pitchFamily="18" charset="0"/>
              </a:rPr>
              <a:t>ngtử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trung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tâm</a:t>
            </a:r>
            <a:r>
              <a:rPr lang="en-US" altLang="en-US" sz="2800" dirty="0"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Tx/>
              <a:buAutoNum type="arabicPeriod"/>
            </a:pPr>
            <a:r>
              <a:rPr lang="en-US" altLang="en-US" sz="2800" dirty="0" err="1">
                <a:cs typeface="Times New Roman" panose="02020603050405020304" pitchFamily="18" charset="0"/>
              </a:rPr>
              <a:t>Xác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4000" dirty="0">
                <a:solidFill>
                  <a:srgbClr val="CC00CC"/>
                </a:solidFill>
                <a:cs typeface="Times New Roman" panose="02020603050405020304" pitchFamily="18" charset="0"/>
              </a:rPr>
              <a:t>N = </a:t>
            </a:r>
            <a:r>
              <a:rPr lang="en-US" altLang="en-US" sz="4000" dirty="0" err="1">
                <a:solidFill>
                  <a:srgbClr val="CC00CC"/>
                </a:solidFill>
                <a:cs typeface="Times New Roman" panose="02020603050405020304" pitchFamily="18" charset="0"/>
              </a:rPr>
              <a:t>liên</a:t>
            </a:r>
            <a:r>
              <a:rPr lang="en-US" altLang="en-US" sz="4000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solidFill>
                  <a:srgbClr val="CC00CC"/>
                </a:solidFill>
                <a:cs typeface="Times New Roman" panose="02020603050405020304" pitchFamily="18" charset="0"/>
              </a:rPr>
              <a:t>kết</a:t>
            </a:r>
            <a:r>
              <a:rPr lang="en-US" altLang="en-US" sz="4000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l-GR" altLang="en-US" sz="4000" dirty="0">
                <a:solidFill>
                  <a:srgbClr val="CC00CC"/>
                </a:solidFill>
                <a:cs typeface="Times New Roman" panose="02020603050405020304" pitchFamily="18" charset="0"/>
              </a:rPr>
              <a:t>σ</a:t>
            </a:r>
            <a:r>
              <a:rPr lang="en-US" altLang="en-US" sz="4000" dirty="0">
                <a:solidFill>
                  <a:srgbClr val="CC00CC"/>
                </a:solidFill>
                <a:cs typeface="Times New Roman" panose="02020603050405020304" pitchFamily="18" charset="0"/>
              </a:rPr>
              <a:t> + </a:t>
            </a:r>
            <a:r>
              <a:rPr lang="en-US" altLang="en-US" sz="4000" dirty="0" err="1">
                <a:solidFill>
                  <a:srgbClr val="CC00CC"/>
                </a:solidFill>
                <a:cs typeface="Times New Roman" panose="02020603050405020304" pitchFamily="18" charset="0"/>
              </a:rPr>
              <a:t>số</a:t>
            </a:r>
            <a:r>
              <a:rPr lang="en-US" altLang="en-US" sz="4000" dirty="0">
                <a:solidFill>
                  <a:srgbClr val="CC00CC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solidFill>
                  <a:srgbClr val="CC00CC"/>
                </a:solidFill>
                <a:cs typeface="Times New Roman" panose="02020603050405020304" pitchFamily="18" charset="0"/>
              </a:rPr>
              <a:t>cặp</a:t>
            </a:r>
            <a:r>
              <a:rPr lang="en-US" altLang="en-US" sz="4000" dirty="0">
                <a:solidFill>
                  <a:srgbClr val="CC00CC"/>
                </a:solidFill>
                <a:cs typeface="Times New Roman" panose="02020603050405020304" pitchFamily="18" charset="0"/>
              </a:rPr>
              <a:t> e- </a:t>
            </a:r>
            <a:r>
              <a:rPr lang="en-US" altLang="en-US" sz="4000" dirty="0" err="1">
                <a:solidFill>
                  <a:srgbClr val="CC00CC"/>
                </a:solidFill>
                <a:cs typeface="Times New Roman" panose="02020603050405020304" pitchFamily="18" charset="0"/>
              </a:rPr>
              <a:t>tự</a:t>
            </a:r>
            <a:r>
              <a:rPr lang="en-US" altLang="en-US" sz="4000" dirty="0">
                <a:solidFill>
                  <a:srgbClr val="CC00CC"/>
                </a:solidFill>
                <a:cs typeface="Times New Roman" panose="02020603050405020304" pitchFamily="18" charset="0"/>
              </a:rPr>
              <a:t> 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66829" y="3500812"/>
            <a:ext cx="10318778" cy="3421320"/>
            <a:chOff x="866829" y="3500812"/>
            <a:chExt cx="10318778" cy="3421320"/>
          </a:xfrm>
        </p:grpSpPr>
        <p:sp>
          <p:nvSpPr>
            <p:cNvPr id="11" name="Rectangle 3"/>
            <p:cNvSpPr txBox="1">
              <a:spLocks noChangeArrowheads="1"/>
            </p:cNvSpPr>
            <p:nvPr/>
          </p:nvSpPr>
          <p:spPr bwMode="auto">
            <a:xfrm>
              <a:off x="1144179" y="3529233"/>
              <a:ext cx="9198967" cy="3392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1084263" indent="-390525" algn="just">
                <a:spcBef>
                  <a:spcPts val="600"/>
                </a:spcBef>
                <a:spcAft>
                  <a:spcPts val="600"/>
                </a:spcAft>
                <a:buSzPct val="80000"/>
                <a:buFont typeface="Wingdings" panose="05000000000000000000" pitchFamily="2" charset="2"/>
                <a:buChar char="ü"/>
              </a:pPr>
              <a:r>
                <a:rPr lang="en-US" altLang="ko-KR" sz="3200" i="1" dirty="0">
                  <a:solidFill>
                    <a:srgbClr val="FF0000"/>
                  </a:solidFill>
                  <a:ea typeface="굴림" charset="-127"/>
                  <a:cs typeface="Times New Roman" panose="02020603050405020304" pitchFamily="18" charset="0"/>
                </a:rPr>
                <a:t>N = 2 → Lai </a:t>
              </a:r>
              <a:r>
                <a:rPr lang="en-US" altLang="ko-KR" sz="3200" i="1" dirty="0" err="1">
                  <a:solidFill>
                    <a:srgbClr val="FF0000"/>
                  </a:solidFill>
                  <a:ea typeface="굴림" charset="-127"/>
                  <a:cs typeface="Times New Roman" panose="02020603050405020304" pitchFamily="18" charset="0"/>
                </a:rPr>
                <a:t>hóa</a:t>
              </a:r>
              <a:r>
                <a:rPr lang="en-US" altLang="ko-KR" sz="3200" i="1" dirty="0">
                  <a:solidFill>
                    <a:srgbClr val="FF0000"/>
                  </a:solidFill>
                  <a:ea typeface="굴림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3200" i="1" dirty="0" err="1">
                  <a:solidFill>
                    <a:srgbClr val="FF0000"/>
                  </a:solidFill>
                  <a:ea typeface="굴림" charset="-127"/>
                  <a:cs typeface="Times New Roman" panose="02020603050405020304" pitchFamily="18" charset="0"/>
                </a:rPr>
                <a:t>sp</a:t>
              </a:r>
              <a:endParaRPr lang="en-US" altLang="ko-KR" sz="3200" i="1" dirty="0">
                <a:solidFill>
                  <a:srgbClr val="FF0000"/>
                </a:solidFill>
                <a:ea typeface="굴림" charset="-127"/>
                <a:cs typeface="Times New Roman" panose="02020603050405020304" pitchFamily="18" charset="0"/>
              </a:endParaRPr>
            </a:p>
            <a:p>
              <a:pPr marL="681038" indent="349250" algn="just">
                <a:spcBef>
                  <a:spcPts val="600"/>
                </a:spcBef>
                <a:spcAft>
                  <a:spcPts val="600"/>
                </a:spcAft>
                <a:buSzPct val="80000"/>
                <a:buFont typeface="Wingdings" panose="05000000000000000000" pitchFamily="2" charset="2"/>
                <a:buChar char="ü"/>
              </a:pPr>
              <a:r>
                <a:rPr lang="en-US" altLang="ko-KR" sz="3200" i="1" dirty="0">
                  <a:solidFill>
                    <a:srgbClr val="00B050"/>
                  </a:solidFill>
                  <a:ea typeface="굴림" charset="-127"/>
                  <a:cs typeface="Times New Roman" panose="02020603050405020304" pitchFamily="18" charset="0"/>
                </a:rPr>
                <a:t> N = 3 → Lai </a:t>
              </a:r>
              <a:r>
                <a:rPr lang="en-US" altLang="ko-KR" sz="3200" i="1" dirty="0" err="1">
                  <a:solidFill>
                    <a:srgbClr val="00B050"/>
                  </a:solidFill>
                  <a:ea typeface="굴림" charset="-127"/>
                  <a:cs typeface="Times New Roman" panose="02020603050405020304" pitchFamily="18" charset="0"/>
                </a:rPr>
                <a:t>hóa</a:t>
              </a:r>
              <a:r>
                <a:rPr lang="en-US" altLang="ko-KR" sz="3200" i="1" dirty="0">
                  <a:solidFill>
                    <a:srgbClr val="00B050"/>
                  </a:solidFill>
                  <a:ea typeface="굴림" charset="-127"/>
                  <a:cs typeface="Times New Roman" panose="02020603050405020304" pitchFamily="18" charset="0"/>
                </a:rPr>
                <a:t> sp</a:t>
              </a:r>
              <a:r>
                <a:rPr lang="en-US" altLang="ko-KR" sz="3200" i="1" baseline="30000" dirty="0">
                  <a:solidFill>
                    <a:srgbClr val="00B050"/>
                  </a:solidFill>
                  <a:ea typeface="굴림" charset="-127"/>
                  <a:cs typeface="Times New Roman" panose="02020603050405020304" pitchFamily="18" charset="0"/>
                </a:rPr>
                <a:t>2</a:t>
              </a:r>
            </a:p>
            <a:p>
              <a:pPr marL="681038" indent="349250" algn="just">
                <a:spcBef>
                  <a:spcPts val="600"/>
                </a:spcBef>
                <a:spcAft>
                  <a:spcPts val="600"/>
                </a:spcAft>
                <a:buSzPct val="80000"/>
                <a:buFont typeface="Wingdings" panose="05000000000000000000" pitchFamily="2" charset="2"/>
                <a:buChar char="ü"/>
              </a:pPr>
              <a:r>
                <a:rPr lang="en-US" altLang="ko-KR" sz="3200" i="1" dirty="0">
                  <a:solidFill>
                    <a:srgbClr val="CC00CC"/>
                  </a:solidFill>
                  <a:ea typeface="굴림" charset="-127"/>
                  <a:cs typeface="Times New Roman" panose="02020603050405020304" pitchFamily="18" charset="0"/>
                </a:rPr>
                <a:t> N = 4 → Lai </a:t>
              </a:r>
              <a:r>
                <a:rPr lang="en-US" altLang="ko-KR" sz="3200" i="1" dirty="0" err="1">
                  <a:solidFill>
                    <a:srgbClr val="CC00CC"/>
                  </a:solidFill>
                  <a:ea typeface="굴림" charset="-127"/>
                  <a:cs typeface="Times New Roman" panose="02020603050405020304" pitchFamily="18" charset="0"/>
                </a:rPr>
                <a:t>hóa</a:t>
              </a:r>
              <a:r>
                <a:rPr lang="en-US" altLang="ko-KR" sz="3200" i="1" dirty="0">
                  <a:solidFill>
                    <a:srgbClr val="CC00CC"/>
                  </a:solidFill>
                  <a:ea typeface="굴림" charset="-127"/>
                  <a:cs typeface="Times New Roman" panose="02020603050405020304" pitchFamily="18" charset="0"/>
                </a:rPr>
                <a:t> sp</a:t>
              </a:r>
              <a:r>
                <a:rPr lang="en-US" altLang="ko-KR" sz="3200" i="1" baseline="30000" dirty="0">
                  <a:solidFill>
                    <a:srgbClr val="CC00CC"/>
                  </a:solidFill>
                  <a:ea typeface="굴림" charset="-127"/>
                  <a:cs typeface="Times New Roman" panose="02020603050405020304" pitchFamily="18" charset="0"/>
                </a:rPr>
                <a:t>3 </a:t>
              </a:r>
            </a:p>
            <a:p>
              <a:pPr marL="681038" indent="349250" algn="just">
                <a:spcBef>
                  <a:spcPts val="600"/>
                </a:spcBef>
                <a:spcAft>
                  <a:spcPts val="600"/>
                </a:spcAft>
                <a:buSzPct val="80000"/>
                <a:buFont typeface="Wingdings" panose="05000000000000000000" pitchFamily="2" charset="2"/>
                <a:buChar char="ü"/>
              </a:pPr>
              <a:r>
                <a:rPr lang="en-US" altLang="ko-KR" sz="3200" i="1" dirty="0">
                  <a:ea typeface="굴림" charset="-127"/>
                  <a:cs typeface="Times New Roman" panose="02020603050405020304" pitchFamily="18" charset="0"/>
                </a:rPr>
                <a:t> N = 5  → Lai </a:t>
              </a:r>
              <a:r>
                <a:rPr lang="en-US" altLang="ko-KR" sz="3200" i="1" dirty="0" err="1">
                  <a:ea typeface="굴림" charset="-127"/>
                  <a:cs typeface="Times New Roman" panose="02020603050405020304" pitchFamily="18" charset="0"/>
                </a:rPr>
                <a:t>hóa</a:t>
              </a:r>
              <a:r>
                <a:rPr lang="en-US" altLang="ko-KR" sz="3200" i="1" dirty="0">
                  <a:ea typeface="굴림" charset="-127"/>
                  <a:cs typeface="Times New Roman" panose="02020603050405020304" pitchFamily="18" charset="0"/>
                </a:rPr>
                <a:t> sp</a:t>
              </a:r>
              <a:r>
                <a:rPr lang="en-US" altLang="ko-KR" sz="3200" i="1" baseline="30000" dirty="0">
                  <a:ea typeface="굴림" charset="-127"/>
                  <a:cs typeface="Times New Roman" panose="02020603050405020304" pitchFamily="18" charset="0"/>
                </a:rPr>
                <a:t>3</a:t>
              </a:r>
              <a:r>
                <a:rPr lang="en-US" altLang="ko-KR" sz="3200" i="1" dirty="0">
                  <a:ea typeface="굴림" charset="-127"/>
                  <a:cs typeface="Times New Roman" panose="02020603050405020304" pitchFamily="18" charset="0"/>
                </a:rPr>
                <a:t>d </a:t>
              </a:r>
            </a:p>
            <a:p>
              <a:pPr marL="681038" indent="349250" algn="just">
                <a:spcBef>
                  <a:spcPts val="600"/>
                </a:spcBef>
                <a:spcAft>
                  <a:spcPts val="600"/>
                </a:spcAft>
                <a:buSzPct val="80000"/>
                <a:buFont typeface="Wingdings" panose="05000000000000000000" pitchFamily="2" charset="2"/>
                <a:buChar char="ü"/>
              </a:pPr>
              <a:r>
                <a:rPr lang="en-US" altLang="ko-KR" sz="3200" i="1" dirty="0">
                  <a:ea typeface="굴림" charset="-127"/>
                  <a:cs typeface="Times New Roman" panose="02020603050405020304" pitchFamily="18" charset="0"/>
                </a:rPr>
                <a:t> N = 6  → Lai </a:t>
              </a:r>
              <a:r>
                <a:rPr lang="en-US" altLang="ko-KR" sz="3200" i="1" dirty="0" err="1">
                  <a:ea typeface="굴림" charset="-127"/>
                  <a:cs typeface="Times New Roman" panose="02020603050405020304" pitchFamily="18" charset="0"/>
                </a:rPr>
                <a:t>hóa</a:t>
              </a:r>
              <a:r>
                <a:rPr lang="en-US" altLang="ko-KR" sz="3200" i="1" dirty="0">
                  <a:ea typeface="굴림" charset="-127"/>
                  <a:cs typeface="Times New Roman" panose="02020603050405020304" pitchFamily="18" charset="0"/>
                </a:rPr>
                <a:t> sp</a:t>
              </a:r>
              <a:r>
                <a:rPr lang="en-US" altLang="ko-KR" sz="3200" i="1" baseline="30000" dirty="0">
                  <a:ea typeface="굴림" charset="-127"/>
                  <a:cs typeface="Times New Roman" panose="02020603050405020304" pitchFamily="18" charset="0"/>
                </a:rPr>
                <a:t>3</a:t>
              </a:r>
              <a:r>
                <a:rPr lang="en-US" altLang="ko-KR" sz="3200" i="1" dirty="0">
                  <a:ea typeface="굴림" charset="-127"/>
                  <a:cs typeface="Times New Roman" panose="02020603050405020304" pitchFamily="18" charset="0"/>
                </a:rPr>
                <a:t>d</a:t>
              </a:r>
              <a:r>
                <a:rPr lang="en-US" altLang="ko-KR" sz="3200" i="1" baseline="30000" dirty="0">
                  <a:ea typeface="굴림" charset="-127"/>
                  <a:cs typeface="Times New Roman" panose="02020603050405020304" pitchFamily="18" charset="0"/>
                </a:rPr>
                <a:t>2 </a:t>
              </a:r>
              <a:endParaRPr lang="en-US" altLang="ko-KR" sz="3200" i="1" dirty="0">
                <a:ea typeface="굴림" charset="-127"/>
                <a:cs typeface="Times New Roman" panose="02020603050405020304" pitchFamily="18" charset="0"/>
              </a:endParaRPr>
            </a:p>
            <a:p>
              <a:pPr algn="just">
                <a:spcBef>
                  <a:spcPts val="600"/>
                </a:spcBef>
                <a:spcAft>
                  <a:spcPts val="600"/>
                </a:spcAft>
                <a:buSzPct val="80000"/>
                <a:buFont typeface="Wingdings" panose="05000000000000000000" pitchFamily="2" charset="2"/>
                <a:buChar char="ü"/>
              </a:pPr>
              <a:endParaRPr lang="en-US" altLang="ko-KR" sz="3200" i="1" baseline="30000" dirty="0">
                <a:ea typeface="굴림" charset="-127"/>
                <a:cs typeface="Times New Roman" panose="02020603050405020304" pitchFamily="18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866829" y="3500812"/>
              <a:ext cx="95891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  <a:buSzPct val="80000"/>
              </a:pPr>
              <a:r>
                <a:rPr lang="en-US" altLang="ko-KR" sz="3200" b="1" dirty="0" err="1">
                  <a:solidFill>
                    <a:srgbClr val="000099"/>
                  </a:solidFill>
                  <a:latin typeface="Times New Roman" panose="02020603050405020304" pitchFamily="18" charset="0"/>
                  <a:ea typeface="굴림" charset="-127"/>
                  <a:cs typeface="Times New Roman" panose="02020603050405020304" pitchFamily="18" charset="0"/>
                </a:rPr>
                <a:t>Với</a:t>
              </a:r>
              <a:r>
                <a:rPr lang="en-US" altLang="ko-KR" sz="3200" b="1" dirty="0">
                  <a:solidFill>
                    <a:srgbClr val="000099"/>
                  </a:solidFill>
                  <a:latin typeface="Times New Roman" panose="02020603050405020304" pitchFamily="18" charset="0"/>
                  <a:ea typeface="굴림" charset="-127"/>
                  <a:cs typeface="Times New Roman" panose="02020603050405020304" pitchFamily="18" charset="0"/>
                </a:rPr>
                <a:t>: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28559" y="4193489"/>
              <a:ext cx="1843489" cy="1862692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3709" y="3734467"/>
              <a:ext cx="2012973" cy="1239479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00686" y="5261352"/>
              <a:ext cx="1684921" cy="1575946"/>
            </a:xfrm>
            <a:prstGeom prst="rect">
              <a:avLst/>
            </a:prstGeom>
          </p:spPr>
        </p:pic>
      </p:grpSp>
      <p:sp>
        <p:nvSpPr>
          <p:cNvPr id="16" name="Rectangle 15"/>
          <p:cNvSpPr/>
          <p:nvPr/>
        </p:nvSpPr>
        <p:spPr>
          <a:xfrm>
            <a:off x="151680" y="975186"/>
            <a:ext cx="15408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SzPct val="80000"/>
            </a:pPr>
            <a:r>
              <a:rPr lang="en-US" altLang="ko-KR" sz="3200" b="1" u="sng" dirty="0" err="1">
                <a:solidFill>
                  <a:srgbClr val="000099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Cách</a:t>
            </a:r>
            <a:r>
              <a:rPr lang="en-US" altLang="ko-KR" sz="3200" b="1" u="sng" dirty="0">
                <a:solidFill>
                  <a:srgbClr val="000099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1</a:t>
            </a:r>
            <a:r>
              <a:rPr lang="en-US" altLang="ko-KR" sz="3200" b="1" dirty="0">
                <a:solidFill>
                  <a:srgbClr val="000099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01041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39956" y="1028866"/>
                <a:ext cx="11615937" cy="66851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𝐸𝑙𝑒𝑐𝑡𝑟𝑜𝑛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ị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𝑡𝑟𝑢𝑛𝑔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â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ố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ị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𝑛𝑔𝑡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ử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ị 1−đ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ệ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ươ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ệ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â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56" y="1028866"/>
                <a:ext cx="11615937" cy="66851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4824865" y="1835615"/>
            <a:ext cx="2874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(H; </a:t>
            </a:r>
            <a:r>
              <a:rPr lang="en-US" i="1" dirty="0" err="1">
                <a:solidFill>
                  <a:srgbClr val="FF0000"/>
                </a:solidFill>
              </a:rPr>
              <a:t>Họ</a:t>
            </a:r>
            <a:r>
              <a:rPr lang="en-US" i="1" dirty="0">
                <a:solidFill>
                  <a:srgbClr val="FF0000"/>
                </a:solidFill>
              </a:rPr>
              <a:t> halogen: F, </a:t>
            </a:r>
            <a:r>
              <a:rPr lang="en-US" i="1" dirty="0" err="1">
                <a:solidFill>
                  <a:srgbClr val="FF0000"/>
                </a:solidFill>
              </a:rPr>
              <a:t>Cl</a:t>
            </a:r>
            <a:r>
              <a:rPr lang="en-US" i="1" dirty="0">
                <a:solidFill>
                  <a:srgbClr val="FF0000"/>
                </a:solidFill>
              </a:rPr>
              <a:t>, Br, I, …)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783" y="2385914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err="1"/>
              <a:t>Ví</a:t>
            </a:r>
            <a:r>
              <a:rPr lang="en-US" b="1" u="sng" dirty="0"/>
              <a:t> </a:t>
            </a:r>
            <a:r>
              <a:rPr lang="en-US" b="1" u="sng" dirty="0" err="1"/>
              <a:t>dụ</a:t>
            </a:r>
            <a:r>
              <a:rPr lang="en-US" b="1" u="sng" dirty="0"/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0274" y="2416467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CHCl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597943" y="2416467"/>
            <a:ext cx="2491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½*(4+1+3) = 4 → sp</a:t>
            </a:r>
            <a:r>
              <a:rPr lang="en-US" baseline="30000" dirty="0"/>
              <a:t>3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610274" y="2976952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NH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2597943" y="2976952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½*(5+3) = 4 → sp</a:t>
            </a:r>
            <a:r>
              <a:rPr lang="en-US" baseline="30000" dirty="0"/>
              <a:t>3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610274" y="3501157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NOF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7943" y="3501157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½*(5+1) = 3 → sp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610274" y="4061642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 NO</a:t>
            </a:r>
            <a:r>
              <a:rPr lang="en-US" baseline="-25000" dirty="0"/>
              <a:t>2</a:t>
            </a:r>
            <a:r>
              <a:rPr lang="en-US" baseline="30000" dirty="0"/>
              <a:t>+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597943" y="4061642"/>
            <a:ext cx="213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½*(5-1) = 2 → </a:t>
            </a:r>
            <a:r>
              <a:rPr lang="en-US" dirty="0" err="1"/>
              <a:t>sp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610274" y="4622127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5. NO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597943" y="4622127"/>
            <a:ext cx="2239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½*(5) = 2.5 → sp</a:t>
            </a:r>
            <a:r>
              <a:rPr lang="en-US" baseline="30000" dirty="0"/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0274" y="5182612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6. NO</a:t>
            </a:r>
            <a:r>
              <a:rPr lang="en-US" baseline="-25000" dirty="0"/>
              <a:t>2</a:t>
            </a:r>
            <a:r>
              <a:rPr lang="en-US" baseline="30000" dirty="0"/>
              <a:t>-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597943" y="5182612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½*(5+1) = 3 → sp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5622497" y="2416467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8. SO</a:t>
            </a:r>
            <a:r>
              <a:rPr lang="en-US" baseline="-25000" dirty="0"/>
              <a:t>2</a:t>
            </a:r>
            <a:r>
              <a:rPr lang="en-US" dirty="0"/>
              <a:t>, SO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8481300" y="2399948"/>
            <a:ext cx="202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½*(6) = 3 → sp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622497" y="2976952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9. SO</a:t>
            </a:r>
            <a:r>
              <a:rPr lang="en-US" baseline="-25000" dirty="0"/>
              <a:t>3</a:t>
            </a:r>
            <a:r>
              <a:rPr lang="en-US" baseline="30000" dirty="0"/>
              <a:t>2-</a:t>
            </a:r>
            <a:r>
              <a:rPr lang="en-US" dirty="0"/>
              <a:t>, SO</a:t>
            </a:r>
            <a:r>
              <a:rPr lang="en-US" baseline="-25000" dirty="0"/>
              <a:t>4</a:t>
            </a:r>
            <a:r>
              <a:rPr lang="en-US" baseline="30000" dirty="0"/>
              <a:t>2-</a:t>
            </a:r>
            <a:r>
              <a:rPr lang="en-US" dirty="0"/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1300" y="2976952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½*(6+2) = 4 → sp</a:t>
            </a:r>
            <a:r>
              <a:rPr lang="en-US" baseline="30000" dirty="0"/>
              <a:t>3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622497" y="3537437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10. SO</a:t>
            </a:r>
            <a:r>
              <a:rPr lang="en-US" baseline="-25000" dirty="0"/>
              <a:t>2</a:t>
            </a:r>
            <a:r>
              <a:rPr lang="en-US" dirty="0"/>
              <a:t>Cl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8481300" y="3500641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½*(6+2) = 4 → sp</a:t>
            </a:r>
            <a:r>
              <a:rPr lang="en-US" baseline="30000" dirty="0"/>
              <a:t>3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591038" y="573937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7. NO</a:t>
            </a:r>
            <a:r>
              <a:rPr lang="en-US" baseline="-25000" dirty="0"/>
              <a:t>3</a:t>
            </a:r>
            <a:r>
              <a:rPr lang="en-US" baseline="30000" dirty="0"/>
              <a:t>-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2578707" y="5739370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½*(5+1) = 3 → sp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27642" y="6246155"/>
            <a:ext cx="11791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88925" algn="just"/>
            <a:r>
              <a:rPr lang="en-US" sz="2000" b="1" dirty="0" err="1">
                <a:solidFill>
                  <a:srgbClr val="CC00CC"/>
                </a:solidFill>
              </a:rPr>
              <a:t>Công</a:t>
            </a:r>
            <a:r>
              <a:rPr lang="en-US" sz="2000" b="1" dirty="0">
                <a:solidFill>
                  <a:srgbClr val="CC00CC"/>
                </a:solidFill>
              </a:rPr>
              <a:t> </a:t>
            </a:r>
            <a:r>
              <a:rPr lang="en-US" sz="2000" b="1" dirty="0" err="1">
                <a:solidFill>
                  <a:srgbClr val="CC00CC"/>
                </a:solidFill>
              </a:rPr>
              <a:t>thức</a:t>
            </a:r>
            <a:r>
              <a:rPr lang="en-US" sz="2000" b="1" dirty="0">
                <a:solidFill>
                  <a:srgbClr val="CC00CC"/>
                </a:solidFill>
              </a:rPr>
              <a:t> </a:t>
            </a:r>
            <a:r>
              <a:rPr lang="en-US" sz="2000" b="1" dirty="0" err="1">
                <a:solidFill>
                  <a:srgbClr val="CC00CC"/>
                </a:solidFill>
              </a:rPr>
              <a:t>này</a:t>
            </a:r>
            <a:r>
              <a:rPr lang="en-US" sz="2000" b="1" dirty="0">
                <a:solidFill>
                  <a:srgbClr val="CC00CC"/>
                </a:solidFill>
              </a:rPr>
              <a:t> </a:t>
            </a:r>
            <a:r>
              <a:rPr lang="en-US" sz="2000" b="1" dirty="0" err="1">
                <a:solidFill>
                  <a:srgbClr val="CC00CC"/>
                </a:solidFill>
              </a:rPr>
              <a:t>không</a:t>
            </a:r>
            <a:r>
              <a:rPr lang="en-US" sz="2000" b="1" dirty="0">
                <a:solidFill>
                  <a:srgbClr val="CC00CC"/>
                </a:solidFill>
              </a:rPr>
              <a:t> </a:t>
            </a:r>
            <a:r>
              <a:rPr lang="en-US" sz="2000" b="1" dirty="0" err="1">
                <a:solidFill>
                  <a:srgbClr val="CC00CC"/>
                </a:solidFill>
              </a:rPr>
              <a:t>cho</a:t>
            </a:r>
            <a:r>
              <a:rPr lang="en-US" sz="2000" b="1" dirty="0">
                <a:solidFill>
                  <a:srgbClr val="CC00CC"/>
                </a:solidFill>
              </a:rPr>
              <a:t> </a:t>
            </a:r>
            <a:r>
              <a:rPr lang="en-US" sz="2000" b="1" dirty="0" err="1">
                <a:solidFill>
                  <a:srgbClr val="CC00CC"/>
                </a:solidFill>
              </a:rPr>
              <a:t>biết</a:t>
            </a:r>
            <a:r>
              <a:rPr lang="en-US" sz="2000" b="1" dirty="0">
                <a:solidFill>
                  <a:srgbClr val="CC00CC"/>
                </a:solidFill>
              </a:rPr>
              <a:t> </a:t>
            </a:r>
            <a:r>
              <a:rPr lang="en-US" sz="2000" b="1" dirty="0" err="1">
                <a:solidFill>
                  <a:srgbClr val="CC00CC"/>
                </a:solidFill>
              </a:rPr>
              <a:t>các</a:t>
            </a:r>
            <a:r>
              <a:rPr lang="en-US" sz="2000" b="1" dirty="0">
                <a:solidFill>
                  <a:srgbClr val="CC00CC"/>
                </a:solidFill>
              </a:rPr>
              <a:t> </a:t>
            </a:r>
            <a:r>
              <a:rPr lang="en-US" sz="2000" b="1" dirty="0" err="1">
                <a:solidFill>
                  <a:srgbClr val="CC00CC"/>
                </a:solidFill>
              </a:rPr>
              <a:t>cặp</a:t>
            </a:r>
            <a:r>
              <a:rPr lang="en-US" sz="2000" b="1" dirty="0">
                <a:solidFill>
                  <a:srgbClr val="CC00CC"/>
                </a:solidFill>
              </a:rPr>
              <a:t> electron </a:t>
            </a:r>
            <a:r>
              <a:rPr lang="en-US" sz="2000" b="1" dirty="0" err="1">
                <a:solidFill>
                  <a:srgbClr val="CC00CC"/>
                </a:solidFill>
              </a:rPr>
              <a:t>tự</a:t>
            </a:r>
            <a:r>
              <a:rPr lang="en-US" sz="2000" b="1" dirty="0">
                <a:solidFill>
                  <a:srgbClr val="CC00CC"/>
                </a:solidFill>
              </a:rPr>
              <a:t> do → </a:t>
            </a:r>
            <a:r>
              <a:rPr lang="en-US" sz="2000" b="1" dirty="0" err="1">
                <a:solidFill>
                  <a:srgbClr val="CC00CC"/>
                </a:solidFill>
              </a:rPr>
              <a:t>kết</a:t>
            </a:r>
            <a:r>
              <a:rPr lang="en-US" sz="2000" b="1" dirty="0">
                <a:solidFill>
                  <a:srgbClr val="CC00CC"/>
                </a:solidFill>
              </a:rPr>
              <a:t> </a:t>
            </a:r>
            <a:r>
              <a:rPr lang="en-US" sz="2000" b="1" dirty="0" err="1">
                <a:solidFill>
                  <a:srgbClr val="CC00CC"/>
                </a:solidFill>
              </a:rPr>
              <a:t>hợp</a:t>
            </a:r>
            <a:r>
              <a:rPr lang="en-US" sz="2000" b="1" dirty="0">
                <a:solidFill>
                  <a:srgbClr val="CC00CC"/>
                </a:solidFill>
              </a:rPr>
              <a:t> </a:t>
            </a:r>
            <a:r>
              <a:rPr lang="en-US" sz="2000" b="1" dirty="0" err="1">
                <a:solidFill>
                  <a:srgbClr val="CC00CC"/>
                </a:solidFill>
              </a:rPr>
              <a:t>với</a:t>
            </a:r>
            <a:r>
              <a:rPr lang="en-US" sz="2000" b="1" dirty="0">
                <a:solidFill>
                  <a:srgbClr val="CC00CC"/>
                </a:solidFill>
              </a:rPr>
              <a:t> </a:t>
            </a:r>
            <a:r>
              <a:rPr lang="en-US" sz="2000" b="1" dirty="0" err="1">
                <a:solidFill>
                  <a:srgbClr val="CC00CC"/>
                </a:solidFill>
              </a:rPr>
              <a:t>côn</a:t>
            </a:r>
            <a:r>
              <a:rPr lang="en-US" sz="2000" b="1" dirty="0">
                <a:solidFill>
                  <a:srgbClr val="CC00CC"/>
                </a:solidFill>
              </a:rPr>
              <a:t> </a:t>
            </a:r>
            <a:r>
              <a:rPr lang="en-US" sz="2000" b="1" dirty="0" err="1">
                <a:solidFill>
                  <a:srgbClr val="CC00CC"/>
                </a:solidFill>
              </a:rPr>
              <a:t>thức</a:t>
            </a:r>
            <a:r>
              <a:rPr lang="en-US" sz="2000" b="1" dirty="0">
                <a:solidFill>
                  <a:srgbClr val="CC00CC"/>
                </a:solidFill>
              </a:rPr>
              <a:t> LEWIS  </a:t>
            </a:r>
            <a:r>
              <a:rPr lang="en-US" sz="2000" b="1" dirty="0" err="1">
                <a:solidFill>
                  <a:srgbClr val="CC00CC"/>
                </a:solidFill>
              </a:rPr>
              <a:t>để</a:t>
            </a:r>
            <a:r>
              <a:rPr lang="en-US" sz="2000" b="1" dirty="0">
                <a:solidFill>
                  <a:srgbClr val="CC00CC"/>
                </a:solidFill>
              </a:rPr>
              <a:t> so </a:t>
            </a:r>
            <a:r>
              <a:rPr lang="en-US" sz="2000" b="1" dirty="0" err="1">
                <a:solidFill>
                  <a:srgbClr val="CC00CC"/>
                </a:solidFill>
              </a:rPr>
              <a:t>sánh</a:t>
            </a:r>
            <a:r>
              <a:rPr lang="en-US" sz="2000" b="1" dirty="0">
                <a:solidFill>
                  <a:srgbClr val="CC00CC"/>
                </a:solidFill>
              </a:rPr>
              <a:t> </a:t>
            </a:r>
            <a:r>
              <a:rPr lang="en-US" sz="2000" b="1" dirty="0" err="1">
                <a:solidFill>
                  <a:srgbClr val="CC00CC"/>
                </a:solidFill>
              </a:rPr>
              <a:t>góc</a:t>
            </a:r>
            <a:r>
              <a:rPr lang="en-US" sz="2000" b="1" dirty="0">
                <a:solidFill>
                  <a:srgbClr val="CC00CC"/>
                </a:solidFill>
              </a:rPr>
              <a:t> </a:t>
            </a:r>
            <a:r>
              <a:rPr lang="en-US" sz="2000" b="1" dirty="0" err="1">
                <a:solidFill>
                  <a:srgbClr val="CC00CC"/>
                </a:solidFill>
              </a:rPr>
              <a:t>liên</a:t>
            </a:r>
            <a:r>
              <a:rPr lang="en-US" sz="2000" b="1" dirty="0">
                <a:solidFill>
                  <a:srgbClr val="CC00CC"/>
                </a:solidFill>
              </a:rPr>
              <a:t> </a:t>
            </a:r>
            <a:r>
              <a:rPr lang="en-US" sz="2000" b="1" dirty="0" err="1">
                <a:solidFill>
                  <a:srgbClr val="CC00CC"/>
                </a:solidFill>
              </a:rPr>
              <a:t>kết</a:t>
            </a:r>
            <a:endParaRPr lang="en-US" sz="2000" b="1" dirty="0">
              <a:solidFill>
                <a:srgbClr val="CC00CC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22497" y="4624297"/>
            <a:ext cx="2650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12. </a:t>
            </a:r>
            <a:r>
              <a:rPr lang="en-US" dirty="0" err="1"/>
              <a:t>ClO</a:t>
            </a:r>
            <a:r>
              <a:rPr lang="en-US" baseline="30000" dirty="0"/>
              <a:t>-</a:t>
            </a:r>
            <a:r>
              <a:rPr lang="en-US" dirty="0"/>
              <a:t>, ClO</a:t>
            </a:r>
            <a:r>
              <a:rPr lang="en-US" baseline="-25000" dirty="0"/>
              <a:t>2</a:t>
            </a:r>
            <a:r>
              <a:rPr lang="en-US" baseline="30000" dirty="0"/>
              <a:t>-</a:t>
            </a:r>
            <a:r>
              <a:rPr lang="en-US" dirty="0"/>
              <a:t>, ClO</a:t>
            </a:r>
            <a:r>
              <a:rPr lang="en-US" baseline="-25000" dirty="0"/>
              <a:t>3</a:t>
            </a:r>
            <a:r>
              <a:rPr lang="en-US" baseline="30000" dirty="0"/>
              <a:t>-</a:t>
            </a:r>
            <a:r>
              <a:rPr lang="en-US" dirty="0"/>
              <a:t>, ClO</a:t>
            </a:r>
            <a:r>
              <a:rPr lang="en-US" baseline="-25000" dirty="0"/>
              <a:t>4</a:t>
            </a:r>
            <a:r>
              <a:rPr lang="en-US" baseline="30000" dirty="0"/>
              <a:t>-</a:t>
            </a:r>
            <a:r>
              <a:rPr lang="en-US" dirty="0"/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1300" y="4629313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½*(7+1) = 4 → sp</a:t>
            </a:r>
            <a:r>
              <a:rPr lang="en-US" baseline="30000" dirty="0"/>
              <a:t>3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622497" y="5184782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13. SiO</a:t>
            </a:r>
            <a:r>
              <a:rPr lang="en-US" baseline="-25000" dirty="0"/>
              <a:t>4</a:t>
            </a:r>
            <a:r>
              <a:rPr lang="en-US" baseline="30000" dirty="0"/>
              <a:t>4-</a:t>
            </a:r>
            <a:r>
              <a:rPr lang="en-US" dirty="0"/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1300" y="5184782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½*(4+4) = 4 → sp</a:t>
            </a:r>
            <a:r>
              <a:rPr lang="en-US" baseline="30000" dirty="0"/>
              <a:t>3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622497" y="5745267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14. PO</a:t>
            </a:r>
            <a:r>
              <a:rPr lang="en-US" baseline="-25000" dirty="0"/>
              <a:t>4</a:t>
            </a:r>
            <a:r>
              <a:rPr lang="en-US" baseline="30000" dirty="0"/>
              <a:t>3-</a:t>
            </a:r>
            <a:r>
              <a:rPr lang="en-US" dirty="0"/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1300" y="5745267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½*(5+3) = 4 → sp</a:t>
            </a:r>
            <a:r>
              <a:rPr lang="en-US" baseline="30000" dirty="0"/>
              <a:t>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622497" y="4061498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11. H</a:t>
            </a:r>
            <a:r>
              <a:rPr lang="en-US" baseline="-25000" dirty="0"/>
              <a:t>2</a:t>
            </a:r>
            <a:r>
              <a:rPr lang="en-US" dirty="0"/>
              <a:t>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1300" y="4024702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½*(6+2) = 4 → sp</a:t>
            </a:r>
            <a:r>
              <a:rPr lang="en-US" baseline="30000" dirty="0"/>
              <a:t>3</a:t>
            </a:r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127642" y="189833"/>
            <a:ext cx="15408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SzPct val="80000"/>
            </a:pPr>
            <a:r>
              <a:rPr lang="en-US" altLang="ko-KR" sz="3200" b="1" u="sng" dirty="0" err="1">
                <a:solidFill>
                  <a:srgbClr val="000099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Cách</a:t>
            </a:r>
            <a:r>
              <a:rPr lang="en-US" altLang="ko-KR" sz="3200" b="1" u="sng" dirty="0">
                <a:solidFill>
                  <a:srgbClr val="000099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2</a:t>
            </a:r>
            <a:r>
              <a:rPr lang="en-US" altLang="ko-KR" sz="3200" b="1" dirty="0">
                <a:solidFill>
                  <a:srgbClr val="000099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812452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06CFC9F-E5DD-1777-F321-1A3684631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2850"/>
            <a:ext cx="8763000" cy="407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6301043"/>
                  </p:ext>
                </p:extLst>
              </p:nvPr>
            </p:nvGraphicFramePr>
            <p:xfrm>
              <a:off x="0" y="787552"/>
              <a:ext cx="12192000" cy="60704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196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573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31238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3859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03200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1241448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Phân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tử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, ion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Tổng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electron chia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sẻ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Công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thức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Lewis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Tổng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lk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l-GR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σ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số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cặp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tự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do 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Lai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hóa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Dạng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hình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học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969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</a:t>
                          </a:r>
                          <a: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O=C=O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084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</a:t>
                          </a:r>
                          <a: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O=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̈"/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969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NH</a:t>
                          </a:r>
                          <a: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9693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NH</a:t>
                          </a:r>
                          <a: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89693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H-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̈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𝑂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8969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</a:t>
                          </a:r>
                          <a: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2-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68969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6301043"/>
                  </p:ext>
                </p:extLst>
              </p:nvPr>
            </p:nvGraphicFramePr>
            <p:xfrm>
              <a:off x="0" y="787552"/>
              <a:ext cx="12192000" cy="60704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196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573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31238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3859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03200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1241448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Phân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tử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, ion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Tổng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electron chia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sẻ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Công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thức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Lewis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Tổng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lk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l-GR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σ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số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cặp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tự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do 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Lai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hóa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Dạng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hình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học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969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</a:t>
                          </a:r>
                          <a: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O=C=O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084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</a:t>
                          </a:r>
                          <a: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7407" t="-278182" r="-287654" b="-49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969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NH</a:t>
                          </a:r>
                          <a: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9693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NH</a:t>
                          </a:r>
                          <a: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89693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7407" t="-587037" r="-287654" b="-2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8969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</a:t>
                          </a:r>
                          <a: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2-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68969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en-US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086" y="2080552"/>
            <a:ext cx="1143000" cy="57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086" y="2718326"/>
            <a:ext cx="1143000" cy="701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1237" y="3432984"/>
            <a:ext cx="906463" cy="643716"/>
          </a:xfrm>
          <a:prstGeom prst="rect">
            <a:avLst/>
          </a:prstGeom>
        </p:spPr>
      </p:pic>
      <p:pic>
        <p:nvPicPr>
          <p:cNvPr id="22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086" y="3429052"/>
            <a:ext cx="1143000" cy="647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1237" y="4076700"/>
            <a:ext cx="906463" cy="7280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7086" y="4076701"/>
            <a:ext cx="1144485" cy="728026"/>
          </a:xfrm>
          <a:prstGeom prst="rect">
            <a:avLst/>
          </a:prstGeom>
        </p:spPr>
      </p:pic>
      <p:pic>
        <p:nvPicPr>
          <p:cNvPr id="23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086" y="4810948"/>
            <a:ext cx="1143000" cy="650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5071714" y="493673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..</a:t>
            </a:r>
          </a:p>
        </p:txBody>
      </p:sp>
      <p:pic>
        <p:nvPicPr>
          <p:cNvPr id="25" name="Picture 9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238" y="5459952"/>
            <a:ext cx="1100592" cy="708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97086" y="5477923"/>
            <a:ext cx="1143000" cy="69064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21237" y="6188979"/>
            <a:ext cx="1100593" cy="669022"/>
          </a:xfrm>
          <a:prstGeom prst="rect">
            <a:avLst/>
          </a:prstGeom>
        </p:spPr>
      </p:pic>
      <p:pic>
        <p:nvPicPr>
          <p:cNvPr id="28" name="Picture 10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086" y="6168572"/>
            <a:ext cx="1143000" cy="68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6298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1F97D0-46D2-931A-9874-5BEC92F26B40}"/>
              </a:ext>
            </a:extLst>
          </p:cNvPr>
          <p:cNvGrpSpPr/>
          <p:nvPr/>
        </p:nvGrpSpPr>
        <p:grpSpPr>
          <a:xfrm>
            <a:off x="0" y="747676"/>
            <a:ext cx="12167222" cy="6110324"/>
            <a:chOff x="0" y="747676"/>
            <a:chExt cx="12167222" cy="6110324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2676" y="747676"/>
              <a:ext cx="6004546" cy="611032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814176"/>
              <a:ext cx="6162675" cy="6043824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C36EF8C-7E16-720C-6659-0FE5D5B3C088}"/>
                </a:ext>
              </a:extLst>
            </p:cNvPr>
            <p:cNvSpPr txBox="1"/>
            <p:nvPr/>
          </p:nvSpPr>
          <p:spPr>
            <a:xfrm>
              <a:off x="3489157" y="5498432"/>
              <a:ext cx="10279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dirty="0">
                  <a:solidFill>
                    <a:srgbClr val="FF0000"/>
                  </a:solidFill>
                </a:rPr>
                <a:t>(Tứ diện)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1AA736-B722-7660-3A7D-79C01F73105E}"/>
                </a:ext>
              </a:extLst>
            </p:cNvPr>
            <p:cNvSpPr txBox="1"/>
            <p:nvPr/>
          </p:nvSpPr>
          <p:spPr>
            <a:xfrm>
              <a:off x="3489157" y="3437477"/>
              <a:ext cx="1138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dirty="0">
                  <a:solidFill>
                    <a:srgbClr val="FF0000"/>
                  </a:solidFill>
                </a:rPr>
                <a:t>(Tam giác)</a:t>
              </a:r>
            </a:p>
          </p:txBody>
        </p:sp>
      </p:grp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AF6E62-1B70-C881-FE08-02A729FE8F10}"/>
              </a:ext>
            </a:extLst>
          </p:cNvPr>
          <p:cNvSpPr txBox="1"/>
          <p:nvPr/>
        </p:nvSpPr>
        <p:spPr>
          <a:xfrm>
            <a:off x="9651832" y="5763337"/>
            <a:ext cx="2231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>
                <a:solidFill>
                  <a:srgbClr val="FF0000"/>
                </a:solidFill>
              </a:rPr>
              <a:t>(</a:t>
            </a:r>
            <a:r>
              <a:rPr lang="vi-VN" dirty="0">
                <a:solidFill>
                  <a:srgbClr val="FF0000"/>
                </a:solidFill>
              </a:rPr>
              <a:t>Lưỡng t</a:t>
            </a:r>
            <a:r>
              <a:rPr lang="x-none">
                <a:solidFill>
                  <a:srgbClr val="FF0000"/>
                </a:solidFill>
              </a:rPr>
              <a:t>háp </a:t>
            </a:r>
            <a:r>
              <a:rPr lang="x-none" dirty="0">
                <a:solidFill>
                  <a:srgbClr val="FF0000"/>
                </a:solidFill>
              </a:rPr>
              <a:t>tứ diện)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E26213-BFA8-8A53-72B4-11F7C51696F8}"/>
              </a:ext>
            </a:extLst>
          </p:cNvPr>
          <p:cNvSpPr txBox="1"/>
          <p:nvPr/>
        </p:nvSpPr>
        <p:spPr>
          <a:xfrm>
            <a:off x="9612622" y="2886175"/>
            <a:ext cx="2342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>
                <a:solidFill>
                  <a:srgbClr val="FF0000"/>
                </a:solidFill>
              </a:rPr>
              <a:t>(</a:t>
            </a:r>
            <a:r>
              <a:rPr lang="vi-VN" dirty="0">
                <a:solidFill>
                  <a:srgbClr val="FF0000"/>
                </a:solidFill>
              </a:rPr>
              <a:t>Lưỡng t</a:t>
            </a:r>
            <a:r>
              <a:rPr lang="x-none">
                <a:solidFill>
                  <a:srgbClr val="FF0000"/>
                </a:solidFill>
              </a:rPr>
              <a:t>háp </a:t>
            </a:r>
            <a:r>
              <a:rPr lang="x-none" dirty="0">
                <a:solidFill>
                  <a:srgbClr val="FF0000"/>
                </a:solidFill>
              </a:rPr>
              <a:t>tam giác)</a:t>
            </a:r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4107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53B7F22-0DD8-1C0E-CEDA-890E7F763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80" y="1000524"/>
            <a:ext cx="11795777" cy="5423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Aft>
                <a:spcPts val="1200"/>
              </a:spcAft>
            </a:pPr>
            <a:r>
              <a:rPr lang="en-US" altLang="ko-KR" sz="3200" b="1" u="sng" dirty="0" err="1">
                <a:solidFill>
                  <a:srgbClr val="FF0000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Bài</a:t>
            </a:r>
            <a:r>
              <a:rPr lang="en-US" altLang="ko-KR" sz="3200" b="1" u="sng" dirty="0">
                <a:solidFill>
                  <a:srgbClr val="FF0000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</a:t>
            </a:r>
            <a:r>
              <a:rPr lang="en-US" altLang="ko-KR" sz="3200" b="1" u="sng" dirty="0" err="1">
                <a:solidFill>
                  <a:srgbClr val="FF0000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tập</a:t>
            </a:r>
            <a:r>
              <a:rPr lang="en-US" altLang="ko-KR" sz="3200" b="1" u="sng" dirty="0">
                <a:solidFill>
                  <a:srgbClr val="FF0000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</a:t>
            </a:r>
            <a:r>
              <a:rPr lang="en-US" altLang="ko-KR" sz="3200" b="1" u="sng" dirty="0" err="1">
                <a:solidFill>
                  <a:srgbClr val="FF0000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về</a:t>
            </a:r>
            <a:r>
              <a:rPr lang="en-US" altLang="ko-KR" sz="3200" b="1" u="sng" dirty="0">
                <a:solidFill>
                  <a:srgbClr val="FF0000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</a:t>
            </a:r>
            <a:r>
              <a:rPr lang="en-US" altLang="ko-KR" sz="3200" b="1" u="sng" dirty="0" err="1">
                <a:solidFill>
                  <a:srgbClr val="FF0000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nhà</a:t>
            </a:r>
            <a:r>
              <a:rPr lang="en-US" altLang="ko-KR" sz="3200" b="1" u="sng" dirty="0">
                <a:solidFill>
                  <a:srgbClr val="FF0000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:</a:t>
            </a:r>
          </a:p>
          <a:p>
            <a:pPr algn="just">
              <a:spcBef>
                <a:spcPct val="20000"/>
              </a:spcBef>
            </a:pPr>
            <a:r>
              <a:rPr lang="en-US" altLang="ko-KR" sz="2800" dirty="0" err="1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Xác</a:t>
            </a: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</a:t>
            </a:r>
            <a:r>
              <a:rPr lang="en-US" altLang="ko-KR" sz="2800" dirty="0" err="1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định</a:t>
            </a: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</a:t>
            </a:r>
            <a:r>
              <a:rPr lang="en-US" altLang="ko-KR" sz="2800" dirty="0" err="1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kiểu</a:t>
            </a: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</a:t>
            </a:r>
            <a:r>
              <a:rPr lang="en-US" altLang="ko-KR" sz="2800" dirty="0" err="1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lai</a:t>
            </a: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</a:t>
            </a:r>
            <a:r>
              <a:rPr lang="en-US" altLang="ko-KR" sz="2800" dirty="0" err="1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hóa</a:t>
            </a: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</a:t>
            </a:r>
            <a:r>
              <a:rPr lang="en-US" altLang="ko-KR" sz="2800" dirty="0" err="1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của</a:t>
            </a: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</a:t>
            </a:r>
            <a:r>
              <a:rPr lang="en-US" altLang="ko-KR" sz="2800" dirty="0" err="1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các</a:t>
            </a: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</a:t>
            </a:r>
            <a:r>
              <a:rPr lang="en-US" altLang="ko-KR" sz="2800" dirty="0" err="1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phân</a:t>
            </a: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</a:t>
            </a:r>
            <a:r>
              <a:rPr lang="en-US" altLang="ko-KR" sz="2800" dirty="0" err="1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tử</a:t>
            </a: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</a:t>
            </a:r>
            <a:r>
              <a:rPr lang="en-US" altLang="ko-KR" sz="2800" dirty="0" err="1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hoặc</a:t>
            </a: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ion </a:t>
            </a:r>
            <a:r>
              <a:rPr lang="en-US" altLang="ko-KR" sz="2800" dirty="0" err="1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sau</a:t>
            </a: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:</a:t>
            </a:r>
          </a:p>
          <a:p>
            <a:pPr marL="1831975" indent="527050" algn="just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CS</a:t>
            </a:r>
            <a:r>
              <a:rPr lang="en-US" altLang="ko-KR" sz="2800" baseline="-250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2</a:t>
            </a:r>
            <a:endParaRPr lang="en-US" altLang="ko-KR" sz="2800" dirty="0">
              <a:latin typeface="Arial" panose="020B0604020202020204" pitchFamily="34" charset="0"/>
              <a:ea typeface="굴림" charset="-127"/>
              <a:cs typeface="Arial" panose="020B0604020202020204" pitchFamily="34" charset="0"/>
            </a:endParaRPr>
          </a:p>
          <a:p>
            <a:pPr marL="1831975" indent="527050" algn="just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NO</a:t>
            </a:r>
            <a:r>
              <a:rPr lang="en-US" altLang="ko-KR" sz="2800" baseline="-250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2</a:t>
            </a:r>
            <a:endParaRPr lang="en-US" altLang="ko-KR" sz="2800" dirty="0">
              <a:latin typeface="Arial" panose="020B0604020202020204" pitchFamily="34" charset="0"/>
              <a:ea typeface="굴림" charset="-127"/>
              <a:cs typeface="Arial" panose="020B0604020202020204" pitchFamily="34" charset="0"/>
            </a:endParaRPr>
          </a:p>
          <a:p>
            <a:pPr marL="1831975" indent="527050" algn="just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NO</a:t>
            </a:r>
            <a:r>
              <a:rPr lang="en-US" altLang="ko-KR" sz="2800" baseline="-250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2</a:t>
            </a:r>
            <a:r>
              <a:rPr lang="en-US" altLang="ko-KR" sz="2800" baseline="300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-</a:t>
            </a:r>
            <a:endParaRPr lang="en-US" altLang="ko-KR" sz="2800" dirty="0">
              <a:latin typeface="Arial" panose="020B0604020202020204" pitchFamily="34" charset="0"/>
              <a:ea typeface="굴림" charset="-127"/>
              <a:cs typeface="Arial" panose="020B0604020202020204" pitchFamily="34" charset="0"/>
            </a:endParaRPr>
          </a:p>
          <a:p>
            <a:pPr marL="1831975" indent="527050" algn="just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NO</a:t>
            </a:r>
            <a:r>
              <a:rPr lang="en-US" altLang="ko-KR" sz="2800" baseline="-250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3</a:t>
            </a:r>
            <a:r>
              <a:rPr lang="en-US" altLang="ko-KR" sz="2800" baseline="300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-</a:t>
            </a:r>
            <a:endParaRPr lang="en-US" altLang="ko-KR" sz="2800" dirty="0">
              <a:latin typeface="Arial" panose="020B0604020202020204" pitchFamily="34" charset="0"/>
              <a:ea typeface="굴림" charset="-127"/>
              <a:cs typeface="Arial" panose="020B0604020202020204" pitchFamily="34" charset="0"/>
            </a:endParaRPr>
          </a:p>
          <a:p>
            <a:pPr marL="1831975" indent="527050" algn="just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O</a:t>
            </a:r>
            <a:r>
              <a:rPr lang="en-US" altLang="ko-KR" sz="2800" baseline="-250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3</a:t>
            </a:r>
          </a:p>
          <a:p>
            <a:pPr marL="1831975" indent="527050" algn="just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CH</a:t>
            </a:r>
            <a:r>
              <a:rPr lang="en-US" altLang="ko-KR" sz="2800" baseline="-250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2</a:t>
            </a: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Cl</a:t>
            </a:r>
            <a:r>
              <a:rPr lang="en-US" altLang="ko-KR" sz="2800" baseline="-250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2</a:t>
            </a:r>
          </a:p>
          <a:p>
            <a:pPr marL="1831975" indent="527050" algn="just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SO</a:t>
            </a:r>
            <a:r>
              <a:rPr lang="en-US" altLang="ko-KR" sz="2800" baseline="-250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2</a:t>
            </a: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Cl</a:t>
            </a:r>
            <a:r>
              <a:rPr lang="en-US" altLang="ko-KR" sz="2800" baseline="-250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2</a:t>
            </a:r>
          </a:p>
          <a:p>
            <a:pPr marL="1831975" indent="527050" algn="just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H</a:t>
            </a:r>
            <a:r>
              <a:rPr lang="en-US" altLang="ko-KR" sz="2800" baseline="-250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3</a:t>
            </a:r>
            <a:r>
              <a:rPr lang="en-US" altLang="ko-KR" sz="28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O</a:t>
            </a:r>
            <a:r>
              <a:rPr lang="en-US" altLang="ko-KR" sz="2800" baseline="30000" dirty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+</a:t>
            </a:r>
            <a:endParaRPr lang="en-US" altLang="ko-KR" sz="2800" dirty="0">
              <a:latin typeface="Arial" panose="020B0604020202020204" pitchFamily="34" charset="0"/>
              <a:ea typeface="굴림" charset="-127"/>
              <a:cs typeface="Arial" panose="020B0604020202020204" pitchFamily="34" charset="0"/>
            </a:endParaRPr>
          </a:p>
          <a:p>
            <a:pPr marL="514350" indent="-514350" algn="just">
              <a:spcBef>
                <a:spcPct val="20000"/>
              </a:spcBef>
              <a:buAutoNum type="arabicPeriod"/>
            </a:pPr>
            <a:endParaRPr lang="en-US" altLang="ko-KR" sz="2800" baseline="-25000" dirty="0">
              <a:latin typeface="Arial" panose="020B0604020202020204" pitchFamily="34" charset="0"/>
              <a:ea typeface="굴림" charset="-127"/>
              <a:cs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279858" y="2048056"/>
            <a:ext cx="1168344" cy="4776374"/>
            <a:chOff x="4296792" y="2048056"/>
            <a:chExt cx="1168344" cy="4776374"/>
          </a:xfrm>
        </p:grpSpPr>
        <p:sp>
          <p:nvSpPr>
            <p:cNvPr id="3" name="TextBox 2"/>
            <p:cNvSpPr txBox="1"/>
            <p:nvPr/>
          </p:nvSpPr>
          <p:spPr>
            <a:xfrm>
              <a:off x="4652093" y="2048056"/>
              <a:ext cx="64152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</a:t>
              </a:r>
              <a:endParaRPr lang="en-US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4628641" y="3486200"/>
              <a:ext cx="813043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</a:t>
              </a:r>
              <a:r>
                <a:rPr lang="en-US" sz="4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52093" y="5606641"/>
              <a:ext cx="813043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</a:t>
              </a:r>
              <a:r>
                <a:rPr lang="en-US" sz="4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9" name="Right Brace 8"/>
            <p:cNvSpPr/>
            <p:nvPr/>
          </p:nvSpPr>
          <p:spPr>
            <a:xfrm>
              <a:off x="4296792" y="2920753"/>
              <a:ext cx="275208" cy="202359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Brace 11"/>
            <p:cNvSpPr/>
            <p:nvPr/>
          </p:nvSpPr>
          <p:spPr>
            <a:xfrm>
              <a:off x="4296792" y="5219246"/>
              <a:ext cx="275208" cy="160518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31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AutoShape 73" descr="Sắt pentacacbonyl – Wikipedia tiếng Việt">
            <a:extLst>
              <a:ext uri="{FF2B5EF4-FFF2-40B4-BE49-F238E27FC236}">
                <a16:creationId xmlns:a16="http://schemas.microsoft.com/office/drawing/2014/main" id="{890E795A-93B0-417A-B4D5-D834E4FEE9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6" name="Rectangle 2">
            <a:extLst>
              <a:ext uri="{FF2B5EF4-FFF2-40B4-BE49-F238E27FC236}">
                <a16:creationId xmlns:a16="http://schemas.microsoft.com/office/drawing/2014/main" id="{EF9D7171-0CC9-4364-8D68-A897F3DD3761}"/>
              </a:ext>
            </a:extLst>
          </p:cNvPr>
          <p:cNvSpPr txBox="1">
            <a:spLocks noChangeArrowheads="1"/>
          </p:cNvSpPr>
          <p:nvPr/>
        </p:nvSpPr>
        <p:spPr>
          <a:xfrm>
            <a:off x="527653" y="926647"/>
            <a:ext cx="11144869" cy="6759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sao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góc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en-US" altLang="en-US" sz="3600" b="1" baseline="-25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altLang="en-US" sz="36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90</a:t>
            </a:r>
            <a:r>
              <a:rPr lang="en-US" altLang="en-US" sz="3600" b="1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hay 109</a:t>
            </a:r>
            <a:r>
              <a:rPr lang="en-US" altLang="en-US" sz="3600" b="1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pic>
        <p:nvPicPr>
          <p:cNvPr id="57" name="Picture 4">
            <a:extLst>
              <a:ext uri="{FF2B5EF4-FFF2-40B4-BE49-F238E27FC236}">
                <a16:creationId xmlns:a16="http://schemas.microsoft.com/office/drawing/2014/main" id="{00B8688D-9FFC-4A38-AB99-B38CA1868A46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348" y="1602604"/>
            <a:ext cx="1294416" cy="2546714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標題 1"/>
          <p:cNvSpPr txBox="1">
            <a:spLocks/>
          </p:cNvSpPr>
          <p:nvPr/>
        </p:nvSpPr>
        <p:spPr>
          <a:xfrm>
            <a:off x="151680" y="35120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CHT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53" y="2248721"/>
            <a:ext cx="1179970" cy="10613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328" y="1625348"/>
            <a:ext cx="26100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altLang="ko-KR" sz="2400" b="1" dirty="0">
                <a:solidFill>
                  <a:srgbClr val="FF0000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1. </a:t>
            </a:r>
            <a:r>
              <a:rPr lang="en-US" altLang="ko-KR" sz="2400" b="1" dirty="0" err="1">
                <a:solidFill>
                  <a:srgbClr val="FF0000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Thuyết</a:t>
            </a:r>
            <a:r>
              <a:rPr lang="en-US" altLang="ko-KR" sz="2400" b="1" dirty="0">
                <a:solidFill>
                  <a:srgbClr val="FF0000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Orbital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1583" y="3310070"/>
            <a:ext cx="2190349" cy="20486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182" y="3702610"/>
            <a:ext cx="3137797" cy="308327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3323833" y="2633702"/>
            <a:ext cx="2592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altLang="ko-KR" sz="2400" b="1" dirty="0">
                <a:solidFill>
                  <a:srgbClr val="0000FF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2. </a:t>
            </a:r>
            <a:r>
              <a:rPr lang="en-US" altLang="ko-KR" sz="2400" b="1" dirty="0" err="1">
                <a:solidFill>
                  <a:srgbClr val="0000FF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Thuyết</a:t>
            </a:r>
            <a:r>
              <a:rPr lang="en-US" altLang="ko-KR" sz="2400" b="1" dirty="0">
                <a:solidFill>
                  <a:srgbClr val="0000FF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</a:t>
            </a:r>
            <a:r>
              <a:rPr lang="en-US" altLang="ko-KR" sz="2400" b="1" dirty="0" err="1">
                <a:solidFill>
                  <a:srgbClr val="0000FF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lai</a:t>
            </a:r>
            <a:r>
              <a:rPr lang="en-US" altLang="ko-KR" sz="2400" b="1" dirty="0">
                <a:solidFill>
                  <a:srgbClr val="0000FF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</a:t>
            </a:r>
            <a:r>
              <a:rPr lang="en-US" altLang="ko-KR" sz="2400" b="1" dirty="0" err="1">
                <a:solidFill>
                  <a:srgbClr val="0000FF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hóa</a:t>
            </a:r>
            <a:endParaRPr lang="en-US" altLang="ko-KR" sz="2400" b="1" dirty="0">
              <a:solidFill>
                <a:srgbClr val="0000FF"/>
              </a:solidFill>
              <a:latin typeface="Arial" panose="020B0604020202020204" pitchFamily="34" charset="0"/>
              <a:ea typeface="굴림" charset="-127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897537" y="2248721"/>
            <a:ext cx="3929666" cy="4306461"/>
            <a:chOff x="6897537" y="2248721"/>
            <a:chExt cx="3929666" cy="4306461"/>
          </a:xfrm>
        </p:grpSpPr>
        <p:pic>
          <p:nvPicPr>
            <p:cNvPr id="58" name="Picture 6">
              <a:extLst>
                <a:ext uri="{FF2B5EF4-FFF2-40B4-BE49-F238E27FC236}">
                  <a16:creationId xmlns:a16="http://schemas.microsoft.com/office/drawing/2014/main" id="{98569E9B-186C-4836-B9F0-5808FD6D43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7537" y="3095367"/>
              <a:ext cx="3929666" cy="3459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Rectangle 42"/>
            <p:cNvSpPr/>
            <p:nvPr/>
          </p:nvSpPr>
          <p:spPr>
            <a:xfrm>
              <a:off x="7486288" y="2248721"/>
              <a:ext cx="190308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spcAft>
                  <a:spcPts val="1200"/>
                </a:spcAft>
              </a:pPr>
              <a:r>
                <a:rPr lang="en-US" altLang="ko-KR" sz="2800" b="1" dirty="0">
                  <a:solidFill>
                    <a:srgbClr val="993366"/>
                  </a:solidFill>
                  <a:latin typeface="Arial" panose="020B0604020202020204" pitchFamily="34" charset="0"/>
                  <a:ea typeface="굴림" charset="-127"/>
                  <a:cs typeface="Arial" panose="020B0604020202020204" pitchFamily="34" charset="0"/>
                </a:rPr>
                <a:t>3. </a:t>
              </a:r>
              <a:r>
                <a:rPr lang="en-US" altLang="ko-KR" sz="2800" b="1" dirty="0" err="1">
                  <a:solidFill>
                    <a:srgbClr val="993366"/>
                  </a:solidFill>
                  <a:latin typeface="Arial" panose="020B0604020202020204" pitchFamily="34" charset="0"/>
                  <a:ea typeface="굴림" charset="-127"/>
                  <a:cs typeface="Arial" panose="020B0604020202020204" pitchFamily="34" charset="0"/>
                </a:rPr>
                <a:t>Thực</a:t>
              </a:r>
              <a:r>
                <a:rPr lang="en-US" altLang="ko-KR" sz="2800" b="1" dirty="0">
                  <a:solidFill>
                    <a:srgbClr val="993366"/>
                  </a:solidFill>
                  <a:latin typeface="Arial" panose="020B0604020202020204" pitchFamily="34" charset="0"/>
                  <a:ea typeface="굴림" charset="-127"/>
                  <a:cs typeface="Arial" panose="020B0604020202020204" pitchFamily="34" charset="0"/>
                </a:rPr>
                <a:t> </a:t>
              </a:r>
              <a:r>
                <a:rPr lang="en-US" altLang="ko-KR" sz="2800" b="1" dirty="0" err="1">
                  <a:solidFill>
                    <a:srgbClr val="993366"/>
                  </a:solidFill>
                  <a:latin typeface="Arial" panose="020B0604020202020204" pitchFamily="34" charset="0"/>
                  <a:ea typeface="굴림" charset="-127"/>
                  <a:cs typeface="Arial" panose="020B0604020202020204" pitchFamily="34" charset="0"/>
                </a:rPr>
                <a:t>tế</a:t>
              </a:r>
              <a:endParaRPr lang="en-US" altLang="ko-KR" sz="2800" b="1" dirty="0">
                <a:solidFill>
                  <a:srgbClr val="993366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535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VSEPR (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sức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đẩy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cặp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e-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06CFC9F-E5DD-1777-F321-1A3684631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2850"/>
            <a:ext cx="8763000" cy="407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8" name="標題 1"/>
          <p:cNvSpPr txBox="1">
            <a:spLocks/>
          </p:cNvSpPr>
          <p:nvPr/>
        </p:nvSpPr>
        <p:spPr>
          <a:xfrm>
            <a:off x="279301" y="1020789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377CAC4-D0D9-43C9-8713-FD447D0E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051" y="1680768"/>
            <a:ext cx="7943352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>
              <a:lnSpc>
                <a:spcPct val="150000"/>
              </a:lnSpc>
            </a:pPr>
            <a:r>
              <a:rPr lang="vi-VN" alt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tắc</a:t>
            </a:r>
            <a:r>
              <a:rPr lang="vi-V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Các lk đôi hay ba giữa A và B cũng  chỉ tính như lk đơn nhưng có sức đẩy mạnh hơn và chiếm khoảng không gian lớn hơn so với liên kết đơn.</a:t>
            </a:r>
            <a:endParaRPr lang="en-US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4">
            <a:extLst>
              <a:ext uri="{FF2B5EF4-FFF2-40B4-BE49-F238E27FC236}">
                <a16:creationId xmlns:a16="http://schemas.microsoft.com/office/drawing/2014/main" id="{C672A7E2-32A7-D32D-9C8B-BCA8D8984311}"/>
              </a:ext>
            </a:extLst>
          </p:cNvPr>
          <p:cNvSpPr/>
          <p:nvPr/>
        </p:nvSpPr>
        <p:spPr>
          <a:xfrm>
            <a:off x="107521" y="855234"/>
            <a:ext cx="91530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Xét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lk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CHT: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AB</a:t>
            </a:r>
            <a:r>
              <a:rPr lang="en-US" altLang="zh-TW" sz="32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</a:t>
            </a:r>
            <a:r>
              <a:rPr lang="en-US" altLang="zh-TW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với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“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A 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/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trung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tâm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” </a:t>
            </a:r>
            <a:endParaRPr lang="en-US" altLang="zh-TW" sz="3200" b="1" baseline="30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4">
                <a:extLst>
                  <a:ext uri="{FF2B5EF4-FFF2-40B4-BE49-F238E27FC236}">
                    <a16:creationId xmlns:a16="http://schemas.microsoft.com/office/drawing/2014/main" id="{47324224-923F-AF25-9CD1-3AC07E3B2A0B}"/>
                  </a:ext>
                </a:extLst>
              </p:cNvPr>
              <p:cNvSpPr/>
              <p:nvPr/>
            </p:nvSpPr>
            <p:spPr>
              <a:xfrm>
                <a:off x="183293" y="3880501"/>
                <a:ext cx="11618976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spcAft>
                    <a:spcPts val="1800"/>
                  </a:spcAft>
                  <a:buFont typeface="Wingdings" pitchFamily="2" charset="2"/>
                  <a:buChar char="v"/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Các </a:t>
                </a:r>
                <a:r>
                  <a:rPr lang="en-US" altLang="zh-TW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“</a:t>
                </a:r>
                <a:r>
                  <a:rPr lang="en-US" altLang="zh-TW" sz="28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cặp</a:t>
                </a:r>
                <a:r>
                  <a:rPr lang="en-US" altLang="zh-TW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e</a:t>
                </a:r>
                <a:r>
                  <a:rPr lang="en-US" altLang="zh-TW" sz="2800" b="1" i="1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-</a:t>
                </a:r>
                <a:r>
                  <a:rPr lang="en-US" altLang="zh-TW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lk</a:t>
                </a:r>
                <a:r>
                  <a:rPr lang="en-US" altLang="zh-TW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Permanent Marker"/>
                      </a:rPr>
                      <m:t>𝝈</m:t>
                    </m:r>
                  </m:oMath>
                </a14:m>
                <a:r>
                  <a:rPr lang="en-US" altLang="zh-TW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(LK)”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và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“</a:t>
                </a:r>
                <a:r>
                  <a:rPr lang="en-US" altLang="zh-TW" sz="28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cặp</a:t>
                </a:r>
                <a:r>
                  <a:rPr lang="en-US" altLang="zh-TW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e</a:t>
                </a:r>
                <a:r>
                  <a:rPr lang="en-US" altLang="zh-TW" sz="2800" b="1" i="1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-</a:t>
                </a:r>
                <a:r>
                  <a:rPr lang="en-US" altLang="zh-TW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tự</a:t>
                </a:r>
                <a:r>
                  <a:rPr lang="en-US" altLang="zh-TW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do (KLK)”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của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ng/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tử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A (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nếu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có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)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phải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định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hướng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xa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nhau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nhất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để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lực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đẩy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giữa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chúng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nhỏ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nhất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.</a:t>
                </a:r>
                <a:endParaRPr lang="en-US" altLang="zh-TW" sz="2800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endParaRPr>
              </a:p>
            </p:txBody>
          </p:sp>
        </mc:Choice>
        <mc:Fallback xmlns="">
          <p:sp>
            <p:nvSpPr>
              <p:cNvPr id="12" name="矩形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7324224-923F-AF25-9CD1-3AC07E3B2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93" y="3880501"/>
                <a:ext cx="11618976" cy="1384995"/>
              </a:xfrm>
              <a:prstGeom prst="rect">
                <a:avLst/>
              </a:prstGeom>
              <a:blipFill rotWithShape="0">
                <a:blip r:embed="rId3"/>
                <a:stretch>
                  <a:fillRect l="-892" r="-1102" b="-6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4">
            <a:extLst>
              <a:ext uri="{FF2B5EF4-FFF2-40B4-BE49-F238E27FC236}">
                <a16:creationId xmlns:a16="http://schemas.microsoft.com/office/drawing/2014/main" id="{BA5500A7-0878-2054-78F8-5139ACACD182}"/>
              </a:ext>
            </a:extLst>
          </p:cNvPr>
          <p:cNvSpPr/>
          <p:nvPr/>
        </p:nvSpPr>
        <p:spPr>
          <a:xfrm>
            <a:off x="183293" y="5353496"/>
            <a:ext cx="1161897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itchFamily="2" charset="2"/>
              <a:buChar char="v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Lực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đẩy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[(KLK-KLK)] &gt; [(KLK-LK)] &gt; [(LK)-(LK)] &gt; [(LK)-(1e KLK)]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⇢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“</a:t>
            </a:r>
            <a:r>
              <a:rPr lang="en-US" altLang="zh-TW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cặp</a:t>
            </a:r>
            <a:r>
              <a:rPr lang="en-US" altLang="zh-TW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="1" i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do </a:t>
            </a:r>
            <a:r>
              <a:rPr lang="en-US" altLang="zh-TW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sẽ</a:t>
            </a:r>
            <a:r>
              <a:rPr lang="en-US" altLang="zh-TW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làm</a:t>
            </a:r>
            <a:r>
              <a:rPr lang="en-US" altLang="zh-TW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giảm</a:t>
            </a:r>
            <a:r>
              <a:rPr lang="en-US" altLang="zh-TW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góc</a:t>
            </a:r>
            <a:r>
              <a:rPr lang="en-US" altLang="zh-TW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trị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”.   </a:t>
            </a:r>
            <a:endParaRPr lang="en-US" altLang="zh-TW" sz="2800" i="1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F25406-316A-AD25-0BC9-C8EC1B25B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520" y="1445073"/>
            <a:ext cx="2153506" cy="14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8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EDB1AD79-9977-D67F-2C32-F0FC530497E6}"/>
              </a:ext>
            </a:extLst>
          </p:cNvPr>
          <p:cNvSpPr/>
          <p:nvPr/>
        </p:nvSpPr>
        <p:spPr>
          <a:xfrm>
            <a:off x="154817" y="724052"/>
            <a:ext cx="7685317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38138" indent="-338138" algn="just">
              <a:lnSpc>
                <a:spcPct val="150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Trường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Khác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endParaRPr lang="en-US" altLang="zh-TW" sz="3200" b="1" baseline="30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7" name="矩形 4">
            <a:extLst>
              <a:ext uri="{FF2B5EF4-FFF2-40B4-BE49-F238E27FC236}">
                <a16:creationId xmlns:a16="http://schemas.microsoft.com/office/drawing/2014/main" id="{8D81355C-C912-2746-8F41-2CF27B289A2B}"/>
              </a:ext>
            </a:extLst>
          </p:cNvPr>
          <p:cNvSpPr/>
          <p:nvPr/>
        </p:nvSpPr>
        <p:spPr>
          <a:xfrm>
            <a:off x="3638634" y="1730256"/>
            <a:ext cx="4201500" cy="73866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800"/>
              </a:spcAft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Góc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sp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&gt; sp</a:t>
            </a:r>
            <a:r>
              <a:rPr lang="en-US" altLang="zh-TW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&gt; sp</a:t>
            </a:r>
            <a:r>
              <a:rPr lang="en-US" altLang="zh-TW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EDB1AD79-9977-D67F-2C32-F0FC530497E6}"/>
              </a:ext>
            </a:extLst>
          </p:cNvPr>
          <p:cNvSpPr/>
          <p:nvPr/>
        </p:nvSpPr>
        <p:spPr>
          <a:xfrm>
            <a:off x="154817" y="2489143"/>
            <a:ext cx="76853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800"/>
              </a:spcAft>
            </a:pP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2.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Trường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2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Cùng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endParaRPr lang="en-US" altLang="zh-TW" sz="3200" b="1" baseline="30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3" name="矩形 4">
            <a:extLst>
              <a:ext uri="{FF2B5EF4-FFF2-40B4-BE49-F238E27FC236}">
                <a16:creationId xmlns:a16="http://schemas.microsoft.com/office/drawing/2014/main" id="{D20AADE4-A4B6-61FD-FA76-915C6D7BE74D}"/>
              </a:ext>
            </a:extLst>
          </p:cNvPr>
          <p:cNvSpPr/>
          <p:nvPr/>
        </p:nvSpPr>
        <p:spPr>
          <a:xfrm>
            <a:off x="991341" y="3335548"/>
            <a:ext cx="8365787" cy="661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Cặp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="1" i="1" u="sng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do </a:t>
            </a: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ngtử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trung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tâm</a:t>
            </a:r>
            <a:r>
              <a:rPr lang="en-US" altLang="zh-TW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               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5923397-1A3C-0FA7-62EE-387BC9013F37}"/>
              </a:ext>
            </a:extLst>
          </p:cNvPr>
          <p:cNvGrpSpPr/>
          <p:nvPr/>
        </p:nvGrpSpPr>
        <p:grpSpPr>
          <a:xfrm>
            <a:off x="1838078" y="4365444"/>
            <a:ext cx="9033333" cy="2036117"/>
            <a:chOff x="1808274" y="4603807"/>
            <a:chExt cx="9033333" cy="2036117"/>
          </a:xfrm>
        </p:grpSpPr>
        <p:sp>
          <p:nvSpPr>
            <p:cNvPr id="8" name="TextBox 1">
              <a:extLst>
                <a:ext uri="{FF2B5EF4-FFF2-40B4-BE49-F238E27FC236}">
                  <a16:creationId xmlns:a16="http://schemas.microsoft.com/office/drawing/2014/main" id="{52A9669B-011C-C42B-ED2A-423049C70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1007" y="5778150"/>
              <a:ext cx="861060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32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  </a:t>
              </a:r>
              <a:r>
                <a:rPr lang="en-US" altLang="en-US" sz="3200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en-US" sz="3200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</a:t>
              </a:r>
              <a:r>
                <a:rPr lang="en-US" altLang="en-US" sz="32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</a:t>
              </a:r>
              <a:r>
                <a:rPr lang="en-US" altLang="en-US" sz="3200" baseline="-250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3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        </a:t>
              </a:r>
              <a:r>
                <a:rPr lang="en-US" altLang="en-US" sz="3200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</a:t>
              </a:r>
              <a:r>
                <a:rPr lang="en-US" altLang="en-US" sz="3200" baseline="-25000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D4A93DC-2881-8976-1946-35D920BB32A9}"/>
                </a:ext>
              </a:extLst>
            </p:cNvPr>
            <p:cNvGrpSpPr/>
            <p:nvPr/>
          </p:nvGrpSpPr>
          <p:grpSpPr>
            <a:xfrm>
              <a:off x="1808274" y="4603807"/>
              <a:ext cx="8420866" cy="1191136"/>
              <a:chOff x="1808274" y="4603807"/>
              <a:chExt cx="8420866" cy="1191136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66AF44C-FFAE-6781-2A52-BACD82440604}"/>
                  </a:ext>
                </a:extLst>
              </p:cNvPr>
              <p:cNvGrpSpPr/>
              <p:nvPr/>
            </p:nvGrpSpPr>
            <p:grpSpPr>
              <a:xfrm>
                <a:off x="1808274" y="4603807"/>
                <a:ext cx="8420866" cy="1191136"/>
                <a:chOff x="1722200" y="3069005"/>
                <a:chExt cx="9068684" cy="2182813"/>
              </a:xfrm>
            </p:grpSpPr>
            <p:pic>
              <p:nvPicPr>
                <p:cNvPr id="20" name="Picture 4" descr="Kết quả hình ảnh cho NH3">
                  <a:extLst>
                    <a:ext uri="{FF2B5EF4-FFF2-40B4-BE49-F238E27FC236}">
                      <a16:creationId xmlns:a16="http://schemas.microsoft.com/office/drawing/2014/main" id="{FA8C9FD6-68CF-B6F5-754E-7C3053B759B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387664" y="3661143"/>
                  <a:ext cx="2876550" cy="15906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1" name="Picture 2" descr="Methane - Wikipedia">
                  <a:extLst>
                    <a:ext uri="{FF2B5EF4-FFF2-40B4-BE49-F238E27FC236}">
                      <a16:creationId xmlns:a16="http://schemas.microsoft.com/office/drawing/2014/main" id="{8B268036-5BCA-95F5-9EE4-30606BEBC15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57284" y="3069005"/>
                  <a:ext cx="2133600" cy="21828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3" name="Picture 4" descr="The water molecule has this basic geometric structure">
                  <a:extLst>
                    <a:ext uri="{FF2B5EF4-FFF2-40B4-BE49-F238E27FC236}">
                      <a16:creationId xmlns:a16="http://schemas.microsoft.com/office/drawing/2014/main" id="{EE3F2489-C275-88D7-743E-AF13F940782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22200" y="3165842"/>
                  <a:ext cx="2174875" cy="1989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E153CEE9-0AA7-1836-4E08-13692755CD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16386939">
                <a:off x="2271273" y="4897451"/>
                <a:ext cx="295275" cy="142875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255E80DC-655C-304E-C6F0-E068FBAEBD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76377" y="4696720"/>
                <a:ext cx="295275" cy="1428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0099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9" grpId="0"/>
      <p:bldP spid="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AD2FB05-2964-2AD5-3819-14835DAF8FD3}"/>
              </a:ext>
            </a:extLst>
          </p:cNvPr>
          <p:cNvSpPr/>
          <p:nvPr/>
        </p:nvSpPr>
        <p:spPr>
          <a:xfrm>
            <a:off x="9190191" y="5812971"/>
            <a:ext cx="498094" cy="5346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4">
            <a:extLst>
              <a:ext uri="{FF2B5EF4-FFF2-40B4-BE49-F238E27FC236}">
                <a16:creationId xmlns:a16="http://schemas.microsoft.com/office/drawing/2014/main" id="{627FEA4F-49F5-98EB-C1C8-843734119AFE}"/>
              </a:ext>
            </a:extLst>
          </p:cNvPr>
          <p:cNvSpPr/>
          <p:nvPr/>
        </p:nvSpPr>
        <p:spPr>
          <a:xfrm>
            <a:off x="66563" y="986486"/>
            <a:ext cx="121006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Cùng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cặp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điện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do</a:t>
            </a:r>
            <a:r>
              <a:rPr lang="en-US" altLang="zh-TW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→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Xét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mật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độ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="1" i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trung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tâm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độ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dài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             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7BCAA4-87D9-78EE-837B-9C2B42A62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85" y="2166120"/>
            <a:ext cx="4947547" cy="23311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EDA8738-33EB-7856-9222-C7D64930B764}"/>
                  </a:ext>
                </a:extLst>
              </p:cNvPr>
              <p:cNvSpPr/>
              <p:nvPr/>
            </p:nvSpPr>
            <p:spPr>
              <a:xfrm>
                <a:off x="66564" y="5022737"/>
                <a:ext cx="11811018" cy="13248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88925">
                  <a:lnSpc>
                    <a:spcPct val="150000"/>
                  </a:lnSpc>
                </a:pPr>
                <a:r>
                  <a:rPr lang="en-US" altLang="zh-TW" sz="2800" b="1" i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Ví</a:t>
                </a:r>
                <a:r>
                  <a:rPr lang="en-US" altLang="zh-TW" sz="2800" b="1" i="1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b="1" i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dụ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: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Chọn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phương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án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đúng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.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Góc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liên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kết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Permanent Marker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Permanent Marker"/>
                          </a:rPr>
                          <m:t>HNH</m:t>
                        </m:r>
                      </m:e>
                    </m:acc>
                  </m:oMath>
                </a14:m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trong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tiểu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phân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nào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là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bé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nhất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:</a:t>
                </a:r>
              </a:p>
              <a:p>
                <a:pPr indent="288925">
                  <a:lnSpc>
                    <a:spcPct val="150000"/>
                  </a:lnSpc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            A. H</a:t>
                </a:r>
                <a:r>
                  <a:rPr lang="en-US" altLang="zh-TW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2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N-CH</a:t>
                </a:r>
                <a:r>
                  <a:rPr lang="en-US" altLang="zh-TW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3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             B. NH</a:t>
                </a:r>
                <a:r>
                  <a:rPr lang="en-US" altLang="zh-TW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3	 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   C. NH</a:t>
                </a:r>
                <a:r>
                  <a:rPr lang="en-US" altLang="zh-TW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4</a:t>
                </a:r>
                <a:r>
                  <a:rPr lang="en-US" altLang="zh-TW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+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   	D. NH</a:t>
                </a:r>
                <a:r>
                  <a:rPr lang="en-US" altLang="zh-TW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2</a:t>
                </a:r>
                <a:r>
                  <a:rPr lang="en-US" altLang="zh-TW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-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EDA8738-33EB-7856-9222-C7D64930B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4" y="5022737"/>
                <a:ext cx="11811018" cy="1324850"/>
              </a:xfrm>
              <a:prstGeom prst="rect">
                <a:avLst/>
              </a:prstGeom>
              <a:blipFill>
                <a:blip r:embed="rId5"/>
                <a:stretch>
                  <a:fillRect r="-752" b="-1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Bond angle is largest in : | Chemistry Question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606" y="2376496"/>
            <a:ext cx="5275337" cy="197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42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Tính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có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CHT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58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F0327D-E39B-877C-5408-A7FC22105B84}"/>
              </a:ext>
            </a:extLst>
          </p:cNvPr>
          <p:cNvSpPr/>
          <p:nvPr/>
        </p:nvSpPr>
        <p:spPr>
          <a:xfrm>
            <a:off x="283609" y="3003444"/>
            <a:ext cx="113740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Clr>
                <a:srgbClr val="000099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altLang="zh-TW" sz="2800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 </a:t>
            </a:r>
            <a:r>
              <a:rPr lang="en-US" altLang="zh-TW" sz="28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</a:t>
            </a:r>
            <a:r>
              <a:rPr lang="en-US" altLang="zh-TW" sz="2800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/</a:t>
            </a:r>
            <a:r>
              <a:rPr lang="en-US" altLang="zh-TW" sz="28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giống</a:t>
            </a:r>
            <a:r>
              <a:rPr lang="en-US" altLang="zh-TW" sz="2800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nhau</a:t>
            </a:r>
            <a:r>
              <a:rPr lang="en-US" altLang="zh-TW" sz="2800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hoặc</a:t>
            </a:r>
            <a:r>
              <a:rPr lang="en-US" altLang="zh-TW" sz="2800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đám</a:t>
            </a:r>
            <a:r>
              <a:rPr lang="en-US" altLang="zh-TW" sz="2800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mây</a:t>
            </a:r>
            <a:r>
              <a:rPr lang="en-US" altLang="zh-TW" sz="2800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e- </a:t>
            </a:r>
            <a:r>
              <a:rPr lang="en-US" altLang="zh-TW" sz="28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bố</a:t>
            </a:r>
            <a:r>
              <a:rPr lang="en-US" altLang="zh-TW" sz="2800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đối</a:t>
            </a:r>
            <a:r>
              <a:rPr lang="en-US" altLang="zh-TW" sz="2800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xứng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→ moment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lưỡng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cực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lk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</a:t>
            </a:r>
            <a:r>
              <a:rPr lang="el-GR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μ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0) → </a:t>
            </a:r>
            <a:r>
              <a:rPr lang="en-US" altLang="zh-TW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Lk</a:t>
            </a:r>
            <a:r>
              <a:rPr lang="en-US" altLang="zh-TW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CHT </a:t>
            </a:r>
            <a:r>
              <a:rPr lang="en-US" altLang="zh-TW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không</a:t>
            </a:r>
            <a:r>
              <a:rPr lang="en-US" altLang="zh-TW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cực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 </a:t>
            </a:r>
          </a:p>
          <a:p>
            <a:pPr indent="457200" algn="just">
              <a:lnSpc>
                <a:spcPct val="150000"/>
              </a:lnSpc>
              <a:buClr>
                <a:srgbClr val="000099"/>
              </a:buClr>
              <a:buSzPct val="80000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  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dụ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H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O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CO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CH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SiF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…</a:t>
            </a:r>
            <a:endParaRPr lang="en-US" altLang="zh-TW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05452" y="712578"/>
            <a:ext cx="815224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buClr>
                <a:srgbClr val="000099"/>
              </a:buClr>
              <a:buSzPct val="80000"/>
            </a:pP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có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có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̉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tổng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LK CHT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tùy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thuộc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vào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bô</a:t>
            </a: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hình</a:t>
            </a: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dạng</a:t>
            </a: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328" y="4933168"/>
            <a:ext cx="1158794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6125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TW" sz="2800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 </a:t>
            </a:r>
            <a:r>
              <a:rPr lang="en-US" altLang="zh-TW" sz="2800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</a:t>
            </a:r>
            <a:r>
              <a:rPr lang="en-US" altLang="zh-TW" sz="2800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/</a:t>
            </a:r>
            <a:r>
              <a:rPr lang="en-US" altLang="zh-TW" sz="2800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khác</a:t>
            </a:r>
            <a:r>
              <a:rPr lang="en-US" altLang="zh-TW" sz="2800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nhau</a:t>
            </a:r>
            <a:r>
              <a:rPr lang="en-US" altLang="zh-TW" sz="2800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đám</a:t>
            </a:r>
            <a:r>
              <a:rPr lang="en-US" altLang="zh-TW" sz="2800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mây</a:t>
            </a:r>
            <a:r>
              <a:rPr lang="en-US" altLang="zh-TW" sz="2800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e- </a:t>
            </a:r>
            <a:r>
              <a:rPr lang="en-US" altLang="zh-TW" sz="2800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bố</a:t>
            </a:r>
            <a:r>
              <a:rPr lang="en-US" altLang="zh-TW" sz="2800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bất</a:t>
            </a:r>
            <a:r>
              <a:rPr lang="en-US" altLang="zh-TW" sz="2800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đối</a:t>
            </a:r>
            <a:r>
              <a:rPr lang="en-US" altLang="zh-TW" sz="2800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xứng</a:t>
            </a:r>
            <a:r>
              <a:rPr lang="en-US" altLang="zh-TW" sz="2800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→ moment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lưỡng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cực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</a:t>
            </a:r>
            <a:r>
              <a:rPr lang="el-GR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μ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≠ 0) → </a:t>
            </a:r>
            <a:r>
              <a:rPr lang="en-US" altLang="zh-TW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Lk</a:t>
            </a:r>
            <a:r>
              <a:rPr lang="en-US" altLang="zh-TW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CHT  </a:t>
            </a:r>
            <a:r>
              <a:rPr lang="en-US" altLang="zh-TW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cực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 </a:t>
            </a:r>
          </a:p>
          <a:p>
            <a:pPr marL="288925" algn="just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       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dụ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HCl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CO, HF, NO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…</a:t>
            </a:r>
            <a:endParaRPr lang="en-US" altLang="zh-TW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13" y="996263"/>
            <a:ext cx="3221591" cy="197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39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2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59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B69F222-09CC-B037-8D5D-589A32B72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07" y="962509"/>
            <a:ext cx="4361626" cy="507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Clr>
                <a:srgbClr val="000099"/>
              </a:buClr>
              <a:buSzPct val="80000"/>
              <a:buFont typeface="Wingdings" pitchFamily="2" charset="2"/>
              <a:buChar char="Ø"/>
            </a:pPr>
            <a:r>
              <a:rPr lang="en-US" altLang="en-US" sz="3200" b="1" dirty="0">
                <a:cs typeface="Times New Roman" panose="02020603050405020304" pitchFamily="18" charset="0"/>
              </a:rPr>
              <a:t>Ví dụ: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CO</a:t>
            </a:r>
            <a:r>
              <a:rPr lang="en-US" altLang="en-US" sz="3200" b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endParaRPr lang="en-US" altLang="en-US" sz="3200" dirty="0">
              <a:cs typeface="Times New Roman" panose="02020603050405020304" pitchFamily="18" charset="0"/>
            </a:endParaRPr>
          </a:p>
          <a:p>
            <a:pPr marL="0"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endParaRPr lang="en-US" altLang="en-US" sz="2800" i="1" dirty="0">
              <a:cs typeface="Times New Roman" panose="02020603050405020304" pitchFamily="18" charset="0"/>
            </a:endParaRPr>
          </a:p>
        </p:txBody>
      </p:sp>
      <p:pic>
        <p:nvPicPr>
          <p:cNvPr id="9" name="Picture 6" descr="FG09_11aC">
            <a:extLst>
              <a:ext uri="{FF2B5EF4-FFF2-40B4-BE49-F238E27FC236}">
                <a16:creationId xmlns:a16="http://schemas.microsoft.com/office/drawing/2014/main" id="{609E3564-E441-3DAB-7479-776B1159B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088" y="1133869"/>
            <a:ext cx="5375847" cy="2142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3D0F5C-9D6A-76FE-C3FC-934E6F1E7FE4}"/>
              </a:ext>
            </a:extLst>
          </p:cNvPr>
          <p:cNvSpPr txBox="1"/>
          <p:nvPr/>
        </p:nvSpPr>
        <p:spPr>
          <a:xfrm>
            <a:off x="8887400" y="3103068"/>
            <a:ext cx="2715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endParaRPr lang="x-none" sz="28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5690" y="1699154"/>
            <a:ext cx="522765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Trọng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hạt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trùng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với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của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hạt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→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đối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xứng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C9161A-C9A6-547F-2639-EC47D9355D5F}"/>
              </a:ext>
            </a:extLst>
          </p:cNvPr>
          <p:cNvGrpSpPr/>
          <p:nvPr/>
        </p:nvGrpSpPr>
        <p:grpSpPr>
          <a:xfrm>
            <a:off x="1368640" y="3960882"/>
            <a:ext cx="3004820" cy="2181826"/>
            <a:chOff x="165100" y="2093913"/>
            <a:chExt cx="3492500" cy="2628900"/>
          </a:xfrm>
        </p:grpSpPr>
        <p:pic>
          <p:nvPicPr>
            <p:cNvPr id="24" name="Picture 5">
              <a:extLst>
                <a:ext uri="{FF2B5EF4-FFF2-40B4-BE49-F238E27FC236}">
                  <a16:creationId xmlns:a16="http://schemas.microsoft.com/office/drawing/2014/main" id="{E7BFB160-29BB-CE57-D145-6873226CAC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100" y="2093913"/>
              <a:ext cx="3403600" cy="2628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309AA95-A537-7F3D-F465-A73B89B32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3100" y="3154363"/>
              <a:ext cx="1714500" cy="522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800" b="1" dirty="0"/>
                <a:t>S</a:t>
              </a:r>
              <a:r>
                <a:rPr lang="vi-VN" altLang="en-US" sz="2800" b="1" baseline="-25000" dirty="0"/>
                <a:t>F</a:t>
              </a:r>
              <a:r>
                <a:rPr lang="vi-VN" altLang="en-US" sz="2800" b="1" dirty="0"/>
                <a:t> </a:t>
              </a:r>
              <a:r>
                <a:rPr lang="vi-VN" altLang="en-US" sz="2800" b="1" dirty="0">
                  <a:sym typeface="Symbol" panose="05050102010706020507" pitchFamily="18" charset="2"/>
                </a:rPr>
                <a:t> S</a:t>
              </a:r>
              <a:r>
                <a:rPr lang="vi-VN" altLang="en-US" sz="2800" b="1" baseline="-25000" dirty="0">
                  <a:sym typeface="Symbol" panose="05050102010706020507" pitchFamily="18" charset="2"/>
                </a:rPr>
                <a:t>B</a:t>
              </a:r>
              <a:r>
                <a:rPr lang="vi-VN" altLang="en-US" sz="2800" b="1" dirty="0"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901AAB6-085D-2211-C623-0E5EC6C86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800" y="3402013"/>
              <a:ext cx="304800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800" b="1" dirty="0">
                  <a:solidFill>
                    <a:srgbClr val="FF0000"/>
                  </a:solidFill>
                </a:rPr>
                <a:t>B</a:t>
              </a:r>
              <a:endParaRPr lang="en-US" altLang="en-US" sz="28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BA913EF-68E0-D2A8-2167-1CDF16746C68}"/>
                </a:ext>
              </a:extLst>
            </p:cNvPr>
            <p:cNvCxnSpPr/>
            <p:nvPr/>
          </p:nvCxnSpPr>
          <p:spPr>
            <a:xfrm flipV="1">
              <a:off x="1524000" y="3582988"/>
              <a:ext cx="514350" cy="2587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5">
            <a:extLst>
              <a:ext uri="{FF2B5EF4-FFF2-40B4-BE49-F238E27FC236}">
                <a16:creationId xmlns:a16="http://schemas.microsoft.com/office/drawing/2014/main" id="{1B69F222-09CC-B037-8D5D-589A32B72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081" y="3260771"/>
            <a:ext cx="2504567" cy="507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Clr>
                <a:srgbClr val="000099"/>
              </a:buClr>
              <a:buSzPct val="80000"/>
            </a:pPr>
            <a:r>
              <a:rPr lang="en-US" altLang="en-US" sz="32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 BF</a:t>
            </a:r>
            <a:r>
              <a:rPr lang="en-US" altLang="en-US" sz="3200" b="1" baseline="-25000" dirty="0">
                <a:solidFill>
                  <a:srgbClr val="0000FF"/>
                </a:solidFill>
                <a:cs typeface="Times New Roman" panose="02020603050405020304" pitchFamily="18" charset="0"/>
              </a:rPr>
              <a:t>3</a:t>
            </a:r>
            <a:endParaRPr lang="en-US" altLang="en-US" sz="32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marL="0"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endParaRPr lang="en-US" altLang="en-US" sz="2800" i="1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3D0F5C-9D6A-76FE-C3FC-934E6F1E7FE4}"/>
              </a:ext>
            </a:extLst>
          </p:cNvPr>
          <p:cNvSpPr txBox="1"/>
          <p:nvPr/>
        </p:nvSpPr>
        <p:spPr>
          <a:xfrm>
            <a:off x="1372831" y="6362986"/>
            <a:ext cx="2715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endParaRPr lang="x-none" sz="28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1B69F222-09CC-B037-8D5D-589A32B72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664" y="3521009"/>
            <a:ext cx="3013008" cy="507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Clr>
                <a:srgbClr val="000099"/>
              </a:buClr>
              <a:buSzPct val="80000"/>
            </a:pPr>
            <a:r>
              <a:rPr lang="en-US" altLang="en-US" sz="32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32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3200" b="1" dirty="0">
                <a:solidFill>
                  <a:srgbClr val="00B050"/>
                </a:solidFill>
                <a:cs typeface="Times New Roman" panose="02020603050405020304" pitchFamily="18" charset="0"/>
              </a:rPr>
              <a:t> CH</a:t>
            </a:r>
            <a:r>
              <a:rPr lang="en-US" altLang="en-US" sz="3200" b="1" baseline="-25000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200" b="1" dirty="0">
                <a:solidFill>
                  <a:srgbClr val="00B050"/>
                </a:solidFill>
                <a:cs typeface="Times New Roman" panose="02020603050405020304" pitchFamily="18" charset="0"/>
              </a:rPr>
              <a:t>F</a:t>
            </a:r>
            <a:r>
              <a:rPr lang="en-US" altLang="en-US" sz="3200" b="1" baseline="-25000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endParaRPr lang="en-US" altLang="en-US" sz="3200" dirty="0">
              <a:solidFill>
                <a:srgbClr val="00B050"/>
              </a:solidFill>
              <a:cs typeface="Times New Roman" panose="02020603050405020304" pitchFamily="18" charset="0"/>
            </a:endParaRPr>
          </a:p>
          <a:p>
            <a:pPr marL="0"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endParaRPr lang="en-US" altLang="en-US" sz="2800" i="1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3D0F5C-9D6A-76FE-C3FC-934E6F1E7FE4}"/>
              </a:ext>
            </a:extLst>
          </p:cNvPr>
          <p:cNvSpPr txBox="1"/>
          <p:nvPr/>
        </p:nvSpPr>
        <p:spPr>
          <a:xfrm>
            <a:off x="7020929" y="6301690"/>
            <a:ext cx="2715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endParaRPr lang="x-none" sz="28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7741A12-2623-507C-FA50-7C86FF578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090" y="4273477"/>
            <a:ext cx="2107485" cy="1944048"/>
          </a:xfrm>
          <a:prstGeom prst="rect">
            <a:avLst/>
          </a:prstGeom>
        </p:spPr>
      </p:pic>
      <p:sp>
        <p:nvSpPr>
          <p:cNvPr id="20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Tính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có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CHT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3A36D-F2AE-41A3-F445-87625B0D455E}"/>
              </a:ext>
            </a:extLst>
          </p:cNvPr>
          <p:cNvSpPr txBox="1"/>
          <p:nvPr/>
        </p:nvSpPr>
        <p:spPr>
          <a:xfrm>
            <a:off x="9442212" y="4961248"/>
            <a:ext cx="2557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Đồng phân trans</a:t>
            </a:r>
          </a:p>
        </p:txBody>
      </p:sp>
    </p:spTree>
    <p:extLst>
      <p:ext uri="{BB962C8B-B14F-4D97-AF65-F5344CB8AC3E}">
        <p14:creationId xmlns:p14="http://schemas.microsoft.com/office/powerpoint/2010/main" val="399430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12" grpId="0"/>
      <p:bldP spid="28" grpId="0"/>
      <p:bldP spid="29" grpId="0"/>
      <p:bldP spid="30" grpId="0"/>
      <p:bldP spid="31" grpId="0"/>
      <p:bldP spid="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B69F222-09CC-B037-8D5D-589A32B72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07" y="911421"/>
            <a:ext cx="5611446" cy="698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Clr>
                <a:srgbClr val="000099"/>
              </a:buClr>
              <a:buSzPct val="80000"/>
              <a:buFont typeface="Wingdings" pitchFamily="2" charset="2"/>
              <a:buChar char="Ø"/>
            </a:pPr>
            <a:r>
              <a:rPr lang="en-US" altLang="en-US" sz="3200" b="1" dirty="0">
                <a:cs typeface="Times New Roman" panose="02020603050405020304" pitchFamily="18" charset="0"/>
              </a:rPr>
              <a:t>Ví dụ: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Xét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tư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̉ H</a:t>
            </a:r>
            <a:r>
              <a:rPr lang="en-US" altLang="en-US" sz="3200" b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O</a:t>
            </a:r>
            <a:endParaRPr lang="en-US" altLang="en-US" sz="3200" dirty="0">
              <a:cs typeface="Times New Roman" panose="02020603050405020304" pitchFamily="18" charset="0"/>
            </a:endParaRPr>
          </a:p>
          <a:p>
            <a:pPr marL="0"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endParaRPr lang="en-US" altLang="en-US" i="1" dirty="0">
              <a:cs typeface="Times New Roman" panose="02020603050405020304" pitchFamily="18" charset="0"/>
            </a:endParaRPr>
          </a:p>
        </p:txBody>
      </p:sp>
      <p:pic>
        <p:nvPicPr>
          <p:cNvPr id="11" name="Picture 1028" descr="FG09_12aC">
            <a:extLst>
              <a:ext uri="{FF2B5EF4-FFF2-40B4-BE49-F238E27FC236}">
                <a16:creationId xmlns:a16="http://schemas.microsoft.com/office/drawing/2014/main" id="{3ABAADD3-FD7F-2735-68BF-7D95A89AB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473" y="1217610"/>
            <a:ext cx="5249071" cy="1835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DA738C7-74DB-8F8D-076C-B58AFD84C999}"/>
              </a:ext>
            </a:extLst>
          </p:cNvPr>
          <p:cNvSpPr txBox="1"/>
          <p:nvPr/>
        </p:nvSpPr>
        <p:spPr>
          <a:xfrm>
            <a:off x="8041609" y="3052641"/>
            <a:ext cx="1606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hân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endParaRPr lang="x-none" sz="28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8478" y="1647519"/>
            <a:ext cx="522765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Trọng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hạt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trùng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với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của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hạt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→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đối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xứng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A33ADB-962D-B3A4-E92A-71E8C4872473}"/>
              </a:ext>
            </a:extLst>
          </p:cNvPr>
          <p:cNvGrpSpPr/>
          <p:nvPr/>
        </p:nvGrpSpPr>
        <p:grpSpPr>
          <a:xfrm>
            <a:off x="1099212" y="3833472"/>
            <a:ext cx="3189351" cy="2332674"/>
            <a:chOff x="2058988" y="3551238"/>
            <a:chExt cx="3951287" cy="2838450"/>
          </a:xfrm>
        </p:grpSpPr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5FE292F8-1F67-A6A6-C2D8-2A744D0204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5075" y="3551238"/>
              <a:ext cx="3505200" cy="274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FBD4971-8F93-CF9E-3FDB-1C4062E094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5738" y="5676900"/>
              <a:ext cx="609600" cy="48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000" b="1" dirty="0">
                  <a:solidFill>
                    <a:srgbClr val="FFCC00"/>
                  </a:solidFill>
                </a:rPr>
                <a:t>Cl</a:t>
              </a:r>
              <a:endParaRPr lang="en-US" altLang="en-US" sz="2000" b="1" dirty="0">
                <a:solidFill>
                  <a:srgbClr val="FFCC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0E7F29F-0A02-393B-A180-237E380C6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8988" y="5624514"/>
              <a:ext cx="609600" cy="48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000" b="1" dirty="0">
                  <a:solidFill>
                    <a:srgbClr val="FFCC00"/>
                  </a:solidFill>
                </a:rPr>
                <a:t>Cl</a:t>
              </a:r>
              <a:endParaRPr lang="en-US" altLang="en-US" sz="2000" b="1" dirty="0">
                <a:solidFill>
                  <a:srgbClr val="FFCC00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9171328-C26A-0B7F-5C9C-A30F8BAB5161}"/>
                </a:ext>
              </a:extLst>
            </p:cNvPr>
            <p:cNvCxnSpPr>
              <a:cxnSpLocks/>
            </p:cNvCxnSpPr>
            <p:nvPr/>
          </p:nvCxnSpPr>
          <p:spPr>
            <a:xfrm>
              <a:off x="2847975" y="5895975"/>
              <a:ext cx="2228850" cy="269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8EE2A36-CD57-1B04-0184-DA25103E2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5713" y="5927725"/>
              <a:ext cx="920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400" b="1" dirty="0"/>
                <a:t>S</a:t>
              </a:r>
              <a:r>
                <a:rPr lang="vi-VN" altLang="en-US" sz="2400" b="1" baseline="-25000" dirty="0"/>
                <a:t>Cl</a:t>
              </a:r>
              <a:endParaRPr lang="en-US" altLang="en-US" sz="2400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7C4EE-B843-F70A-27D4-A1BEE1D70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5713" y="3575050"/>
              <a:ext cx="317500" cy="1014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6000">
                  <a:solidFill>
                    <a:schemeClr val="bg1"/>
                  </a:solidFill>
                  <a:sym typeface="Symbol" panose="05050102010706020507" pitchFamily="18" charset="2"/>
                </a:rPr>
                <a:t></a:t>
              </a:r>
              <a:endParaRPr lang="en-US" altLang="en-US" sz="600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ED383D7-CF27-E624-EACF-E68C48450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1882" y="3973613"/>
              <a:ext cx="685801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400" b="1" dirty="0"/>
                <a:t>S</a:t>
              </a:r>
              <a:r>
                <a:rPr lang="vi-VN" altLang="en-US" sz="2400" b="1" baseline="-25000" dirty="0"/>
                <a:t>O</a:t>
              </a:r>
              <a:endParaRPr lang="en-US" altLang="en-US" sz="2400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37C3A7F-38A2-B9A1-6C4B-619F939EC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6843" y="4841875"/>
              <a:ext cx="685801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400" b="1" dirty="0"/>
                <a:t>S</a:t>
              </a:r>
              <a:r>
                <a:rPr lang="vi-VN" altLang="en-US" sz="2400" b="1" baseline="-25000" dirty="0"/>
                <a:t>C</a:t>
              </a:r>
              <a:endParaRPr lang="en-US" altLang="en-US" sz="2400" b="1" dirty="0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6D0785C-3B1A-FFB4-E1BE-C452D7C994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13125" y="4311650"/>
              <a:ext cx="504825" cy="1746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B6BCB07-C82D-93C3-4549-5F3EFE1798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00413" y="5180013"/>
              <a:ext cx="627062" cy="650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5">
            <a:extLst>
              <a:ext uri="{FF2B5EF4-FFF2-40B4-BE49-F238E27FC236}">
                <a16:creationId xmlns:a16="http://schemas.microsoft.com/office/drawing/2014/main" id="{1B69F222-09CC-B037-8D5D-589A32B72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55" y="3249520"/>
            <a:ext cx="3283166" cy="507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Clr>
                <a:srgbClr val="000099"/>
              </a:buClr>
              <a:buSzPct val="80000"/>
            </a:pPr>
            <a:r>
              <a:rPr lang="en-US" altLang="en-US" sz="32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 COCl</a:t>
            </a:r>
            <a:r>
              <a:rPr lang="en-US" altLang="en-US" sz="3200" b="1" baseline="-25000" dirty="0">
                <a:solidFill>
                  <a:srgbClr val="0000FF"/>
                </a:solidFill>
                <a:cs typeface="Times New Roman" panose="02020603050405020304" pitchFamily="18" charset="0"/>
              </a:rPr>
              <a:t>2</a:t>
            </a:r>
            <a:endParaRPr lang="en-US" altLang="en-US" sz="32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marL="0"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endParaRPr lang="en-US" altLang="en-US" sz="2800" i="1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3D0F5C-9D6A-76FE-C3FC-934E6F1E7FE4}"/>
              </a:ext>
            </a:extLst>
          </p:cNvPr>
          <p:cNvSpPr txBox="1"/>
          <p:nvPr/>
        </p:nvSpPr>
        <p:spPr>
          <a:xfrm>
            <a:off x="1906989" y="6314971"/>
            <a:ext cx="1606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endParaRPr lang="x-none" sz="28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1B69F222-09CC-B037-8D5D-589A32B72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070" y="3501452"/>
            <a:ext cx="3043414" cy="507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Clr>
                <a:srgbClr val="000099"/>
              </a:buClr>
              <a:buSzPct val="80000"/>
            </a:pPr>
            <a:r>
              <a:rPr lang="en-US" altLang="en-US" sz="32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32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3200" b="1" dirty="0">
                <a:solidFill>
                  <a:srgbClr val="00B050"/>
                </a:solidFill>
                <a:cs typeface="Times New Roman" panose="02020603050405020304" pitchFamily="18" charset="0"/>
              </a:rPr>
              <a:t> CH</a:t>
            </a:r>
            <a:r>
              <a:rPr lang="en-US" altLang="en-US" sz="3200" b="1" baseline="-25000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200" b="1" dirty="0">
                <a:solidFill>
                  <a:srgbClr val="00B050"/>
                </a:solidFill>
                <a:cs typeface="Times New Roman" panose="02020603050405020304" pitchFamily="18" charset="0"/>
              </a:rPr>
              <a:t>F</a:t>
            </a:r>
            <a:r>
              <a:rPr lang="en-US" altLang="en-US" sz="3200" b="1" baseline="-25000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endParaRPr lang="en-US" altLang="en-US" sz="3200" dirty="0">
              <a:solidFill>
                <a:srgbClr val="00B050"/>
              </a:solidFill>
              <a:cs typeface="Times New Roman" panose="02020603050405020304" pitchFamily="18" charset="0"/>
            </a:endParaRPr>
          </a:p>
          <a:p>
            <a:pPr marL="0"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endParaRPr lang="en-US" altLang="en-US" sz="2800" i="1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3D0F5C-9D6A-76FE-C3FC-934E6F1E7FE4}"/>
              </a:ext>
            </a:extLst>
          </p:cNvPr>
          <p:cNvSpPr txBox="1"/>
          <p:nvPr/>
        </p:nvSpPr>
        <p:spPr>
          <a:xfrm>
            <a:off x="7366906" y="6334304"/>
            <a:ext cx="1606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endParaRPr lang="x-none" sz="28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AFA9E4D-31B4-D66E-BE03-87D620C94E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6756" y="4328958"/>
            <a:ext cx="2052065" cy="1917647"/>
          </a:xfrm>
          <a:prstGeom prst="rect">
            <a:avLst/>
          </a:prstGeom>
        </p:spPr>
      </p:pic>
      <p:sp>
        <p:nvSpPr>
          <p:cNvPr id="2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Tính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có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CHT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195B6C-FB03-DC2A-1672-97CA2E940CA4}"/>
              </a:ext>
            </a:extLst>
          </p:cNvPr>
          <p:cNvSpPr txBox="1"/>
          <p:nvPr/>
        </p:nvSpPr>
        <p:spPr>
          <a:xfrm>
            <a:off x="9442212" y="4961248"/>
            <a:ext cx="22573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Đồng phân cis</a:t>
            </a:r>
          </a:p>
        </p:txBody>
      </p:sp>
    </p:spTree>
    <p:extLst>
      <p:ext uri="{BB962C8B-B14F-4D97-AF65-F5344CB8AC3E}">
        <p14:creationId xmlns:p14="http://schemas.microsoft.com/office/powerpoint/2010/main" val="173847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12" grpId="0"/>
      <p:bldP spid="35" grpId="0"/>
      <p:bldP spid="36" grpId="0"/>
      <p:bldP spid="37" grpId="0"/>
      <p:bldP spid="38" grpId="0"/>
      <p:bldP spid="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B4DC03-FD9C-6905-4337-92A155FFD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" y="832426"/>
            <a:ext cx="12161520" cy="602557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Tính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có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CHT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4413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Tính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có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CHT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4" descr="npo00022b">
            <a:extLst>
              <a:ext uri="{FF2B5EF4-FFF2-40B4-BE49-F238E27FC236}">
                <a16:creationId xmlns:a16="http://schemas.microsoft.com/office/drawing/2014/main" id="{F3DBCFB2-9993-4031-B6F6-E6FF02DCC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6"/>
          <a:stretch>
            <a:fillRect/>
          </a:stretch>
        </p:blipFill>
        <p:spPr bwMode="auto">
          <a:xfrm>
            <a:off x="965369" y="1419152"/>
            <a:ext cx="9063398" cy="4450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EB060618-612A-479D-88AC-D2B0AE88A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2200" y="1069252"/>
            <a:ext cx="34290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vi-VN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altLang="en-US" sz="32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vi-VN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 trong nước nhiều hơn NF</a:t>
            </a:r>
            <a:r>
              <a:rPr lang="vi-VN" altLang="en-US" sz="32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en-US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2FE79D3-9C83-47E2-AA64-245538B51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297" y="5960052"/>
            <a:ext cx="1181946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“CÁC CHẤT CÓ CÙNG BẢN CHẤT DỄ TAN VÀO NHAU”</a:t>
            </a:r>
            <a:endParaRPr lang="en-US" alt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5446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-4653" y="651868"/>
            <a:ext cx="3120386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467" y="1277106"/>
            <a:ext cx="111414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quay - spin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4653" y="2019285"/>
            <a:ext cx="1893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28642" y="4005729"/>
            <a:ext cx="11681122" cy="1289169"/>
            <a:chOff x="486098" y="3832024"/>
            <a:chExt cx="11681122" cy="1289169"/>
          </a:xfrm>
        </p:grpSpPr>
        <p:grpSp>
          <p:nvGrpSpPr>
            <p:cNvPr id="20" name="Group 19"/>
            <p:cNvGrpSpPr/>
            <p:nvPr/>
          </p:nvGrpSpPr>
          <p:grpSpPr>
            <a:xfrm>
              <a:off x="486098" y="3849021"/>
              <a:ext cx="7093835" cy="1272172"/>
              <a:chOff x="171140" y="1365113"/>
              <a:chExt cx="13737601" cy="1272172"/>
            </a:xfrm>
          </p:grpSpPr>
          <p:sp>
            <p:nvSpPr>
              <p:cNvPr id="22" name="矩形 4">
                <a:extLst>
                  <a:ext uri="{FF2B5EF4-FFF2-40B4-BE49-F238E27FC236}">
                    <a16:creationId xmlns:a16="http://schemas.microsoft.com/office/drawing/2014/main" id="{4142352F-FC7E-4B9F-9637-BBAFCD43BF79}"/>
                  </a:ext>
                </a:extLst>
              </p:cNvPr>
              <p:cNvSpPr/>
              <p:nvPr/>
            </p:nvSpPr>
            <p:spPr>
              <a:xfrm>
                <a:off x="171140" y="1365113"/>
                <a:ext cx="11642905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altLang="zh-TW" sz="2000" b="1" i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Thuận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từ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(</a:t>
                </a:r>
                <a:r>
                  <a:rPr lang="en-US" altLang="zh-TW" sz="2000" b="1" i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Paramagnetism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): 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lực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từ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yếu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,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có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e</a:t>
                </a:r>
                <a:r>
                  <a:rPr lang="en-US" altLang="zh-TW" sz="2000" b="1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-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tự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do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sắp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xếp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ngẫu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nhiên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,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thuận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chiều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với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từ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trường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ngoài</a:t>
                </a:r>
                <a:endParaRPr lang="en-US" altLang="zh-TW" sz="20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endParaRPr>
              </a:p>
            </p:txBody>
          </p:sp>
          <p:sp>
            <p:nvSpPr>
              <p:cNvPr id="23" name="矩形 4">
                <a:extLst>
                  <a:ext uri="{FF2B5EF4-FFF2-40B4-BE49-F238E27FC236}">
                    <a16:creationId xmlns:a16="http://schemas.microsoft.com/office/drawing/2014/main" id="{4142352F-FC7E-4B9F-9637-BBAFCD43BF79}"/>
                  </a:ext>
                </a:extLst>
              </p:cNvPr>
              <p:cNvSpPr/>
              <p:nvPr/>
            </p:nvSpPr>
            <p:spPr>
              <a:xfrm>
                <a:off x="3023951" y="2237175"/>
                <a:ext cx="108847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TW" sz="2000" i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Ví</a:t>
                </a:r>
                <a:r>
                  <a:rPr lang="en-US" altLang="zh-TW" sz="2000" i="1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i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dụ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: Ag (5s</a:t>
                </a:r>
                <a:r>
                  <a:rPr lang="en-US" altLang="zh-TW" sz="2000" i="1" baseline="300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1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4d</a:t>
                </a:r>
                <a:r>
                  <a:rPr lang="en-US" altLang="zh-TW" sz="2000" i="1" baseline="300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10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), Al (3s</a:t>
                </a:r>
                <a:r>
                  <a:rPr lang="en-US" altLang="zh-TW" sz="2000" i="1" baseline="300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2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3p</a:t>
                </a:r>
                <a:r>
                  <a:rPr lang="en-US" altLang="zh-TW" sz="2000" i="1" baseline="300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1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), …  </a:t>
                </a:r>
              </a:p>
            </p:txBody>
          </p:sp>
        </p:grp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78871" y="3832024"/>
              <a:ext cx="4288349" cy="109728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597C580-A738-0CA1-F11F-98E8E31FD132}"/>
              </a:ext>
            </a:extLst>
          </p:cNvPr>
          <p:cNvGrpSpPr/>
          <p:nvPr/>
        </p:nvGrpSpPr>
        <p:grpSpPr>
          <a:xfrm>
            <a:off x="700846" y="5365529"/>
            <a:ext cx="11280111" cy="1378863"/>
            <a:chOff x="700846" y="5365529"/>
            <a:chExt cx="11280111" cy="1378863"/>
          </a:xfrm>
        </p:grpSpPr>
        <p:grpSp>
          <p:nvGrpSpPr>
            <p:cNvPr id="15" name="Group 14"/>
            <p:cNvGrpSpPr/>
            <p:nvPr/>
          </p:nvGrpSpPr>
          <p:grpSpPr>
            <a:xfrm>
              <a:off x="700846" y="5459056"/>
              <a:ext cx="7614259" cy="1285336"/>
              <a:chOff x="1102244" y="1314326"/>
              <a:chExt cx="14745430" cy="1285336"/>
            </a:xfrm>
          </p:grpSpPr>
          <p:sp>
            <p:nvSpPr>
              <p:cNvPr id="16" name="矩形 4">
                <a:extLst>
                  <a:ext uri="{FF2B5EF4-FFF2-40B4-BE49-F238E27FC236}">
                    <a16:creationId xmlns:a16="http://schemas.microsoft.com/office/drawing/2014/main" id="{4142352F-FC7E-4B9F-9637-BBAFCD43BF79}"/>
                  </a:ext>
                </a:extLst>
              </p:cNvPr>
              <p:cNvSpPr/>
              <p:nvPr/>
            </p:nvSpPr>
            <p:spPr>
              <a:xfrm>
                <a:off x="1102244" y="1314326"/>
                <a:ext cx="11642905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altLang="zh-TW" sz="2000" b="1" i="1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Sắt</a:t>
                </a:r>
                <a:r>
                  <a:rPr lang="en-US" altLang="zh-TW" sz="2000" b="1" i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từ</a:t>
                </a:r>
                <a:r>
                  <a:rPr lang="en-US" altLang="zh-TW" sz="2000" b="1" i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(Ferromagnetism): 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lực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từ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mạnh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,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có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e</a:t>
                </a:r>
                <a:r>
                  <a:rPr lang="en-US" altLang="zh-TW" sz="2000" b="1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-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tự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do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sắp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xếp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theo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cùng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hướng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,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thuận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chiều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với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từ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trường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ngoài</a:t>
                </a:r>
                <a:endParaRPr lang="en-US" altLang="zh-TW" sz="20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endParaRPr>
              </a:p>
            </p:txBody>
          </p:sp>
          <p:sp>
            <p:nvSpPr>
              <p:cNvPr id="17" name="矩形 4">
                <a:extLst>
                  <a:ext uri="{FF2B5EF4-FFF2-40B4-BE49-F238E27FC236}">
                    <a16:creationId xmlns:a16="http://schemas.microsoft.com/office/drawing/2014/main" id="{4142352F-FC7E-4B9F-9637-BBAFCD43BF79}"/>
                  </a:ext>
                </a:extLst>
              </p:cNvPr>
              <p:cNvSpPr/>
              <p:nvPr/>
            </p:nvSpPr>
            <p:spPr>
              <a:xfrm>
                <a:off x="4962884" y="2199552"/>
                <a:ext cx="108847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TW" sz="2000" i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Ví</a:t>
                </a:r>
                <a:r>
                  <a:rPr lang="en-US" altLang="zh-TW" sz="2000" i="1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000" i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dụ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: Fe, Co, Ni, …</a:t>
                </a:r>
              </a:p>
            </p:txBody>
          </p:sp>
        </p:grp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34085" y="5365529"/>
              <a:ext cx="4446872" cy="1097280"/>
            </a:xfrm>
            <a:prstGeom prst="rect">
              <a:avLst/>
            </a:prstGeom>
          </p:spPr>
        </p:pic>
      </p:grpSp>
      <p:grpSp>
        <p:nvGrpSpPr>
          <p:cNvPr id="25" name="Group 24"/>
          <p:cNvGrpSpPr/>
          <p:nvPr/>
        </p:nvGrpSpPr>
        <p:grpSpPr>
          <a:xfrm>
            <a:off x="35673" y="2073905"/>
            <a:ext cx="11945284" cy="1771500"/>
            <a:chOff x="221936" y="1853774"/>
            <a:chExt cx="11945284" cy="1771500"/>
          </a:xfrm>
        </p:grpSpPr>
        <p:grpSp>
          <p:nvGrpSpPr>
            <p:cNvPr id="26" name="Group 25"/>
            <p:cNvGrpSpPr/>
            <p:nvPr/>
          </p:nvGrpSpPr>
          <p:grpSpPr>
            <a:xfrm>
              <a:off x="221936" y="2417254"/>
              <a:ext cx="11945284" cy="1208020"/>
              <a:chOff x="221936" y="2417254"/>
              <a:chExt cx="11945284" cy="1208020"/>
            </a:xfrm>
          </p:grpSpPr>
          <p:grpSp>
            <p:nvGrpSpPr>
              <p:cNvPr id="30" name="Group 29"/>
              <p:cNvGrpSpPr/>
              <p:nvPr/>
            </p:nvGrpSpPr>
            <p:grpSpPr>
              <a:xfrm>
                <a:off x="221936" y="2417254"/>
                <a:ext cx="7634540" cy="1208020"/>
                <a:chOff x="839906" y="1314326"/>
                <a:chExt cx="14784705" cy="1208020"/>
              </a:xfrm>
            </p:grpSpPr>
            <p:sp>
              <p:nvSpPr>
                <p:cNvPr id="32" name="矩形 4">
                  <a:extLst>
                    <a:ext uri="{FF2B5EF4-FFF2-40B4-BE49-F238E27FC236}">
                      <a16:creationId xmlns:a16="http://schemas.microsoft.com/office/drawing/2014/main" id="{4142352F-FC7E-4B9F-9637-BBAFCD43BF79}"/>
                    </a:ext>
                  </a:extLst>
                </p:cNvPr>
                <p:cNvSpPr/>
                <p:nvPr/>
              </p:nvSpPr>
              <p:spPr>
                <a:xfrm>
                  <a:off x="839906" y="1314326"/>
                  <a:ext cx="11690623" cy="7078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342900" indent="-342900" algn="just">
                    <a:spcAft>
                      <a:spcPts val="600"/>
                    </a:spcAft>
                    <a:buFont typeface="Wingdings" panose="05000000000000000000" pitchFamily="2" charset="2"/>
                    <a:buChar char="§"/>
                  </a:pPr>
                  <a:r>
                    <a:rPr lang="en-US" altLang="zh-TW" sz="2000" b="1" i="1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Nghich</a:t>
                  </a:r>
                  <a:r>
                    <a:rPr lang="en-US" altLang="zh-TW" sz="2000" b="1" i="1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</a:t>
                  </a:r>
                  <a:r>
                    <a:rPr lang="en-US" altLang="zh-TW" sz="2000" b="1" i="1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từ</a:t>
                  </a:r>
                  <a:r>
                    <a:rPr lang="en-US" altLang="zh-TW" sz="2000" b="1" i="1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(Diamagnetism): </a:t>
                  </a:r>
                  <a:r>
                    <a:rPr lang="en-US" altLang="zh-TW" sz="2000" b="1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không</a:t>
                  </a:r>
                  <a:r>
                    <a:rPr lang="en-US" altLang="zh-TW" sz="20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</a:t>
                  </a:r>
                  <a:r>
                    <a:rPr lang="en-US" altLang="zh-TW" sz="2000" b="1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có</a:t>
                  </a:r>
                  <a:r>
                    <a:rPr lang="en-US" altLang="zh-TW" sz="20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e</a:t>
                  </a:r>
                  <a:r>
                    <a:rPr lang="en-US" altLang="zh-TW" sz="2000" b="1" i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-</a:t>
                  </a:r>
                  <a:r>
                    <a:rPr lang="en-US" altLang="zh-TW" sz="20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</a:t>
                  </a:r>
                  <a:r>
                    <a:rPr lang="en-US" altLang="zh-TW" sz="2000" b="1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tự</a:t>
                  </a:r>
                  <a:r>
                    <a:rPr lang="en-US" altLang="zh-TW" sz="20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do</a:t>
                  </a:r>
                  <a:r>
                    <a:rPr lang="en-US" altLang="zh-TW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, </a:t>
                  </a:r>
                  <a:r>
                    <a:rPr lang="en-US" altLang="zh-TW" sz="2000" b="1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ngược</a:t>
                  </a:r>
                  <a:r>
                    <a:rPr lang="en-US" altLang="zh-TW" sz="20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</a:t>
                  </a:r>
                  <a:r>
                    <a:rPr lang="en-US" altLang="zh-TW" sz="2000" b="1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chiều</a:t>
                  </a:r>
                  <a:r>
                    <a:rPr lang="en-US" altLang="zh-TW" sz="20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</a:t>
                  </a:r>
                  <a:r>
                    <a:rPr lang="en-US" altLang="zh-TW" sz="2000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với</a:t>
                  </a:r>
                  <a:r>
                    <a:rPr lang="en-US" altLang="zh-TW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</a:t>
                  </a:r>
                  <a:r>
                    <a:rPr lang="en-US" altLang="zh-TW" sz="2000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từ</a:t>
                  </a:r>
                  <a:r>
                    <a:rPr lang="en-US" altLang="zh-TW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</a:t>
                  </a:r>
                  <a:r>
                    <a:rPr lang="en-US" altLang="zh-TW" sz="2000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trường</a:t>
                  </a:r>
                  <a:r>
                    <a:rPr lang="en-US" altLang="zh-TW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</a:t>
                  </a:r>
                  <a:r>
                    <a:rPr lang="en-US" altLang="zh-TW" sz="2000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ngoài</a:t>
                  </a:r>
                  <a:endPara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endParaRPr>
                </a:p>
              </p:txBody>
            </p:sp>
            <p:sp>
              <p:nvSpPr>
                <p:cNvPr id="33" name="矩形 4">
                  <a:extLst>
                    <a:ext uri="{FF2B5EF4-FFF2-40B4-BE49-F238E27FC236}">
                      <a16:creationId xmlns:a16="http://schemas.microsoft.com/office/drawing/2014/main" id="{4142352F-FC7E-4B9F-9637-BBAFCD43BF79}"/>
                    </a:ext>
                  </a:extLst>
                </p:cNvPr>
                <p:cNvSpPr/>
                <p:nvPr/>
              </p:nvSpPr>
              <p:spPr>
                <a:xfrm>
                  <a:off x="2724962" y="2122236"/>
                  <a:ext cx="12899649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altLang="zh-TW" sz="2000" i="1" u="sng" dirty="0" err="1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Ví</a:t>
                  </a:r>
                  <a:r>
                    <a:rPr lang="en-US" altLang="zh-TW" sz="2000" i="1" u="sng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</a:t>
                  </a:r>
                  <a:r>
                    <a:rPr lang="en-US" altLang="zh-TW" sz="2000" i="1" u="sng" dirty="0" err="1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dụ</a:t>
                  </a:r>
                  <a:r>
                    <a:rPr lang="en-US" altLang="zh-TW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: Zn (4s</a:t>
                  </a:r>
                  <a:r>
                    <a:rPr lang="en-US" altLang="zh-TW" sz="2000" i="1" baseline="30000" dirty="0">
                      <a:solidFill>
                        <a:srgbClr val="00B0F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2</a:t>
                  </a:r>
                  <a:r>
                    <a:rPr lang="en-US" altLang="zh-TW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3d</a:t>
                  </a:r>
                  <a:r>
                    <a:rPr lang="en-US" altLang="zh-TW" sz="2000" i="1" baseline="30000" dirty="0">
                      <a:solidFill>
                        <a:srgbClr val="00B0F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10</a:t>
                  </a:r>
                  <a:r>
                    <a:rPr lang="en-US" altLang="zh-TW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), Zn</a:t>
                  </a:r>
                  <a:r>
                    <a:rPr lang="en-US" altLang="zh-TW" sz="2000" i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2+</a:t>
                  </a:r>
                  <a:r>
                    <a:rPr lang="en-US" altLang="zh-TW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(4s</a:t>
                  </a:r>
                  <a:r>
                    <a:rPr lang="en-US" altLang="zh-TW" sz="2000" i="1" baseline="30000" dirty="0">
                      <a:solidFill>
                        <a:srgbClr val="00B0F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0</a:t>
                  </a:r>
                  <a:r>
                    <a:rPr lang="en-US" altLang="zh-TW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3d</a:t>
                  </a:r>
                  <a:r>
                    <a:rPr lang="en-US" altLang="zh-TW" sz="2000" i="1" baseline="30000" dirty="0">
                      <a:solidFill>
                        <a:srgbClr val="00B0F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10</a:t>
                  </a:r>
                  <a:r>
                    <a:rPr lang="en-US" altLang="zh-TW" sz="2000" i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)</a:t>
                  </a:r>
                  <a:r>
                    <a:rPr lang="en-US" altLang="zh-TW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, Ag</a:t>
                  </a:r>
                  <a:r>
                    <a:rPr lang="en-US" altLang="zh-TW" sz="2000" i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+</a:t>
                  </a:r>
                  <a:r>
                    <a:rPr lang="en-US" altLang="zh-TW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 (4d</a:t>
                  </a:r>
                  <a:r>
                    <a:rPr lang="en-US" altLang="zh-TW" sz="2000" i="1" baseline="30000" dirty="0">
                      <a:solidFill>
                        <a:srgbClr val="00B0F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10</a:t>
                  </a:r>
                  <a:r>
                    <a:rPr lang="en-US" altLang="zh-TW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  <a:sym typeface="Permanent Marker"/>
                    </a:rPr>
                    <a:t>), … </a:t>
                  </a:r>
                </a:p>
              </p:txBody>
            </p:sp>
          </p:grpSp>
          <p:pic>
            <p:nvPicPr>
              <p:cNvPr id="31" name="Picture 30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56477" y="2454663"/>
                <a:ext cx="4310743" cy="1097280"/>
              </a:xfrm>
              <a:prstGeom prst="rect">
                <a:avLst/>
              </a:prstGeom>
            </p:spPr>
          </p:pic>
        </p:grpSp>
        <p:grpSp>
          <p:nvGrpSpPr>
            <p:cNvPr id="27" name="Group 26"/>
            <p:cNvGrpSpPr/>
            <p:nvPr/>
          </p:nvGrpSpPr>
          <p:grpSpPr>
            <a:xfrm>
              <a:off x="9016211" y="1853774"/>
              <a:ext cx="3067871" cy="523220"/>
              <a:chOff x="9016211" y="1853774"/>
              <a:chExt cx="3067871" cy="523220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9016211" y="1853774"/>
                <a:ext cx="14150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 Applied Magnetic Field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10669031" y="1853774"/>
                <a:ext cx="14150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Applied Magnetic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817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LK CHT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VB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4">
            <a:extLst>
              <a:ext uri="{FF2B5EF4-FFF2-40B4-BE49-F238E27FC236}">
                <a16:creationId xmlns:a16="http://schemas.microsoft.com/office/drawing/2014/main" id="{51D4FE08-F332-3F7B-9EE3-78B121CDBDA2}"/>
              </a:ext>
            </a:extLst>
          </p:cNvPr>
          <p:cNvSpPr/>
          <p:nvPr/>
        </p:nvSpPr>
        <p:spPr>
          <a:xfrm>
            <a:off x="164677" y="742603"/>
            <a:ext cx="371546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itchFamily="2" charset="2"/>
              <a:buChar char="q"/>
            </a:pPr>
            <a:r>
              <a:rPr lang="vi-VN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Ư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u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điểm</a:t>
            </a:r>
            <a:endParaRPr lang="en-US" altLang="zh-TW" sz="2800" b="1" baseline="30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35" name="矩形 4">
            <a:extLst>
              <a:ext uri="{FF2B5EF4-FFF2-40B4-BE49-F238E27FC236}">
                <a16:creationId xmlns:a16="http://schemas.microsoft.com/office/drawing/2014/main" id="{038AD049-1814-F85F-4802-6CE161D6DBA9}"/>
              </a:ext>
            </a:extLst>
          </p:cNvPr>
          <p:cNvSpPr/>
          <p:nvPr/>
        </p:nvSpPr>
        <p:spPr>
          <a:xfrm>
            <a:off x="1139266" y="1265272"/>
            <a:ext cx="1115457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Mô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tả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một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cụ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thể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với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khái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niệm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trị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quen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thuộc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;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Biểu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diễn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được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dưới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dạng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công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thức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cấu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tạo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;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Giải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thích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được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khả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tạo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lk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cấu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trúc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nhiều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/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</a:t>
            </a:r>
            <a:endParaRPr lang="en-US" altLang="zh-TW" sz="2800" b="1" i="1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36" name="矩形 4">
            <a:extLst>
              <a:ext uri="{FF2B5EF4-FFF2-40B4-BE49-F238E27FC236}">
                <a16:creationId xmlns:a16="http://schemas.microsoft.com/office/drawing/2014/main" id="{EF574536-7254-3CAB-61B8-AC012BA33D8F}"/>
              </a:ext>
            </a:extLst>
          </p:cNvPr>
          <p:cNvSpPr/>
          <p:nvPr/>
        </p:nvSpPr>
        <p:spPr>
          <a:xfrm>
            <a:off x="151680" y="3054324"/>
            <a:ext cx="3715465" cy="661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itchFamily="2" charset="2"/>
              <a:buChar char="q"/>
            </a:pPr>
            <a:r>
              <a:rPr lang="x-none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Khuyết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điểm</a:t>
            </a:r>
            <a:endParaRPr lang="en-US" altLang="zh-TW" sz="2800" b="1" baseline="30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57" name="矩形 4">
            <a:extLst>
              <a:ext uri="{FF2B5EF4-FFF2-40B4-BE49-F238E27FC236}">
                <a16:creationId xmlns:a16="http://schemas.microsoft.com/office/drawing/2014/main" id="{17174776-EC41-0C72-46B0-8FEC129B4636}"/>
              </a:ext>
            </a:extLst>
          </p:cNvPr>
          <p:cNvSpPr/>
          <p:nvPr/>
        </p:nvSpPr>
        <p:spPr>
          <a:xfrm>
            <a:off x="2736847" y="3483352"/>
            <a:ext cx="885109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Theo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thuyết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VB do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không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độc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⇢ </a:t>
            </a:r>
            <a:r>
              <a:rPr lang="en-US" altLang="zh-TW" sz="28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</a:t>
            </a:r>
            <a:r>
              <a:rPr lang="en-US" altLang="zh-TW" sz="2800" b="1" i="1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 </a:t>
            </a:r>
            <a:r>
              <a:rPr lang="en-US" altLang="zh-TW" sz="2800" b="1" i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28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nghich</a:t>
            </a:r>
            <a:r>
              <a:rPr lang="en-US" altLang="zh-TW" sz="28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từ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Nhưng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thực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nghiệm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cho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thấy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O</a:t>
            </a:r>
            <a:r>
              <a:rPr lang="en-US" altLang="zh-TW" sz="28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thuận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từ</a:t>
            </a:r>
            <a:endParaRPr lang="en-US" altLang="zh-TW" sz="2800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58" name="矩形 4">
            <a:extLst>
              <a:ext uri="{FF2B5EF4-FFF2-40B4-BE49-F238E27FC236}">
                <a16:creationId xmlns:a16="http://schemas.microsoft.com/office/drawing/2014/main" id="{9893268B-6CEF-3313-94E0-BDE45D17B94F}"/>
              </a:ext>
            </a:extLst>
          </p:cNvPr>
          <p:cNvSpPr/>
          <p:nvPr/>
        </p:nvSpPr>
        <p:spPr>
          <a:xfrm>
            <a:off x="2285177" y="4912177"/>
            <a:ext cx="102656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thuận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từ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/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O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F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…;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Lk CHT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ứng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với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lẻ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điện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sự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tồn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tại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ion: 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+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…;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Vấn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đề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màu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sắc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từ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;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3BAC04-45C8-3146-5317-1BD2F34C582D}"/>
              </a:ext>
            </a:extLst>
          </p:cNvPr>
          <p:cNvSpPr txBox="1"/>
          <p:nvPr/>
        </p:nvSpPr>
        <p:spPr>
          <a:xfrm>
            <a:off x="551900" y="5012102"/>
            <a:ext cx="1566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i="1" u="sng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 vậy: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332" y="3797419"/>
            <a:ext cx="1511110" cy="93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4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57" grpId="0"/>
      <p:bldP spid="58" grpId="0"/>
      <p:bldP spid="5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Orbital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5">
            <a:extLst>
              <a:ext uri="{FF2B5EF4-FFF2-40B4-BE49-F238E27FC236}">
                <a16:creationId xmlns:a16="http://schemas.microsoft.com/office/drawing/2014/main" id="{9F0FAB86-5C8A-45C6-B433-206AD24A120E}"/>
              </a:ext>
            </a:extLst>
          </p:cNvPr>
          <p:cNvSpPr txBox="1">
            <a:spLocks noChangeArrowheads="1"/>
          </p:cNvSpPr>
          <p:nvPr/>
        </p:nvSpPr>
        <p:spPr>
          <a:xfrm>
            <a:off x="151680" y="859477"/>
            <a:ext cx="11858084" cy="13426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457200" algn="just">
              <a:lnSpc>
                <a:spcPct val="150000"/>
              </a:lnSpc>
              <a:buFontTx/>
              <a:buNone/>
            </a:pP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Phân tử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2450A9-3EF8-44D4-8449-B50AF68BD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332" y="3696373"/>
            <a:ext cx="9702801" cy="130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eaLnBrk="1" hangingPunct="1">
              <a:lnSpc>
                <a:spcPct val="150000"/>
              </a:lnSpc>
            </a:pPr>
            <a:r>
              <a:rPr lang="vi-VN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huyển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gian 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altLang="en-US" sz="2800" u="sng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 mô tả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orbital 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(MO)</a:t>
            </a:r>
            <a:r>
              <a:rPr lang="vi-VN" altLang="en-US" sz="28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3684" y="2248180"/>
            <a:ext cx="106277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vi-VN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 electron chuyển động trong trường tất cả hạt nhân và các electron còn lại</a:t>
            </a:r>
            <a:r>
              <a:rPr lang="vi-VN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vi-VN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phân tử </a:t>
            </a:r>
            <a:r>
              <a:rPr lang="vi-VN" altLang="en-US" sz="2800" b="1" u="sng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còn AO</a:t>
            </a:r>
            <a:r>
              <a:rPr lang="vi-VN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>
              <a:solidFill>
                <a:srgbClr val="CC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urved Right Arrow 2"/>
          <p:cNvSpPr/>
          <p:nvPr/>
        </p:nvSpPr>
        <p:spPr>
          <a:xfrm>
            <a:off x="802217" y="2266929"/>
            <a:ext cx="315383" cy="4593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Curved Right Arrow 51"/>
          <p:cNvSpPr/>
          <p:nvPr/>
        </p:nvSpPr>
        <p:spPr>
          <a:xfrm>
            <a:off x="1721910" y="3671918"/>
            <a:ext cx="315383" cy="4593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C2F5392-AC14-65D2-F57D-0415210056C4}"/>
              </a:ext>
            </a:extLst>
          </p:cNvPr>
          <p:cNvGrpSpPr/>
          <p:nvPr/>
        </p:nvGrpSpPr>
        <p:grpSpPr>
          <a:xfrm>
            <a:off x="1896102" y="5117403"/>
            <a:ext cx="8873066" cy="1384995"/>
            <a:chOff x="1896102" y="5117403"/>
            <a:chExt cx="8873066" cy="1384995"/>
          </a:xfrm>
        </p:grpSpPr>
        <p:sp>
          <p:nvSpPr>
            <p:cNvPr id="51" name="Curved Right Arrow 50"/>
            <p:cNvSpPr/>
            <p:nvPr/>
          </p:nvSpPr>
          <p:spPr>
            <a:xfrm>
              <a:off x="2365376" y="5182967"/>
              <a:ext cx="315383" cy="459335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1896102" y="5117403"/>
              <a:ext cx="8873066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indent="457200">
                <a:lnSpc>
                  <a:spcPct val="150000"/>
                </a:lnSpc>
                <a:defRPr/>
              </a:pP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Mỗi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MO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được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xác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định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gần</a:t>
              </a:r>
              <a:r>
                <a:rPr lang="en-US" alt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đúng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bằng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phương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pháp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tổ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hợp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tuyến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orbital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tử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MO= 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  <a:r>
                <a:rPr lang="en-US" altLang="en-US" sz="28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.AO</a:t>
              </a:r>
              <a:r>
                <a:rPr lang="en-US" altLang="en-US" sz="28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464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p"/>
      <p:bldP spid="49" grpId="0"/>
      <p:bldP spid="2" grpId="0"/>
      <p:bldP spid="3" grpId="0" animBg="1"/>
      <p:bldP spid="5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Orbital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(AO) vs. Orbital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5">
            <a:extLst>
              <a:ext uri="{FF2B5EF4-FFF2-40B4-BE49-F238E27FC236}">
                <a16:creationId xmlns:a16="http://schemas.microsoft.com/office/drawing/2014/main" id="{9F0FAB86-5C8A-45C6-B433-206AD24A120E}"/>
              </a:ext>
            </a:extLst>
          </p:cNvPr>
          <p:cNvSpPr txBox="1">
            <a:spLocks noChangeArrowheads="1"/>
          </p:cNvSpPr>
          <p:nvPr/>
        </p:nvSpPr>
        <p:spPr>
          <a:xfrm>
            <a:off x="476698" y="950917"/>
            <a:ext cx="4689662" cy="7864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457200" algn="just">
              <a:lnSpc>
                <a:spcPct val="150000"/>
              </a:lnSpc>
              <a:buFontTx/>
              <a:buNone/>
            </a:pP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Orbital </a:t>
            </a:r>
            <a:r>
              <a:rPr lang="en-US" alt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(AO)</a:t>
            </a:r>
            <a:endParaRPr lang="en-US" alt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061857" y="1187472"/>
            <a:ext cx="28567" cy="3238225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5">
            <a:extLst>
              <a:ext uri="{FF2B5EF4-FFF2-40B4-BE49-F238E27FC236}">
                <a16:creationId xmlns:a16="http://schemas.microsoft.com/office/drawing/2014/main" id="{9F0FAB86-5C8A-45C6-B433-206AD24A120E}"/>
              </a:ext>
            </a:extLst>
          </p:cNvPr>
          <p:cNvSpPr txBox="1">
            <a:spLocks noChangeArrowheads="1"/>
          </p:cNvSpPr>
          <p:nvPr/>
        </p:nvSpPr>
        <p:spPr>
          <a:xfrm>
            <a:off x="199330" y="1737359"/>
            <a:ext cx="5529548" cy="13441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miêu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alt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orbital </a:t>
            </a:r>
            <a:r>
              <a:rPr lang="en-US" alt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l-GR" alt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en-US" sz="2800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n-US" alt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9F0FAB86-5C8A-45C6-B433-206AD24A120E}"/>
              </a:ext>
            </a:extLst>
          </p:cNvPr>
          <p:cNvSpPr txBox="1">
            <a:spLocks noChangeArrowheads="1"/>
          </p:cNvSpPr>
          <p:nvPr/>
        </p:nvSpPr>
        <p:spPr>
          <a:xfrm>
            <a:off x="6691570" y="950916"/>
            <a:ext cx="4689662" cy="7864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457200" algn="just">
              <a:lnSpc>
                <a:spcPct val="150000"/>
              </a:lnSpc>
              <a:buFontTx/>
              <a:buNone/>
            </a:pP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Orbital </a:t>
            </a:r>
            <a:r>
              <a:rPr lang="en-US" altLang="en-US" sz="28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(MO)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9F0FAB86-5C8A-45C6-B433-206AD24A120E}"/>
              </a:ext>
            </a:extLst>
          </p:cNvPr>
          <p:cNvSpPr txBox="1">
            <a:spLocks noChangeArrowheads="1"/>
          </p:cNvSpPr>
          <p:nvPr/>
        </p:nvSpPr>
        <p:spPr>
          <a:xfrm>
            <a:off x="6271627" y="1737359"/>
            <a:ext cx="5529548" cy="13441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miêu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alt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orbital </a:t>
            </a:r>
            <a:r>
              <a:rPr lang="en-US" alt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l-GR" alt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en-US" sz="2800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en-US" alt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9F0FAB86-5C8A-45C6-B433-206AD24A120E}"/>
              </a:ext>
            </a:extLst>
          </p:cNvPr>
          <p:cNvSpPr txBox="1">
            <a:spLocks noChangeArrowheads="1"/>
          </p:cNvSpPr>
          <p:nvPr/>
        </p:nvSpPr>
        <p:spPr>
          <a:xfrm>
            <a:off x="199330" y="3081528"/>
            <a:ext cx="5529548" cy="13441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800" i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US" altLang="en-US" sz="2800" i="1" dirty="0" err="1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i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i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AO: s, p, d, f, …</a:t>
            </a: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9F0FAB86-5C8A-45C6-B433-206AD24A120E}"/>
              </a:ext>
            </a:extLst>
          </p:cNvPr>
          <p:cNvSpPr txBox="1">
            <a:spLocks noChangeArrowheads="1"/>
          </p:cNvSpPr>
          <p:nvPr/>
        </p:nvSpPr>
        <p:spPr>
          <a:xfrm>
            <a:off x="6271627" y="3195886"/>
            <a:ext cx="5529548" cy="13441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800" i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US" altLang="en-US" sz="2800" i="1" dirty="0" err="1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i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i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MO: </a:t>
            </a:r>
            <a:r>
              <a:rPr lang="el-GR" altLang="en-US" sz="2800" i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en-US" sz="2800" i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en-US" sz="2800" i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2800" i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en-US" sz="2800" i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2800" i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en-US" sz="2800" i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2800" i="1" dirty="0">
                <a:solidFill>
                  <a:srgbClr val="A27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</a:t>
            </a:r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9F0FAB86-5C8A-45C6-B433-206AD24A120E}"/>
              </a:ext>
            </a:extLst>
          </p:cNvPr>
          <p:cNvSpPr txBox="1">
            <a:spLocks noChangeArrowheads="1"/>
          </p:cNvSpPr>
          <p:nvPr/>
        </p:nvSpPr>
        <p:spPr>
          <a:xfrm>
            <a:off x="1375858" y="4613324"/>
            <a:ext cx="10005374" cy="20526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 </a:t>
            </a:r>
            <a:r>
              <a:rPr lang="en-US" alt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alt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alt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alt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alt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altLang="en-US" sz="2800" i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 </a:t>
            </a:r>
            <a:r>
              <a:rPr lang="en-US" alt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lang="en-US" alt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tuân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Pauli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Hund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43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17" grpId="0"/>
      <p:bldP spid="20" grpId="0"/>
      <p:bldP spid="22" grpId="0"/>
      <p:bldP spid="23" grpId="0"/>
      <p:bldP spid="24" grpId="0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Orbital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5BF085-AECF-861F-09C2-6A040E6ED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461" y="1338104"/>
            <a:ext cx="4607502" cy="68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4C4DF5-0AE4-C37F-B85D-2C32F56B331F}"/>
              </a:ext>
            </a:extLst>
          </p:cNvPr>
          <p:cNvSpPr txBox="1"/>
          <p:nvPr/>
        </p:nvSpPr>
        <p:spPr>
          <a:xfrm>
            <a:off x="1029366" y="1437266"/>
            <a:ext cx="2295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P/t Schrodinger</a:t>
            </a:r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80FE93-9D25-B951-D34B-01C64B5D385E}"/>
              </a:ext>
            </a:extLst>
          </p:cNvPr>
          <p:cNvSpPr txBox="1"/>
          <p:nvPr/>
        </p:nvSpPr>
        <p:spPr>
          <a:xfrm>
            <a:off x="151680" y="805164"/>
            <a:ext cx="2630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 </a:t>
            </a:r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</a:t>
            </a:r>
            <a:r>
              <a:rPr lang="x-none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x-none" sz="3200" b="1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b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x-none" sz="32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rved Right Arrow 11">
            <a:extLst>
              <a:ext uri="{FF2B5EF4-FFF2-40B4-BE49-F238E27FC236}">
                <a16:creationId xmlns:a16="http://schemas.microsoft.com/office/drawing/2014/main" id="{72BDDBDB-DEDB-1555-8A60-6D958D120518}"/>
              </a:ext>
            </a:extLst>
          </p:cNvPr>
          <p:cNvSpPr/>
          <p:nvPr/>
        </p:nvSpPr>
        <p:spPr>
          <a:xfrm rot="20427081">
            <a:off x="1499930" y="2170067"/>
            <a:ext cx="323054" cy="48885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625F68-0BF0-1DE3-9037-5495EF37F71F}"/>
                  </a:ext>
                </a:extLst>
              </p:cNvPr>
              <p:cNvSpPr txBox="1"/>
              <p:nvPr/>
            </p:nvSpPr>
            <p:spPr>
              <a:xfrm>
                <a:off x="1895460" y="2260869"/>
                <a:ext cx="5532668" cy="540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 sóng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ion</a:t>
                </a:r>
                <a:r>
                  <a:rPr lang="x-none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</a:t>
                </a:r>
                <a:r>
                  <a:rPr lang="x-none" sz="2400" b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b="1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x-none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l-GR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400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𝚿</m:t>
                        </m:r>
                      </m:e>
                      <m:sub>
                        <m:sSubSup>
                          <m:sSubSupPr>
                            <m:ctrlPr>
                              <a:rPr lang="el-GR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sub>
                    </m:sSub>
                    <m:r>
                      <a:rPr lang="vi-VN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vi-V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x-non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𝜳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x-non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𝜳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endParaRPr lang="x-none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1625F68-0BF0-1DE3-9037-5495EF37F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460" y="2260869"/>
                <a:ext cx="5532668" cy="540276"/>
              </a:xfrm>
              <a:prstGeom prst="rect">
                <a:avLst/>
              </a:prstGeom>
              <a:blipFill rotWithShape="0">
                <a:blip r:embed="rId4"/>
                <a:stretch>
                  <a:fillRect l="-1762" t="-8989" b="-10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Notched Right Arrow 14">
            <a:extLst>
              <a:ext uri="{FF2B5EF4-FFF2-40B4-BE49-F238E27FC236}">
                <a16:creationId xmlns:a16="http://schemas.microsoft.com/office/drawing/2014/main" id="{F1149C1E-E471-F25F-1C20-73CDB2AF5609}"/>
              </a:ext>
            </a:extLst>
          </p:cNvPr>
          <p:cNvSpPr/>
          <p:nvPr/>
        </p:nvSpPr>
        <p:spPr>
          <a:xfrm>
            <a:off x="7621669" y="2380756"/>
            <a:ext cx="359899" cy="300501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8C91FD4B-9BB9-9B68-96C2-05C25AEE0805}"/>
              </a:ext>
            </a:extLst>
          </p:cNvPr>
          <p:cNvSpPr/>
          <p:nvPr/>
        </p:nvSpPr>
        <p:spPr>
          <a:xfrm>
            <a:off x="8202970" y="2128476"/>
            <a:ext cx="218657" cy="805060"/>
          </a:xfrm>
          <a:prstGeom prst="leftBrace">
            <a:avLst/>
          </a:prstGeom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136257699">
                  <a:custGeom>
                    <a:avLst/>
                    <a:gdLst>
                      <a:gd name="connsiteX0" fmla="*/ 105732 w 105732"/>
                      <a:gd name="connsiteY0" fmla="*/ 942972 h 942972"/>
                      <a:gd name="connsiteX1" fmla="*/ 52866 w 105732"/>
                      <a:gd name="connsiteY1" fmla="*/ 934161 h 942972"/>
                      <a:gd name="connsiteX2" fmla="*/ 52866 w 105732"/>
                      <a:gd name="connsiteY2" fmla="*/ 480297 h 942972"/>
                      <a:gd name="connsiteX3" fmla="*/ 0 w 105732"/>
                      <a:gd name="connsiteY3" fmla="*/ 471486 h 942972"/>
                      <a:gd name="connsiteX4" fmla="*/ 52866 w 105732"/>
                      <a:gd name="connsiteY4" fmla="*/ 462675 h 942972"/>
                      <a:gd name="connsiteX5" fmla="*/ 52866 w 105732"/>
                      <a:gd name="connsiteY5" fmla="*/ 8811 h 942972"/>
                      <a:gd name="connsiteX6" fmla="*/ 105732 w 105732"/>
                      <a:gd name="connsiteY6" fmla="*/ 0 h 942972"/>
                      <a:gd name="connsiteX7" fmla="*/ 105732 w 105732"/>
                      <a:gd name="connsiteY7" fmla="*/ 443197 h 942972"/>
                      <a:gd name="connsiteX8" fmla="*/ 105732 w 105732"/>
                      <a:gd name="connsiteY8" fmla="*/ 942972 h 942972"/>
                      <a:gd name="connsiteX0" fmla="*/ 105732 w 105732"/>
                      <a:gd name="connsiteY0" fmla="*/ 942972 h 942972"/>
                      <a:gd name="connsiteX1" fmla="*/ 52866 w 105732"/>
                      <a:gd name="connsiteY1" fmla="*/ 934161 h 942972"/>
                      <a:gd name="connsiteX2" fmla="*/ 52866 w 105732"/>
                      <a:gd name="connsiteY2" fmla="*/ 480297 h 942972"/>
                      <a:gd name="connsiteX3" fmla="*/ 0 w 105732"/>
                      <a:gd name="connsiteY3" fmla="*/ 471486 h 942972"/>
                      <a:gd name="connsiteX4" fmla="*/ 52866 w 105732"/>
                      <a:gd name="connsiteY4" fmla="*/ 462675 h 942972"/>
                      <a:gd name="connsiteX5" fmla="*/ 52866 w 105732"/>
                      <a:gd name="connsiteY5" fmla="*/ 8811 h 942972"/>
                      <a:gd name="connsiteX6" fmla="*/ 105732 w 105732"/>
                      <a:gd name="connsiteY6" fmla="*/ 0 h 9429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5732" h="942972" stroke="0" extrusionOk="0">
                        <a:moveTo>
                          <a:pt x="105732" y="942972"/>
                        </a:moveTo>
                        <a:cubicBezTo>
                          <a:pt x="77434" y="942174"/>
                          <a:pt x="52770" y="939081"/>
                          <a:pt x="52866" y="934161"/>
                        </a:cubicBezTo>
                        <a:cubicBezTo>
                          <a:pt x="16488" y="782250"/>
                          <a:pt x="90392" y="668541"/>
                          <a:pt x="52866" y="480297"/>
                        </a:cubicBezTo>
                        <a:cubicBezTo>
                          <a:pt x="52661" y="479161"/>
                          <a:pt x="32889" y="474795"/>
                          <a:pt x="0" y="471486"/>
                        </a:cubicBezTo>
                        <a:cubicBezTo>
                          <a:pt x="29081" y="472798"/>
                          <a:pt x="53199" y="467989"/>
                          <a:pt x="52866" y="462675"/>
                        </a:cubicBezTo>
                        <a:cubicBezTo>
                          <a:pt x="6859" y="300360"/>
                          <a:pt x="106776" y="168993"/>
                          <a:pt x="52866" y="8811"/>
                        </a:cubicBezTo>
                        <a:cubicBezTo>
                          <a:pt x="50871" y="3728"/>
                          <a:pt x="79084" y="-1419"/>
                          <a:pt x="105732" y="0"/>
                        </a:cubicBezTo>
                        <a:cubicBezTo>
                          <a:pt x="154502" y="197787"/>
                          <a:pt x="96896" y="299990"/>
                          <a:pt x="105732" y="443197"/>
                        </a:cubicBezTo>
                        <a:cubicBezTo>
                          <a:pt x="114568" y="586404"/>
                          <a:pt x="100706" y="840539"/>
                          <a:pt x="105732" y="942972"/>
                        </a:cubicBezTo>
                        <a:close/>
                      </a:path>
                      <a:path w="105732" h="942972" fill="none" extrusionOk="0">
                        <a:moveTo>
                          <a:pt x="105732" y="942972"/>
                        </a:moveTo>
                        <a:cubicBezTo>
                          <a:pt x="77197" y="941872"/>
                          <a:pt x="52199" y="938212"/>
                          <a:pt x="52866" y="934161"/>
                        </a:cubicBezTo>
                        <a:cubicBezTo>
                          <a:pt x="40397" y="715924"/>
                          <a:pt x="101376" y="649373"/>
                          <a:pt x="52866" y="480297"/>
                        </a:cubicBezTo>
                        <a:cubicBezTo>
                          <a:pt x="49194" y="477175"/>
                          <a:pt x="32221" y="472299"/>
                          <a:pt x="0" y="471486"/>
                        </a:cubicBezTo>
                        <a:cubicBezTo>
                          <a:pt x="30368" y="472343"/>
                          <a:pt x="53406" y="466894"/>
                          <a:pt x="52866" y="462675"/>
                        </a:cubicBezTo>
                        <a:cubicBezTo>
                          <a:pt x="39417" y="297132"/>
                          <a:pt x="85776" y="167032"/>
                          <a:pt x="52866" y="8811"/>
                        </a:cubicBezTo>
                        <a:cubicBezTo>
                          <a:pt x="51769" y="6806"/>
                          <a:pt x="74933" y="2883"/>
                          <a:pt x="105732" y="0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x-none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Notched Right Arrow 19">
            <a:extLst>
              <a:ext uri="{FF2B5EF4-FFF2-40B4-BE49-F238E27FC236}">
                <a16:creationId xmlns:a16="http://schemas.microsoft.com/office/drawing/2014/main" id="{F1149C1E-E471-F25F-1C20-73CDB2AF5609}"/>
              </a:ext>
            </a:extLst>
          </p:cNvPr>
          <p:cNvSpPr/>
          <p:nvPr/>
        </p:nvSpPr>
        <p:spPr>
          <a:xfrm>
            <a:off x="573462" y="3617841"/>
            <a:ext cx="359899" cy="300501"/>
          </a:xfrm>
          <a:prstGeom prst="notchedRightArrow">
            <a:avLst/>
          </a:prstGeom>
          <a:solidFill>
            <a:srgbClr val="30F07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2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F97193E-1295-3ADF-7E5B-1627CBA6BC73}"/>
                  </a:ext>
                </a:extLst>
              </p:cNvPr>
              <p:cNvSpPr txBox="1"/>
              <p:nvPr/>
            </p:nvSpPr>
            <p:spPr>
              <a:xfrm>
                <a:off x="1448290" y="3210843"/>
                <a:ext cx="3019224" cy="540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𝚿</m:t>
                          </m:r>
                        </m:e>
                        <m:sub>
                          <m:sSubSup>
                            <m:sSubSupPr>
                              <m:ctrlPr>
                                <a:rPr lang="el-GR" sz="2400" b="1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400" b="1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sz="2400" b="1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</m:sub>
                      </m:sSub>
                      <m:r>
                        <a:rPr lang="vi-VN" sz="24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x-none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𝜳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x-none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𝜳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x-none" sz="24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F97193E-1295-3ADF-7E5B-1627CBA6B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90" y="3210843"/>
                <a:ext cx="3019224" cy="540276"/>
              </a:xfrm>
              <a:prstGeom prst="rect">
                <a:avLst/>
              </a:prstGeom>
              <a:blipFill rotWithShape="0">
                <a:blip r:embed="rId5"/>
                <a:stretch>
                  <a:fillRect b="-3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eft Brace 21">
            <a:extLst>
              <a:ext uri="{FF2B5EF4-FFF2-40B4-BE49-F238E27FC236}">
                <a16:creationId xmlns:a16="http://schemas.microsoft.com/office/drawing/2014/main" id="{8C91FD4B-9BB9-9B68-96C2-05C25AEE0805}"/>
              </a:ext>
            </a:extLst>
          </p:cNvPr>
          <p:cNvSpPr/>
          <p:nvPr/>
        </p:nvSpPr>
        <p:spPr>
          <a:xfrm>
            <a:off x="1251491" y="3382559"/>
            <a:ext cx="197944" cy="935568"/>
          </a:xfrm>
          <a:prstGeom prst="leftBrace">
            <a:avLst/>
          </a:prstGeom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136257699">
                  <a:custGeom>
                    <a:avLst/>
                    <a:gdLst>
                      <a:gd name="connsiteX0" fmla="*/ 105732 w 105732"/>
                      <a:gd name="connsiteY0" fmla="*/ 942972 h 942972"/>
                      <a:gd name="connsiteX1" fmla="*/ 52866 w 105732"/>
                      <a:gd name="connsiteY1" fmla="*/ 934161 h 942972"/>
                      <a:gd name="connsiteX2" fmla="*/ 52866 w 105732"/>
                      <a:gd name="connsiteY2" fmla="*/ 480297 h 942972"/>
                      <a:gd name="connsiteX3" fmla="*/ 0 w 105732"/>
                      <a:gd name="connsiteY3" fmla="*/ 471486 h 942972"/>
                      <a:gd name="connsiteX4" fmla="*/ 52866 w 105732"/>
                      <a:gd name="connsiteY4" fmla="*/ 462675 h 942972"/>
                      <a:gd name="connsiteX5" fmla="*/ 52866 w 105732"/>
                      <a:gd name="connsiteY5" fmla="*/ 8811 h 942972"/>
                      <a:gd name="connsiteX6" fmla="*/ 105732 w 105732"/>
                      <a:gd name="connsiteY6" fmla="*/ 0 h 942972"/>
                      <a:gd name="connsiteX7" fmla="*/ 105732 w 105732"/>
                      <a:gd name="connsiteY7" fmla="*/ 443197 h 942972"/>
                      <a:gd name="connsiteX8" fmla="*/ 105732 w 105732"/>
                      <a:gd name="connsiteY8" fmla="*/ 942972 h 942972"/>
                      <a:gd name="connsiteX0" fmla="*/ 105732 w 105732"/>
                      <a:gd name="connsiteY0" fmla="*/ 942972 h 942972"/>
                      <a:gd name="connsiteX1" fmla="*/ 52866 w 105732"/>
                      <a:gd name="connsiteY1" fmla="*/ 934161 h 942972"/>
                      <a:gd name="connsiteX2" fmla="*/ 52866 w 105732"/>
                      <a:gd name="connsiteY2" fmla="*/ 480297 h 942972"/>
                      <a:gd name="connsiteX3" fmla="*/ 0 w 105732"/>
                      <a:gd name="connsiteY3" fmla="*/ 471486 h 942972"/>
                      <a:gd name="connsiteX4" fmla="*/ 52866 w 105732"/>
                      <a:gd name="connsiteY4" fmla="*/ 462675 h 942972"/>
                      <a:gd name="connsiteX5" fmla="*/ 52866 w 105732"/>
                      <a:gd name="connsiteY5" fmla="*/ 8811 h 942972"/>
                      <a:gd name="connsiteX6" fmla="*/ 105732 w 105732"/>
                      <a:gd name="connsiteY6" fmla="*/ 0 h 9429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5732" h="942972" stroke="0" extrusionOk="0">
                        <a:moveTo>
                          <a:pt x="105732" y="942972"/>
                        </a:moveTo>
                        <a:cubicBezTo>
                          <a:pt x="77434" y="942174"/>
                          <a:pt x="52770" y="939081"/>
                          <a:pt x="52866" y="934161"/>
                        </a:cubicBezTo>
                        <a:cubicBezTo>
                          <a:pt x="16488" y="782250"/>
                          <a:pt x="90392" y="668541"/>
                          <a:pt x="52866" y="480297"/>
                        </a:cubicBezTo>
                        <a:cubicBezTo>
                          <a:pt x="52661" y="479161"/>
                          <a:pt x="32889" y="474795"/>
                          <a:pt x="0" y="471486"/>
                        </a:cubicBezTo>
                        <a:cubicBezTo>
                          <a:pt x="29081" y="472798"/>
                          <a:pt x="53199" y="467989"/>
                          <a:pt x="52866" y="462675"/>
                        </a:cubicBezTo>
                        <a:cubicBezTo>
                          <a:pt x="6859" y="300360"/>
                          <a:pt x="106776" y="168993"/>
                          <a:pt x="52866" y="8811"/>
                        </a:cubicBezTo>
                        <a:cubicBezTo>
                          <a:pt x="50871" y="3728"/>
                          <a:pt x="79084" y="-1419"/>
                          <a:pt x="105732" y="0"/>
                        </a:cubicBezTo>
                        <a:cubicBezTo>
                          <a:pt x="154502" y="197787"/>
                          <a:pt x="96896" y="299990"/>
                          <a:pt x="105732" y="443197"/>
                        </a:cubicBezTo>
                        <a:cubicBezTo>
                          <a:pt x="114568" y="586404"/>
                          <a:pt x="100706" y="840539"/>
                          <a:pt x="105732" y="942972"/>
                        </a:cubicBezTo>
                        <a:close/>
                      </a:path>
                      <a:path w="105732" h="942972" fill="none" extrusionOk="0">
                        <a:moveTo>
                          <a:pt x="105732" y="942972"/>
                        </a:moveTo>
                        <a:cubicBezTo>
                          <a:pt x="77197" y="941872"/>
                          <a:pt x="52199" y="938212"/>
                          <a:pt x="52866" y="934161"/>
                        </a:cubicBezTo>
                        <a:cubicBezTo>
                          <a:pt x="40397" y="715924"/>
                          <a:pt x="101376" y="649373"/>
                          <a:pt x="52866" y="480297"/>
                        </a:cubicBezTo>
                        <a:cubicBezTo>
                          <a:pt x="49194" y="477175"/>
                          <a:pt x="32221" y="472299"/>
                          <a:pt x="0" y="471486"/>
                        </a:cubicBezTo>
                        <a:cubicBezTo>
                          <a:pt x="30368" y="472343"/>
                          <a:pt x="53406" y="466894"/>
                          <a:pt x="52866" y="462675"/>
                        </a:cubicBezTo>
                        <a:cubicBezTo>
                          <a:pt x="39417" y="297132"/>
                          <a:pt x="85776" y="167032"/>
                          <a:pt x="52866" y="8811"/>
                        </a:cubicBezTo>
                        <a:cubicBezTo>
                          <a:pt x="51769" y="6806"/>
                          <a:pt x="74933" y="2883"/>
                          <a:pt x="105732" y="0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x-none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F97193E-1295-3ADF-7E5B-1627CBA6BC73}"/>
                  </a:ext>
                </a:extLst>
              </p:cNvPr>
              <p:cNvSpPr txBox="1"/>
              <p:nvPr/>
            </p:nvSpPr>
            <p:spPr>
              <a:xfrm>
                <a:off x="1427451" y="3965738"/>
                <a:ext cx="3040063" cy="540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𝚿</m:t>
                          </m:r>
                        </m:e>
                        <m:sub>
                          <m:sSubSup>
                            <m:sSubSupPr>
                              <m:ctrlPr>
                                <a:rPr lang="el-GR" sz="2400" b="1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400" b="1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sz="2400" b="1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</m:sub>
                      </m:sSub>
                      <m:r>
                        <a:rPr lang="vi-VN" sz="24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x-none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𝜳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x-none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𝜳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x-none" sz="24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F97193E-1295-3ADF-7E5B-1627CBA6B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451" y="3965738"/>
                <a:ext cx="3040063" cy="540276"/>
              </a:xfrm>
              <a:prstGeom prst="rect">
                <a:avLst/>
              </a:prstGeom>
              <a:blipFill rotWithShape="0">
                <a:blip r:embed="rId6"/>
                <a:stretch>
                  <a:fillRect b="-3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365833" y="3232154"/>
            <a:ext cx="5767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orbital </a:t>
            </a:r>
            <a:r>
              <a:rPr lang="en-US" sz="24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5809" y="4038867"/>
            <a:ext cx="6511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orbital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(OP</a:t>
            </a:r>
            <a:r>
              <a:rPr lang="en-US" sz="24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38405" y="3520286"/>
            <a:ext cx="1944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E</a:t>
            </a:r>
            <a:r>
              <a:rPr lang="en-US" sz="2400" b="1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 </a:t>
            </a:r>
            <a:r>
              <a:rPr lang="en-US" sz="24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E</a:t>
            </a:r>
            <a:r>
              <a:rPr lang="en-US" sz="2400" b="1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OP*</a:t>
            </a:r>
            <a:endParaRPr lang="en-US" sz="2400" b="1" i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743" y="4839619"/>
            <a:ext cx="9510016" cy="200994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6708" y="4704806"/>
            <a:ext cx="1299435" cy="76189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5066" y="5970245"/>
            <a:ext cx="951570" cy="853001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87AFBB64-3A9F-73E8-7B56-BC003B65BF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6410" y="918425"/>
            <a:ext cx="2970348" cy="1879006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A44E633F-CF1F-07BC-F116-FF6F3324CC03}"/>
              </a:ext>
            </a:extLst>
          </p:cNvPr>
          <p:cNvSpPr/>
          <p:nvPr/>
        </p:nvSpPr>
        <p:spPr>
          <a:xfrm>
            <a:off x="8915398" y="918425"/>
            <a:ext cx="2899610" cy="1879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97193E-1295-3ADF-7E5B-1627CBA6BC73}"/>
              </a:ext>
            </a:extLst>
          </p:cNvPr>
          <p:cNvSpPr txBox="1"/>
          <p:nvPr/>
        </p:nvSpPr>
        <p:spPr>
          <a:xfrm>
            <a:off x="8412320" y="1880879"/>
            <a:ext cx="1744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x-none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</a:t>
            </a:r>
            <a:r>
              <a:rPr lang="x-none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</a:t>
            </a:r>
            <a:r>
              <a:rPr lang="x-none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x-non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61EE8-0462-5471-E455-A948B293607A}"/>
              </a:ext>
            </a:extLst>
          </p:cNvPr>
          <p:cNvSpPr/>
          <p:nvPr/>
        </p:nvSpPr>
        <p:spPr>
          <a:xfrm>
            <a:off x="8421627" y="2614463"/>
            <a:ext cx="1979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x-none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-C</a:t>
            </a:r>
            <a:r>
              <a:rPr lang="x-none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</a:t>
            </a:r>
            <a:r>
              <a:rPr lang="x-none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80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/>
      <p:bldP spid="15" grpId="0" animBg="1"/>
      <p:bldP spid="17" grpId="0" animBg="1"/>
      <p:bldP spid="20" grpId="0" animBg="1"/>
      <p:bldP spid="21" grpId="0"/>
      <p:bldP spid="22" grpId="0" animBg="1"/>
      <p:bldP spid="23" grpId="0"/>
      <p:bldP spid="24" grpId="0"/>
      <p:bldP spid="25" grpId="0"/>
      <p:bldP spid="26" grpId="0"/>
      <p:bldP spid="74" grpId="0" animBg="1"/>
      <p:bldP spid="16" grpId="0"/>
      <p:bldP spid="1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C7EE35E-24D9-4363-84D7-9168A6772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76507"/>
            <a:ext cx="11274676" cy="1892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r>
              <a:rPr lang="vi-V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ĐIỀU KIỆN CÁC AO THAM GIA TỔ HỢP TUYẾN TÍNH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338138" eaLnBrk="1" hangingPunct="1">
              <a:buFont typeface="Arial" panose="020B0604020202020204" pitchFamily="34" charset="0"/>
              <a:buChar char="•"/>
            </a:pP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52538" lvl="1" indent="-338138" eaLnBrk="1" hangingPunct="1">
              <a:buFont typeface="Arial" panose="020B0604020202020204" pitchFamily="34" charset="0"/>
              <a:buChar char="•"/>
            </a:pP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vi-V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đáng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kể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52538" lvl="1" indent="-338138" eaLnBrk="1" hangingPunct="1">
              <a:buFont typeface="Arial" panose="020B0604020202020204" pitchFamily="34" charset="0"/>
              <a:buChar char="•"/>
            </a:pP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Orbital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992192" y="3393965"/>
            <a:ext cx="4040867" cy="984885"/>
            <a:chOff x="773821" y="2884104"/>
            <a:chExt cx="4040867" cy="9848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642FF9F-4463-4B6F-972A-BBBBFB0C0063}"/>
                </a:ext>
              </a:extLst>
            </p:cNvPr>
            <p:cNvSpPr txBox="1"/>
            <p:nvPr/>
          </p:nvSpPr>
          <p:spPr>
            <a:xfrm>
              <a:off x="773821" y="2884104"/>
              <a:ext cx="4040867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sz="24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A : 1s  2s  2p</a:t>
              </a:r>
              <a:r>
                <a:rPr lang="en-US" sz="2400" b="1" baseline="-25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24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2p</a:t>
              </a:r>
              <a:r>
                <a:rPr lang="en-US" sz="2400" b="1" baseline="-25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sz="24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2p</a:t>
              </a:r>
              <a:r>
                <a:rPr lang="en-US" sz="2400" b="1" baseline="-25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  </a:t>
              </a:r>
              <a:r>
                <a:rPr lang="en-US" sz="24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>
                <a:spcAft>
                  <a:spcPts val="1200"/>
                </a:spcAft>
              </a:pPr>
              <a:r>
                <a:rPr lang="en-US" sz="24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r>
                <a:rPr lang="en-US" sz="24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 : 1s  2s  2p</a:t>
              </a:r>
              <a:r>
                <a:rPr lang="en-US" sz="2400" b="1" baseline="-250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24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2p</a:t>
              </a:r>
              <a:r>
                <a:rPr lang="en-US" sz="2400" b="1" baseline="-250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sz="24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2p</a:t>
              </a:r>
              <a:r>
                <a:rPr lang="en-US" sz="2400" b="1" baseline="-250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endParaRPr lang="en-US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7B11BA5-5EF0-46C9-8BF5-5FA655E4841D}"/>
                </a:ext>
              </a:extLst>
            </p:cNvPr>
            <p:cNvSpPr/>
            <p:nvPr/>
          </p:nvSpPr>
          <p:spPr>
            <a:xfrm>
              <a:off x="1453279" y="2955755"/>
              <a:ext cx="1610681" cy="892552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176C272-A2A0-4900-8AAF-C246D009C501}"/>
                </a:ext>
              </a:extLst>
            </p:cNvPr>
            <p:cNvSpPr/>
            <p:nvPr/>
          </p:nvSpPr>
          <p:spPr>
            <a:xfrm>
              <a:off x="3205027" y="2958962"/>
              <a:ext cx="532301" cy="892552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C99265E-CBB2-4EAE-805C-80912188A9FA}"/>
                </a:ext>
              </a:extLst>
            </p:cNvPr>
            <p:cNvSpPr/>
            <p:nvPr/>
          </p:nvSpPr>
          <p:spPr>
            <a:xfrm>
              <a:off x="3837609" y="2958962"/>
              <a:ext cx="532301" cy="892552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911" y="3242514"/>
            <a:ext cx="6387309" cy="1657466"/>
          </a:xfrm>
          <a:prstGeom prst="rect">
            <a:avLst/>
          </a:prstGeom>
        </p:spPr>
      </p:pic>
      <p:sp>
        <p:nvSpPr>
          <p:cNvPr id="18" name="矩形 4">
            <a:extLst>
              <a:ext uri="{FF2B5EF4-FFF2-40B4-BE49-F238E27FC236}">
                <a16:creationId xmlns:a16="http://schemas.microsoft.com/office/drawing/2014/main" id="{038AD049-1814-F85F-4802-6CE161D6DBA9}"/>
              </a:ext>
            </a:extLst>
          </p:cNvPr>
          <p:cNvSpPr/>
          <p:nvPr/>
        </p:nvSpPr>
        <p:spPr>
          <a:xfrm>
            <a:off x="1301858" y="4488954"/>
            <a:ext cx="237437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1s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±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1s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2s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±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2s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2p</a:t>
            </a:r>
            <a:r>
              <a:rPr lang="en-US" altLang="zh-TW" sz="2400" b="1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x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±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2p</a:t>
            </a:r>
            <a:r>
              <a:rPr lang="en-US" altLang="zh-TW" sz="2400" b="1" baseline="-25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x</a:t>
            </a:r>
            <a:endParaRPr lang="en-US" altLang="zh-TW" sz="24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  <a:sym typeface="Permanent Marker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2p</a:t>
            </a:r>
            <a:r>
              <a:rPr lang="en-US" altLang="zh-TW" sz="2400" b="1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y(z)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±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2p</a:t>
            </a:r>
            <a:r>
              <a:rPr lang="en-US" altLang="zh-TW" sz="2400" b="1" baseline="-25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y(z)</a:t>
            </a:r>
            <a:endParaRPr lang="en-US" altLang="zh-TW" sz="24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  <a:sym typeface="Permanent Marker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2p</a:t>
            </a:r>
            <a:r>
              <a:rPr lang="en-US" altLang="zh-TW" sz="2400" b="1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z(y)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±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2p</a:t>
            </a:r>
            <a:r>
              <a:rPr lang="en-US" altLang="zh-TW" sz="2400" b="1" baseline="-25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z(y)</a:t>
            </a:r>
            <a:endParaRPr lang="en-US" altLang="zh-TW" sz="24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  <a:sym typeface="Permanent Marker"/>
            </a:endParaRPr>
          </a:p>
        </p:txBody>
      </p:sp>
      <p:sp>
        <p:nvSpPr>
          <p:cNvPr id="20" name="Right Brace 19"/>
          <p:cNvSpPr/>
          <p:nvPr/>
        </p:nvSpPr>
        <p:spPr>
          <a:xfrm>
            <a:off x="3405539" y="4591307"/>
            <a:ext cx="632582" cy="2159920"/>
          </a:xfrm>
          <a:prstGeom prst="rightBrac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117391" y="4838536"/>
            <a:ext cx="23563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2" name="矩形 4">
            <a:extLst>
              <a:ext uri="{FF2B5EF4-FFF2-40B4-BE49-F238E27FC236}">
                <a16:creationId xmlns:a16="http://schemas.microsoft.com/office/drawing/2014/main" id="{038AD049-1814-F85F-4802-6CE161D6DBA9}"/>
              </a:ext>
            </a:extLst>
          </p:cNvPr>
          <p:cNvSpPr/>
          <p:nvPr/>
        </p:nvSpPr>
        <p:spPr>
          <a:xfrm>
            <a:off x="6859299" y="4932084"/>
            <a:ext cx="4922381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1s</a:t>
            </a:r>
            <a:r>
              <a:rPr lang="en-US" altLang="zh-TW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2s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không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tổ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vì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E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cách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xa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;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2p</a:t>
            </a:r>
            <a:r>
              <a:rPr lang="en-US" altLang="zh-TW" sz="28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</a:t>
            </a:r>
            <a:r>
              <a:rPr lang="en-US" altLang="zh-TW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2p</a:t>
            </a:r>
            <a:r>
              <a:rPr lang="en-US" altLang="zh-TW" sz="2800" b="1" baseline="-25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y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không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tổ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vì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bất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đối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xứng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</a:t>
            </a:r>
            <a:endParaRPr lang="en-US" altLang="zh-TW" sz="28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325" y="2819946"/>
            <a:ext cx="27969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B: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79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20" grpId="0" animBg="1"/>
      <p:bldP spid="21" grpId="0"/>
      <p:bldP spid="22" grpId="0"/>
      <p:bldP spid="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Orbital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7D1626-9D8D-430A-916C-4D0CF772665D}"/>
              </a:ext>
            </a:extLst>
          </p:cNvPr>
          <p:cNvSpPr txBox="1"/>
          <p:nvPr/>
        </p:nvSpPr>
        <p:spPr>
          <a:xfrm>
            <a:off x="1293547" y="1051826"/>
            <a:ext cx="91943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rgbClr val="00B050"/>
                </a:solidFill>
                <a:latin typeface="Arial" charset="0"/>
              </a:rPr>
              <a:t> </a:t>
            </a:r>
            <a:r>
              <a:rPr lang="en-US" sz="3000" b="1" dirty="0">
                <a:solidFill>
                  <a:srgbClr val="00B050"/>
                </a:solidFill>
                <a:latin typeface="Arial" charset="0"/>
              </a:rPr>
              <a:t>CÁC AO KHÔNG CÙNG TÍNH ĐỐI XỨNG CỦA AA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E986F0-3949-406D-8055-8EC660E13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332" y="5150256"/>
            <a:ext cx="10551511" cy="14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>
              <a:lnSpc>
                <a:spcPct val="150000"/>
              </a:lnSpc>
            </a:pP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(x)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809921" y="2029818"/>
            <a:ext cx="8942279" cy="2908748"/>
            <a:chOff x="1538988" y="1981953"/>
            <a:chExt cx="8942279" cy="290874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9579CBC-2FDA-4F90-90F9-56D3BC12E3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2348" y="2791313"/>
              <a:ext cx="1936649" cy="17126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4E14375-ECFC-4B28-BF45-A79EDE187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25808" y="2295376"/>
              <a:ext cx="8037" cy="245455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76AA474-5425-4F21-9BEE-C4987F0BDF61}"/>
                </a:ext>
              </a:extLst>
            </p:cNvPr>
            <p:cNvSpPr/>
            <p:nvPr/>
          </p:nvSpPr>
          <p:spPr>
            <a:xfrm rot="19116869">
              <a:off x="5207776" y="3033285"/>
              <a:ext cx="1018763" cy="604008"/>
            </a:xfrm>
            <a:prstGeom prst="ellipse">
              <a:avLst/>
            </a:prstGeom>
            <a:gradFill>
              <a:gsLst>
                <a:gs pos="0">
                  <a:srgbClr val="009900"/>
                </a:gs>
                <a:gs pos="87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/>
                  </a:solidFill>
                </a:rPr>
                <a:t>-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85CEA4F-7BCB-4B91-806F-2A57C2EEBCAB}"/>
                </a:ext>
              </a:extLst>
            </p:cNvPr>
            <p:cNvCxnSpPr>
              <a:cxnSpLocks/>
            </p:cNvCxnSpPr>
            <p:nvPr/>
          </p:nvCxnSpPr>
          <p:spPr>
            <a:xfrm>
              <a:off x="7503079" y="2331310"/>
              <a:ext cx="3772" cy="24180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2F3C361-0DB7-4E38-A583-F97F63344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3119" y="2345043"/>
              <a:ext cx="8037" cy="245455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80FB8D4-7B62-4B19-9295-75DE1D9E7CD7}"/>
                </a:ext>
              </a:extLst>
            </p:cNvPr>
            <p:cNvCxnSpPr>
              <a:cxnSpLocks/>
            </p:cNvCxnSpPr>
            <p:nvPr/>
          </p:nvCxnSpPr>
          <p:spPr>
            <a:xfrm>
              <a:off x="1538988" y="3583123"/>
              <a:ext cx="2359025" cy="111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615476-DA1E-4A70-B78F-A71DE248757E}"/>
                </a:ext>
              </a:extLst>
            </p:cNvPr>
            <p:cNvSpPr/>
            <p:nvPr/>
          </p:nvSpPr>
          <p:spPr>
            <a:xfrm>
              <a:off x="2010361" y="2627283"/>
              <a:ext cx="590550" cy="1924050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gradFill>
              <a:gsLst>
                <a:gs pos="0">
                  <a:srgbClr val="FFFF00"/>
                </a:gs>
                <a:gs pos="9000">
                  <a:srgbClr val="FFFF99"/>
                </a:gs>
                <a:gs pos="100000">
                  <a:srgbClr val="156B1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  <a:sym typeface="Symbol"/>
                </a:rPr>
                <a:t>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E78E06-E8AC-4C0D-AE5A-6548288BF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7927" y="2783851"/>
              <a:ext cx="4572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dirty="0"/>
                <a:t>+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2F24C60-A372-4A41-A69A-12D2D1E5E6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220" y="3722584"/>
              <a:ext cx="457200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4000" dirty="0"/>
                <a:t>-</a:t>
              </a: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A82B2EE-4A4A-4E7B-817A-452B5145DF1D}"/>
                </a:ext>
              </a:extLst>
            </p:cNvPr>
            <p:cNvSpPr/>
            <p:nvPr/>
          </p:nvSpPr>
          <p:spPr>
            <a:xfrm>
              <a:off x="7212230" y="2659713"/>
              <a:ext cx="590550" cy="1924050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gradFill>
              <a:gsLst>
                <a:gs pos="0">
                  <a:srgbClr val="FFFF00"/>
                </a:gs>
                <a:gs pos="9000">
                  <a:srgbClr val="FFFF99"/>
                </a:gs>
                <a:gs pos="100000">
                  <a:srgbClr val="156B1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D471ADF-84A4-4925-9A90-11C4B32B8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6947" y="2810315"/>
              <a:ext cx="4572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dirty="0"/>
                <a:t>+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0920F85-6B74-4553-84BF-EDDE4EFA4578}"/>
                </a:ext>
              </a:extLst>
            </p:cNvPr>
            <p:cNvCxnSpPr>
              <a:cxnSpLocks/>
            </p:cNvCxnSpPr>
            <p:nvPr/>
          </p:nvCxnSpPr>
          <p:spPr>
            <a:xfrm>
              <a:off x="7013399" y="3623254"/>
              <a:ext cx="2945177" cy="182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934DD89-68E8-4FFA-B886-63A6ED66B6AC}"/>
                </a:ext>
              </a:extLst>
            </p:cNvPr>
            <p:cNvSpPr/>
            <p:nvPr/>
          </p:nvSpPr>
          <p:spPr>
            <a:xfrm>
              <a:off x="2343462" y="3139392"/>
              <a:ext cx="858837" cy="908050"/>
            </a:xfrm>
            <a:prstGeom prst="ellipse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5795A88-3665-43F3-AB30-76AC4070A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3636" y="3361011"/>
              <a:ext cx="419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1920138-8CB1-4D7C-8524-B9096302D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0817" y="2458965"/>
              <a:ext cx="126581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 dirty="0">
                  <a:solidFill>
                    <a:srgbClr val="0000FF"/>
                  </a:solidFill>
                </a:rPr>
                <a:t>2p</a:t>
              </a:r>
              <a:r>
                <a:rPr lang="en-US" altLang="en-US" sz="2800" b="1" baseline="-25000" dirty="0">
                  <a:solidFill>
                    <a:srgbClr val="0000FF"/>
                  </a:solidFill>
                </a:rPr>
                <a:t>Y(Z)</a:t>
              </a:r>
              <a:endParaRPr lang="en-US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4F76696-B8F8-463C-AFE3-271D925204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52630" y="3326462"/>
              <a:ext cx="528637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A2F7A13-A117-4523-8DB5-7C2694DCD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151" y="2381424"/>
              <a:ext cx="133985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 dirty="0">
                  <a:solidFill>
                    <a:srgbClr val="0000FF"/>
                  </a:solidFill>
                </a:rPr>
                <a:t>2p</a:t>
              </a:r>
              <a:r>
                <a:rPr lang="en-US" altLang="en-US" sz="2800" b="1" baseline="-25000" dirty="0">
                  <a:solidFill>
                    <a:srgbClr val="0000FF"/>
                  </a:solidFill>
                </a:rPr>
                <a:t>Y(Z)</a:t>
              </a:r>
              <a:endParaRPr lang="en-US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B0EF085-1F80-454E-B9A7-EF22550B1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0255" y="3690646"/>
              <a:ext cx="133985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 dirty="0">
                  <a:solidFill>
                    <a:srgbClr val="006600"/>
                  </a:solidFill>
                </a:rPr>
                <a:t>2p</a:t>
              </a:r>
              <a:r>
                <a:rPr lang="en-US" altLang="en-US" sz="2800" b="1" baseline="-25000" dirty="0">
                  <a:solidFill>
                    <a:srgbClr val="006600"/>
                  </a:solidFill>
                </a:rPr>
                <a:t>Z(Y)</a:t>
              </a:r>
              <a:endParaRPr lang="en-US" altLang="en-US" sz="2800" b="1" dirty="0">
                <a:solidFill>
                  <a:srgbClr val="006600"/>
                </a:solidFill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A1C08670-0B6F-47AC-A085-E4877D10F564}"/>
                </a:ext>
              </a:extLst>
            </p:cNvPr>
            <p:cNvSpPr/>
            <p:nvPr/>
          </p:nvSpPr>
          <p:spPr>
            <a:xfrm rot="16200000">
              <a:off x="8169829" y="2659713"/>
              <a:ext cx="590550" cy="1924050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gradFill>
              <a:gsLst>
                <a:gs pos="0">
                  <a:srgbClr val="FFFF00"/>
                </a:gs>
                <a:gs pos="9000">
                  <a:srgbClr val="FFFF99"/>
                </a:gs>
                <a:gs pos="100000">
                  <a:srgbClr val="156B1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1052627-E9A6-4B3E-8A6F-ECE941AAC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5637" y="3747915"/>
              <a:ext cx="457200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4000"/>
                <a:t>-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610F4FB-BA5D-4B0C-859B-D520B3ED4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4995" y="3229614"/>
              <a:ext cx="4572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dirty="0"/>
                <a:t>+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DFDA2D1-CAB4-4800-BAEC-067E2DB9C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7827" y="3122022"/>
              <a:ext cx="457200" cy="706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4000" dirty="0"/>
                <a:t>-</a:t>
              </a:r>
            </a:p>
          </p:txBody>
        </p:sp>
        <p:sp>
          <p:nvSpPr>
            <p:cNvPr id="47" name="Freeform 24">
              <a:extLst>
                <a:ext uri="{FF2B5EF4-FFF2-40B4-BE49-F238E27FC236}">
                  <a16:creationId xmlns:a16="http://schemas.microsoft.com/office/drawing/2014/main" id="{A0FC73AD-1090-4BD6-8701-A66585585924}"/>
                </a:ext>
              </a:extLst>
            </p:cNvPr>
            <p:cNvSpPr/>
            <p:nvPr/>
          </p:nvSpPr>
          <p:spPr>
            <a:xfrm>
              <a:off x="4922684" y="2641979"/>
              <a:ext cx="590550" cy="1924050"/>
            </a:xfrm>
            <a:custGeom>
              <a:avLst/>
              <a:gdLst>
                <a:gd name="connsiteX0" fmla="*/ 451692 w 903386"/>
                <a:gd name="connsiteY0" fmla="*/ 1266940 h 2533880"/>
                <a:gd name="connsiteX1" fmla="*/ 903384 w 903386"/>
                <a:gd name="connsiteY1" fmla="*/ 1900410 h 2533880"/>
                <a:gd name="connsiteX2" fmla="*/ 451692 w 903386"/>
                <a:gd name="connsiteY2" fmla="*/ 2533880 h 2533880"/>
                <a:gd name="connsiteX3" fmla="*/ 0 w 903386"/>
                <a:gd name="connsiteY3" fmla="*/ 1900410 h 2533880"/>
                <a:gd name="connsiteX4" fmla="*/ 451692 w 903386"/>
                <a:gd name="connsiteY4" fmla="*/ 1266940 h 2533880"/>
                <a:gd name="connsiteX5" fmla="*/ 451694 w 903386"/>
                <a:gd name="connsiteY5" fmla="*/ 0 h 2533880"/>
                <a:gd name="connsiteX6" fmla="*/ 903386 w 903386"/>
                <a:gd name="connsiteY6" fmla="*/ 633470 h 2533880"/>
                <a:gd name="connsiteX7" fmla="*/ 451694 w 903386"/>
                <a:gd name="connsiteY7" fmla="*/ 1266940 h 2533880"/>
                <a:gd name="connsiteX8" fmla="*/ 2 w 903386"/>
                <a:gd name="connsiteY8" fmla="*/ 633470 h 2533880"/>
                <a:gd name="connsiteX9" fmla="*/ 451694 w 903386"/>
                <a:gd name="connsiteY9" fmla="*/ 0 h 253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3386" h="2533880">
                  <a:moveTo>
                    <a:pt x="451692" y="1266940"/>
                  </a:moveTo>
                  <a:cubicBezTo>
                    <a:pt x="701155" y="1266940"/>
                    <a:pt x="903384" y="1550554"/>
                    <a:pt x="903384" y="1900410"/>
                  </a:cubicBezTo>
                  <a:cubicBezTo>
                    <a:pt x="903384" y="2250266"/>
                    <a:pt x="701155" y="2533880"/>
                    <a:pt x="451692" y="2533880"/>
                  </a:cubicBezTo>
                  <a:cubicBezTo>
                    <a:pt x="202229" y="2533880"/>
                    <a:pt x="0" y="2250266"/>
                    <a:pt x="0" y="1900410"/>
                  </a:cubicBezTo>
                  <a:cubicBezTo>
                    <a:pt x="0" y="1550554"/>
                    <a:pt x="202229" y="1266940"/>
                    <a:pt x="451692" y="1266940"/>
                  </a:cubicBezTo>
                  <a:close/>
                  <a:moveTo>
                    <a:pt x="451694" y="0"/>
                  </a:moveTo>
                  <a:cubicBezTo>
                    <a:pt x="701157" y="0"/>
                    <a:pt x="903386" y="283614"/>
                    <a:pt x="903386" y="633470"/>
                  </a:cubicBezTo>
                  <a:cubicBezTo>
                    <a:pt x="903386" y="983326"/>
                    <a:pt x="701157" y="1266940"/>
                    <a:pt x="451694" y="1266940"/>
                  </a:cubicBezTo>
                  <a:cubicBezTo>
                    <a:pt x="202231" y="1266940"/>
                    <a:pt x="2" y="983326"/>
                    <a:pt x="2" y="633470"/>
                  </a:cubicBezTo>
                  <a:cubicBezTo>
                    <a:pt x="2" y="283614"/>
                    <a:pt x="202231" y="0"/>
                    <a:pt x="451694" y="0"/>
                  </a:cubicBezTo>
                  <a:close/>
                </a:path>
              </a:pathLst>
            </a:custGeom>
            <a:gradFill>
              <a:gsLst>
                <a:gs pos="0">
                  <a:srgbClr val="FFFF00"/>
                </a:gs>
                <a:gs pos="9000">
                  <a:srgbClr val="FFFF99"/>
                </a:gs>
                <a:gs pos="100000">
                  <a:srgbClr val="156B1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177FCD4-C2AB-4074-AFD2-43C476EF7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839" y="2778494"/>
              <a:ext cx="4572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dirty="0"/>
                <a:t>+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A7895A6-B0ED-4F35-83B7-7507CC033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0758" y="3811446"/>
              <a:ext cx="457200" cy="706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4000" dirty="0"/>
                <a:t>-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74392CC-7EDA-48F7-8E72-C4A0B2FC78AE}"/>
                </a:ext>
              </a:extLst>
            </p:cNvPr>
            <p:cNvCxnSpPr>
              <a:cxnSpLocks/>
            </p:cNvCxnSpPr>
            <p:nvPr/>
          </p:nvCxnSpPr>
          <p:spPr>
            <a:xfrm>
              <a:off x="4520896" y="3601640"/>
              <a:ext cx="20129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B8C54B4-2E1C-49F7-9EEE-6CABD61E0F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8568" y="3309366"/>
              <a:ext cx="528637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1F4AED1-B335-4C7A-A66B-19835EF75813}"/>
                </a:ext>
              </a:extLst>
            </p:cNvPr>
            <p:cNvSpPr/>
            <p:nvPr/>
          </p:nvSpPr>
          <p:spPr>
            <a:xfrm rot="19271816">
              <a:off x="4424487" y="3700153"/>
              <a:ext cx="1074536" cy="604008"/>
            </a:xfrm>
            <a:prstGeom prst="ellipse">
              <a:avLst/>
            </a:prstGeom>
            <a:gradFill>
              <a:gsLst>
                <a:gs pos="0">
                  <a:srgbClr val="009900"/>
                </a:gs>
                <a:gs pos="87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761D8C1-DA1C-487E-8A4E-5B1C6FDE6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2983" y="2492588"/>
              <a:ext cx="133985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 dirty="0">
                  <a:solidFill>
                    <a:srgbClr val="0000FF"/>
                  </a:solidFill>
                </a:rPr>
                <a:t>2p</a:t>
              </a:r>
              <a:r>
                <a:rPr lang="en-US" altLang="en-US" sz="2800" b="1" baseline="-25000" dirty="0">
                  <a:solidFill>
                    <a:srgbClr val="0000FF"/>
                  </a:solidFill>
                </a:rPr>
                <a:t>Y(Z)</a:t>
              </a:r>
              <a:endParaRPr lang="en-US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468A96D-9CB1-4358-8718-CBCFB024D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6318" y="3762657"/>
              <a:ext cx="133985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 dirty="0">
                  <a:solidFill>
                    <a:srgbClr val="006600"/>
                  </a:solidFill>
                </a:rPr>
                <a:t>2p</a:t>
              </a:r>
              <a:r>
                <a:rPr lang="en-US" altLang="en-US" sz="2800" b="1" baseline="-25000" dirty="0">
                  <a:solidFill>
                    <a:srgbClr val="FF0000"/>
                  </a:solidFill>
                </a:rPr>
                <a:t>X</a:t>
              </a:r>
              <a:endParaRPr lang="en-US" altLang="en-US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B4CAC7B-0A96-4B15-91B8-D23B25D9EC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5549" y="1991155"/>
              <a:ext cx="11382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b="1" dirty="0">
                  <a:solidFill>
                    <a:srgbClr val="0000FF"/>
                  </a:solidFill>
                </a:rPr>
                <a:t>Y(Z)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081B56F-DA5B-412A-A51A-A9FA5C119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8839" y="1981953"/>
              <a:ext cx="11382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b="1" dirty="0">
                  <a:solidFill>
                    <a:srgbClr val="0000FF"/>
                  </a:solidFill>
                </a:rPr>
                <a:t>Y(Z)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3CAB341-9BC0-4D63-8E0A-89A8FC3DFF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1096" y="2019746"/>
              <a:ext cx="11382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b="1" dirty="0">
                  <a:solidFill>
                    <a:srgbClr val="0000FF"/>
                  </a:solidFill>
                </a:rPr>
                <a:t>Y(Z)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C84FC51-C329-458B-ADDE-66BEF04BE3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5755" y="4490651"/>
              <a:ext cx="11382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b="1" dirty="0">
                  <a:solidFill>
                    <a:srgbClr val="006600"/>
                  </a:solidFill>
                </a:rPr>
                <a:t>Z(Y)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C65F427-4C81-42FC-958F-437592C0DFE8}"/>
                </a:ext>
              </a:extLst>
            </p:cNvPr>
            <p:cNvSpPr txBox="1"/>
            <p:nvPr/>
          </p:nvSpPr>
          <p:spPr>
            <a:xfrm>
              <a:off x="5179048" y="3404019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</a:t>
              </a:r>
              <a:endParaRPr lang="en-U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CF17208-990C-4EE9-966E-CDAE255FD48E}"/>
                </a:ext>
              </a:extLst>
            </p:cNvPr>
            <p:cNvSpPr txBox="1"/>
            <p:nvPr/>
          </p:nvSpPr>
          <p:spPr>
            <a:xfrm>
              <a:off x="7328125" y="3405571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</a:t>
              </a:r>
              <a:endParaRPr lang="en-U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0542C69-98B8-4607-A5AD-45B8B4024DD2}"/>
                </a:ext>
              </a:extLst>
            </p:cNvPr>
            <p:cNvSpPr txBox="1"/>
            <p:nvPr/>
          </p:nvSpPr>
          <p:spPr>
            <a:xfrm>
              <a:off x="8338338" y="3436397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</a:t>
              </a:r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493A659-15C7-45B2-8F21-E8FCC162BDEC}"/>
                </a:ext>
              </a:extLst>
            </p:cNvPr>
            <p:cNvSpPr txBox="1"/>
            <p:nvPr/>
          </p:nvSpPr>
          <p:spPr>
            <a:xfrm>
              <a:off x="2582928" y="3930221"/>
              <a:ext cx="6338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006600"/>
                  </a:solidFill>
                </a:rPr>
                <a:t>2s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38AA352-94D3-4C17-97E3-A751B039CC3F}"/>
                </a:ext>
              </a:extLst>
            </p:cNvPr>
            <p:cNvSpPr txBox="1"/>
            <p:nvPr/>
          </p:nvSpPr>
          <p:spPr>
            <a:xfrm>
              <a:off x="2588640" y="3196007"/>
              <a:ext cx="336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253B668-EDBF-4F32-AE7C-BD6F4326B864}"/>
                </a:ext>
              </a:extLst>
            </p:cNvPr>
            <p:cNvSpPr txBox="1"/>
            <p:nvPr/>
          </p:nvSpPr>
          <p:spPr>
            <a:xfrm>
              <a:off x="7251951" y="3234738"/>
              <a:ext cx="336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2DFA485-8B07-407B-9F5B-00FF7434A301}"/>
                </a:ext>
              </a:extLst>
            </p:cNvPr>
            <p:cNvSpPr txBox="1"/>
            <p:nvPr/>
          </p:nvSpPr>
          <p:spPr>
            <a:xfrm>
              <a:off x="8310311" y="3271478"/>
              <a:ext cx="336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279C7B9-82F1-43E4-BD3F-3932769CA4F1}"/>
                </a:ext>
              </a:extLst>
            </p:cNvPr>
            <p:cNvSpPr txBox="1"/>
            <p:nvPr/>
          </p:nvSpPr>
          <p:spPr>
            <a:xfrm>
              <a:off x="2075958" y="3205564"/>
              <a:ext cx="336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3A8D8C9-6A33-48D3-A8BF-94CCEEE5E915}"/>
                </a:ext>
              </a:extLst>
            </p:cNvPr>
            <p:cNvSpPr txBox="1"/>
            <p:nvPr/>
          </p:nvSpPr>
          <p:spPr>
            <a:xfrm>
              <a:off x="5342520" y="3228273"/>
              <a:ext cx="336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6F50816-D06C-4245-A20E-51120F8A1F94}"/>
                </a:ext>
              </a:extLst>
            </p:cNvPr>
            <p:cNvSpPr txBox="1"/>
            <p:nvPr/>
          </p:nvSpPr>
          <p:spPr>
            <a:xfrm>
              <a:off x="4971965" y="3219435"/>
              <a:ext cx="336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768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Rectangle 2">
            <a:extLst>
              <a:ext uri="{FF2B5EF4-FFF2-40B4-BE49-F238E27FC236}">
                <a16:creationId xmlns:a16="http://schemas.microsoft.com/office/drawing/2014/main" id="{382F1408-C748-4380-9C3D-90A134B28C88}"/>
              </a:ext>
            </a:extLst>
          </p:cNvPr>
          <p:cNvSpPr txBox="1">
            <a:spLocks noChangeArrowheads="1"/>
          </p:cNvSpPr>
          <p:nvPr/>
        </p:nvSpPr>
        <p:spPr>
          <a:xfrm>
            <a:off x="807841" y="1269327"/>
            <a:ext cx="8378948" cy="133676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vi-V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dọc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MO 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vi-V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indent="461963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MO 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 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nhận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trục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liên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nhân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làm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trục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đối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xứng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2483" y="833463"/>
            <a:ext cx="16273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MO </a:t>
            </a:r>
            <a:r>
              <a:rPr lang="el-GR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endParaRPr 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 3">
            <a:extLst>
              <a:ext uri="{FF2B5EF4-FFF2-40B4-BE49-F238E27FC236}">
                <a16:creationId xmlns:a16="http://schemas.microsoft.com/office/drawing/2014/main" id="{EC130832-0192-454D-80F7-879F448D6419}"/>
              </a:ext>
            </a:extLst>
          </p:cNvPr>
          <p:cNvSpPr txBox="1">
            <a:spLocks noChangeArrowheads="1"/>
          </p:cNvSpPr>
          <p:nvPr/>
        </p:nvSpPr>
        <p:spPr>
          <a:xfrm>
            <a:off x="1270781" y="3158048"/>
            <a:ext cx="9161463" cy="14655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863" indent="-169863">
              <a:lnSpc>
                <a:spcPct val="150000"/>
              </a:lnSpc>
              <a:buFontTx/>
              <a:buNone/>
            </a:pP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vi-VN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MO</a:t>
            </a:r>
            <a:r>
              <a:rPr lang="vi-VN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vi-VN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vi-VN" altLang="en-US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169863" indent="-169863">
              <a:lnSpc>
                <a:spcPct val="150000"/>
              </a:lnSpc>
              <a:buFontTx/>
              <a:buNone/>
            </a:pP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→ MO 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có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mặt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phẳng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phản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đối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xứng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chứa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trục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liên</a:t>
            </a:r>
            <a:r>
              <a:rPr lang="en-US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nhân</a:t>
            </a:r>
            <a:r>
              <a:rPr lang="vi-VN" altLang="en-US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en-US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03325" y="2606087"/>
            <a:ext cx="1733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MO 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DFD43A-9E4A-492E-9990-925DDC14A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7663" y="5323390"/>
            <a:ext cx="10322101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vi-VN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 </a:t>
            </a: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 </a:t>
            </a:r>
            <a:r>
              <a:rPr lang="vi-VN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đồng thời cả bốn quả cầu </a:t>
            </a: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→MO</a:t>
            </a:r>
            <a:r>
              <a:rPr lang="vi-VN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vi-VN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→MO</a:t>
            </a:r>
            <a:r>
              <a:rPr lang="vi-VN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vi-VN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có hai m</a:t>
            </a: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vi-VN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phản</a:t>
            </a: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vi-VN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đối xứng chứa trục liên nhân và vuông góc</a:t>
            </a:r>
            <a:r>
              <a:rPr lang="en-US" altLang="en-US" sz="28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en-US" sz="2800" dirty="0">
              <a:solidFill>
                <a:srgbClr val="CC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270781" y="4738615"/>
            <a:ext cx="1813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MO 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8543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3" grpId="0"/>
      <p:bldP spid="70" grpId="0"/>
      <p:bldP spid="72" grpId="0"/>
      <p:bldP spid="71" grpId="0"/>
      <p:bldP spid="7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AO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  <a:r>
              <a:rPr lang="en-US" altLang="zh-TW" sz="4000" b="1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TW" altLang="en-US" sz="4000" baseline="-25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2">
            <a:extLst>
              <a:ext uri="{FF2B5EF4-FFF2-40B4-BE49-F238E27FC236}">
                <a16:creationId xmlns:a16="http://schemas.microsoft.com/office/drawing/2014/main" id="{F50FCEF8-2163-4F7A-AB88-277E80E59709}"/>
              </a:ext>
            </a:extLst>
          </p:cNvPr>
          <p:cNvSpPr txBox="1">
            <a:spLocks noChangeArrowheads="1"/>
          </p:cNvSpPr>
          <p:nvPr/>
        </p:nvSpPr>
        <p:spPr>
          <a:xfrm>
            <a:off x="1974187" y="293172"/>
            <a:ext cx="8609012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(A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thuộc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chu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kỳ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2 - </a:t>
            </a:r>
            <a:r>
              <a:rPr lang="vi-V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chọn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trục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x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là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trục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liên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nhân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) </a:t>
            </a:r>
            <a:b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b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845EC08-6B38-48C3-AE65-ED55A6D011FA}"/>
              </a:ext>
            </a:extLst>
          </p:cNvPr>
          <p:cNvSpPr/>
          <p:nvPr/>
        </p:nvSpPr>
        <p:spPr>
          <a:xfrm>
            <a:off x="1664389" y="1561786"/>
            <a:ext cx="685800" cy="685800"/>
          </a:xfrm>
          <a:prstGeom prst="ellipse">
            <a:avLst/>
          </a:prstGeom>
          <a:gradFill flip="none" rotWithShape="1">
            <a:gsLst>
              <a:gs pos="0">
                <a:srgbClr val="D6B19C"/>
              </a:gs>
              <a:gs pos="28000">
                <a:srgbClr val="D49E6C"/>
              </a:gs>
              <a:gs pos="60000">
                <a:srgbClr val="A65528"/>
              </a:gs>
              <a:gs pos="100000">
                <a:srgbClr val="663012"/>
              </a:gs>
            </a:gsLst>
            <a:lin ang="5400000" scaled="0"/>
            <a:tileRect r="-100000" b="-100000"/>
          </a:gradFill>
          <a:ln>
            <a:gradFill flip="none" rotWithShape="1"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1S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7BE4FD1-1AE0-46BC-89BC-2088FAE2EF84}"/>
              </a:ext>
            </a:extLst>
          </p:cNvPr>
          <p:cNvSpPr/>
          <p:nvPr/>
        </p:nvSpPr>
        <p:spPr>
          <a:xfrm>
            <a:off x="8982521" y="1553358"/>
            <a:ext cx="685800" cy="685800"/>
          </a:xfrm>
          <a:prstGeom prst="ellipse">
            <a:avLst/>
          </a:prstGeom>
          <a:gradFill flip="none" rotWithShape="1">
            <a:gsLst>
              <a:gs pos="0">
                <a:srgbClr val="D6B19C"/>
              </a:gs>
              <a:gs pos="28000">
                <a:srgbClr val="D49E6C"/>
              </a:gs>
              <a:gs pos="60000">
                <a:srgbClr val="A65528"/>
              </a:gs>
              <a:gs pos="100000">
                <a:srgbClr val="663012"/>
              </a:gs>
            </a:gsLst>
            <a:lin ang="5400000" scaled="0"/>
            <a:tileRect r="-100000" b="-100000"/>
          </a:gradFill>
          <a:ln>
            <a:gradFill flip="none" rotWithShape="1"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1S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F440D06-B562-4773-A053-79B2D0C3F01B}"/>
              </a:ext>
            </a:extLst>
          </p:cNvPr>
          <p:cNvSpPr/>
          <p:nvPr/>
        </p:nvSpPr>
        <p:spPr>
          <a:xfrm>
            <a:off x="8925673" y="2395579"/>
            <a:ext cx="832449" cy="838200"/>
          </a:xfrm>
          <a:prstGeom prst="ellipse">
            <a:avLst/>
          </a:prstGeom>
          <a:gradFill flip="none" rotWithShape="1">
            <a:gsLst>
              <a:gs pos="0">
                <a:srgbClr val="DDEBCF"/>
              </a:gs>
              <a:gs pos="27000">
                <a:srgbClr val="9CB86E"/>
              </a:gs>
              <a:gs pos="100000">
                <a:srgbClr val="156B13"/>
              </a:gs>
            </a:gsLst>
            <a:lin ang="5400000" scaled="0"/>
            <a:tileRect r="-100000" b="-100000"/>
          </a:gradFill>
          <a:ln>
            <a:gradFill flip="none"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2S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CA037B2-0010-4C46-BB15-4EDF5E9E4CFE}"/>
              </a:ext>
            </a:extLst>
          </p:cNvPr>
          <p:cNvSpPr/>
          <p:nvPr/>
        </p:nvSpPr>
        <p:spPr>
          <a:xfrm>
            <a:off x="1607598" y="2354632"/>
            <a:ext cx="832449" cy="838200"/>
          </a:xfrm>
          <a:prstGeom prst="ellipse">
            <a:avLst/>
          </a:prstGeom>
          <a:gradFill flip="none" rotWithShape="1">
            <a:gsLst>
              <a:gs pos="0">
                <a:srgbClr val="DDEBCF"/>
              </a:gs>
              <a:gs pos="27000">
                <a:srgbClr val="9CB86E"/>
              </a:gs>
              <a:gs pos="100000">
                <a:srgbClr val="156B13"/>
              </a:gs>
            </a:gsLst>
            <a:lin ang="5400000" scaled="0"/>
            <a:tileRect r="-100000" b="-100000"/>
          </a:gradFill>
          <a:ln>
            <a:gradFill flip="none"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2S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09FD32E-D7DC-488A-AA08-DF44A4B5FA75}"/>
              </a:ext>
            </a:extLst>
          </p:cNvPr>
          <p:cNvCxnSpPr/>
          <p:nvPr/>
        </p:nvCxnSpPr>
        <p:spPr>
          <a:xfrm>
            <a:off x="1759998" y="1938023"/>
            <a:ext cx="762000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2EAAEBD-1746-4780-88F5-4405C5D978C7}"/>
              </a:ext>
            </a:extLst>
          </p:cNvPr>
          <p:cNvCxnSpPr/>
          <p:nvPr/>
        </p:nvCxnSpPr>
        <p:spPr>
          <a:xfrm flipV="1">
            <a:off x="1759998" y="1323661"/>
            <a:ext cx="0" cy="614362"/>
          </a:xfrm>
          <a:prstGeom prst="straightConnector1">
            <a:avLst/>
          </a:prstGeom>
          <a:ln w="158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F1BF145-0084-45F8-B4A3-8FE83E0A8904}"/>
              </a:ext>
            </a:extLst>
          </p:cNvPr>
          <p:cNvCxnSpPr/>
          <p:nvPr/>
        </p:nvCxnSpPr>
        <p:spPr>
          <a:xfrm flipH="1">
            <a:off x="1455198" y="1938023"/>
            <a:ext cx="304800" cy="300038"/>
          </a:xfrm>
          <a:prstGeom prst="straightConnector1">
            <a:avLst/>
          </a:prstGeom>
          <a:ln w="158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111">
            <a:extLst>
              <a:ext uri="{FF2B5EF4-FFF2-40B4-BE49-F238E27FC236}">
                <a16:creationId xmlns:a16="http://schemas.microsoft.com/office/drawing/2014/main" id="{3C55567A-DF34-46BF-9EA5-841A269AB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586" y="2307911"/>
            <a:ext cx="457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Y</a:t>
            </a:r>
          </a:p>
        </p:txBody>
      </p:sp>
      <p:sp>
        <p:nvSpPr>
          <p:cNvPr id="83" name="TextBox 112">
            <a:extLst>
              <a:ext uri="{FF2B5EF4-FFF2-40B4-BE49-F238E27FC236}">
                <a16:creationId xmlns:a16="http://schemas.microsoft.com/office/drawing/2014/main" id="{CDB6A241-20BC-41CE-9D93-48C1C915A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9136" y="1718948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X</a:t>
            </a:r>
          </a:p>
        </p:txBody>
      </p:sp>
      <p:sp>
        <p:nvSpPr>
          <p:cNvPr id="84" name="TextBox 113">
            <a:extLst>
              <a:ext uri="{FF2B5EF4-FFF2-40B4-BE49-F238E27FC236}">
                <a16:creationId xmlns:a16="http://schemas.microsoft.com/office/drawing/2014/main" id="{A479F93B-3D9F-4E91-8292-5320C52D2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186" y="1244286"/>
            <a:ext cx="457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Z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2730C21-473C-459A-9F17-5C4296E24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8998" y="5605148"/>
            <a:ext cx="6477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 b="1">
                <a:solidFill>
                  <a:srgbClr val="FF0000"/>
                </a:solidFill>
                <a:sym typeface="Symbol" panose="05050102010706020507" pitchFamily="18" charset="2"/>
              </a:rPr>
              <a:t></a:t>
            </a:r>
            <a:endParaRPr lang="en-US" altLang="en-US" sz="3600" b="1">
              <a:solidFill>
                <a:srgbClr val="FF0000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38AD51C-4A35-48BE-A3A0-2ACF91F60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9636" y="4381186"/>
            <a:ext cx="6477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 b="1">
                <a:solidFill>
                  <a:srgbClr val="FF0000"/>
                </a:solidFill>
                <a:sym typeface="Symbol" panose="05050102010706020507" pitchFamily="18" charset="2"/>
              </a:rPr>
              <a:t></a:t>
            </a:r>
            <a:endParaRPr lang="en-US" altLang="en-US" sz="3600" b="1">
              <a:solidFill>
                <a:srgbClr val="FF000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A0B51B8-42D6-4554-8C8D-3EE08700A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2973" y="3181036"/>
            <a:ext cx="6477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 b="1">
                <a:solidFill>
                  <a:srgbClr val="FF0000"/>
                </a:solidFill>
                <a:sym typeface="Symbol" panose="05050102010706020507" pitchFamily="18" charset="2"/>
              </a:rPr>
              <a:t></a:t>
            </a:r>
            <a:endParaRPr lang="en-US" altLang="en-US" sz="3600" b="1">
              <a:solidFill>
                <a:srgbClr val="FF00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4F9BABE-7466-48A9-8009-A8CD61C25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386" y="2353948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 b="1">
                <a:solidFill>
                  <a:srgbClr val="FF0000"/>
                </a:solidFill>
                <a:sym typeface="Symbol" panose="05050102010706020507" pitchFamily="18" charset="2"/>
              </a:rPr>
              <a:t></a:t>
            </a:r>
            <a:endParaRPr lang="en-US" altLang="en-US" sz="3600" b="1">
              <a:solidFill>
                <a:srgbClr val="FF000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BCBBA4E-407C-4F0E-8163-790760A6F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386" y="1507811"/>
            <a:ext cx="6477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 b="1">
                <a:solidFill>
                  <a:srgbClr val="FF0000"/>
                </a:solidFill>
                <a:sym typeface="Symbol" panose="05050102010706020507" pitchFamily="18" charset="2"/>
              </a:rPr>
              <a:t></a:t>
            </a:r>
            <a:endParaRPr lang="en-US" altLang="en-US" sz="3600" b="1">
              <a:solidFill>
                <a:srgbClr val="FF000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85BEC0A-77B6-4157-A01B-25667454EE5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867400" y="1349880"/>
            <a:ext cx="3276600" cy="584775"/>
          </a:xfrm>
          <a:prstGeom prst="rect">
            <a:avLst/>
          </a:prstGeom>
          <a:blipFill rotWithShape="1">
            <a:blip r:embed="rId3"/>
            <a:stretch>
              <a:fillRect l="-4842" t="-14583" b="-3229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E57E26-1890-4126-B0F6-74259819794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867400" y="2200264"/>
            <a:ext cx="3276600" cy="861774"/>
          </a:xfrm>
          <a:prstGeom prst="rect">
            <a:avLst/>
          </a:prstGeom>
          <a:blipFill rotWithShape="1">
            <a:blip r:embed="rId4"/>
            <a:stretch>
              <a:fillRect l="-4842" t="-9929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D1215CFF-A2ED-4C92-ABC4-F81676910062}"/>
              </a:ext>
            </a:extLst>
          </p:cNvPr>
          <p:cNvSpPr/>
          <p:nvPr/>
        </p:nvSpPr>
        <p:spPr>
          <a:xfrm rot="5400000">
            <a:off x="2144771" y="2810355"/>
            <a:ext cx="590550" cy="1608137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 flip="none" rotWithShape="1"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064A867E-4145-4A44-BC0A-287B39180F61}"/>
              </a:ext>
            </a:extLst>
          </p:cNvPr>
          <p:cNvSpPr/>
          <p:nvPr/>
        </p:nvSpPr>
        <p:spPr>
          <a:xfrm rot="16200000">
            <a:off x="8568977" y="2814868"/>
            <a:ext cx="590550" cy="1608137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 flip="none" rotWithShape="1"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287C1BA-2246-4733-BC4E-81CD1FAD2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373" y="3441386"/>
            <a:ext cx="590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2p</a:t>
            </a:r>
            <a:r>
              <a:rPr lang="en-US" altLang="en-US" baseline="-25000" dirty="0"/>
              <a:t>x</a:t>
            </a:r>
            <a:endParaRPr lang="en-US" alt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32C4C72-C544-446A-9A96-C2638DDBB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8998" y="3435036"/>
            <a:ext cx="5905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2p</a:t>
            </a:r>
            <a:r>
              <a:rPr lang="en-US" altLang="en-US" baseline="-25000"/>
              <a:t>x</a:t>
            </a:r>
            <a:endParaRPr lang="en-US" altLang="en-US"/>
          </a:p>
        </p:txBody>
      </p:sp>
      <p:sp>
        <p:nvSpPr>
          <p:cNvPr id="96" name="TextBox 24">
            <a:extLst>
              <a:ext uri="{FF2B5EF4-FFF2-40B4-BE49-F238E27FC236}">
                <a16:creationId xmlns:a16="http://schemas.microsoft.com/office/drawing/2014/main" id="{B809E518-395C-475B-A1F1-11C367CEA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1786" y="1131573"/>
            <a:ext cx="5000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 dirty="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97" name="TextBox 38">
            <a:extLst>
              <a:ext uri="{FF2B5EF4-FFF2-40B4-BE49-F238E27FC236}">
                <a16:creationId xmlns:a16="http://schemas.microsoft.com/office/drawing/2014/main" id="{21E92516-E6AA-4EA8-A10F-B859D29C3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398" y="1131573"/>
            <a:ext cx="50006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D809CE2-FEFE-4846-90B5-756FD2D2B14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51276" y="3018696"/>
            <a:ext cx="2816524" cy="691600"/>
          </a:xfrm>
          <a:prstGeom prst="rect">
            <a:avLst/>
          </a:prstGeom>
          <a:blipFill rotWithShape="1">
            <a:blip r:embed="rId5"/>
            <a:stretch>
              <a:fillRect t="-12281" b="-1140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9CEFEE1-C8AE-428A-A095-50774396B60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97438" y="4232092"/>
            <a:ext cx="2816524" cy="691600"/>
          </a:xfrm>
          <a:prstGeom prst="rect">
            <a:avLst/>
          </a:prstGeom>
          <a:blipFill rotWithShape="1">
            <a:blip r:embed="rId6"/>
            <a:stretch>
              <a:fillRect t="-12281" b="-1140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100" name="Freeform 99">
            <a:extLst>
              <a:ext uri="{FF2B5EF4-FFF2-40B4-BE49-F238E27FC236}">
                <a16:creationId xmlns:a16="http://schemas.microsoft.com/office/drawing/2014/main" id="{9DB7689F-DC04-41FE-A935-D728CFFB93DE}"/>
              </a:ext>
            </a:extLst>
          </p:cNvPr>
          <p:cNvSpPr/>
          <p:nvPr/>
        </p:nvSpPr>
        <p:spPr>
          <a:xfrm>
            <a:off x="9294273" y="4029553"/>
            <a:ext cx="590550" cy="1608137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 flip="none" rotWithShape="1">
            <a:gsLst>
              <a:gs pos="0">
                <a:srgbClr val="CCCCFF"/>
              </a:gs>
              <a:gs pos="0">
                <a:srgbClr val="99CCFF"/>
              </a:gs>
              <a:gs pos="96000">
                <a:srgbClr val="9966FF"/>
              </a:gs>
              <a:gs pos="56000">
                <a:srgbClr val="CC99FF"/>
              </a:gs>
              <a:gs pos="15000">
                <a:srgbClr val="99CCFF"/>
              </a:gs>
              <a:gs pos="36000">
                <a:srgbClr val="CCCC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dirty="0">
              <a:solidFill>
                <a:schemeClr val="tx1"/>
              </a:solidFill>
              <a:sym typeface="Symbol"/>
            </a:endParaRP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2p</a:t>
            </a:r>
            <a:r>
              <a:rPr lang="en-US" baseline="-25000" dirty="0">
                <a:solidFill>
                  <a:schemeClr val="tx1"/>
                </a:solidFill>
                <a:sym typeface="Symbol"/>
              </a:rPr>
              <a:t>z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A2588E45-E034-4A37-B2F9-ACBB4B3D45C6}"/>
              </a:ext>
            </a:extLst>
          </p:cNvPr>
          <p:cNvSpPr/>
          <p:nvPr/>
        </p:nvSpPr>
        <p:spPr>
          <a:xfrm rot="2119006">
            <a:off x="1693323" y="5236848"/>
            <a:ext cx="536575" cy="1608138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 flip="none" rotWithShape="1">
            <a:gsLst>
              <a:gs pos="0">
                <a:srgbClr val="FF3399"/>
              </a:gs>
              <a:gs pos="11000">
                <a:srgbClr val="FF6633"/>
              </a:gs>
              <a:gs pos="59000">
                <a:srgbClr val="FFFF00"/>
              </a:gs>
              <a:gs pos="74000">
                <a:srgbClr val="01A78F"/>
              </a:gs>
              <a:gs pos="100000">
                <a:srgbClr val="3366FF"/>
              </a:gs>
            </a:gsLst>
            <a:lin ang="5400000" scaled="0"/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dirty="0">
              <a:solidFill>
                <a:schemeClr val="tx1"/>
              </a:solidFill>
              <a:sym typeface="Symbol"/>
            </a:endParaRP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2p</a:t>
            </a:r>
            <a:r>
              <a:rPr lang="en-US" baseline="-25000" dirty="0">
                <a:solidFill>
                  <a:schemeClr val="tx1"/>
                </a:solidFill>
                <a:sym typeface="Symbol"/>
              </a:rPr>
              <a:t>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5F009CB7-CB56-430D-A3FE-27D864227764}"/>
              </a:ext>
            </a:extLst>
          </p:cNvPr>
          <p:cNvSpPr/>
          <p:nvPr/>
        </p:nvSpPr>
        <p:spPr>
          <a:xfrm>
            <a:off x="1583419" y="4029554"/>
            <a:ext cx="590550" cy="1608137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 flip="none" rotWithShape="1">
            <a:gsLst>
              <a:gs pos="0">
                <a:srgbClr val="CCCCFF"/>
              </a:gs>
              <a:gs pos="0">
                <a:srgbClr val="99CCFF"/>
              </a:gs>
              <a:gs pos="96000">
                <a:srgbClr val="9966FF"/>
              </a:gs>
              <a:gs pos="56000">
                <a:srgbClr val="CC99FF"/>
              </a:gs>
              <a:gs pos="15000">
                <a:srgbClr val="99CCFF"/>
              </a:gs>
              <a:gs pos="36000">
                <a:srgbClr val="CCCC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dirty="0">
              <a:solidFill>
                <a:schemeClr val="tx1"/>
              </a:solidFill>
              <a:sym typeface="Symbol"/>
            </a:endParaRP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2p</a:t>
            </a:r>
            <a:r>
              <a:rPr lang="en-US" baseline="-25000" dirty="0">
                <a:solidFill>
                  <a:schemeClr val="tx1"/>
                </a:solidFill>
                <a:sym typeface="Symbol"/>
              </a:rPr>
              <a:t>z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Freeform 102">
            <a:extLst>
              <a:ext uri="{FF2B5EF4-FFF2-40B4-BE49-F238E27FC236}">
                <a16:creationId xmlns:a16="http://schemas.microsoft.com/office/drawing/2014/main" id="{05B81358-E453-4838-A486-48F6FC9B1263}"/>
              </a:ext>
            </a:extLst>
          </p:cNvPr>
          <p:cNvSpPr/>
          <p:nvPr/>
        </p:nvSpPr>
        <p:spPr>
          <a:xfrm rot="2119006">
            <a:off x="9267286" y="5243198"/>
            <a:ext cx="534987" cy="1608138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 flip="none" rotWithShape="1">
            <a:gsLst>
              <a:gs pos="0">
                <a:srgbClr val="FF3399"/>
              </a:gs>
              <a:gs pos="11000">
                <a:srgbClr val="FF6633"/>
              </a:gs>
              <a:gs pos="59000">
                <a:srgbClr val="FFFF00"/>
              </a:gs>
              <a:gs pos="74000">
                <a:srgbClr val="01A78F"/>
              </a:gs>
              <a:gs pos="100000">
                <a:srgbClr val="3366FF"/>
              </a:gs>
            </a:gsLst>
            <a:lin ang="5400000" scaled="0"/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dirty="0">
              <a:solidFill>
                <a:schemeClr val="tx1"/>
              </a:solidFill>
              <a:sym typeface="Symbol"/>
            </a:endParaRP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2p</a:t>
            </a:r>
            <a:r>
              <a:rPr lang="en-US" baseline="-25000" dirty="0">
                <a:solidFill>
                  <a:schemeClr val="tx1"/>
                </a:solidFill>
                <a:sym typeface="Symbol"/>
              </a:rPr>
              <a:t>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3FCB6CE-CB37-4760-88DA-5061BAAB956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97438" y="5433470"/>
            <a:ext cx="2816524" cy="742191"/>
          </a:xfrm>
          <a:prstGeom prst="rect">
            <a:avLst/>
          </a:prstGeom>
          <a:blipFill rotWithShape="1">
            <a:blip r:embed="rId7"/>
            <a:stretch>
              <a:fillRect t="-11475" b="-4098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80141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25 0.00486 L 0.30625 0.0048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00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11111E-6 L -0.35416 0.00092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08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85185E-6 L 0.28789 0.0004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88" y="23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375 -0.0055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75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85185E-6 L 0.21732 -1.85185E-6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9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7037E-6 L -0.26028 -0.00047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21" y="-23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3.7037E-6 L 0.21459 -0.00162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29" y="-93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2.22222E-6 L -0.25729 -0.0007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865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7 L -0.39792 0.00023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896" y="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7037E-7 L 0.34531 0.00023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2.96296E-6 L -0.33346 0.00093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80" y="46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96296E-6 L 0.25299 0.00185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43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0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000"/>
                            </p:stCondLst>
                            <p:childTnLst>
                              <p:par>
                                <p:cTn id="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8" grpId="0"/>
      <p:bldP spid="89" grpId="0"/>
      <p:bldP spid="94" grpId="0"/>
      <p:bldP spid="94" grpId="1"/>
      <p:bldP spid="95" grpId="0"/>
      <p:bldP spid="95" grpId="1"/>
      <p:bldP spid="101" grpId="0" animBg="1"/>
      <p:bldP spid="101" grpId="1" animBg="1"/>
      <p:bldP spid="103" grpId="0" animBg="1"/>
      <p:bldP spid="103" grpId="1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036A4B-D6C8-415B-91B9-8FA358983813}"/>
              </a:ext>
            </a:extLst>
          </p:cNvPr>
          <p:cNvCxnSpPr/>
          <p:nvPr/>
        </p:nvCxnSpPr>
        <p:spPr>
          <a:xfrm>
            <a:off x="5867400" y="4495153"/>
            <a:ext cx="1590675" cy="0"/>
          </a:xfrm>
          <a:prstGeom prst="line">
            <a:avLst/>
          </a:prstGeom>
          <a:ln w="381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4366EF-446E-43A0-92FB-56A8469963CD}"/>
              </a:ext>
            </a:extLst>
          </p:cNvPr>
          <p:cNvCxnSpPr/>
          <p:nvPr/>
        </p:nvCxnSpPr>
        <p:spPr>
          <a:xfrm flipV="1">
            <a:off x="914400" y="8878"/>
            <a:ext cx="0" cy="6400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1D55B0D-C8E9-433E-B563-2264CC9246FF}"/>
              </a:ext>
            </a:extLst>
          </p:cNvPr>
          <p:cNvSpPr/>
          <p:nvPr/>
        </p:nvSpPr>
        <p:spPr>
          <a:xfrm rot="16200000">
            <a:off x="6884003" y="5171016"/>
            <a:ext cx="530225" cy="582612"/>
          </a:xfrm>
          <a:prstGeom prst="ellipse">
            <a:avLst/>
          </a:prstGeom>
          <a:gradFill>
            <a:gsLst>
              <a:gs pos="0">
                <a:srgbClr val="D6B19C"/>
              </a:gs>
              <a:gs pos="30000">
                <a:srgbClr val="D49E6C"/>
              </a:gs>
              <a:gs pos="70000">
                <a:srgbClr val="A65528"/>
              </a:gs>
              <a:gs pos="100000">
                <a:srgbClr val="663012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662A56D-D62A-496B-BDAA-38F52B001657}"/>
              </a:ext>
            </a:extLst>
          </p:cNvPr>
          <p:cNvSpPr/>
          <p:nvPr/>
        </p:nvSpPr>
        <p:spPr>
          <a:xfrm rot="5137186">
            <a:off x="941383" y="5239941"/>
            <a:ext cx="539750" cy="528637"/>
          </a:xfrm>
          <a:prstGeom prst="ellipse">
            <a:avLst/>
          </a:prstGeom>
          <a:gradFill>
            <a:gsLst>
              <a:gs pos="0">
                <a:srgbClr val="D6B19C"/>
              </a:gs>
              <a:gs pos="30000">
                <a:srgbClr val="D49E6C"/>
              </a:gs>
              <a:gs pos="70000">
                <a:srgbClr val="A65528"/>
              </a:gs>
              <a:gs pos="100000">
                <a:srgbClr val="663012"/>
              </a:gs>
            </a:gsLst>
            <a:lin ang="5400000" scaled="0"/>
          </a:gra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B3EF5A-3D6B-485D-B47D-2F5ACE41DC6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9606" y="4699901"/>
            <a:ext cx="770792" cy="52322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FB13A-8765-4094-9C7E-059AE2DF1068}"/>
              </a:ext>
            </a:extLst>
          </p:cNvPr>
          <p:cNvSpPr/>
          <p:nvPr/>
        </p:nvSpPr>
        <p:spPr>
          <a:xfrm rot="16200000">
            <a:off x="8248650" y="3420416"/>
            <a:ext cx="617538" cy="652462"/>
          </a:xfrm>
          <a:prstGeom prst="ellips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53FFB0-9AE6-490B-B2A9-2CC9F1E99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8" y="5655616"/>
            <a:ext cx="93662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rgbClr val="0000FF"/>
                </a:solidFill>
                <a:sym typeface="Symbol" panose="05050102010706020507" pitchFamily="18" charset="2"/>
              </a:rPr>
              <a:t></a:t>
            </a:r>
            <a:r>
              <a:rPr lang="en-US" altLang="en-US" sz="2800" b="1" baseline="-25000">
                <a:solidFill>
                  <a:srgbClr val="0000FF"/>
                </a:solidFill>
                <a:sym typeface="Symbol" panose="05050102010706020507" pitchFamily="18" charset="2"/>
              </a:rPr>
              <a:t>1s</a:t>
            </a:r>
            <a:endParaRPr lang="en-US" altLang="en-US" sz="2800" b="1">
              <a:solidFill>
                <a:srgbClr val="0000FF"/>
              </a:solidFill>
            </a:endParaRPr>
          </a:p>
          <a:p>
            <a:endParaRPr lang="en-US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ACB205-336D-4068-BC62-76787470B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203178"/>
            <a:ext cx="419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/>
              <a:t>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4F526F-A20A-4883-A68E-38AAD6F7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3437878"/>
            <a:ext cx="419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/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3810E3-FC59-41B8-8CA8-CAE4B5136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6113" y="5682603"/>
            <a:ext cx="811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rgbClr val="0000FF"/>
                </a:solidFill>
                <a:sym typeface="Symbol" panose="05050102010706020507" pitchFamily="18" charset="2"/>
              </a:rPr>
              <a:t></a:t>
            </a:r>
            <a:r>
              <a:rPr lang="en-US" altLang="en-US" sz="2800" b="1" baseline="-25000">
                <a:solidFill>
                  <a:srgbClr val="0000FF"/>
                </a:solidFill>
                <a:sym typeface="Symbol" panose="05050102010706020507" pitchFamily="18" charset="2"/>
              </a:rPr>
              <a:t>1s</a:t>
            </a:r>
            <a:endParaRPr lang="en-US" altLang="en-US" sz="2800" b="1">
              <a:solidFill>
                <a:srgbClr val="0000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51300D-65DA-4613-909E-962EEEDE9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076178"/>
            <a:ext cx="419100" cy="708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4000">
                <a:sym typeface="Symbol" panose="05050102010706020507" pitchFamily="18" charset="2"/>
              </a:rPr>
              <a:t></a:t>
            </a:r>
            <a:endParaRPr lang="en-US" altLang="en-US" sz="40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23FF978-8649-4B31-A645-0E214D710F83}"/>
              </a:ext>
            </a:extLst>
          </p:cNvPr>
          <p:cNvSpPr/>
          <p:nvPr/>
        </p:nvSpPr>
        <p:spPr>
          <a:xfrm rot="16200000">
            <a:off x="3468688" y="4717403"/>
            <a:ext cx="530225" cy="581025"/>
          </a:xfrm>
          <a:prstGeom prst="ellipse">
            <a:avLst/>
          </a:prstGeom>
          <a:gradFill>
            <a:gsLst>
              <a:gs pos="0">
                <a:srgbClr val="D6B19C"/>
              </a:gs>
              <a:gs pos="30000">
                <a:srgbClr val="D49E6C"/>
              </a:gs>
              <a:gs pos="70000">
                <a:srgbClr val="A65528"/>
              </a:gs>
              <a:gs pos="100000">
                <a:srgbClr val="663012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C2CAD0-E867-40FD-80E1-CBB102A354D9}"/>
              </a:ext>
            </a:extLst>
          </p:cNvPr>
          <p:cNvSpPr/>
          <p:nvPr/>
        </p:nvSpPr>
        <p:spPr>
          <a:xfrm>
            <a:off x="3833813" y="4717403"/>
            <a:ext cx="620712" cy="582613"/>
          </a:xfrm>
          <a:prstGeom prst="ellipse">
            <a:avLst/>
          </a:prstGeom>
          <a:gradFill>
            <a:gsLst>
              <a:gs pos="0">
                <a:srgbClr val="D6B19C"/>
              </a:gs>
              <a:gs pos="84000">
                <a:srgbClr val="D49E6C"/>
              </a:gs>
              <a:gs pos="95000">
                <a:srgbClr val="A65528"/>
              </a:gs>
              <a:gs pos="100000">
                <a:srgbClr val="663012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B2F3DD5-03EE-45A4-8D3C-26D508AC20F2}"/>
              </a:ext>
            </a:extLst>
          </p:cNvPr>
          <p:cNvSpPr/>
          <p:nvPr/>
        </p:nvSpPr>
        <p:spPr>
          <a:xfrm rot="16200000">
            <a:off x="3472656" y="4716610"/>
            <a:ext cx="530225" cy="582612"/>
          </a:xfrm>
          <a:prstGeom prst="ellipse">
            <a:avLst/>
          </a:prstGeom>
          <a:noFill/>
          <a:ln w="38100">
            <a:solidFill>
              <a:srgbClr val="CC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2CF19C-FBD1-48BF-BD38-CEDF5AE8D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5588" y="4709466"/>
            <a:ext cx="2124075" cy="1187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1FDB4B-B32E-477D-A702-1EB0AF85A5FC}"/>
              </a:ext>
            </a:extLst>
          </p:cNvPr>
          <p:cNvSpPr/>
          <p:nvPr/>
        </p:nvSpPr>
        <p:spPr>
          <a:xfrm rot="16200000">
            <a:off x="6642100" y="4195116"/>
            <a:ext cx="574675" cy="612775"/>
          </a:xfrm>
          <a:prstGeom prst="ellips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C417D5-9928-44C2-B2A5-D666EF27027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04726" y="4680708"/>
            <a:ext cx="429418" cy="523220"/>
          </a:xfrm>
          <a:prstGeom prst="rect">
            <a:avLst/>
          </a:prstGeom>
          <a:blipFill rotWithShape="1">
            <a:blip r:embed="rId4"/>
            <a:stretch>
              <a:fillRect r="-28571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DC06C84-60BB-4B69-A234-6ECDB84A36AD}"/>
              </a:ext>
            </a:extLst>
          </p:cNvPr>
          <p:cNvSpPr/>
          <p:nvPr/>
        </p:nvSpPr>
        <p:spPr>
          <a:xfrm rot="16200000">
            <a:off x="3394869" y="4718197"/>
            <a:ext cx="322263" cy="581025"/>
          </a:xfrm>
          <a:prstGeom prst="ellipse">
            <a:avLst/>
          </a:prstGeom>
          <a:gradFill>
            <a:gsLst>
              <a:gs pos="0">
                <a:srgbClr val="D6B19C"/>
              </a:gs>
              <a:gs pos="30000">
                <a:srgbClr val="D49E6C"/>
              </a:gs>
              <a:gs pos="70000">
                <a:srgbClr val="A65528"/>
              </a:gs>
              <a:gs pos="100000">
                <a:srgbClr val="663012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3C3602E-1219-4C1E-87E6-6561D8EF34DB}"/>
              </a:ext>
            </a:extLst>
          </p:cNvPr>
          <p:cNvSpPr/>
          <p:nvPr/>
        </p:nvSpPr>
        <p:spPr>
          <a:xfrm rot="10800000">
            <a:off x="4144963" y="4845991"/>
            <a:ext cx="588962" cy="319087"/>
          </a:xfrm>
          <a:prstGeom prst="ellipse">
            <a:avLst/>
          </a:prstGeom>
          <a:gradFill>
            <a:gsLst>
              <a:gs pos="0">
                <a:srgbClr val="D6B19C"/>
              </a:gs>
              <a:gs pos="67000">
                <a:srgbClr val="D49E6C"/>
              </a:gs>
              <a:gs pos="87000">
                <a:srgbClr val="A65528"/>
              </a:gs>
              <a:gs pos="100000">
                <a:srgbClr val="663012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chemeClr val="tx1"/>
                </a:solidFill>
              </a:rPr>
              <a:t>-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01DFC0-EB55-4DC7-BE12-A383E9CEB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825" y="4828528"/>
            <a:ext cx="3492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ym typeface="Symbol" panose="05050102010706020507" pitchFamily="18" charset="2"/>
              </a:rPr>
              <a:t></a:t>
            </a:r>
            <a:endParaRPr lang="en-US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E443CB-1B34-43A6-A698-5FFC4A914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925" y="4820591"/>
            <a:ext cx="3476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ym typeface="Symbol" panose="05050102010706020507" pitchFamily="18" charset="2"/>
              </a:rPr>
              <a:t></a:t>
            </a:r>
            <a:endParaRPr lang="en-US" alt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24ECFF4-434D-4907-B8C9-9F3D72DAF1DB}"/>
              </a:ext>
            </a:extLst>
          </p:cNvPr>
          <p:cNvCxnSpPr/>
          <p:nvPr/>
        </p:nvCxnSpPr>
        <p:spPr>
          <a:xfrm>
            <a:off x="946150" y="5977878"/>
            <a:ext cx="2522538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B7DE826-F76F-43E1-9101-25305532FAB1}"/>
              </a:ext>
            </a:extLst>
          </p:cNvPr>
          <p:cNvCxnSpPr/>
          <p:nvPr/>
        </p:nvCxnSpPr>
        <p:spPr>
          <a:xfrm>
            <a:off x="920750" y="5012678"/>
            <a:ext cx="2344738" cy="3175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E0DD7AD-7358-49ED-9DBA-DB2574CED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5207941"/>
            <a:ext cx="1060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dirty="0">
                <a:solidFill>
                  <a:srgbClr val="CC6600"/>
                </a:solidFill>
              </a:rPr>
              <a:t>1s</a:t>
            </a:r>
            <a:r>
              <a:rPr lang="en-US" altLang="en-US" baseline="-25000" dirty="0"/>
              <a:t>   </a:t>
            </a:r>
            <a:r>
              <a:rPr lang="en-US" altLang="en-US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0A3593-B3EF-4D81-96FF-144E63387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3455341"/>
            <a:ext cx="1058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olidFill>
                  <a:srgbClr val="006600"/>
                </a:solidFill>
              </a:rPr>
              <a:t>2s</a:t>
            </a:r>
            <a:r>
              <a:rPr lang="en-US" altLang="en-US" baseline="-25000"/>
              <a:t>   </a:t>
            </a:r>
            <a:r>
              <a:rPr lang="en-US" altLang="en-US"/>
              <a:t> </a:t>
            </a:r>
            <a:r>
              <a:rPr lang="en-US" altLang="en-US" sz="2800"/>
              <a:t>-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33F177-3A60-4600-A636-C33345612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" y="1155053"/>
            <a:ext cx="10604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0066FF"/>
                </a:solidFill>
              </a:rPr>
              <a:t>2p</a:t>
            </a:r>
            <a:r>
              <a:rPr lang="en-US" altLang="en-US" sz="2400" baseline="-25000">
                <a:solidFill>
                  <a:srgbClr val="0066FF"/>
                </a:solidFill>
              </a:rPr>
              <a:t>x</a:t>
            </a:r>
            <a:r>
              <a:rPr lang="en-US" altLang="en-US"/>
              <a:t> </a:t>
            </a:r>
            <a:r>
              <a:rPr lang="en-US" altLang="en-US" baseline="-25000"/>
              <a:t>  </a:t>
            </a:r>
            <a:r>
              <a:rPr lang="en-US" altLang="en-US"/>
              <a:t> </a:t>
            </a:r>
            <a:r>
              <a:rPr lang="en-US" altLang="en-US" sz="320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F3A44D8-0221-44B6-A954-092F552C379D}"/>
              </a:ext>
            </a:extLst>
          </p:cNvPr>
          <p:cNvSpPr/>
          <p:nvPr/>
        </p:nvSpPr>
        <p:spPr>
          <a:xfrm rot="16200000">
            <a:off x="4321969" y="3425972"/>
            <a:ext cx="625475" cy="649287"/>
          </a:xfrm>
          <a:prstGeom prst="ellips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780CAD7-42DB-44AC-9829-1AB765B85DA5}"/>
              </a:ext>
            </a:extLst>
          </p:cNvPr>
          <p:cNvSpPr/>
          <p:nvPr/>
        </p:nvSpPr>
        <p:spPr>
          <a:xfrm rot="16200000">
            <a:off x="6223794" y="4180034"/>
            <a:ext cx="573088" cy="612775"/>
          </a:xfrm>
          <a:prstGeom prst="ellips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6715F5F-E3ED-48B8-8143-C2E9EA12701E}"/>
              </a:ext>
            </a:extLst>
          </p:cNvPr>
          <p:cNvSpPr/>
          <p:nvPr/>
        </p:nvSpPr>
        <p:spPr>
          <a:xfrm rot="16200000">
            <a:off x="6223794" y="2787797"/>
            <a:ext cx="573087" cy="612775"/>
          </a:xfrm>
          <a:prstGeom prst="ellips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4369358-CC8F-4D30-AB8F-94F61D231755}"/>
              </a:ext>
            </a:extLst>
          </p:cNvPr>
          <p:cNvSpPr/>
          <p:nvPr/>
        </p:nvSpPr>
        <p:spPr>
          <a:xfrm>
            <a:off x="6650038" y="2787003"/>
            <a:ext cx="573087" cy="614363"/>
          </a:xfrm>
          <a:prstGeom prst="ellips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CDE4373-DA25-40E8-B514-EDB5FB981B70}"/>
              </a:ext>
            </a:extLst>
          </p:cNvPr>
          <p:cNvSpPr/>
          <p:nvPr/>
        </p:nvSpPr>
        <p:spPr>
          <a:xfrm rot="16200000">
            <a:off x="6642100" y="4188766"/>
            <a:ext cx="574675" cy="612775"/>
          </a:xfrm>
          <a:prstGeom prst="ellipse">
            <a:avLst/>
          </a:prstGeom>
          <a:noFill/>
          <a:ln w="2540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CBFE801-BB68-40DF-8E20-57E4502046D0}"/>
              </a:ext>
            </a:extLst>
          </p:cNvPr>
          <p:cNvSpPr/>
          <p:nvPr/>
        </p:nvSpPr>
        <p:spPr>
          <a:xfrm rot="16200000">
            <a:off x="6226969" y="2767159"/>
            <a:ext cx="574675" cy="614363"/>
          </a:xfrm>
          <a:prstGeom prst="ellipse">
            <a:avLst/>
          </a:prstGeom>
          <a:noFill/>
          <a:ln w="2540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C5C4D84-3F54-43B3-AF27-5A3D5B042A57}"/>
              </a:ext>
            </a:extLst>
          </p:cNvPr>
          <p:cNvSpPr/>
          <p:nvPr/>
        </p:nvSpPr>
        <p:spPr>
          <a:xfrm rot="16200000">
            <a:off x="6365875" y="3928416"/>
            <a:ext cx="769938" cy="1116012"/>
          </a:xfrm>
          <a:prstGeom prst="ellips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74AB41-E7CD-4F1D-A410-8322CD8D3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5713" y="4309416"/>
            <a:ext cx="349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ym typeface="Symbol" panose="05050102010706020507" pitchFamily="18" charset="2"/>
              </a:rPr>
              <a:t></a:t>
            </a:r>
            <a:endParaRPr lang="en-US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083FBA-60CF-4A6F-BB7E-0AF040EA1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600" y="4317353"/>
            <a:ext cx="3476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ym typeface="Symbol" panose="05050102010706020507" pitchFamily="18" charset="2"/>
              </a:rPr>
              <a:t></a:t>
            </a:r>
            <a:endParaRPr lang="en-US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0742BB-2C35-4665-9F7E-FB313DAA4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8" y="4258616"/>
            <a:ext cx="812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rgbClr val="0000FF"/>
                </a:solidFill>
                <a:sym typeface="Symbol" panose="05050102010706020507" pitchFamily="18" charset="2"/>
              </a:rPr>
              <a:t></a:t>
            </a:r>
            <a:r>
              <a:rPr lang="en-US" altLang="en-US" sz="2800" b="1" baseline="-25000">
                <a:solidFill>
                  <a:srgbClr val="0000FF"/>
                </a:solidFill>
                <a:sym typeface="Symbol" panose="05050102010706020507" pitchFamily="18" charset="2"/>
              </a:rPr>
              <a:t>2s</a:t>
            </a:r>
            <a:endParaRPr lang="en-US" altLang="en-US" sz="2800" b="1">
              <a:solidFill>
                <a:srgbClr val="0000FF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E01E81-3856-411A-A676-5EC0C05DD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1888" y="4155428"/>
            <a:ext cx="812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rgbClr val="0000FF"/>
                </a:solidFill>
                <a:sym typeface="Symbol" panose="05050102010706020507" pitchFamily="18" charset="2"/>
              </a:rPr>
              <a:t></a:t>
            </a:r>
            <a:r>
              <a:rPr lang="en-US" altLang="en-US" sz="2800" b="1" baseline="-25000">
                <a:solidFill>
                  <a:srgbClr val="0000FF"/>
                </a:solidFill>
                <a:sym typeface="Symbol" panose="05050102010706020507" pitchFamily="18" charset="2"/>
              </a:rPr>
              <a:t>2s</a:t>
            </a:r>
            <a:endParaRPr lang="en-US" altLang="en-US" sz="2800" b="1">
              <a:solidFill>
                <a:srgbClr val="0000FF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20EA1E7-2EA5-4966-AAE6-45C92012688A}"/>
              </a:ext>
            </a:extLst>
          </p:cNvPr>
          <p:cNvCxnSpPr>
            <a:endCxn id="84" idx="5"/>
          </p:cNvCxnSpPr>
          <p:nvPr/>
        </p:nvCxnSpPr>
        <p:spPr>
          <a:xfrm>
            <a:off x="884238" y="539103"/>
            <a:ext cx="325437" cy="3175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298D258-3AFF-41EA-A64A-2B1E7E02FCE5}"/>
              </a:ext>
            </a:extLst>
          </p:cNvPr>
          <p:cNvCxnSpPr/>
          <p:nvPr/>
        </p:nvCxnSpPr>
        <p:spPr>
          <a:xfrm flipV="1">
            <a:off x="925513" y="4491978"/>
            <a:ext cx="5272087" cy="33338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629BC81-37B4-4FEB-B66A-475AF628A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5738" y="3395016"/>
            <a:ext cx="419100" cy="708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4000">
                <a:sym typeface="Symbol" panose="05050102010706020507" pitchFamily="18" charset="2"/>
              </a:rPr>
              <a:t></a:t>
            </a:r>
            <a:endParaRPr lang="en-US" altLang="en-US" sz="40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DB7473-617C-42A5-B597-CA0167A29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629841"/>
            <a:ext cx="2370138" cy="14620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87A3324-A825-4219-A5C9-A5ED95882E19}"/>
              </a:ext>
            </a:extLst>
          </p:cNvPr>
          <p:cNvSpPr/>
          <p:nvPr/>
        </p:nvSpPr>
        <p:spPr>
          <a:xfrm>
            <a:off x="6951663" y="2782241"/>
            <a:ext cx="673100" cy="457200"/>
          </a:xfrm>
          <a:prstGeom prst="ellips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8DFA506-470B-4772-BAD8-C04A8A7A1761}"/>
              </a:ext>
            </a:extLst>
          </p:cNvPr>
          <p:cNvSpPr/>
          <p:nvPr/>
        </p:nvSpPr>
        <p:spPr>
          <a:xfrm rot="16200000">
            <a:off x="6072981" y="2638572"/>
            <a:ext cx="449263" cy="752475"/>
          </a:xfrm>
          <a:prstGeom prst="ellips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54CD81-C920-4F99-B605-39185950037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578947" y="2803817"/>
            <a:ext cx="429418" cy="523220"/>
          </a:xfrm>
          <a:prstGeom prst="rect">
            <a:avLst/>
          </a:prstGeom>
          <a:blipFill rotWithShape="1">
            <a:blip r:embed="rId5"/>
            <a:stretch>
              <a:fillRect r="-30986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C011D2-E02C-4E14-B8AC-C0A1EE45C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388" y="2807641"/>
            <a:ext cx="347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ym typeface="Symbol" panose="05050102010706020507" pitchFamily="18" charset="2"/>
              </a:rPr>
              <a:t></a:t>
            </a:r>
            <a:endParaRPr lang="en-US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7DF13E6-80FA-4D66-BFAB-8E54D3891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2775" y="2845741"/>
            <a:ext cx="3476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ym typeface="Symbol" panose="05050102010706020507" pitchFamily="18" charset="2"/>
              </a:rPr>
              <a:t></a:t>
            </a:r>
            <a:endParaRPr lang="en-US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8FEE68-DFEC-42C1-8D46-4E228ECAE59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1331" y="2737467"/>
            <a:ext cx="429418" cy="523220"/>
          </a:xfrm>
          <a:prstGeom prst="rect">
            <a:avLst/>
          </a:prstGeom>
          <a:blipFill rotWithShape="1">
            <a:blip r:embed="rId6"/>
            <a:stretch>
              <a:fillRect r="-30986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9E178112-DF46-475A-B316-93CED7A08C53}"/>
              </a:ext>
            </a:extLst>
          </p:cNvPr>
          <p:cNvSpPr/>
          <p:nvPr/>
        </p:nvSpPr>
        <p:spPr>
          <a:xfrm rot="5400000">
            <a:off x="1404938" y="696265"/>
            <a:ext cx="590550" cy="1463675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>
            <a:gsLst>
              <a:gs pos="0">
                <a:srgbClr val="03D4A8"/>
              </a:gs>
              <a:gs pos="25000">
                <a:srgbClr val="21D6E0"/>
              </a:gs>
              <a:gs pos="84000">
                <a:srgbClr val="0087E6"/>
              </a:gs>
              <a:gs pos="100000">
                <a:srgbClr val="005CB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2D19B0BF-51C6-4091-9836-C21AAD372FCF}"/>
              </a:ext>
            </a:extLst>
          </p:cNvPr>
          <p:cNvSpPr/>
          <p:nvPr/>
        </p:nvSpPr>
        <p:spPr>
          <a:xfrm rot="5400000">
            <a:off x="3309144" y="689122"/>
            <a:ext cx="590550" cy="1462088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>
            <a:gsLst>
              <a:gs pos="0">
                <a:srgbClr val="03D4A8"/>
              </a:gs>
              <a:gs pos="25000">
                <a:srgbClr val="21D6E0"/>
              </a:gs>
              <a:gs pos="84000">
                <a:srgbClr val="0087E6"/>
              </a:gs>
              <a:gs pos="100000">
                <a:srgbClr val="005CB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3FE8E5-9710-4A33-AB02-D089E6FC7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6488" y="1101078"/>
            <a:ext cx="4191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/>
              <a:t>+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56C310-A4EC-4323-891B-D65964738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1156641"/>
            <a:ext cx="4191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/>
              <a:t>+</a:t>
            </a:r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B6E40B4D-BF9D-4D7F-A98A-8507E2A24B55}"/>
              </a:ext>
            </a:extLst>
          </p:cNvPr>
          <p:cNvSpPr/>
          <p:nvPr/>
        </p:nvSpPr>
        <p:spPr>
          <a:xfrm rot="16200000">
            <a:off x="2813844" y="1871809"/>
            <a:ext cx="590550" cy="1462088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>
            <a:gsLst>
              <a:gs pos="0">
                <a:srgbClr val="03D4A8"/>
              </a:gs>
              <a:gs pos="25000">
                <a:srgbClr val="21D6E0"/>
              </a:gs>
              <a:gs pos="84000">
                <a:srgbClr val="0087E6"/>
              </a:gs>
              <a:gs pos="100000">
                <a:srgbClr val="005CBF"/>
              </a:gs>
            </a:gsLst>
            <a:lin ang="0" scaled="0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604EA96A-6975-43FC-A8AF-2DE85F1D14CA}"/>
              </a:ext>
            </a:extLst>
          </p:cNvPr>
          <p:cNvSpPr/>
          <p:nvPr/>
        </p:nvSpPr>
        <p:spPr>
          <a:xfrm rot="16200000">
            <a:off x="1636713" y="1888478"/>
            <a:ext cx="590550" cy="1463675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>
            <a:gsLst>
              <a:gs pos="0">
                <a:srgbClr val="03D4A8"/>
              </a:gs>
              <a:gs pos="25000">
                <a:srgbClr val="21D6E0"/>
              </a:gs>
              <a:gs pos="84000">
                <a:srgbClr val="0087E6"/>
              </a:gs>
              <a:gs pos="100000">
                <a:srgbClr val="005CBF"/>
              </a:gs>
            </a:gsLst>
            <a:lin ang="0" scaled="0"/>
          </a:gradFill>
          <a:ln w="158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65B7B7B-0996-4398-812C-A35527E53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9138" y="2325041"/>
            <a:ext cx="419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ym typeface="Symbol" panose="05050102010706020507" pitchFamily="18" charset="2"/>
              </a:rPr>
              <a:t></a:t>
            </a:r>
            <a:endParaRPr lang="en-US" altLang="en-US" sz="2400" b="1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A6132D-DA45-47F6-8847-F1D133196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0950" y="1143941"/>
            <a:ext cx="419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ym typeface="Symbol" panose="05050102010706020507" pitchFamily="18" charset="2"/>
              </a:rPr>
              <a:t></a:t>
            </a:r>
            <a:endParaRPr lang="en-US" altLang="en-US" sz="2400" b="1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E28C7C0-8409-4341-890F-6F6943A63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3825" y="2407591"/>
            <a:ext cx="41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/>
              <a:t>+</a:t>
            </a: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7AFECDC5-6FB8-4092-A5DF-8F095A363136}"/>
              </a:ext>
            </a:extLst>
          </p:cNvPr>
          <p:cNvSpPr/>
          <p:nvPr/>
        </p:nvSpPr>
        <p:spPr>
          <a:xfrm rot="16200000">
            <a:off x="2798763" y="1871015"/>
            <a:ext cx="590550" cy="1463675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noFill/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01C6BEF-3403-4FE4-9473-5F58CC450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763" y="2407591"/>
            <a:ext cx="41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/>
              <a:t>+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9CDF6AD-1ADC-4D68-BFC0-7509D600C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850" y="2325041"/>
            <a:ext cx="419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ym typeface="Symbol" panose="05050102010706020507" pitchFamily="18" charset="2"/>
              </a:rPr>
              <a:t></a:t>
            </a:r>
            <a:endParaRPr lang="en-US" altLang="en-US" sz="2400" b="1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F20CECB-53F4-4736-998F-CEFF40604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150416"/>
            <a:ext cx="3200400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1" name="Freeform 70">
            <a:extLst>
              <a:ext uri="{FF2B5EF4-FFF2-40B4-BE49-F238E27FC236}">
                <a16:creationId xmlns:a16="http://schemas.microsoft.com/office/drawing/2014/main" id="{CE40AF09-23B1-4D21-BA09-4EBD21C50F70}"/>
              </a:ext>
            </a:extLst>
          </p:cNvPr>
          <p:cNvSpPr/>
          <p:nvPr/>
        </p:nvSpPr>
        <p:spPr>
          <a:xfrm rot="16200000">
            <a:off x="2807494" y="-161778"/>
            <a:ext cx="590550" cy="1462088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>
            <a:gsLst>
              <a:gs pos="0">
                <a:srgbClr val="03D4A8"/>
              </a:gs>
              <a:gs pos="25000">
                <a:srgbClr val="21D6E0"/>
              </a:gs>
              <a:gs pos="84000">
                <a:srgbClr val="0087E6"/>
              </a:gs>
              <a:gs pos="100000">
                <a:srgbClr val="005CB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91D32901-9289-411D-AE93-D48B789292CC}"/>
              </a:ext>
            </a:extLst>
          </p:cNvPr>
          <p:cNvSpPr/>
          <p:nvPr/>
        </p:nvSpPr>
        <p:spPr>
          <a:xfrm rot="5400000">
            <a:off x="1470025" y="2156766"/>
            <a:ext cx="409575" cy="796925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>
            <a:gsLst>
              <a:gs pos="0">
                <a:srgbClr val="03D4A8"/>
              </a:gs>
              <a:gs pos="25000">
                <a:srgbClr val="21D6E0"/>
              </a:gs>
              <a:gs pos="84000">
                <a:srgbClr val="0087E6"/>
              </a:gs>
              <a:gs pos="100000">
                <a:srgbClr val="005CB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Freeform 72">
            <a:extLst>
              <a:ext uri="{FF2B5EF4-FFF2-40B4-BE49-F238E27FC236}">
                <a16:creationId xmlns:a16="http://schemas.microsoft.com/office/drawing/2014/main" id="{1F7FE530-754E-4788-9D70-091D8A4AB618}"/>
              </a:ext>
            </a:extLst>
          </p:cNvPr>
          <p:cNvSpPr/>
          <p:nvPr/>
        </p:nvSpPr>
        <p:spPr>
          <a:xfrm rot="16200000">
            <a:off x="2673351" y="2169465"/>
            <a:ext cx="411162" cy="817563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>
            <a:gsLst>
              <a:gs pos="0">
                <a:srgbClr val="03D4A8"/>
              </a:gs>
              <a:gs pos="25000">
                <a:srgbClr val="21D6E0"/>
              </a:gs>
              <a:gs pos="84000">
                <a:srgbClr val="0087E6"/>
              </a:gs>
              <a:gs pos="100000">
                <a:srgbClr val="005CB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84FCD97-BC60-4532-B73A-1BC5E6D223B9}"/>
              </a:ext>
            </a:extLst>
          </p:cNvPr>
          <p:cNvSpPr/>
          <p:nvPr/>
        </p:nvSpPr>
        <p:spPr>
          <a:xfrm rot="16200000">
            <a:off x="1835150" y="1967854"/>
            <a:ext cx="884237" cy="1204912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73A75DA-5F18-4492-84B2-9A73C8BBF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363" y="2325041"/>
            <a:ext cx="419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ym typeface="Symbol" panose="05050102010706020507" pitchFamily="18" charset="2"/>
              </a:rPr>
              <a:t></a:t>
            </a:r>
            <a:endParaRPr lang="en-US" altLang="en-US" sz="2400" b="1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66E03CF-C8D6-4E33-8F77-9E62BB1D9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6350" y="2290116"/>
            <a:ext cx="419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ym typeface="Symbol" panose="05050102010706020507" pitchFamily="18" charset="2"/>
              </a:rPr>
              <a:t></a:t>
            </a:r>
            <a:endParaRPr lang="en-US" altLang="en-US" sz="2400" b="1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80EA4DB-D359-439C-B25F-5A1268DF7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9588" y="1194741"/>
            <a:ext cx="41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/>
              <a:t>+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7B9BC67-8BA4-4A81-8A52-89082D4BF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1988" y="1205853"/>
            <a:ext cx="41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/>
              <a:t>+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F276B49-A374-4764-90E7-61BDBE13A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288" y="1162991"/>
            <a:ext cx="419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ym typeface="Symbol" panose="05050102010706020507" pitchFamily="18" charset="2"/>
              </a:rPr>
              <a:t></a:t>
            </a:r>
            <a:endParaRPr lang="en-US" altLang="en-US" sz="2400" b="1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71813CF-07D2-42BF-9AF8-466F29460E88}"/>
              </a:ext>
            </a:extLst>
          </p:cNvPr>
          <p:cNvCxnSpPr/>
          <p:nvPr/>
        </p:nvCxnSpPr>
        <p:spPr>
          <a:xfrm>
            <a:off x="890588" y="2555228"/>
            <a:ext cx="419100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5C8E3BA-8DC5-48D8-8708-6E9B09ADBA3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" y="2245482"/>
            <a:ext cx="984278" cy="604524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05D2E4E-4C42-4D49-ACE2-122D9C5858C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68622" y="2293133"/>
            <a:ext cx="984278" cy="604524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15F1E66-5870-4DBF-81F8-B834EAA42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275" y="980428"/>
            <a:ext cx="419100" cy="708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4000">
                <a:sym typeface="Symbol" panose="05050102010706020507" pitchFamily="18" charset="2"/>
              </a:rPr>
              <a:t></a:t>
            </a:r>
            <a:endParaRPr lang="en-US" altLang="en-US" sz="4000"/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E6594982-A72B-491F-A7EF-1972B8D09852}"/>
              </a:ext>
            </a:extLst>
          </p:cNvPr>
          <p:cNvSpPr/>
          <p:nvPr/>
        </p:nvSpPr>
        <p:spPr>
          <a:xfrm rot="16200000">
            <a:off x="1646238" y="-189560"/>
            <a:ext cx="590550" cy="1463675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>
            <a:gsLst>
              <a:gs pos="0">
                <a:srgbClr val="03D4A8"/>
              </a:gs>
              <a:gs pos="25000">
                <a:srgbClr val="21D6E0"/>
              </a:gs>
              <a:gs pos="84000">
                <a:srgbClr val="0087E6"/>
              </a:gs>
              <a:gs pos="100000">
                <a:srgbClr val="005CBF"/>
              </a:gs>
            </a:gsLst>
            <a:lin ang="0" scaled="0"/>
          </a:gradFill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B2CD151E-756B-49E1-84A0-BDBB45EC6AFA}"/>
              </a:ext>
            </a:extLst>
          </p:cNvPr>
          <p:cNvSpPr/>
          <p:nvPr/>
        </p:nvSpPr>
        <p:spPr>
          <a:xfrm rot="16200000">
            <a:off x="2807494" y="-161778"/>
            <a:ext cx="590550" cy="1462088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noFill/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DB6704C-2480-4C6B-9BBA-0A82C3863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763" y="342253"/>
            <a:ext cx="41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/>
              <a:t>+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5642CF8-46CB-4EEE-996A-DDB4EE910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280341"/>
            <a:ext cx="419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ym typeface="Symbol" panose="05050102010706020507" pitchFamily="18" charset="2"/>
              </a:rPr>
              <a:t></a:t>
            </a:r>
            <a:endParaRPr lang="en-US" altLang="en-US" sz="2400" b="1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BA79AFD-13E7-4C9F-A2E3-09C500E39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6913" y="369241"/>
            <a:ext cx="4191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/>
              <a:t>+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92E82C4-520F-4102-9F71-62E942A6C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475" y="307328"/>
            <a:ext cx="419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ym typeface="Symbol" panose="05050102010706020507" pitchFamily="18" charset="2"/>
              </a:rPr>
              <a:t></a:t>
            </a:r>
            <a:endParaRPr lang="en-US" altLang="en-US" sz="2400" b="1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384F5155-7023-4B3D-A56C-E058845471B4}"/>
              </a:ext>
            </a:extLst>
          </p:cNvPr>
          <p:cNvSpPr/>
          <p:nvPr/>
        </p:nvSpPr>
        <p:spPr>
          <a:xfrm rot="16200000">
            <a:off x="3806825" y="5682603"/>
            <a:ext cx="530225" cy="581025"/>
          </a:xfrm>
          <a:prstGeom prst="ellipse">
            <a:avLst/>
          </a:prstGeom>
          <a:gradFill>
            <a:gsLst>
              <a:gs pos="0">
                <a:srgbClr val="D6B19C"/>
              </a:gs>
              <a:gs pos="30000">
                <a:srgbClr val="D49E6C"/>
              </a:gs>
              <a:gs pos="70000">
                <a:srgbClr val="A65528"/>
              </a:gs>
              <a:gs pos="100000">
                <a:srgbClr val="663012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A383D60-2A46-4A6A-9AB4-4B29C355D058}"/>
              </a:ext>
            </a:extLst>
          </p:cNvPr>
          <p:cNvSpPr/>
          <p:nvPr/>
        </p:nvSpPr>
        <p:spPr>
          <a:xfrm rot="16200000">
            <a:off x="3426619" y="5686572"/>
            <a:ext cx="530225" cy="582613"/>
          </a:xfrm>
          <a:prstGeom prst="ellipse">
            <a:avLst/>
          </a:prstGeom>
          <a:gradFill>
            <a:gsLst>
              <a:gs pos="0">
                <a:srgbClr val="D6B19C"/>
              </a:gs>
              <a:gs pos="30000">
                <a:srgbClr val="D49E6C"/>
              </a:gs>
              <a:gs pos="70000">
                <a:srgbClr val="A65528"/>
              </a:gs>
              <a:gs pos="100000">
                <a:srgbClr val="663012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01E56F4-BE08-44EA-BC11-285BE8CB857F}"/>
              </a:ext>
            </a:extLst>
          </p:cNvPr>
          <p:cNvSpPr/>
          <p:nvPr/>
        </p:nvSpPr>
        <p:spPr>
          <a:xfrm rot="16200000">
            <a:off x="3799681" y="5681810"/>
            <a:ext cx="530225" cy="582612"/>
          </a:xfrm>
          <a:prstGeom prst="ellipse">
            <a:avLst/>
          </a:prstGeom>
          <a:noFill/>
          <a:ln w="38100">
            <a:solidFill>
              <a:srgbClr val="CC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5C6CB7A-A006-4C49-A348-31F190507534}"/>
              </a:ext>
            </a:extLst>
          </p:cNvPr>
          <p:cNvSpPr/>
          <p:nvPr/>
        </p:nvSpPr>
        <p:spPr>
          <a:xfrm rot="16200000">
            <a:off x="3540919" y="5475435"/>
            <a:ext cx="720725" cy="1017587"/>
          </a:xfrm>
          <a:prstGeom prst="ellipse">
            <a:avLst/>
          </a:prstGeom>
          <a:gradFill>
            <a:gsLst>
              <a:gs pos="0">
                <a:srgbClr val="D6B19C"/>
              </a:gs>
              <a:gs pos="30000">
                <a:srgbClr val="D49E6C"/>
              </a:gs>
              <a:gs pos="70000">
                <a:srgbClr val="A65528"/>
              </a:gs>
              <a:gs pos="100000">
                <a:srgbClr val="663012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D54A82A-5407-4D48-AFCB-2A52495A5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0350" y="5773091"/>
            <a:ext cx="3476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ym typeface="Symbol" panose="05050102010706020507" pitchFamily="18" charset="2"/>
              </a:rPr>
              <a:t></a:t>
            </a:r>
            <a:endParaRPr lang="en-US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AB10C96-6DF4-4EA6-B395-45F2512BC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5773091"/>
            <a:ext cx="349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ym typeface="Symbol" panose="05050102010706020507" pitchFamily="18" charset="2"/>
              </a:rPr>
              <a:t></a:t>
            </a:r>
            <a:endParaRPr lang="en-US" alt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EFE5887-56F6-416F-8050-9517104F294A}"/>
              </a:ext>
            </a:extLst>
          </p:cNvPr>
          <p:cNvCxnSpPr/>
          <p:nvPr/>
        </p:nvCxnSpPr>
        <p:spPr>
          <a:xfrm flipV="1">
            <a:off x="909638" y="3044178"/>
            <a:ext cx="4983162" cy="39688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0AE20D1B-2712-4B6F-BCC5-5ABCB49B2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5963" y="156516"/>
            <a:ext cx="1076325" cy="8239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0D429F3B-96AB-47F8-9C2D-7D4524200B22}"/>
              </a:ext>
            </a:extLst>
          </p:cNvPr>
          <p:cNvSpPr/>
          <p:nvPr/>
        </p:nvSpPr>
        <p:spPr>
          <a:xfrm rot="16200000">
            <a:off x="1913732" y="379559"/>
            <a:ext cx="373062" cy="352425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6BE42F5F-412B-427E-BD17-F38384FCE275}"/>
              </a:ext>
            </a:extLst>
          </p:cNvPr>
          <p:cNvSpPr/>
          <p:nvPr/>
        </p:nvSpPr>
        <p:spPr>
          <a:xfrm rot="10800000">
            <a:off x="2795588" y="389878"/>
            <a:ext cx="322262" cy="373063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C8ECBA5-3A51-4FF4-908C-3E3E5B06D7C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95534"/>
            <a:ext cx="984278" cy="616836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E917517-487D-4669-BBB8-D4A9BB5E8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1004241"/>
            <a:ext cx="3841750" cy="1006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5E0E688-5F35-43F6-BB36-E6307ECD1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8" y="1259828"/>
            <a:ext cx="82232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CC00FF"/>
                </a:solidFill>
              </a:rPr>
              <a:t>2p</a:t>
            </a:r>
            <a:r>
              <a:rPr lang="en-US" altLang="en-US" sz="2400" baseline="-25000">
                <a:solidFill>
                  <a:srgbClr val="CC00FF"/>
                </a:solidFill>
              </a:rPr>
              <a:t>y,z</a:t>
            </a:r>
            <a:r>
              <a:rPr lang="en-US" altLang="en-US"/>
              <a:t> </a:t>
            </a:r>
            <a:r>
              <a:rPr lang="en-US" altLang="en-US" baseline="-25000"/>
              <a:t> </a:t>
            </a:r>
            <a:r>
              <a:rPr lang="en-US" altLang="en-US"/>
              <a:t> </a:t>
            </a:r>
            <a:endParaRPr lang="en-US" altLang="en-US" sz="2800"/>
          </a:p>
        </p:txBody>
      </p:sp>
      <p:sp>
        <p:nvSpPr>
          <p:cNvPr id="103" name="Freeform 102">
            <a:extLst>
              <a:ext uri="{FF2B5EF4-FFF2-40B4-BE49-F238E27FC236}">
                <a16:creationId xmlns:a16="http://schemas.microsoft.com/office/drawing/2014/main" id="{D36818ED-779E-48C9-87AE-BBB458D75D3F}"/>
              </a:ext>
            </a:extLst>
          </p:cNvPr>
          <p:cNvSpPr/>
          <p:nvPr/>
        </p:nvSpPr>
        <p:spPr>
          <a:xfrm>
            <a:off x="5276850" y="781991"/>
            <a:ext cx="590550" cy="1247775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>
            <a:gsLst>
              <a:gs pos="0">
                <a:srgbClr val="CCCCFF"/>
              </a:gs>
              <a:gs pos="12000">
                <a:srgbClr val="99CCFF"/>
              </a:gs>
              <a:gs pos="85000">
                <a:srgbClr val="9966FF"/>
              </a:gs>
              <a:gs pos="98000">
                <a:srgbClr val="CC99FF"/>
              </a:gs>
              <a:gs pos="99000">
                <a:srgbClr val="99CCFF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" name="Freeform 103">
            <a:extLst>
              <a:ext uri="{FF2B5EF4-FFF2-40B4-BE49-F238E27FC236}">
                <a16:creationId xmlns:a16="http://schemas.microsoft.com/office/drawing/2014/main" id="{C5607EC5-4A9F-456D-9BCB-BBE7C59DF54E}"/>
              </a:ext>
            </a:extLst>
          </p:cNvPr>
          <p:cNvSpPr/>
          <p:nvPr/>
        </p:nvSpPr>
        <p:spPr>
          <a:xfrm>
            <a:off x="6124575" y="389878"/>
            <a:ext cx="590550" cy="1247775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>
            <a:gsLst>
              <a:gs pos="0">
                <a:srgbClr val="CCCCFF"/>
              </a:gs>
              <a:gs pos="12000">
                <a:srgbClr val="99CCFF"/>
              </a:gs>
              <a:gs pos="85000">
                <a:srgbClr val="9966FF"/>
              </a:gs>
              <a:gs pos="98000">
                <a:srgbClr val="CC99FF"/>
              </a:gs>
              <a:gs pos="99000">
                <a:srgbClr val="99CCFF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5" name="Freeform 104">
            <a:extLst>
              <a:ext uri="{FF2B5EF4-FFF2-40B4-BE49-F238E27FC236}">
                <a16:creationId xmlns:a16="http://schemas.microsoft.com/office/drawing/2014/main" id="{0CCCC7E3-A16A-4AA3-8799-8F2A607503A4}"/>
              </a:ext>
            </a:extLst>
          </p:cNvPr>
          <p:cNvSpPr/>
          <p:nvPr/>
        </p:nvSpPr>
        <p:spPr>
          <a:xfrm>
            <a:off x="6527800" y="388291"/>
            <a:ext cx="590550" cy="1293812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>
            <a:gsLst>
              <a:gs pos="0">
                <a:srgbClr val="CCCCFF"/>
              </a:gs>
              <a:gs pos="12000">
                <a:srgbClr val="99CCFF"/>
              </a:gs>
              <a:gs pos="85000">
                <a:srgbClr val="9966FF"/>
              </a:gs>
              <a:gs pos="98000">
                <a:srgbClr val="CC99FF"/>
              </a:gs>
              <a:gs pos="99000">
                <a:srgbClr val="99CCFF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6" name="Freeform 105">
            <a:extLst>
              <a:ext uri="{FF2B5EF4-FFF2-40B4-BE49-F238E27FC236}">
                <a16:creationId xmlns:a16="http://schemas.microsoft.com/office/drawing/2014/main" id="{A76C277C-24E6-48F0-9C81-5812117617FE}"/>
              </a:ext>
            </a:extLst>
          </p:cNvPr>
          <p:cNvSpPr/>
          <p:nvPr/>
        </p:nvSpPr>
        <p:spPr>
          <a:xfrm>
            <a:off x="8166100" y="1547166"/>
            <a:ext cx="590550" cy="1247775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>
            <a:gsLst>
              <a:gs pos="0">
                <a:srgbClr val="CCCCFF"/>
              </a:gs>
              <a:gs pos="12000">
                <a:srgbClr val="99CCFF"/>
              </a:gs>
              <a:gs pos="85000">
                <a:srgbClr val="9966FF"/>
              </a:gs>
              <a:gs pos="98000">
                <a:srgbClr val="CC99FF"/>
              </a:gs>
              <a:gs pos="99000">
                <a:srgbClr val="99CCFF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7" name="Freeform 106">
            <a:extLst>
              <a:ext uri="{FF2B5EF4-FFF2-40B4-BE49-F238E27FC236}">
                <a16:creationId xmlns:a16="http://schemas.microsoft.com/office/drawing/2014/main" id="{3C29EE93-5804-44CA-9B13-5CC4383E2BBE}"/>
              </a:ext>
            </a:extLst>
          </p:cNvPr>
          <p:cNvSpPr/>
          <p:nvPr/>
        </p:nvSpPr>
        <p:spPr>
          <a:xfrm>
            <a:off x="7747000" y="1536053"/>
            <a:ext cx="590550" cy="1247775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>
            <a:gsLst>
              <a:gs pos="0">
                <a:srgbClr val="CCCCFF"/>
              </a:gs>
              <a:gs pos="12000">
                <a:srgbClr val="99CCFF"/>
              </a:gs>
              <a:gs pos="85000">
                <a:srgbClr val="9966FF"/>
              </a:gs>
              <a:gs pos="98000">
                <a:srgbClr val="CC99FF"/>
              </a:gs>
              <a:gs pos="99000">
                <a:srgbClr val="99CCFF"/>
              </a:gs>
              <a:gs pos="100000">
                <a:srgbClr val="CCCCFF"/>
              </a:gs>
            </a:gsLst>
            <a:lin ang="0" scaled="0"/>
          </a:gradFill>
          <a:ln w="254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0FBA6B9-23C0-4753-871F-A5405F315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0563" y="1631303"/>
            <a:ext cx="41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/>
              <a:t>+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D7AD373-F558-44B3-A524-4C230F940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2725" y="1631303"/>
            <a:ext cx="41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/>
              <a:t>+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DC0741A-3127-4776-90DA-919E15D64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8300" y="1132828"/>
            <a:ext cx="41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/>
              <a:t>+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2E28552-DC43-4B56-88C2-8FB245A96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1825" y="2210741"/>
            <a:ext cx="419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/>
              <a:t>-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220315A-7BB5-472F-9663-4475E4318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2725" y="2198041"/>
            <a:ext cx="419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/>
              <a:t>-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6889757-9C50-4676-8FA9-25B73DB3E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575" y="1466203"/>
            <a:ext cx="419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/>
              <a:t>-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3D8B4B6-4506-4DC9-984F-17E0AD34D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575" y="899466"/>
            <a:ext cx="41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/>
              <a:t>+</a:t>
            </a:r>
          </a:p>
        </p:txBody>
      </p:sp>
      <p:sp>
        <p:nvSpPr>
          <p:cNvPr id="115" name="Freeform 114">
            <a:extLst>
              <a:ext uri="{FF2B5EF4-FFF2-40B4-BE49-F238E27FC236}">
                <a16:creationId xmlns:a16="http://schemas.microsoft.com/office/drawing/2014/main" id="{2568043C-7C9C-49D6-8ADF-B71687E4738E}"/>
              </a:ext>
            </a:extLst>
          </p:cNvPr>
          <p:cNvSpPr/>
          <p:nvPr/>
        </p:nvSpPr>
        <p:spPr>
          <a:xfrm>
            <a:off x="8174038" y="1536053"/>
            <a:ext cx="590550" cy="1247775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noFill/>
          <a:ln w="254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661B6DD-411D-477D-9C36-C700FA9D3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5888" y="1186803"/>
            <a:ext cx="1373187" cy="16462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B523094-8335-4A82-A5A0-7D142D7A0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5" y="354953"/>
            <a:ext cx="349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ym typeface="Symbol" panose="05050102010706020507" pitchFamily="18" charset="2"/>
              </a:rPr>
              <a:t></a:t>
            </a:r>
            <a:endParaRPr lang="en-US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7BA2DC7-52F6-46B4-A1B0-DE732B471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050" y="350191"/>
            <a:ext cx="3476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ym typeface="Symbol" panose="05050102010706020507" pitchFamily="18" charset="2"/>
              </a:rPr>
              <a:t></a:t>
            </a:r>
            <a:endParaRPr lang="en-US" alt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681FCF4-2875-4233-9C5A-3E61FB489A2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-16247" y="1727537"/>
            <a:ext cx="984278" cy="648319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F4B5ED7-3041-4481-9F78-2FDA58C58606}"/>
              </a:ext>
            </a:extLst>
          </p:cNvPr>
          <p:cNvCxnSpPr/>
          <p:nvPr/>
        </p:nvCxnSpPr>
        <p:spPr>
          <a:xfrm flipV="1">
            <a:off x="914400" y="2059928"/>
            <a:ext cx="6605588" cy="4763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C76CA258-8EF2-4AB1-88D1-199260044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1082028"/>
            <a:ext cx="419100" cy="708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4000">
                <a:sym typeface="Symbol" panose="05050102010706020507" pitchFamily="18" charset="2"/>
              </a:rPr>
              <a:t></a:t>
            </a:r>
            <a:endParaRPr lang="en-US" altLang="en-US" sz="4000"/>
          </a:p>
        </p:txBody>
      </p:sp>
      <p:sp>
        <p:nvSpPr>
          <p:cNvPr id="122" name="Freeform 121">
            <a:extLst>
              <a:ext uri="{FF2B5EF4-FFF2-40B4-BE49-F238E27FC236}">
                <a16:creationId xmlns:a16="http://schemas.microsoft.com/office/drawing/2014/main" id="{A2D797AF-9872-4636-AC85-78288C5E0A24}"/>
              </a:ext>
            </a:extLst>
          </p:cNvPr>
          <p:cNvSpPr/>
          <p:nvPr/>
        </p:nvSpPr>
        <p:spPr>
          <a:xfrm>
            <a:off x="4144963" y="796278"/>
            <a:ext cx="590550" cy="1247775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gradFill>
            <a:gsLst>
              <a:gs pos="0">
                <a:srgbClr val="CCCCFF"/>
              </a:gs>
              <a:gs pos="12000">
                <a:srgbClr val="99CCFF"/>
              </a:gs>
              <a:gs pos="85000">
                <a:srgbClr val="9966FF"/>
              </a:gs>
              <a:gs pos="98000">
                <a:srgbClr val="CC99FF"/>
              </a:gs>
              <a:gs pos="99000">
                <a:srgbClr val="99CCFF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7E97D44-B70C-4D49-B2E6-CECB5E026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038" y="904228"/>
            <a:ext cx="41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/>
              <a:t>+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E0CDDB1-8E65-40B7-AEEC-A64B99EFF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038" y="1461441"/>
            <a:ext cx="419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/>
              <a:t>-</a:t>
            </a:r>
          </a:p>
        </p:txBody>
      </p:sp>
      <p:sp>
        <p:nvSpPr>
          <p:cNvPr id="125" name="Freeform 124">
            <a:extLst>
              <a:ext uri="{FF2B5EF4-FFF2-40B4-BE49-F238E27FC236}">
                <a16:creationId xmlns:a16="http://schemas.microsoft.com/office/drawing/2014/main" id="{94F958A2-86A1-4759-BA69-EF73F780C13F}"/>
              </a:ext>
            </a:extLst>
          </p:cNvPr>
          <p:cNvSpPr/>
          <p:nvPr/>
        </p:nvSpPr>
        <p:spPr>
          <a:xfrm>
            <a:off x="6140450" y="383528"/>
            <a:ext cx="590550" cy="1247775"/>
          </a:xfrm>
          <a:custGeom>
            <a:avLst/>
            <a:gdLst>
              <a:gd name="connsiteX0" fmla="*/ 451692 w 903386"/>
              <a:gd name="connsiteY0" fmla="*/ 1266940 h 2533880"/>
              <a:gd name="connsiteX1" fmla="*/ 903384 w 903386"/>
              <a:gd name="connsiteY1" fmla="*/ 1900410 h 2533880"/>
              <a:gd name="connsiteX2" fmla="*/ 451692 w 903386"/>
              <a:gd name="connsiteY2" fmla="*/ 2533880 h 2533880"/>
              <a:gd name="connsiteX3" fmla="*/ 0 w 903386"/>
              <a:gd name="connsiteY3" fmla="*/ 1900410 h 2533880"/>
              <a:gd name="connsiteX4" fmla="*/ 451692 w 903386"/>
              <a:gd name="connsiteY4" fmla="*/ 1266940 h 2533880"/>
              <a:gd name="connsiteX5" fmla="*/ 451694 w 903386"/>
              <a:gd name="connsiteY5" fmla="*/ 0 h 2533880"/>
              <a:gd name="connsiteX6" fmla="*/ 903386 w 903386"/>
              <a:gd name="connsiteY6" fmla="*/ 633470 h 2533880"/>
              <a:gd name="connsiteX7" fmla="*/ 451694 w 903386"/>
              <a:gd name="connsiteY7" fmla="*/ 1266940 h 2533880"/>
              <a:gd name="connsiteX8" fmla="*/ 2 w 903386"/>
              <a:gd name="connsiteY8" fmla="*/ 633470 h 2533880"/>
              <a:gd name="connsiteX9" fmla="*/ 451694 w 903386"/>
              <a:gd name="connsiteY9" fmla="*/ 0 h 253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3386" h="2533880">
                <a:moveTo>
                  <a:pt x="451692" y="1266940"/>
                </a:moveTo>
                <a:cubicBezTo>
                  <a:pt x="701155" y="1266940"/>
                  <a:pt x="903384" y="1550554"/>
                  <a:pt x="903384" y="1900410"/>
                </a:cubicBezTo>
                <a:cubicBezTo>
                  <a:pt x="903384" y="2250266"/>
                  <a:pt x="701155" y="2533880"/>
                  <a:pt x="451692" y="2533880"/>
                </a:cubicBezTo>
                <a:cubicBezTo>
                  <a:pt x="202229" y="2533880"/>
                  <a:pt x="0" y="2250266"/>
                  <a:pt x="0" y="1900410"/>
                </a:cubicBezTo>
                <a:cubicBezTo>
                  <a:pt x="0" y="1550554"/>
                  <a:pt x="202229" y="1266940"/>
                  <a:pt x="451692" y="1266940"/>
                </a:cubicBezTo>
                <a:close/>
                <a:moveTo>
                  <a:pt x="451694" y="0"/>
                </a:moveTo>
                <a:cubicBezTo>
                  <a:pt x="701157" y="0"/>
                  <a:pt x="903386" y="283614"/>
                  <a:pt x="903386" y="633470"/>
                </a:cubicBezTo>
                <a:cubicBezTo>
                  <a:pt x="903386" y="983326"/>
                  <a:pt x="701157" y="1266940"/>
                  <a:pt x="451694" y="1266940"/>
                </a:cubicBezTo>
                <a:cubicBezTo>
                  <a:pt x="202231" y="1266940"/>
                  <a:pt x="2" y="983326"/>
                  <a:pt x="2" y="633470"/>
                </a:cubicBezTo>
                <a:cubicBezTo>
                  <a:pt x="2" y="283614"/>
                  <a:pt x="202231" y="0"/>
                  <a:pt x="451694" y="0"/>
                </a:cubicBezTo>
                <a:close/>
              </a:path>
            </a:pathLst>
          </a:custGeom>
          <a:noFill/>
          <a:ln w="254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sym typeface="Symbol"/>
              </a:rPr>
              <a:t>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AF78C68-E39D-40D5-8878-DA2E966FF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600" y="504178"/>
            <a:ext cx="41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/>
              <a:t>+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C5D5AA3-2B88-442E-9CA8-BCE47B0E1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0938" y="1031228"/>
            <a:ext cx="419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/>
              <a:t>-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1302E0B-1FED-463C-9DBE-C983538C2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0" y="442266"/>
            <a:ext cx="4191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/>
              <a:t>-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A454A7A-D010-4102-A4EB-B15E5FCC5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204141"/>
            <a:ext cx="3076575" cy="1828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8E023C2-F6DE-49C9-9385-D96BFC6D002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50591" y="52685"/>
            <a:ext cx="984278" cy="616836"/>
          </a:xfrm>
          <a:prstGeom prst="rect">
            <a:avLst/>
          </a:prstGeom>
          <a:blipFill rotWithShape="1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131" name="Teardrop 130">
            <a:extLst>
              <a:ext uri="{FF2B5EF4-FFF2-40B4-BE49-F238E27FC236}">
                <a16:creationId xmlns:a16="http://schemas.microsoft.com/office/drawing/2014/main" id="{218E1CAC-B837-469C-9C71-448B235CFA6A}"/>
              </a:ext>
            </a:extLst>
          </p:cNvPr>
          <p:cNvSpPr/>
          <p:nvPr/>
        </p:nvSpPr>
        <p:spPr>
          <a:xfrm rot="15850191">
            <a:off x="5645944" y="1260622"/>
            <a:ext cx="528637" cy="492125"/>
          </a:xfrm>
          <a:prstGeom prst="teardrop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69000">
                <a:srgbClr val="9966FF"/>
              </a:gs>
              <a:gs pos="100000">
                <a:srgbClr val="CC99FF"/>
              </a:gs>
              <a:gs pos="100000">
                <a:srgbClr val="99CCFF"/>
              </a:gs>
              <a:gs pos="100000">
                <a:srgbClr val="CCCCFF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32" name="Teardrop 131">
            <a:extLst>
              <a:ext uri="{FF2B5EF4-FFF2-40B4-BE49-F238E27FC236}">
                <a16:creationId xmlns:a16="http://schemas.microsoft.com/office/drawing/2014/main" id="{6922115C-0EE4-42AF-8383-6749E6DA83CF}"/>
              </a:ext>
            </a:extLst>
          </p:cNvPr>
          <p:cNvSpPr/>
          <p:nvPr/>
        </p:nvSpPr>
        <p:spPr>
          <a:xfrm>
            <a:off x="4456113" y="1256653"/>
            <a:ext cx="512762" cy="458788"/>
          </a:xfrm>
          <a:prstGeom prst="teardrop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69000">
                <a:srgbClr val="9966FF"/>
              </a:gs>
              <a:gs pos="100000">
                <a:srgbClr val="CC99FF"/>
              </a:gs>
              <a:gs pos="100000">
                <a:srgbClr val="99CCFF"/>
              </a:gs>
              <a:gs pos="100000">
                <a:srgbClr val="CCCCFF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96AE6B3-4523-4D2F-AA77-E1C0A6E26C0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654" y="693437"/>
            <a:ext cx="833952" cy="579389"/>
          </a:xfrm>
          <a:prstGeom prst="rect">
            <a:avLst/>
          </a:prstGeom>
          <a:blipFill rotWithShape="1">
            <a:blip r:embed="rId12"/>
            <a:stretch>
              <a:fillRect b="-3158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491FF5E-6D60-4F4B-9CDF-DCA5D8F17043}"/>
              </a:ext>
            </a:extLst>
          </p:cNvPr>
          <p:cNvCxnSpPr>
            <a:endCxn id="143" idx="1"/>
          </p:cNvCxnSpPr>
          <p:nvPr/>
        </p:nvCxnSpPr>
        <p:spPr>
          <a:xfrm>
            <a:off x="944563" y="1145528"/>
            <a:ext cx="3933825" cy="11113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221">
            <a:extLst>
              <a:ext uri="{FF2B5EF4-FFF2-40B4-BE49-F238E27FC236}">
                <a16:creationId xmlns:a16="http://schemas.microsoft.com/office/drawing/2014/main" id="{2510E028-7C4C-4F8B-A74B-435D02A03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-73672"/>
            <a:ext cx="3921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973D96B-4E68-40A1-9772-5D5E6FADE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3" y="1358253"/>
            <a:ext cx="752475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olidFill>
                  <a:srgbClr val="CC00FF"/>
                </a:solidFill>
              </a:rPr>
              <a:t>2p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69063D4-42AB-4CE5-B060-DE343232C2A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8508" y="3408013"/>
            <a:ext cx="8654592" cy="640080"/>
          </a:xfrm>
          <a:prstGeom prst="rect">
            <a:avLst/>
          </a:prstGeom>
          <a:blipFill rotWithShape="1">
            <a:blip r:embed="rId13"/>
            <a:stretch>
              <a:fillRect l="-913" t="-6422"/>
            </a:stretch>
          </a:blipFill>
          <a:ln w="25400">
            <a:solidFill>
              <a:srgbClr val="006600"/>
            </a:solidFill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D22AC36-562B-4B28-ADED-6F57466B3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5300016"/>
            <a:ext cx="539750" cy="549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9C00E41-ABC3-4F7F-9A89-F596A4BCE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293166"/>
            <a:ext cx="541337" cy="549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40" name="Parallelogram 139">
            <a:extLst>
              <a:ext uri="{FF2B5EF4-FFF2-40B4-BE49-F238E27FC236}">
                <a16:creationId xmlns:a16="http://schemas.microsoft.com/office/drawing/2014/main" id="{900E5F01-B0C2-478E-BAD7-6BE370698929}"/>
              </a:ext>
            </a:extLst>
          </p:cNvPr>
          <p:cNvSpPr/>
          <p:nvPr/>
        </p:nvSpPr>
        <p:spPr>
          <a:xfrm>
            <a:off x="6570663" y="1863078"/>
            <a:ext cx="2616200" cy="436563"/>
          </a:xfrm>
          <a:prstGeom prst="parallelogram">
            <a:avLst>
              <a:gd name="adj" fmla="val 156321"/>
            </a:avLst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1" name="Teardrop 140">
            <a:extLst>
              <a:ext uri="{FF2B5EF4-FFF2-40B4-BE49-F238E27FC236}">
                <a16:creationId xmlns:a16="http://schemas.microsoft.com/office/drawing/2014/main" id="{5572B74B-CC86-41ED-8471-799A466976EB}"/>
              </a:ext>
            </a:extLst>
          </p:cNvPr>
          <p:cNvSpPr/>
          <p:nvPr/>
        </p:nvSpPr>
        <p:spPr>
          <a:xfrm rot="5133572">
            <a:off x="4487069" y="616097"/>
            <a:ext cx="457200" cy="487362"/>
          </a:xfrm>
          <a:prstGeom prst="teardrop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69000">
                <a:srgbClr val="9966FF"/>
              </a:gs>
              <a:gs pos="100000">
                <a:srgbClr val="CC99FF"/>
              </a:gs>
              <a:gs pos="100000">
                <a:srgbClr val="99CCFF"/>
              </a:gs>
              <a:gs pos="100000">
                <a:srgbClr val="CCCCFF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68C13C7-31FF-43BE-B760-7F1C2497C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663" y="972491"/>
            <a:ext cx="347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ym typeface="Symbol" panose="05050102010706020507" pitchFamily="18" charset="2"/>
              </a:rPr>
              <a:t></a:t>
            </a:r>
            <a:endParaRPr lang="en-US" alt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E182101-6894-47E8-82F8-F229C9397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8388" y="972491"/>
            <a:ext cx="347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ym typeface="Symbol" panose="05050102010706020507" pitchFamily="18" charset="2"/>
              </a:rPr>
              <a:t></a:t>
            </a:r>
            <a:endParaRPr lang="en-US" altLang="en-US"/>
          </a:p>
        </p:txBody>
      </p:sp>
      <p:sp>
        <p:nvSpPr>
          <p:cNvPr id="144" name="Teardrop 143">
            <a:extLst>
              <a:ext uri="{FF2B5EF4-FFF2-40B4-BE49-F238E27FC236}">
                <a16:creationId xmlns:a16="http://schemas.microsoft.com/office/drawing/2014/main" id="{AD9696D7-4674-4C9C-97D7-C74F4CD3AAE0}"/>
              </a:ext>
            </a:extLst>
          </p:cNvPr>
          <p:cNvSpPr/>
          <p:nvPr/>
        </p:nvSpPr>
        <p:spPr>
          <a:xfrm rot="10800000">
            <a:off x="5645150" y="637528"/>
            <a:ext cx="479425" cy="455613"/>
          </a:xfrm>
          <a:prstGeom prst="teardrop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69000">
                <a:srgbClr val="9966FF"/>
              </a:gs>
              <a:gs pos="100000">
                <a:srgbClr val="CC99FF"/>
              </a:gs>
              <a:gs pos="100000">
                <a:srgbClr val="99CCFF"/>
              </a:gs>
              <a:gs pos="100000">
                <a:srgbClr val="CCCCFF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EFBF77F-C8A4-49BC-9E18-BC2E10E33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7225" y="2253603"/>
            <a:ext cx="3003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ym typeface="Symbol" panose="05050102010706020507" pitchFamily="18" charset="2"/>
              </a:rPr>
              <a:t> M</a:t>
            </a:r>
            <a:r>
              <a:rPr lang="en-US" altLang="en-US"/>
              <a:t>p phản xứng của MO</a:t>
            </a:r>
            <a:r>
              <a:rPr lang="en-US" altLang="en-US">
                <a:sym typeface="Symbol" panose="05050102010706020507" pitchFamily="18" charset="2"/>
              </a:rPr>
              <a:t></a:t>
            </a:r>
            <a:endParaRPr lang="en-US" alt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89ACFF2-726B-4817-BE53-BFFFB69E6E0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26000" y="1377571"/>
            <a:ext cx="1066800" cy="741742"/>
          </a:xfrm>
          <a:prstGeom prst="rect">
            <a:avLst/>
          </a:prstGeom>
          <a:blipFill rotWithShape="1">
            <a:blip r:embed="rId1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F9C4796-2FF4-465C-A886-D317F983C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6913" y="4214166"/>
            <a:ext cx="266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Trục đối xứng của MO </a:t>
            </a:r>
            <a:r>
              <a:rPr lang="en-US" altLang="en-US">
                <a:sym typeface="Symbol" panose="05050102010706020507" pitchFamily="18" charset="2"/>
              </a:rPr>
              <a:t></a:t>
            </a:r>
            <a:endParaRPr lang="en-US" altLang="en-US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67171DA-142A-42C0-9F9A-CFCFF7003EF2}"/>
              </a:ext>
            </a:extLst>
          </p:cNvPr>
          <p:cNvCxnSpPr>
            <a:endCxn id="43" idx="4"/>
          </p:cNvCxnSpPr>
          <p:nvPr/>
        </p:nvCxnSpPr>
        <p:spPr>
          <a:xfrm>
            <a:off x="6210300" y="4482453"/>
            <a:ext cx="1098550" cy="4763"/>
          </a:xfrm>
          <a:prstGeom prst="line">
            <a:avLst/>
          </a:prstGeom>
          <a:ln w="25400">
            <a:solidFill>
              <a:srgbClr val="0066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F1C9FB23-6D09-4947-96FC-E4E152B1AF0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137400" y="693437"/>
            <a:ext cx="1066800" cy="741742"/>
          </a:xfrm>
          <a:prstGeom prst="rect">
            <a:avLst/>
          </a:prstGeom>
          <a:blipFill rotWithShape="1">
            <a:blip r:embed="rId1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</a:rPr>
              <a:t> 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11860F8-D88C-4786-A88F-EC94E801E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5363" y="1848791"/>
            <a:ext cx="349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ym typeface="Symbol" panose="05050102010706020507" pitchFamily="18" charset="2"/>
              </a:rPr>
              <a:t></a:t>
            </a:r>
            <a:endParaRPr lang="en-US" alt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E2E8786B-3419-4218-A8DF-5BA0B87962B5}"/>
              </a:ext>
            </a:extLst>
          </p:cNvPr>
          <p:cNvSpPr/>
          <p:nvPr/>
        </p:nvSpPr>
        <p:spPr>
          <a:xfrm>
            <a:off x="7146925" y="1410641"/>
            <a:ext cx="1177925" cy="598487"/>
          </a:xfrm>
          <a:prstGeom prst="ellipse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69000">
                <a:srgbClr val="9966FF"/>
              </a:gs>
              <a:gs pos="100000">
                <a:srgbClr val="CC99FF"/>
              </a:gs>
              <a:gs pos="100000">
                <a:srgbClr val="99CCFF"/>
              </a:gs>
              <a:gs pos="100000">
                <a:srgbClr val="CCCCFF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31D05FD3-DBD8-45BF-9BC4-6F0312D7D898}"/>
              </a:ext>
            </a:extLst>
          </p:cNvPr>
          <p:cNvSpPr/>
          <p:nvPr/>
        </p:nvSpPr>
        <p:spPr>
          <a:xfrm>
            <a:off x="7165975" y="2113903"/>
            <a:ext cx="1177925" cy="600075"/>
          </a:xfrm>
          <a:prstGeom prst="ellipse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69000">
                <a:srgbClr val="9966FF"/>
              </a:gs>
              <a:gs pos="100000">
                <a:srgbClr val="CC99FF"/>
              </a:gs>
              <a:gs pos="100000">
                <a:srgbClr val="99CCFF"/>
              </a:gs>
              <a:gs pos="100000">
                <a:srgbClr val="CCCCFF"/>
              </a:gs>
            </a:gsLst>
            <a:lin ang="5400000" scaled="0"/>
          </a:gradFill>
          <a:ln>
            <a:solidFill>
              <a:srgbClr val="99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0144772-855C-4643-8CF4-BCC954991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8613" y="1845616"/>
            <a:ext cx="3492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ym typeface="Symbol" panose="05050102010706020507" pitchFamily="18" charset="2"/>
              </a:rPr>
              <a:t></a:t>
            </a:r>
            <a:endParaRPr lang="en-US" altLang="en-US"/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AFBF493-B179-4A30-B46A-BD8104277897}"/>
              </a:ext>
            </a:extLst>
          </p:cNvPr>
          <p:cNvCxnSpPr/>
          <p:nvPr/>
        </p:nvCxnSpPr>
        <p:spPr>
          <a:xfrm>
            <a:off x="6589713" y="2299641"/>
            <a:ext cx="1924050" cy="190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35FD3AA5-FE15-4215-BB68-D2C702BBB53F}"/>
              </a:ext>
            </a:extLst>
          </p:cNvPr>
          <p:cNvCxnSpPr/>
          <p:nvPr/>
        </p:nvCxnSpPr>
        <p:spPr>
          <a:xfrm flipV="1">
            <a:off x="8469313" y="1891653"/>
            <a:ext cx="693737" cy="44450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28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3.7037E-6 L -0.23737 0.003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75" y="18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3.7037E-6 L 0.21211 -0.0027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99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3.7037E-6 L -0.1358 -0.00162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97" y="-93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7.40741E-7 L 0.15989 -0.00116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95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5" grpId="0" animBg="1"/>
      <p:bldP spid="15" grpId="1" animBg="1"/>
      <p:bldP spid="16" grpId="0"/>
      <p:bldP spid="17" grpId="0"/>
      <p:bldP spid="18" grpId="0"/>
      <p:bldP spid="20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/>
      <p:bldP spid="31" grpId="0"/>
      <p:bldP spid="34" grpId="0"/>
      <p:bldP spid="35" grpId="0"/>
      <p:bldP spid="36" grpId="0"/>
      <p:bldP spid="37" grpId="0" animBg="1"/>
      <p:bldP spid="37" grpId="1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/>
      <p:bldP spid="45" grpId="0"/>
      <p:bldP spid="46" grpId="0"/>
      <p:bldP spid="47" grpId="0"/>
      <p:bldP spid="50" grpId="0" animBg="1"/>
      <p:bldP spid="51" grpId="0" animBg="1"/>
      <p:bldP spid="52" grpId="0" animBg="1"/>
      <p:bldP spid="53" grpId="0" animBg="1"/>
      <p:bldP spid="55" grpId="0"/>
      <p:bldP spid="56" grpId="0"/>
      <p:bldP spid="58" grpId="0" animBg="1"/>
      <p:bldP spid="59" grpId="0" animBg="1"/>
      <p:bldP spid="60" grpId="0"/>
      <p:bldP spid="61" grpId="0"/>
      <p:bldP spid="62" grpId="0" animBg="1"/>
      <p:bldP spid="63" grpId="0" animBg="1"/>
      <p:bldP spid="64" grpId="0"/>
      <p:bldP spid="65" grpId="0"/>
      <p:bldP spid="66" grpId="0"/>
      <p:bldP spid="67" grpId="0" animBg="1"/>
      <p:bldP spid="68" grpId="0"/>
      <p:bldP spid="69" grpId="0"/>
      <p:bldP spid="70" grpId="0" animBg="1"/>
      <p:bldP spid="71" grpId="0" animBg="1"/>
      <p:bldP spid="72" grpId="0" animBg="1"/>
      <p:bldP spid="73" grpId="0" animBg="1"/>
      <p:bldP spid="74" grpId="0" animBg="1"/>
      <p:bldP spid="75" grpId="0"/>
      <p:bldP spid="76" grpId="0"/>
      <p:bldP spid="77" grpId="0"/>
      <p:bldP spid="78" grpId="0"/>
      <p:bldP spid="79" grpId="0"/>
      <p:bldP spid="83" grpId="0" animBg="1"/>
      <p:bldP spid="84" grpId="0" animBg="1"/>
      <p:bldP spid="85" grpId="0" animBg="1"/>
      <p:bldP spid="86" grpId="0"/>
      <p:bldP spid="87" grpId="0"/>
      <p:bldP spid="88" grpId="0"/>
      <p:bldP spid="89" grpId="0"/>
      <p:bldP spid="90" grpId="0" animBg="1"/>
      <p:bldP spid="91" grpId="0" animBg="1"/>
      <p:bldP spid="92" grpId="0" animBg="1"/>
      <p:bldP spid="93" grpId="0" animBg="1"/>
      <p:bldP spid="94" grpId="0"/>
      <p:bldP spid="95" grpId="0"/>
      <p:bldP spid="97" grpId="0" animBg="1"/>
      <p:bldP spid="98" grpId="0" animBg="1"/>
      <p:bldP spid="99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 animBg="1"/>
      <p:bldP spid="116" grpId="0" animBg="1"/>
      <p:bldP spid="117" grpId="0"/>
      <p:bldP spid="118" grpId="0"/>
      <p:bldP spid="121" grpId="0" animBg="1"/>
      <p:bldP spid="122" grpId="0" animBg="1"/>
      <p:bldP spid="123" grpId="0"/>
      <p:bldP spid="124" grpId="0"/>
      <p:bldP spid="125" grpId="0" animBg="1"/>
      <p:bldP spid="126" grpId="0"/>
      <p:bldP spid="127" grpId="0"/>
      <p:bldP spid="128" grpId="0"/>
      <p:bldP spid="129" grpId="0" animBg="1"/>
      <p:bldP spid="131" grpId="0" animBg="1"/>
      <p:bldP spid="132" grpId="0" animBg="1"/>
      <p:bldP spid="136" grpId="0" animBg="1"/>
      <p:bldP spid="138" grpId="0" animBg="1"/>
      <p:bldP spid="139" grpId="0" animBg="1"/>
      <p:bldP spid="140" grpId="0" animBg="1"/>
      <p:bldP spid="141" grpId="0" animBg="1"/>
      <p:bldP spid="142" grpId="0"/>
      <p:bldP spid="143" grpId="0"/>
      <p:bldP spid="144" grpId="0" animBg="1"/>
      <p:bldP spid="145" grpId="0"/>
      <p:bldP spid="147" grpId="0"/>
      <p:bldP spid="150" grpId="0"/>
      <p:bldP spid="151" grpId="0" animBg="1"/>
      <p:bldP spid="152" grpId="0" animBg="1"/>
      <p:bldP spid="15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333529" y="687554"/>
            <a:ext cx="500810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31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31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Pauli;</a:t>
            </a:r>
          </a:p>
          <a:p>
            <a:pPr marL="342900" indent="31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Hund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TextBox 301"/>
          <p:cNvSpPr txBox="1"/>
          <p:nvPr/>
        </p:nvSpPr>
        <p:spPr>
          <a:xfrm>
            <a:off x="515586" y="4259202"/>
            <a:ext cx="30113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724865" y="3072348"/>
            <a:ext cx="7984782" cy="3785652"/>
            <a:chOff x="3724865" y="3072348"/>
            <a:chExt cx="7984782" cy="3785652"/>
          </a:xfrm>
        </p:grpSpPr>
        <p:sp>
          <p:nvSpPr>
            <p:cNvPr id="3" name="Rectangle 2"/>
            <p:cNvSpPr/>
            <p:nvPr/>
          </p:nvSpPr>
          <p:spPr>
            <a:xfrm>
              <a:off x="4120783" y="3072348"/>
              <a:ext cx="7588864" cy="37856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7800" lvl="1">
                <a:lnSpc>
                  <a:spcPct val="15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en-US" altLang="en-US" sz="32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Bước</a:t>
              </a:r>
              <a:r>
                <a:rPr lang="en-US" altLang="en-US" sz="32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  <a:r>
                <a:rPr lang="en-US" altLang="en-US" sz="3200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3200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Xét</a:t>
              </a:r>
              <a:r>
                <a:rPr lang="en-US" altLang="en-US" sz="3200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sự</a:t>
              </a:r>
              <a:r>
                <a:rPr lang="en-US" altLang="en-US" sz="3200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</a:t>
              </a:r>
              <a:r>
                <a:rPr lang="en-US" altLang="en-US" sz="3200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thành</a:t>
              </a:r>
              <a:r>
                <a:rPr lang="en-US" altLang="en-US" sz="3200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MO </a:t>
              </a:r>
              <a:r>
                <a:rPr lang="en-US" altLang="en-US" sz="3200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từ</a:t>
              </a:r>
              <a:r>
                <a:rPr lang="en-US" altLang="en-US" sz="3200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3200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AO</a:t>
              </a:r>
            </a:p>
            <a:p>
              <a:pPr marL="177800" lvl="1">
                <a:lnSpc>
                  <a:spcPct val="15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en-US" altLang="en-US" sz="32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Bước</a:t>
              </a:r>
              <a:r>
                <a:rPr lang="en-US" altLang="en-US" sz="32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</a:t>
              </a:r>
              <a:r>
                <a:rPr lang="en-US" altLang="en-US" sz="3200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Sắp</a:t>
              </a:r>
              <a:r>
                <a:rPr lang="en-US" alt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xếp</a:t>
              </a:r>
              <a:r>
                <a:rPr lang="en-US" alt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MO </a:t>
              </a:r>
              <a:r>
                <a:rPr lang="en-US" altLang="en-US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theo</a:t>
              </a:r>
              <a:r>
                <a:rPr lang="en-US" alt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thứ</a:t>
              </a:r>
              <a:r>
                <a:rPr lang="en-US" alt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tự</a:t>
              </a:r>
              <a:r>
                <a:rPr lang="en-US" alt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vi-VN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77800" lvl="1">
                <a:lnSpc>
                  <a:spcPct val="150000"/>
                </a:lnSpc>
                <a:defRPr/>
              </a:pPr>
              <a:r>
                <a:rPr lang="vi-VN" alt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</a:t>
              </a:r>
              <a:r>
                <a:rPr lang="en-US" altLang="en-US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năng</a:t>
              </a:r>
              <a:r>
                <a:rPr lang="en-US" alt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lượng</a:t>
              </a:r>
              <a:r>
                <a:rPr lang="en-US" alt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tăng</a:t>
              </a:r>
              <a:r>
                <a:rPr lang="en-US" alt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dần</a:t>
              </a:r>
              <a:r>
                <a:rPr lang="vi-VN" alt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77800" lvl="1">
                <a:lnSpc>
                  <a:spcPct val="15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en-US" altLang="en-US" sz="32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Bước</a:t>
              </a:r>
              <a:r>
                <a:rPr lang="en-US" altLang="en-US" sz="32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3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3200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Xếp</a:t>
              </a:r>
              <a:r>
                <a:rPr lang="en-US" altLang="en-US" sz="32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32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electron </a:t>
              </a:r>
              <a:r>
                <a:rPr lang="en-US" altLang="en-US" sz="3200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vào</a:t>
              </a:r>
              <a:r>
                <a:rPr lang="en-US" altLang="en-US" sz="32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32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MO</a:t>
              </a:r>
              <a:r>
                <a:rPr lang="vi-VN" altLang="en-US" sz="32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77800" lvl="1">
                <a:lnSpc>
                  <a:spcPct val="15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en-US" altLang="en-US" sz="32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Bước</a:t>
              </a:r>
              <a:r>
                <a:rPr lang="en-US" altLang="en-US" sz="32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4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3200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Xét</a:t>
              </a:r>
              <a:r>
                <a:rPr lang="en-US" altLang="en-US" sz="3200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3200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đặc</a:t>
              </a:r>
              <a:r>
                <a:rPr lang="en-US" altLang="en-US" sz="3200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trưng</a:t>
              </a:r>
              <a:r>
                <a:rPr lang="en-US" altLang="en-US" sz="3200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liên</a:t>
              </a:r>
              <a:r>
                <a:rPr lang="en-US" altLang="en-US" sz="3200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kết</a:t>
              </a:r>
              <a:r>
                <a:rPr lang="vi-VN" altLang="en-US" sz="3200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en-US" sz="3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3" name="Left Brace 302"/>
            <p:cNvSpPr/>
            <p:nvPr/>
          </p:nvSpPr>
          <p:spPr>
            <a:xfrm>
              <a:off x="3724865" y="3384690"/>
              <a:ext cx="426128" cy="3282440"/>
            </a:xfrm>
            <a:prstGeom prst="leftBrac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223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0"/>
      <p:bldP spid="30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026355" y="1121301"/>
            <a:ext cx="6266305" cy="1080368"/>
            <a:chOff x="2053787" y="937967"/>
            <a:chExt cx="6266305" cy="1080368"/>
          </a:xfrm>
        </p:grpSpPr>
        <p:graphicFrame>
          <p:nvGraphicFramePr>
            <p:cNvPr id="12" name="Object 4">
              <a:extLst>
                <a:ext uri="{FF2B5EF4-FFF2-40B4-BE49-F238E27FC236}">
                  <a16:creationId xmlns:a16="http://schemas.microsoft.com/office/drawing/2014/main" id="{A69F2C3B-774E-4B9F-B0DC-E46FFB7EF4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1533572"/>
                </p:ext>
              </p:extLst>
            </p:nvPr>
          </p:nvGraphicFramePr>
          <p:xfrm>
            <a:off x="6107244" y="937967"/>
            <a:ext cx="2212848" cy="1080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002865" imgH="444307" progId="Equation.3">
                    <p:embed/>
                  </p:oleObj>
                </mc:Choice>
                <mc:Fallback>
                  <p:oleObj name="Equation" r:id="rId3" imgW="1002865" imgH="444307" progId="Equation.3">
                    <p:embed/>
                    <p:pic>
                      <p:nvPicPr>
                        <p:cNvPr id="12" name="Object 4">
                          <a:extLst>
                            <a:ext uri="{FF2B5EF4-FFF2-40B4-BE49-F238E27FC236}">
                              <a16:creationId xmlns:a16="http://schemas.microsoft.com/office/drawing/2014/main" id="{A69F2C3B-774E-4B9F-B0DC-E46FFB7EF4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07244" y="937967"/>
                          <a:ext cx="2212848" cy="1080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Rectangle 1"/>
            <p:cNvSpPr/>
            <p:nvPr/>
          </p:nvSpPr>
          <p:spPr>
            <a:xfrm>
              <a:off x="2053787" y="1185763"/>
              <a:ext cx="404630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Bậc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</a:t>
              </a:r>
              <a:r>
                <a:rPr lang="vi-VN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iên 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vi-VN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ết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vi-VN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(hai tâm)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51680" y="2213486"/>
            <a:ext cx="11858084" cy="4544838"/>
            <a:chOff x="151680" y="2213486"/>
            <a:chExt cx="11858084" cy="4544838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4A8412B6-7518-4BFC-92DB-A7E8949C041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425030" y="2845141"/>
              <a:ext cx="10584734" cy="3913183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00" lvl="1" indent="-457200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b="1" i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Lk</a:t>
              </a:r>
              <a:r>
                <a:rPr lang="en-US" altLang="en-US" sz="32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được</a:t>
              </a:r>
              <a:r>
                <a:rPr lang="en-US" altLang="en-US" sz="32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quyết</a:t>
              </a:r>
              <a:r>
                <a:rPr lang="en-US" altLang="en-US" sz="32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định</a:t>
              </a:r>
              <a:r>
                <a:rPr lang="en-US" altLang="en-US" sz="32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bởi</a:t>
              </a:r>
              <a:r>
                <a:rPr lang="en-US" alt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 </a:t>
              </a:r>
              <a:r>
                <a:rPr lang="en-US" altLang="en-US" sz="3200" b="1" i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lk</a:t>
              </a:r>
              <a:r>
                <a:rPr lang="en-US" altLang="en-US" sz="32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mà</a:t>
              </a:r>
              <a:r>
                <a:rPr lang="en-US" altLang="en-US" sz="32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altLang="en-US" sz="32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bị</a:t>
              </a:r>
              <a:r>
                <a:rPr lang="en-US" altLang="en-US" sz="32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triệt</a:t>
              </a:r>
              <a:r>
                <a:rPr lang="en-US" altLang="en-US" sz="32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tiêu</a:t>
              </a:r>
              <a:r>
                <a:rPr lang="en-US" alt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marL="635000" lvl="1" indent="-457200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b="1" i="1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Một</a:t>
              </a:r>
              <a:r>
                <a:rPr lang="en-US" altLang="en-US" sz="3200" b="1" i="1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bậc</a:t>
              </a:r>
              <a:r>
                <a:rPr lang="en-US" altLang="en-US" sz="3200" b="1" i="1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lk</a:t>
              </a:r>
              <a:r>
                <a:rPr lang="en-US" altLang="en-US" sz="3200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3200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  <a:r>
                <a:rPr lang="en-US" altLang="en-US" sz="3200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một</a:t>
              </a:r>
              <a:r>
                <a:rPr lang="en-US" altLang="en-US" sz="3200" b="1" i="1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cặp</a:t>
              </a:r>
              <a:r>
                <a:rPr lang="en-US" altLang="en-US" sz="3200" b="1" i="1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 </a:t>
              </a:r>
              <a:r>
                <a:rPr lang="en-US" altLang="en-US" sz="3200" b="1" i="1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lk</a:t>
              </a:r>
              <a:r>
                <a:rPr lang="en-US" altLang="en-US" sz="3200" b="1" i="1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altLang="en-US" sz="3200" b="1" i="1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bị</a:t>
              </a:r>
              <a:r>
                <a:rPr lang="en-US" altLang="en-US" sz="3200" b="1" i="1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triệt</a:t>
              </a:r>
              <a:r>
                <a:rPr lang="en-US" altLang="en-US" sz="3200" b="1" i="1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tiêu</a:t>
              </a:r>
              <a:r>
                <a:rPr lang="vi-VN" altLang="en-US" sz="3200" dirty="0"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en-US" sz="32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635000" lvl="1" indent="-457200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b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Tên</a:t>
              </a:r>
              <a:r>
                <a:rPr lang="en-US" altLang="en-US" sz="32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lk</a:t>
              </a:r>
              <a:r>
                <a:rPr lang="en-US" altLang="en-US" sz="3200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được</a:t>
              </a:r>
              <a:r>
                <a:rPr lang="en-US" altLang="en-US" sz="3200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gọi</a:t>
              </a:r>
              <a:r>
                <a:rPr lang="en-US" altLang="en-US" sz="3200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bằng</a:t>
              </a:r>
              <a:r>
                <a:rPr lang="en-US" altLang="en-US" sz="3200" b="1" i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tên</a:t>
              </a:r>
              <a:r>
                <a:rPr lang="en-US" altLang="en-US" sz="3200" b="1" i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3200" b="1" i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cặp</a:t>
              </a:r>
              <a:r>
                <a:rPr lang="en-US" altLang="en-US" sz="3200" b="1" i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 </a:t>
              </a:r>
              <a:r>
                <a:rPr lang="en-US" altLang="en-US" sz="3200" b="1" i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lk</a:t>
              </a:r>
              <a:r>
                <a:rPr lang="en-US" altLang="en-US" sz="3200" b="1" i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altLang="en-US" sz="3200" b="1" i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bị</a:t>
              </a:r>
              <a:r>
                <a:rPr lang="en-US" altLang="en-US" sz="3200" b="1" i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triệt</a:t>
              </a:r>
              <a:r>
                <a:rPr lang="en-US" altLang="en-US" sz="3200" b="1" i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tiêu</a:t>
              </a:r>
              <a:r>
                <a:rPr lang="vi-VN" altLang="en-US" sz="3200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en-US" sz="32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635000" lvl="1" indent="-457200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b="1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Bậc</a:t>
              </a:r>
              <a:r>
                <a:rPr lang="en-US" altLang="en-US" sz="3200" b="1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lk</a:t>
              </a:r>
              <a:r>
                <a:rPr lang="en-US" altLang="en-US" sz="3200" b="1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tăng</a:t>
              </a:r>
              <a:r>
                <a:rPr lang="en-US" altLang="en-US" sz="32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thì</a:t>
              </a:r>
              <a:r>
                <a:rPr lang="en-US" altLang="en-US" sz="32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năng</a:t>
              </a:r>
              <a:r>
                <a:rPr lang="en-US" altLang="en-US" sz="3200" b="1" i="1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lượng</a:t>
              </a:r>
              <a:r>
                <a:rPr lang="en-US" altLang="en-US" sz="3200" b="1" i="1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lk</a:t>
              </a:r>
              <a:r>
                <a:rPr lang="en-US" altLang="en-US" sz="3200" b="1" i="1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tăng</a:t>
              </a:r>
              <a:r>
                <a:rPr lang="en-US" altLang="en-US" sz="32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còn</a:t>
              </a:r>
              <a:r>
                <a:rPr lang="en-US" altLang="en-US" sz="32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3200" b="1" i="1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dài</a:t>
              </a:r>
              <a:r>
                <a:rPr lang="en-US" altLang="en-US" sz="3200" b="1" i="1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lk</a:t>
              </a:r>
              <a:r>
                <a:rPr lang="en-US" altLang="en-US" sz="3200" b="1" i="1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i="1" dirty="0" err="1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giảm</a:t>
              </a:r>
              <a:r>
                <a:rPr lang="vi-VN" altLang="en-US" sz="32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en-US" sz="32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1680" y="2213486"/>
              <a:ext cx="174822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Lưu</a:t>
              </a:r>
              <a:r>
                <a:rPr lang="en-US" sz="36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ý</a:t>
              </a:r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895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 MO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8539" y="928361"/>
            <a:ext cx="2680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sz="3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56A2A321-D93D-4E07-A70F-759253C3DA4E}"/>
              </a:ext>
            </a:extLst>
          </p:cNvPr>
          <p:cNvSpPr txBox="1">
            <a:spLocks noChangeArrowheads="1"/>
          </p:cNvSpPr>
          <p:nvPr/>
        </p:nvSpPr>
        <p:spPr>
          <a:xfrm>
            <a:off x="2960072" y="1496627"/>
            <a:ext cx="7542212" cy="1066800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n-US" altLang="en-US" b="1"/>
              <a:t>AO			MO			AO</a:t>
            </a:r>
          </a:p>
          <a:p>
            <a:pPr algn="ctr">
              <a:buFontTx/>
              <a:buNone/>
            </a:pPr>
            <a:r>
              <a:rPr lang="en-US" altLang="en-US" b="1">
                <a:solidFill>
                  <a:srgbClr val="0000FF"/>
                </a:solidFill>
              </a:rPr>
              <a:t>H	</a:t>
            </a:r>
            <a:r>
              <a:rPr lang="en-US" altLang="en-US" b="1"/>
              <a:t>			</a:t>
            </a:r>
            <a:r>
              <a:rPr lang="en-US" altLang="en-US" b="1">
                <a:solidFill>
                  <a:srgbClr val="0000FF"/>
                </a:solidFill>
              </a:rPr>
              <a:t>H</a:t>
            </a:r>
            <a:r>
              <a:rPr lang="en-US" altLang="en-US" b="1" baseline="-25000">
                <a:solidFill>
                  <a:srgbClr val="0000FF"/>
                </a:solidFill>
              </a:rPr>
              <a:t>2</a:t>
            </a:r>
            <a:r>
              <a:rPr lang="en-US" altLang="en-US" b="1"/>
              <a:t>			</a:t>
            </a:r>
            <a:r>
              <a:rPr lang="en-US" altLang="en-US" b="1">
                <a:solidFill>
                  <a:srgbClr val="0000FF"/>
                </a:solidFill>
              </a:rPr>
              <a:t>H</a:t>
            </a:r>
            <a:endParaRPr lang="en-US" altLang="en-US">
              <a:solidFill>
                <a:srgbClr val="0000FF"/>
              </a:solidFill>
            </a:endParaRPr>
          </a:p>
        </p:txBody>
      </p:sp>
      <p:pic>
        <p:nvPicPr>
          <p:cNvPr id="54" name="Picture 4" descr="arrow-up">
            <a:extLst>
              <a:ext uri="{FF2B5EF4-FFF2-40B4-BE49-F238E27FC236}">
                <a16:creationId xmlns:a16="http://schemas.microsoft.com/office/drawing/2014/main" id="{AF90B9AD-3D3A-40FB-A624-DE0B28E41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83084" y="3477827"/>
            <a:ext cx="550863" cy="46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5" name="Line 5">
            <a:extLst>
              <a:ext uri="{FF2B5EF4-FFF2-40B4-BE49-F238E27FC236}">
                <a16:creationId xmlns:a16="http://schemas.microsoft.com/office/drawing/2014/main" id="{C455AFC5-5D73-431D-B9F0-7663F7D403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87084" y="1725227"/>
            <a:ext cx="0" cy="3276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Text Box 6">
            <a:extLst>
              <a:ext uri="{FF2B5EF4-FFF2-40B4-BE49-F238E27FC236}">
                <a16:creationId xmlns:a16="http://schemas.microsoft.com/office/drawing/2014/main" id="{51DB3D61-1BDA-4B8C-81E8-C700918B7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009" y="3442902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1s</a:t>
            </a:r>
          </a:p>
        </p:txBody>
      </p:sp>
      <p:sp>
        <p:nvSpPr>
          <p:cNvPr id="57" name="Text Box 7">
            <a:extLst>
              <a:ext uri="{FF2B5EF4-FFF2-40B4-BE49-F238E27FC236}">
                <a16:creationId xmlns:a16="http://schemas.microsoft.com/office/drawing/2014/main" id="{71369FE9-4B84-440B-B6F7-8D08BCEC2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8809" y="5001827"/>
            <a:ext cx="163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Năng lượng</a:t>
            </a:r>
          </a:p>
        </p:txBody>
      </p:sp>
      <p:sp>
        <p:nvSpPr>
          <p:cNvPr id="58" name="Text Box 8">
            <a:extLst>
              <a:ext uri="{FF2B5EF4-FFF2-40B4-BE49-F238E27FC236}">
                <a16:creationId xmlns:a16="http://schemas.microsoft.com/office/drawing/2014/main" id="{65B04339-3BAE-4E37-A53C-2CBB12A05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4272" y="3554027"/>
            <a:ext cx="455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1s</a:t>
            </a:r>
          </a:p>
        </p:txBody>
      </p:sp>
      <p:pic>
        <p:nvPicPr>
          <p:cNvPr id="59" name="Picture 9" descr="arrow-up">
            <a:extLst>
              <a:ext uri="{FF2B5EF4-FFF2-40B4-BE49-F238E27FC236}">
                <a16:creationId xmlns:a16="http://schemas.microsoft.com/office/drawing/2014/main" id="{7CA4A988-DCEF-4CA5-A312-9387994EE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684" y="3477827"/>
            <a:ext cx="596900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Picture 11" descr="empty-orbital">
            <a:extLst>
              <a:ext uri="{FF2B5EF4-FFF2-40B4-BE49-F238E27FC236}">
                <a16:creationId xmlns:a16="http://schemas.microsoft.com/office/drawing/2014/main" id="{C4DE6711-0732-4046-BB8E-B9FC74151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884" y="2639627"/>
            <a:ext cx="5334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Line 12">
            <a:extLst>
              <a:ext uri="{FF2B5EF4-FFF2-40B4-BE49-F238E27FC236}">
                <a16:creationId xmlns:a16="http://schemas.microsoft.com/office/drawing/2014/main" id="{FD6CACA6-F042-4D6F-8BDC-AFB5F64FF4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87284" y="3020627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Line 13">
            <a:extLst>
              <a:ext uri="{FF2B5EF4-FFF2-40B4-BE49-F238E27FC236}">
                <a16:creationId xmlns:a16="http://schemas.microsoft.com/office/drawing/2014/main" id="{93DFE098-FDE6-4A9C-9AE7-5ECCD3141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51072" y="3020627"/>
            <a:ext cx="2055812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Line 14">
            <a:extLst>
              <a:ext uri="{FF2B5EF4-FFF2-40B4-BE49-F238E27FC236}">
                <a16:creationId xmlns:a16="http://schemas.microsoft.com/office/drawing/2014/main" id="{9062AADE-5AC8-4737-A954-5F0DBA954A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51072" y="3858827"/>
            <a:ext cx="2055812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Line 15">
            <a:extLst>
              <a:ext uri="{FF2B5EF4-FFF2-40B4-BE49-F238E27FC236}">
                <a16:creationId xmlns:a16="http://schemas.microsoft.com/office/drawing/2014/main" id="{7FE3106F-6B5D-418A-8D28-C602688C8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284" y="3858827"/>
            <a:ext cx="175260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5" name="Picture 16" descr="sigma">
            <a:extLst>
              <a:ext uri="{FF2B5EF4-FFF2-40B4-BE49-F238E27FC236}">
                <a16:creationId xmlns:a16="http://schemas.microsoft.com/office/drawing/2014/main" id="{AB158466-8E2B-4C65-876F-0B5BA616F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084" y="4849427"/>
            <a:ext cx="2413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" name="Picture 17" descr="sigma-star">
            <a:extLst>
              <a:ext uri="{FF2B5EF4-FFF2-40B4-BE49-F238E27FC236}">
                <a16:creationId xmlns:a16="http://schemas.microsoft.com/office/drawing/2014/main" id="{A47FF44C-C862-47F0-9838-967033130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072" y="2792027"/>
            <a:ext cx="3810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Text Box 18">
            <a:extLst>
              <a:ext uri="{FF2B5EF4-FFF2-40B4-BE49-F238E27FC236}">
                <a16:creationId xmlns:a16="http://schemas.microsoft.com/office/drawing/2014/main" id="{E81D0072-E3D9-46ED-B957-B13DE32DA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6084" y="5589202"/>
            <a:ext cx="65024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dirty="0">
                <a:latin typeface="Times New Roman" panose="02020603050405020304" pitchFamily="18" charset="0"/>
              </a:rPr>
              <a:t>    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H</a:t>
            </a:r>
            <a:r>
              <a:rPr lang="en-US" alt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: [(</a:t>
            </a:r>
            <a:r>
              <a:rPr lang="el-GR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1s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32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3200" b="1" dirty="0" err="1">
                <a:solidFill>
                  <a:srgbClr val="FF0066"/>
                </a:solidFill>
                <a:latin typeface="Times New Roman" panose="02020603050405020304" pitchFamily="18" charset="0"/>
              </a:rPr>
              <a:t>Bậc</a:t>
            </a:r>
            <a:r>
              <a:rPr lang="en-US" altLang="en-US" sz="32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66"/>
                </a:solidFill>
                <a:latin typeface="Times New Roman" panose="02020603050405020304" pitchFamily="18" charset="0"/>
              </a:rPr>
              <a:t>liên</a:t>
            </a:r>
            <a:r>
              <a:rPr lang="en-US" altLang="en-US" sz="32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66"/>
                </a:solidFill>
                <a:latin typeface="Times New Roman" panose="02020603050405020304" pitchFamily="18" charset="0"/>
              </a:rPr>
              <a:t>kết</a:t>
            </a:r>
            <a:r>
              <a:rPr lang="en-US" altLang="en-US" sz="32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 = 1   </a:t>
            </a:r>
          </a:p>
          <a:p>
            <a:r>
              <a:rPr lang="en-US" altLang="en-US" sz="32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                           </a:t>
            </a:r>
            <a:r>
              <a:rPr lang="en-US" altLang="en-US" sz="3200" b="1" dirty="0" err="1">
                <a:solidFill>
                  <a:srgbClr val="FF0066"/>
                </a:solidFill>
                <a:latin typeface="Times New Roman" panose="02020603050405020304" pitchFamily="18" charset="0"/>
              </a:rPr>
              <a:t>Nghịch</a:t>
            </a:r>
            <a:r>
              <a:rPr lang="en-US" altLang="en-US" sz="32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66"/>
                </a:solidFill>
                <a:latin typeface="Times New Roman" panose="02020603050405020304" pitchFamily="18" charset="0"/>
              </a:rPr>
              <a:t>từ</a:t>
            </a:r>
            <a:r>
              <a:rPr lang="en-US" altLang="en-US" sz="3200" dirty="0">
                <a:latin typeface="Times New Roman" panose="02020603050405020304" pitchFamily="18" charset="0"/>
              </a:rPr>
              <a:t>          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B05414-9297-422E-91BF-CFF6DA310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297" y="4619240"/>
            <a:ext cx="381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ym typeface="Symbol" panose="05050102010706020507" pitchFamily="18" charset="2"/>
              </a:rPr>
              <a:t></a:t>
            </a:r>
            <a:endParaRPr lang="en-US" altLang="en-US" sz="2400" b="1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16F1F49-8548-483E-A5B3-6973868ED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9597" y="4614477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ym typeface="Symbol" panose="05050102010706020507" pitchFamily="18" charset="2"/>
              </a:rPr>
              <a:t></a:t>
            </a:r>
            <a:endParaRPr lang="en-US" altLang="en-US" sz="2400" b="1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CD41269-61CC-4599-B449-17932D427F69}"/>
              </a:ext>
            </a:extLst>
          </p:cNvPr>
          <p:cNvCxnSpPr>
            <a:cxnSpLocks/>
          </p:cNvCxnSpPr>
          <p:nvPr/>
        </p:nvCxnSpPr>
        <p:spPr>
          <a:xfrm>
            <a:off x="6616084" y="5001827"/>
            <a:ext cx="457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3C89F98-4ECF-4F32-B50A-5F8F965F4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0072" y="4403340"/>
            <a:ext cx="1219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dirty="0">
                <a:solidFill>
                  <a:srgbClr val="C00000"/>
                </a:solidFill>
                <a:sym typeface="Symbol" panose="05050102010706020507" pitchFamily="18" charset="2"/>
              </a:rPr>
              <a:t> &gt; P</a:t>
            </a:r>
            <a:endParaRPr lang="en-US" altLang="en-US" sz="2800" dirty="0">
              <a:solidFill>
                <a:srgbClr val="C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A8B472-7D8D-755B-089D-3004B4F4DDA9}"/>
              </a:ext>
            </a:extLst>
          </p:cNvPr>
          <p:cNvSpPr/>
          <p:nvPr/>
        </p:nvSpPr>
        <p:spPr>
          <a:xfrm>
            <a:off x="9283084" y="4403340"/>
            <a:ext cx="1066800" cy="52228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8923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7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 MO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1680" y="859659"/>
            <a:ext cx="2680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He: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AD0FD80-30E1-4859-A688-D84BD94B7B7A}"/>
              </a:ext>
            </a:extLst>
          </p:cNvPr>
          <p:cNvSpPr txBox="1">
            <a:spLocks noChangeArrowheads="1"/>
          </p:cNvSpPr>
          <p:nvPr/>
        </p:nvSpPr>
        <p:spPr>
          <a:xfrm>
            <a:off x="2471800" y="1462335"/>
            <a:ext cx="7542212" cy="1066800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n-US" altLang="en-US" b="1"/>
              <a:t>AO			MO			AO</a:t>
            </a:r>
          </a:p>
          <a:p>
            <a:pPr algn="ctr">
              <a:buFontTx/>
              <a:buNone/>
            </a:pPr>
            <a:r>
              <a:rPr lang="en-US" altLang="en-US" b="1"/>
              <a:t>He			He</a:t>
            </a:r>
            <a:r>
              <a:rPr lang="en-US" altLang="en-US" b="1" baseline="-25000"/>
              <a:t>2</a:t>
            </a:r>
            <a:r>
              <a:rPr lang="en-US" altLang="en-US" b="1"/>
              <a:t>			He</a:t>
            </a:r>
            <a:endParaRPr lang="en-US" altLang="en-US"/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44CB1DD6-7B01-4D30-BBEF-F5C142480E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8812" y="1690935"/>
            <a:ext cx="0" cy="3276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D02561C6-889E-4400-8CF4-DEF33BB94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737" y="3408610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1s</a:t>
            </a: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5A160766-70F9-434F-99B4-047BF9151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537" y="4967535"/>
            <a:ext cx="163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Năng lượng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D57DE81D-308A-420F-A9A9-F5D4F6BEC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6000" y="3519735"/>
            <a:ext cx="455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1s</a:t>
            </a:r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090DC247-A4F7-4214-812E-901C32B44D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99012" y="2986335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0">
            <a:extLst>
              <a:ext uri="{FF2B5EF4-FFF2-40B4-BE49-F238E27FC236}">
                <a16:creationId xmlns:a16="http://schemas.microsoft.com/office/drawing/2014/main" id="{EB234086-34E8-4AF9-A11A-C773B27BD2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2800" y="2986335"/>
            <a:ext cx="2055812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570442C0-B026-4B03-BBEA-9AE5993D1E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2800" y="3824535"/>
            <a:ext cx="2055812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6D00230F-1574-4CA5-BC67-0417A50D72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9012" y="3824535"/>
            <a:ext cx="175260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8" name="Picture 13" descr="sigma">
            <a:extLst>
              <a:ext uri="{FF2B5EF4-FFF2-40B4-BE49-F238E27FC236}">
                <a16:creationId xmlns:a16="http://schemas.microsoft.com/office/drawing/2014/main" id="{B73D8E4D-2A18-4BB2-8658-0C314995C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812" y="4815135"/>
            <a:ext cx="2413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4" descr="sigma-star">
            <a:extLst>
              <a:ext uri="{FF2B5EF4-FFF2-40B4-BE49-F238E27FC236}">
                <a16:creationId xmlns:a16="http://schemas.microsoft.com/office/drawing/2014/main" id="{042804D1-F8FB-45A8-8D97-7D306A192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800" y="2757735"/>
            <a:ext cx="3810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17" descr="arrow-pair">
            <a:extLst>
              <a:ext uri="{FF2B5EF4-FFF2-40B4-BE49-F238E27FC236}">
                <a16:creationId xmlns:a16="http://schemas.microsoft.com/office/drawing/2014/main" id="{99F4F563-EFB2-4FD8-9A95-7311FBD6D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612" y="3443535"/>
            <a:ext cx="5334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18" descr="arrow-pair">
            <a:extLst>
              <a:ext uri="{FF2B5EF4-FFF2-40B4-BE49-F238E27FC236}">
                <a16:creationId xmlns:a16="http://schemas.microsoft.com/office/drawing/2014/main" id="{43A6B050-B4B8-4DB6-B504-E267A053A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412" y="3443535"/>
            <a:ext cx="5334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DD7D96F-DE8E-4609-BA60-70AF94886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8112" y="2549773"/>
            <a:ext cx="76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ym typeface="Symbol" panose="05050102010706020507" pitchFamily="18" charset="2"/>
              </a:rPr>
              <a:t></a:t>
            </a:r>
            <a:endParaRPr lang="en-US" altLang="en-US" sz="24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30BC9A-F3BE-4DBF-B4CD-3B14D9B2E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312" y="2557710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ym typeface="Symbol" panose="05050102010706020507" pitchFamily="18" charset="2"/>
              </a:rPr>
              <a:t></a:t>
            </a:r>
            <a:endParaRPr lang="en-US" altLang="en-US" sz="2400" b="1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FB58B32-1FC7-4718-9DB5-942ADFEF9623}"/>
              </a:ext>
            </a:extLst>
          </p:cNvPr>
          <p:cNvCxnSpPr>
            <a:cxnSpLocks/>
          </p:cNvCxnSpPr>
          <p:nvPr/>
        </p:nvCxnSpPr>
        <p:spPr>
          <a:xfrm>
            <a:off x="6127812" y="5010398"/>
            <a:ext cx="457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96B691-2B90-40F7-986B-1CDEA27B1756}"/>
              </a:ext>
            </a:extLst>
          </p:cNvPr>
          <p:cNvCxnSpPr>
            <a:cxnSpLocks/>
          </p:cNvCxnSpPr>
          <p:nvPr/>
        </p:nvCxnSpPr>
        <p:spPr>
          <a:xfrm>
            <a:off x="6127812" y="2922835"/>
            <a:ext cx="457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E979BE8-B490-4F4F-A03D-7BEE178D4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0025" y="4648448"/>
            <a:ext cx="76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ym typeface="Symbol" panose="05050102010706020507" pitchFamily="18" charset="2"/>
              </a:rPr>
              <a:t></a:t>
            </a:r>
            <a:endParaRPr lang="en-US" altLang="en-US" sz="2400" b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F6B775-673C-47E9-A22D-286CEA0AA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5762" y="4648448"/>
            <a:ext cx="76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ym typeface="Symbol" panose="05050102010706020507" pitchFamily="18" charset="2"/>
              </a:rPr>
              <a:t></a:t>
            </a:r>
            <a:endParaRPr lang="en-US" altLang="en-US" sz="2400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82E7E3-5119-4690-B461-E8F8B2331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5722" y="5561599"/>
            <a:ext cx="3330605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 dirty="0" err="1">
                <a:solidFill>
                  <a:srgbClr val="CC00FF"/>
                </a:solidFill>
                <a:latin typeface="Times New Roman" panose="02020603050405020304" pitchFamily="18" charset="0"/>
              </a:rPr>
              <a:t>Bậc</a:t>
            </a:r>
            <a:r>
              <a:rPr lang="en-US" altLang="en-US" sz="3200" b="1" dirty="0">
                <a:solidFill>
                  <a:srgbClr val="CC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  <a:latin typeface="Times New Roman" panose="02020603050405020304" pitchFamily="18" charset="0"/>
              </a:rPr>
              <a:t>liên</a:t>
            </a:r>
            <a:r>
              <a:rPr lang="en-US" altLang="en-US" sz="3200" b="1" dirty="0">
                <a:solidFill>
                  <a:srgbClr val="CC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  <a:latin typeface="Times New Roman" panose="02020603050405020304" pitchFamily="18" charset="0"/>
              </a:rPr>
              <a:t>kết</a:t>
            </a:r>
            <a:r>
              <a:rPr lang="en-US" altLang="en-US" sz="3200" b="1" dirty="0">
                <a:solidFill>
                  <a:srgbClr val="CC00FF"/>
                </a:solidFill>
                <a:latin typeface="Times New Roman" panose="02020603050405020304" pitchFamily="18" charset="0"/>
              </a:rPr>
              <a:t> = 0</a:t>
            </a:r>
          </a:p>
          <a:p>
            <a:pPr algn="ctr"/>
            <a:r>
              <a:rPr lang="en-US" altLang="en-US" sz="3200" b="1" dirty="0" err="1">
                <a:solidFill>
                  <a:srgbClr val="CC00FF"/>
                </a:solidFill>
                <a:latin typeface="Times New Roman" panose="02020603050405020304" pitchFamily="18" charset="0"/>
              </a:rPr>
              <a:t>Không</a:t>
            </a:r>
            <a:r>
              <a:rPr lang="en-US" altLang="en-US" sz="3200" b="1" dirty="0">
                <a:solidFill>
                  <a:srgbClr val="CC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  <a:latin typeface="Times New Roman" panose="02020603050405020304" pitchFamily="18" charset="0"/>
              </a:rPr>
              <a:t>tồn</a:t>
            </a:r>
            <a:r>
              <a:rPr lang="en-US" altLang="en-US" sz="3200" b="1" dirty="0">
                <a:solidFill>
                  <a:srgbClr val="CC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  <a:latin typeface="Times New Roman" panose="02020603050405020304" pitchFamily="18" charset="0"/>
              </a:rPr>
              <a:t>tại</a:t>
            </a:r>
            <a:endParaRPr lang="en-US" altLang="en-US" sz="3200" b="1" dirty="0">
              <a:solidFill>
                <a:srgbClr val="CC00FF"/>
              </a:solidFill>
              <a:latin typeface="Times New Roman" panose="02020603050405020304" pitchFamily="18" charset="0"/>
            </a:endParaRPr>
          </a:p>
          <a:p>
            <a:pPr algn="ctr" eaLnBrk="1" hangingPunct="1"/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8503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8" grpId="0"/>
      <p:bldP spid="29" grpId="0"/>
      <p:bldP spid="30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 MO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C3A1495-3E8A-42DB-92B3-080DF0999D6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87887"/>
            <a:ext cx="8685213" cy="16621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vi-V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 HỢP TUYẾN TÍNH CÁC AO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CỦA A</a:t>
            </a:r>
            <a:r>
              <a:rPr lang="en-US" altLang="en-US" sz="3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(A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thuộc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chu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kỳ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2, </a:t>
            </a:r>
            <a:r>
              <a:rPr lang="vi-V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chọn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trục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x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là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trục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liên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nhân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)</a:t>
            </a:r>
            <a:b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b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E01A397-5BB4-4B23-9D68-8CBE9B77883A}"/>
              </a:ext>
            </a:extLst>
          </p:cNvPr>
          <p:cNvSpPr txBox="1">
            <a:spLocks noChangeArrowheads="1"/>
          </p:cNvSpPr>
          <p:nvPr/>
        </p:nvSpPr>
        <p:spPr>
          <a:xfrm>
            <a:off x="816746" y="2712324"/>
            <a:ext cx="9144000" cy="32253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en-US" sz="3600" b="1" dirty="0"/>
              <a:t>1S  </a:t>
            </a:r>
            <a:r>
              <a:rPr lang="vi-VN" altLang="en-US" sz="3600" b="1" dirty="0"/>
              <a:t> </a:t>
            </a:r>
            <a:r>
              <a:rPr lang="en-US" altLang="en-US" sz="3600" b="1" dirty="0"/>
              <a:t> </a:t>
            </a:r>
            <a:r>
              <a:rPr lang="en-US" altLang="en-US" sz="3600" b="1" dirty="0">
                <a:sym typeface="Symbol" panose="05050102010706020507" pitchFamily="18" charset="2"/>
              </a:rPr>
              <a:t>    1S   </a:t>
            </a:r>
            <a:r>
              <a:rPr lang="vi-VN" altLang="en-US" sz="3600" b="1" dirty="0">
                <a:sym typeface="Symbol" panose="05050102010706020507" pitchFamily="18" charset="2"/>
              </a:rPr>
              <a:t> </a:t>
            </a:r>
            <a:r>
              <a:rPr lang="en-US" altLang="en-US" sz="3600" b="1" dirty="0">
                <a:sym typeface="Symbol" panose="05050102010706020507" pitchFamily="18" charset="2"/>
              </a:rPr>
              <a:t> </a:t>
            </a:r>
            <a:r>
              <a:rPr lang="en-US" altLang="en-US" sz="3600" b="1" dirty="0">
                <a:cs typeface="Arial" panose="020B0604020202020204" pitchFamily="34" charset="0"/>
                <a:sym typeface="Symbol" panose="05050102010706020507" pitchFamily="18" charset="2"/>
              </a:rPr>
              <a:t>→    </a:t>
            </a:r>
            <a:r>
              <a:rPr lang="el-GR" altLang="en-US" sz="3600" b="1" dirty="0"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en-US" altLang="en-US" sz="3600" b="1" baseline="-25000" dirty="0">
                <a:cs typeface="Arial" panose="020B0604020202020204" pitchFamily="34" charset="0"/>
                <a:sym typeface="Symbol" panose="05050102010706020507" pitchFamily="18" charset="2"/>
              </a:rPr>
              <a:t>1s</a:t>
            </a:r>
            <a:r>
              <a:rPr lang="vi-VN" altLang="en-US" sz="3600" b="1" dirty="0"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3600" b="1" dirty="0">
                <a:cs typeface="Arial" panose="020B0604020202020204" pitchFamily="34" charset="0"/>
                <a:sym typeface="Symbol" panose="05050102010706020507" pitchFamily="18" charset="2"/>
              </a:rPr>
              <a:t> , </a:t>
            </a:r>
            <a:r>
              <a:rPr lang="vi-VN" altLang="en-US" sz="3600" b="1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600" b="1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3600" b="1" dirty="0"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en-US" altLang="en-US" sz="3600" b="1" baseline="-25000" dirty="0">
                <a:cs typeface="Arial" panose="020B0604020202020204" pitchFamily="34" charset="0"/>
                <a:sym typeface="Symbol" panose="05050102010706020507" pitchFamily="18" charset="2"/>
              </a:rPr>
              <a:t>1s</a:t>
            </a:r>
            <a:r>
              <a:rPr lang="en-US" altLang="en-US" sz="3600" b="1" baseline="30000" dirty="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endParaRPr lang="en-US" altLang="en-US" sz="3600" b="1" dirty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630238" indent="-630238">
              <a:buFontTx/>
              <a:buNone/>
            </a:pPr>
            <a:r>
              <a:rPr lang="en-US" altLang="en-US" sz="3600" b="1" dirty="0">
                <a:solidFill>
                  <a:srgbClr val="0000FF"/>
                </a:solidFill>
              </a:rPr>
              <a:t>2S    </a:t>
            </a:r>
            <a:r>
              <a:rPr lang="en-US" altLang="en-US" sz="3600" b="1" dirty="0">
                <a:solidFill>
                  <a:srgbClr val="0000FF"/>
                </a:solidFill>
                <a:sym typeface="Symbol" panose="05050102010706020507" pitchFamily="18" charset="2"/>
              </a:rPr>
              <a:t>    2S   </a:t>
            </a:r>
            <a:r>
              <a:rPr lang="vi-VN" altLang="en-US" sz="3600" b="1" dirty="0">
                <a:solidFill>
                  <a:srgbClr val="0000FF"/>
                </a:solidFill>
                <a:sym typeface="Symbol" panose="05050102010706020507" pitchFamily="18" charset="2"/>
              </a:rPr>
              <a:t>  </a:t>
            </a:r>
            <a:r>
              <a:rPr lang="en-US" altLang="en-US" sz="3600" b="1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→    </a:t>
            </a:r>
            <a:r>
              <a:rPr lang="el-GR" altLang="en-US" sz="3600" b="1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en-US" altLang="en-US" sz="3600" b="1" baseline="-25000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2s </a:t>
            </a:r>
            <a:r>
              <a:rPr lang="vi-VN" altLang="en-US" sz="3600" b="1" baseline="-25000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n-US" altLang="en-US" sz="3600" b="1" baseline="-25000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600" b="1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vi-VN" altLang="en-US" sz="3600" b="1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600" b="1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3600" b="1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en-US" altLang="en-US" sz="3600" b="1" baseline="-25000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2s</a:t>
            </a:r>
            <a:r>
              <a:rPr lang="en-US" altLang="en-US" sz="3600" b="1" baseline="30000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</a:p>
          <a:p>
            <a:pPr marL="630238" indent="-630238">
              <a:buFontTx/>
              <a:buNone/>
            </a:pPr>
            <a:r>
              <a:rPr lang="en-US" altLang="en-US" sz="3600" b="1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2p</a:t>
            </a:r>
            <a:r>
              <a:rPr lang="en-US" altLang="en-US" sz="3600" b="1" baseline="-25000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3600" b="1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  </a:t>
            </a:r>
            <a:r>
              <a:rPr lang="vi-VN" altLang="en-US" sz="3600" b="1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3600" b="1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2p</a:t>
            </a:r>
            <a:r>
              <a:rPr lang="en-US" altLang="en-US" sz="3600" b="1" baseline="-25000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3600" b="1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vi-VN" altLang="en-US" sz="3600" b="1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600" b="1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→    </a:t>
            </a:r>
            <a:r>
              <a:rPr lang="el-GR" altLang="en-US" sz="3600" b="1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en-US" altLang="en-US" sz="3600" b="1" baseline="-25000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2px   </a:t>
            </a:r>
            <a:r>
              <a:rPr lang="en-US" altLang="en-US" sz="3600" b="1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vi-VN" altLang="en-US" sz="3600" b="1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600" b="1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3600" b="1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en-US" altLang="en-US" sz="3600" b="1" baseline="-25000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2px</a:t>
            </a:r>
            <a:r>
              <a:rPr lang="en-US" altLang="en-US" sz="3600" b="1" baseline="30000" dirty="0">
                <a:solidFill>
                  <a:srgbClr val="CC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endParaRPr lang="el-GR" altLang="en-US" sz="3600" b="1" dirty="0">
              <a:solidFill>
                <a:srgbClr val="CC00CC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630238" indent="-630238">
              <a:buFontTx/>
              <a:buNone/>
            </a:pPr>
            <a:r>
              <a:rPr lang="en-US" altLang="en-US" sz="3600" b="1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2p</a:t>
            </a:r>
            <a:r>
              <a:rPr lang="en-US" altLang="en-US" sz="3600" b="1" baseline="-25000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y</a:t>
            </a:r>
            <a:r>
              <a:rPr lang="en-US" altLang="en-US" sz="3600" b="1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  </a:t>
            </a:r>
            <a:r>
              <a:rPr lang="vi-VN" altLang="en-US" sz="3600" b="1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3600" b="1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2p</a:t>
            </a:r>
            <a:r>
              <a:rPr lang="en-US" altLang="en-US" sz="3600" b="1" baseline="-25000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y</a:t>
            </a:r>
            <a:r>
              <a:rPr lang="en-US" altLang="en-US" sz="3600" b="1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vi-VN" altLang="en-US" sz="3600" b="1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600" b="1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→    </a:t>
            </a:r>
            <a:r>
              <a:rPr lang="en-US" altLang="en-US" sz="3600" b="1" baseline="-25000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2py</a:t>
            </a:r>
            <a:r>
              <a:rPr lang="en-US" altLang="en-US" sz="3600" b="1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sz="3600" b="1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600" b="1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vi-VN" altLang="en-US" sz="3600" b="1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600" b="1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</a:t>
            </a:r>
            <a:r>
              <a:rPr lang="en-US" altLang="en-US" sz="3600" b="1" baseline="-25000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2py</a:t>
            </a:r>
            <a:r>
              <a:rPr lang="en-US" altLang="en-US" sz="3600" b="1" baseline="30000" dirty="0">
                <a:solidFill>
                  <a:srgbClr val="00B05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</a:p>
          <a:p>
            <a:pPr marL="630238" indent="-630238">
              <a:buFontTx/>
              <a:buNone/>
            </a:pPr>
            <a:r>
              <a:rPr lang="en-US" altLang="en-US" sz="3600" b="1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2p</a:t>
            </a:r>
            <a:r>
              <a:rPr lang="en-US" altLang="en-US" sz="3600" b="1" baseline="-25000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z</a:t>
            </a:r>
            <a:r>
              <a:rPr lang="en-US" altLang="en-US" sz="3600" b="1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  </a:t>
            </a:r>
            <a:r>
              <a:rPr lang="vi-VN" altLang="en-US" sz="3600" b="1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3600" b="1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2p</a:t>
            </a:r>
            <a:r>
              <a:rPr lang="en-US" altLang="en-US" sz="3600" b="1" baseline="-25000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z</a:t>
            </a:r>
            <a:r>
              <a:rPr lang="en-US" altLang="en-US" sz="3600" b="1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vi-VN" altLang="en-US" sz="3600" b="1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600" b="1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→    </a:t>
            </a:r>
            <a:r>
              <a:rPr lang="en-US" altLang="en-US" sz="3600" b="1" baseline="-25000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2pz</a:t>
            </a:r>
            <a:r>
              <a:rPr lang="en-US" altLang="en-US" sz="3600" b="1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sz="3600" b="1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600" b="1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, </a:t>
            </a:r>
            <a:r>
              <a:rPr lang="vi-VN" altLang="en-US" sz="3600" b="1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600" b="1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</a:t>
            </a:r>
            <a:r>
              <a:rPr lang="en-US" altLang="en-US" sz="3600" b="1" baseline="-25000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2pz</a:t>
            </a:r>
            <a:r>
              <a:rPr lang="en-US" altLang="en-US" sz="3600" b="1" baseline="30000" dirty="0">
                <a:solidFill>
                  <a:srgbClr val="A27B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endParaRPr lang="el-GR" altLang="en-US" sz="3600" b="1" baseline="30000" dirty="0">
              <a:solidFill>
                <a:srgbClr val="A27B0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FE24D1-B4CF-4DC6-81CC-021801CFC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6755" y="3358591"/>
            <a:ext cx="50010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l-GR" altLang="en-US" sz="2800" b="1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→</a:t>
            </a:r>
            <a:r>
              <a:rPr lang="en-US" altLang="en-US" sz="2800" b="1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800" b="1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en-US" altLang="en-US" sz="2800" b="1" baseline="-25000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2s </a:t>
            </a:r>
            <a:r>
              <a:rPr lang="en-US" altLang="en-US" sz="2800" dirty="0"/>
              <a:t>: </a:t>
            </a:r>
            <a:r>
              <a:rPr lang="en-US" altLang="en-US" sz="2800" dirty="0" err="1"/>
              <a:t>mật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e</a:t>
            </a:r>
            <a:r>
              <a:rPr lang="en-US" altLang="en-US" sz="2800" dirty="0">
                <a:sym typeface="Symbol" panose="05050102010706020507" pitchFamily="18" charset="2"/>
              </a:rPr>
              <a:t>    E(</a:t>
            </a:r>
            <a:r>
              <a:rPr lang="el-GR" altLang="en-US" sz="2800" b="1" dirty="0">
                <a:solidFill>
                  <a:srgbClr val="0000FF"/>
                </a:solidFill>
                <a:sym typeface="Symbol" panose="05050102010706020507" pitchFamily="18" charset="2"/>
              </a:rPr>
              <a:t>σ</a:t>
            </a:r>
            <a:r>
              <a:rPr lang="en-US" altLang="en-US" sz="2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2s</a:t>
            </a:r>
            <a:r>
              <a:rPr lang="en-US" altLang="en-US" sz="2800" dirty="0">
                <a:sym typeface="Symbol" panose="05050102010706020507" pitchFamily="18" charset="2"/>
              </a:rPr>
              <a:t>)</a:t>
            </a:r>
            <a:endParaRPr lang="en-US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FE24D1-B4CF-4DC6-81CC-021801CFC0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66755" y="4044073"/>
                <a:ext cx="5676530" cy="5618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l-GR" altLang="en-US" sz="2800" b="1" dirty="0">
                    <a:solidFill>
                      <a:srgbClr val="CC00CC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→</a:t>
                </a:r>
                <a:r>
                  <a:rPr lang="en-US" altLang="en-US" sz="2800" b="1" dirty="0">
                    <a:solidFill>
                      <a:srgbClr val="CC00CC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2800" b="1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l-GR" altLang="en-US" sz="2800" b="1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𝝈</m:t>
                        </m:r>
                      </m:e>
                      <m:sub>
                        <m:sSub>
                          <m:sSubPr>
                            <m:ctrlPr>
                              <a:rPr lang="el-GR" altLang="en-US" sz="2800" b="1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en-US" sz="2800" b="1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𝟐</m:t>
                            </m:r>
                            <m:r>
                              <a:rPr lang="en-US" altLang="en-US" sz="2800" b="1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en-US" sz="2800" b="1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𝒙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en-US" sz="2800" b="1" baseline="-25000" dirty="0">
                    <a:solidFill>
                      <a:srgbClr val="0000FF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/>
                  <a:t>: </a:t>
                </a:r>
                <a:r>
                  <a:rPr lang="en-US" altLang="en-US" sz="2800" dirty="0" err="1"/>
                  <a:t>mật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e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    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2800" b="1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l-GR" altLang="en-US" sz="28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𝝈</m:t>
                        </m:r>
                      </m:e>
                      <m:sub>
                        <m:sSub>
                          <m:sSubPr>
                            <m:ctrlPr>
                              <a:rPr lang="el-GR" altLang="en-US" sz="28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en-US" sz="28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𝟐</m:t>
                            </m:r>
                            <m:r>
                              <a:rPr lang="en-US" altLang="en-US" sz="28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en-US" sz="2800" b="1" i="1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𝒙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en-US" sz="2800" dirty="0">
                    <a:sym typeface="Symbol" panose="05050102010706020507" pitchFamily="18" charset="2"/>
                  </a:rPr>
                  <a:t>)</a:t>
                </a:r>
                <a:endParaRPr lang="en-US" alt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4DFE24D1-B4CF-4DC6-81CC-021801CFC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66755" y="4044073"/>
                <a:ext cx="5676530" cy="561885"/>
              </a:xfrm>
              <a:prstGeom prst="rect">
                <a:avLst/>
              </a:prstGeom>
              <a:blipFill rotWithShape="0">
                <a:blip r:embed="rId3"/>
                <a:stretch>
                  <a:fillRect l="-2256" t="-11828" b="-204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37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 ở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748111" y="6385974"/>
            <a:ext cx="13656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noFill/>
              <a:latin typeface="Arial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60142" y="863805"/>
            <a:ext cx="51483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noFill/>
              <a:latin typeface="Arial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414507" y="1749931"/>
            <a:ext cx="2540088" cy="58573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noFill/>
              <a:latin typeface="Arial" charset="0"/>
            </a:endParaRPr>
          </a:p>
        </p:txBody>
      </p:sp>
      <p:sp>
        <p:nvSpPr>
          <p:cNvPr id="37" name="Text Box 4">
            <a:extLst>
              <a:ext uri="{FF2B5EF4-FFF2-40B4-BE49-F238E27FC236}">
                <a16:creationId xmlns:a16="http://schemas.microsoft.com/office/drawing/2014/main" id="{283A57FD-9813-450C-8AD1-641082699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587" y="5912899"/>
            <a:ext cx="9144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en-US" sz="2800">
                <a:sym typeface="Symbol" panose="05050102010706020507" pitchFamily="18" charset="2"/>
              </a:rPr>
              <a:t>σ</a:t>
            </a:r>
            <a:r>
              <a:rPr lang="en-US" altLang="en-US" sz="2800" baseline="-25000">
                <a:sym typeface="Symbol" panose="05050102010706020507" pitchFamily="18" charset="2"/>
              </a:rPr>
              <a:t>1s</a:t>
            </a:r>
            <a:r>
              <a:rPr lang="en-US" altLang="en-US" sz="2800">
                <a:sym typeface="Symbol" panose="05050102010706020507" pitchFamily="18" charset="2"/>
              </a:rPr>
              <a:t>&lt; </a:t>
            </a:r>
            <a:r>
              <a:rPr lang="el-GR" altLang="en-US" sz="2800">
                <a:sym typeface="Symbol" panose="05050102010706020507" pitchFamily="18" charset="2"/>
              </a:rPr>
              <a:t>σ</a:t>
            </a:r>
            <a:r>
              <a:rPr lang="vi-VN" altLang="en-US" sz="2800" baseline="30000">
                <a:sym typeface="Symbol" panose="05050102010706020507" pitchFamily="18" charset="2"/>
              </a:rPr>
              <a:t>*</a:t>
            </a:r>
            <a:r>
              <a:rPr lang="en-US" altLang="en-US" sz="2800" baseline="-25000">
                <a:sym typeface="Symbol" panose="05050102010706020507" pitchFamily="18" charset="2"/>
              </a:rPr>
              <a:t>1s</a:t>
            </a:r>
            <a:r>
              <a:rPr lang="en-US" altLang="en-US" sz="2800">
                <a:sym typeface="Symbol" panose="05050102010706020507" pitchFamily="18" charset="2"/>
              </a:rPr>
              <a:t>&lt;</a:t>
            </a:r>
            <a:r>
              <a:rPr lang="el-GR" altLang="en-US" sz="2800">
                <a:solidFill>
                  <a:srgbClr val="CC00FF"/>
                </a:solidFill>
                <a:sym typeface="Symbol" panose="05050102010706020507" pitchFamily="18" charset="2"/>
              </a:rPr>
              <a:t>σ</a:t>
            </a:r>
            <a:r>
              <a:rPr lang="en-US" altLang="en-US" sz="2800" baseline="-25000">
                <a:solidFill>
                  <a:srgbClr val="CC00FF"/>
                </a:solidFill>
                <a:sym typeface="Symbol" panose="05050102010706020507" pitchFamily="18" charset="2"/>
              </a:rPr>
              <a:t>2s</a:t>
            </a:r>
            <a:r>
              <a:rPr lang="en-US" altLang="en-US" sz="2800">
                <a:solidFill>
                  <a:srgbClr val="CC00FF"/>
                </a:solidFill>
                <a:sym typeface="Symbol" panose="05050102010706020507" pitchFamily="18" charset="2"/>
              </a:rPr>
              <a:t>&lt;</a:t>
            </a:r>
            <a:r>
              <a:rPr lang="vi-VN" altLang="en-US" sz="2800">
                <a:solidFill>
                  <a:srgbClr val="CC00FF"/>
                </a:solidFill>
                <a:sym typeface="Symbol" panose="05050102010706020507" pitchFamily="18" charset="2"/>
              </a:rPr>
              <a:t> </a:t>
            </a:r>
            <a:r>
              <a:rPr lang="el-GR" altLang="en-US" sz="2800">
                <a:solidFill>
                  <a:srgbClr val="CC00FF"/>
                </a:solidFill>
                <a:sym typeface="Symbol" panose="05050102010706020507" pitchFamily="18" charset="2"/>
              </a:rPr>
              <a:t>σ</a:t>
            </a:r>
            <a:r>
              <a:rPr lang="vi-VN" altLang="en-US" sz="2800" baseline="30000">
                <a:solidFill>
                  <a:srgbClr val="CC00FF"/>
                </a:solidFill>
                <a:sym typeface="Symbol" panose="05050102010706020507" pitchFamily="18" charset="2"/>
              </a:rPr>
              <a:t>*</a:t>
            </a:r>
            <a:r>
              <a:rPr lang="en-US" altLang="en-US" sz="2800" baseline="-25000">
                <a:solidFill>
                  <a:srgbClr val="CC00FF"/>
                </a:solidFill>
                <a:sym typeface="Symbol" panose="05050102010706020507" pitchFamily="18" charset="2"/>
              </a:rPr>
              <a:t>2s</a:t>
            </a:r>
            <a:r>
              <a:rPr lang="en-US" altLang="en-US" sz="2800">
                <a:solidFill>
                  <a:srgbClr val="CC00FF"/>
                </a:solidFill>
                <a:sym typeface="Symbol" panose="05050102010706020507" pitchFamily="18" charset="2"/>
              </a:rPr>
              <a:t>&lt;</a:t>
            </a:r>
            <a:r>
              <a:rPr lang="vi-VN" altLang="en-US" sz="2800">
                <a:solidFill>
                  <a:srgbClr val="CC00FF"/>
                </a:solidFill>
                <a:sym typeface="Symbol" panose="05050102010706020507" pitchFamily="18" charset="2"/>
              </a:rPr>
              <a:t> </a:t>
            </a:r>
            <a:r>
              <a:rPr lang="el-GR" altLang="en-US" sz="2800" b="1">
                <a:solidFill>
                  <a:srgbClr val="CC00FF"/>
                </a:solidFill>
                <a:sym typeface="Symbol" panose="05050102010706020507" pitchFamily="18" charset="2"/>
              </a:rPr>
              <a:t>σ</a:t>
            </a:r>
            <a:r>
              <a:rPr lang="en-US" altLang="en-US" sz="2800" b="1" baseline="-25000">
                <a:solidFill>
                  <a:srgbClr val="CC00FF"/>
                </a:solidFill>
                <a:sym typeface="Symbol" panose="05050102010706020507" pitchFamily="18" charset="2"/>
              </a:rPr>
              <a:t>2px</a:t>
            </a:r>
            <a:r>
              <a:rPr lang="en-US" altLang="en-US" sz="2800" b="1">
                <a:solidFill>
                  <a:srgbClr val="CC00FF"/>
                </a:solidFill>
                <a:sym typeface="Symbol" panose="05050102010706020507" pitchFamily="18" charset="2"/>
              </a:rPr>
              <a:t>&lt;</a:t>
            </a:r>
            <a:r>
              <a:rPr lang="vi-VN" altLang="en-US" sz="2800" b="1">
                <a:solidFill>
                  <a:srgbClr val="CC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b="1">
                <a:solidFill>
                  <a:srgbClr val="CC00FF"/>
                </a:solidFill>
                <a:sym typeface="Symbol" panose="05050102010706020507" pitchFamily="18" charset="2"/>
              </a:rPr>
              <a:t></a:t>
            </a:r>
            <a:r>
              <a:rPr lang="en-US" altLang="en-US" sz="2800" b="1" baseline="-25000">
                <a:solidFill>
                  <a:srgbClr val="CC00FF"/>
                </a:solidFill>
                <a:sym typeface="Symbol" panose="05050102010706020507" pitchFamily="18" charset="2"/>
              </a:rPr>
              <a:t>2py </a:t>
            </a:r>
            <a:r>
              <a:rPr lang="en-US" altLang="en-US" sz="2800" b="1">
                <a:solidFill>
                  <a:srgbClr val="CC00FF"/>
                </a:solidFill>
                <a:sym typeface="Symbol" panose="05050102010706020507" pitchFamily="18" charset="2"/>
              </a:rPr>
              <a:t>=</a:t>
            </a:r>
            <a:r>
              <a:rPr lang="en-US" altLang="en-US" sz="2800" b="1" baseline="-25000">
                <a:solidFill>
                  <a:srgbClr val="CC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b="1">
                <a:solidFill>
                  <a:srgbClr val="CC00FF"/>
                </a:solidFill>
                <a:sym typeface="Symbol" panose="05050102010706020507" pitchFamily="18" charset="2"/>
              </a:rPr>
              <a:t></a:t>
            </a:r>
            <a:r>
              <a:rPr lang="en-US" altLang="en-US" sz="2800" b="1" baseline="-25000">
                <a:solidFill>
                  <a:srgbClr val="CC00FF"/>
                </a:solidFill>
                <a:sym typeface="Symbol" panose="05050102010706020507" pitchFamily="18" charset="2"/>
              </a:rPr>
              <a:t>2pz  </a:t>
            </a:r>
            <a:r>
              <a:rPr lang="en-US" altLang="en-US" sz="2800">
                <a:solidFill>
                  <a:srgbClr val="CC00FF"/>
                </a:solidFill>
                <a:sym typeface="Symbol" panose="05050102010706020507" pitchFamily="18" charset="2"/>
              </a:rPr>
              <a:t>&lt;</a:t>
            </a:r>
            <a:r>
              <a:rPr lang="vi-VN" altLang="en-US" sz="2800">
                <a:solidFill>
                  <a:srgbClr val="CC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>
                <a:solidFill>
                  <a:srgbClr val="CC00FF"/>
                </a:solidFill>
                <a:sym typeface="Symbol" panose="05050102010706020507" pitchFamily="18" charset="2"/>
              </a:rPr>
              <a:t></a:t>
            </a:r>
            <a:r>
              <a:rPr lang="vi-VN" altLang="en-US" sz="2800" baseline="30000">
                <a:solidFill>
                  <a:srgbClr val="CC00FF"/>
                </a:solidFill>
                <a:sym typeface="Symbol" panose="05050102010706020507" pitchFamily="18" charset="2"/>
              </a:rPr>
              <a:t>*</a:t>
            </a:r>
            <a:r>
              <a:rPr lang="en-US" altLang="en-US" sz="2800" baseline="-25000">
                <a:solidFill>
                  <a:srgbClr val="CC00FF"/>
                </a:solidFill>
                <a:sym typeface="Symbol" panose="05050102010706020507" pitchFamily="18" charset="2"/>
              </a:rPr>
              <a:t>2py</a:t>
            </a:r>
            <a:r>
              <a:rPr lang="en-US" altLang="en-US" sz="2800">
                <a:solidFill>
                  <a:srgbClr val="CC00FF"/>
                </a:solidFill>
                <a:sym typeface="Symbol" panose="05050102010706020507" pitchFamily="18" charset="2"/>
              </a:rPr>
              <a:t> = </a:t>
            </a:r>
            <a:r>
              <a:rPr lang="vi-VN" altLang="en-US" sz="2800" baseline="30000">
                <a:solidFill>
                  <a:srgbClr val="CC00FF"/>
                </a:solidFill>
                <a:sym typeface="Symbol" panose="05050102010706020507" pitchFamily="18" charset="2"/>
              </a:rPr>
              <a:t>*</a:t>
            </a:r>
            <a:r>
              <a:rPr lang="en-US" altLang="en-US" sz="2800" baseline="-25000">
                <a:solidFill>
                  <a:srgbClr val="CC00FF"/>
                </a:solidFill>
                <a:sym typeface="Symbol" panose="05050102010706020507" pitchFamily="18" charset="2"/>
              </a:rPr>
              <a:t>2pz</a:t>
            </a:r>
            <a:r>
              <a:rPr lang="en-US" altLang="en-US" sz="2800">
                <a:solidFill>
                  <a:srgbClr val="CC00FF"/>
                </a:solidFill>
                <a:sym typeface="Symbol" panose="05050102010706020507" pitchFamily="18" charset="2"/>
              </a:rPr>
              <a:t>&lt; </a:t>
            </a:r>
            <a:r>
              <a:rPr lang="el-GR" altLang="en-US" sz="2800">
                <a:solidFill>
                  <a:srgbClr val="CC00FF"/>
                </a:solidFill>
                <a:sym typeface="Symbol" panose="05050102010706020507" pitchFamily="18" charset="2"/>
              </a:rPr>
              <a:t>σ</a:t>
            </a:r>
            <a:r>
              <a:rPr lang="vi-VN" altLang="en-US" sz="2800" baseline="30000">
                <a:solidFill>
                  <a:srgbClr val="CC00FF"/>
                </a:solidFill>
                <a:sym typeface="Symbol" panose="05050102010706020507" pitchFamily="18" charset="2"/>
              </a:rPr>
              <a:t>*</a:t>
            </a:r>
            <a:r>
              <a:rPr lang="en-US" altLang="en-US" sz="2800" baseline="-25000">
                <a:solidFill>
                  <a:srgbClr val="CC00FF"/>
                </a:solidFill>
                <a:sym typeface="Symbol" panose="05050102010706020507" pitchFamily="18" charset="2"/>
              </a:rPr>
              <a:t>2px</a:t>
            </a:r>
            <a:endParaRPr lang="el-GR" altLang="en-US" sz="2800">
              <a:solidFill>
                <a:srgbClr val="CC00FF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 sz="2800" b="1">
                <a:solidFill>
                  <a:srgbClr val="FF0066"/>
                </a:solidFill>
                <a:sym typeface="Symbol" panose="05050102010706020507" pitchFamily="18" charset="2"/>
              </a:rPr>
              <a:t> </a:t>
            </a:r>
            <a:endParaRPr lang="en-US" altLang="en-US" sz="2800"/>
          </a:p>
        </p:txBody>
      </p:sp>
      <p:sp>
        <p:nvSpPr>
          <p:cNvPr id="38" name="Text Box 7">
            <a:extLst>
              <a:ext uri="{FF2B5EF4-FFF2-40B4-BE49-F238E27FC236}">
                <a16:creationId xmlns:a16="http://schemas.microsoft.com/office/drawing/2014/main" id="{0E4785C9-EBA7-4B9C-8E7C-E307CCE99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82" y="3988735"/>
            <a:ext cx="40433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 err="1">
                <a:solidFill>
                  <a:srgbClr val="006600"/>
                </a:solidFill>
                <a:sym typeface="Symbol" panose="05050102010706020507" pitchFamily="18" charset="2"/>
              </a:rPr>
              <a:t>Đầu</a:t>
            </a:r>
            <a:r>
              <a:rPr lang="en-US" altLang="en-US" sz="2800" b="1" dirty="0">
                <a:solidFill>
                  <a:srgbClr val="006600"/>
                </a:solidFill>
                <a:sym typeface="Symbol" panose="05050102010706020507" pitchFamily="18" charset="2"/>
              </a:rPr>
              <a:t> CK 2: </a:t>
            </a:r>
            <a:r>
              <a:rPr lang="vi-VN" altLang="en-US" sz="2800" b="1" dirty="0">
                <a:solidFill>
                  <a:srgbClr val="006600"/>
                </a:solidFill>
                <a:sym typeface="Symbol" panose="05050102010706020507" pitchFamily="18" charset="2"/>
              </a:rPr>
              <a:t>Li </a:t>
            </a:r>
            <a:r>
              <a:rPr lang="en-US" altLang="en-US" sz="2800" b="1" dirty="0">
                <a:solidFill>
                  <a:srgbClr val="006600"/>
                </a:solidFill>
                <a:sym typeface="Symbol" panose="05050102010706020507" pitchFamily="18" charset="2"/>
              </a:rPr>
              <a:t> </a:t>
            </a:r>
            <a:r>
              <a:rPr lang="vi-VN" altLang="en-US" sz="2800" b="1" dirty="0">
                <a:solidFill>
                  <a:srgbClr val="006600"/>
                </a:solidFill>
                <a:sym typeface="Symbol" panose="05050102010706020507" pitchFamily="18" charset="2"/>
              </a:rPr>
              <a:t>N</a:t>
            </a:r>
            <a:endParaRPr lang="en-US" altLang="en-US" sz="2800" b="1" dirty="0">
              <a:solidFill>
                <a:srgbClr val="006600"/>
              </a:solidFill>
              <a:sym typeface="Symbol" panose="05050102010706020507" pitchFamily="18" charset="2"/>
            </a:endParaRPr>
          </a:p>
        </p:txBody>
      </p:sp>
      <p:sp>
        <p:nvSpPr>
          <p:cNvPr id="39" name="Text Box 8">
            <a:extLst>
              <a:ext uri="{FF2B5EF4-FFF2-40B4-BE49-F238E27FC236}">
                <a16:creationId xmlns:a16="http://schemas.microsoft.com/office/drawing/2014/main" id="{898B4404-7D6B-4EE5-A20E-B8EC38928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199" y="4646074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2800">
                <a:sym typeface="Symbol" panose="05050102010706020507" pitchFamily="18" charset="2"/>
              </a:rPr>
              <a:t>σ</a:t>
            </a:r>
            <a:r>
              <a:rPr lang="en-US" altLang="en-US" sz="2800" baseline="-25000">
                <a:sym typeface="Symbol" panose="05050102010706020507" pitchFamily="18" charset="2"/>
              </a:rPr>
              <a:t>1s</a:t>
            </a:r>
            <a:r>
              <a:rPr lang="en-US" altLang="en-US" sz="2800">
                <a:sym typeface="Symbol" panose="05050102010706020507" pitchFamily="18" charset="2"/>
              </a:rPr>
              <a:t>&lt; </a:t>
            </a:r>
            <a:r>
              <a:rPr lang="el-GR" altLang="en-US" sz="2800">
                <a:sym typeface="Symbol" panose="05050102010706020507" pitchFamily="18" charset="2"/>
              </a:rPr>
              <a:t>σ</a:t>
            </a:r>
            <a:r>
              <a:rPr lang="en-US" altLang="en-US" sz="2800">
                <a:sym typeface="Symbol" panose="05050102010706020507" pitchFamily="18" charset="2"/>
              </a:rPr>
              <a:t>*</a:t>
            </a:r>
            <a:r>
              <a:rPr lang="en-US" altLang="en-US" sz="2800" baseline="-25000">
                <a:sym typeface="Symbol" panose="05050102010706020507" pitchFamily="18" charset="2"/>
              </a:rPr>
              <a:t>1s</a:t>
            </a:r>
            <a:r>
              <a:rPr lang="en-US" altLang="en-US" sz="2800">
                <a:sym typeface="Symbol" panose="05050102010706020507" pitchFamily="18" charset="2"/>
              </a:rPr>
              <a:t>&lt;</a:t>
            </a:r>
            <a:r>
              <a:rPr lang="el-GR" altLang="en-US" sz="2800">
                <a:solidFill>
                  <a:srgbClr val="008000"/>
                </a:solidFill>
                <a:sym typeface="Symbol" panose="05050102010706020507" pitchFamily="18" charset="2"/>
              </a:rPr>
              <a:t>σ</a:t>
            </a:r>
            <a:r>
              <a:rPr lang="en-US" altLang="en-US" sz="2800" baseline="-25000">
                <a:solidFill>
                  <a:srgbClr val="008000"/>
                </a:solidFill>
                <a:sym typeface="Symbol" panose="05050102010706020507" pitchFamily="18" charset="2"/>
              </a:rPr>
              <a:t>2s</a:t>
            </a:r>
            <a:r>
              <a:rPr lang="en-US" altLang="en-US" sz="2800">
                <a:solidFill>
                  <a:srgbClr val="008000"/>
                </a:solidFill>
                <a:sym typeface="Symbol" panose="05050102010706020507" pitchFamily="18" charset="2"/>
              </a:rPr>
              <a:t>&lt;</a:t>
            </a:r>
            <a:r>
              <a:rPr lang="el-GR" altLang="en-US" sz="2800">
                <a:solidFill>
                  <a:srgbClr val="008000"/>
                </a:solidFill>
                <a:sym typeface="Symbol" panose="05050102010706020507" pitchFamily="18" charset="2"/>
              </a:rPr>
              <a:t>σ</a:t>
            </a:r>
            <a:r>
              <a:rPr lang="en-US" altLang="en-US" sz="2800">
                <a:solidFill>
                  <a:srgbClr val="008000"/>
                </a:solidFill>
                <a:sym typeface="Symbol" panose="05050102010706020507" pitchFamily="18" charset="2"/>
              </a:rPr>
              <a:t>*</a:t>
            </a:r>
            <a:r>
              <a:rPr lang="en-US" altLang="en-US" sz="2800" baseline="-25000">
                <a:solidFill>
                  <a:srgbClr val="008000"/>
                </a:solidFill>
                <a:sym typeface="Symbol" panose="05050102010706020507" pitchFamily="18" charset="2"/>
              </a:rPr>
              <a:t>2s</a:t>
            </a:r>
            <a:r>
              <a:rPr lang="en-US" altLang="en-US" sz="2800">
                <a:solidFill>
                  <a:srgbClr val="008000"/>
                </a:solidFill>
                <a:sym typeface="Symbol" panose="05050102010706020507" pitchFamily="18" charset="2"/>
              </a:rPr>
              <a:t>&lt;</a:t>
            </a:r>
            <a:r>
              <a:rPr lang="vi-VN" altLang="en-US" sz="2800">
                <a:solidFill>
                  <a:srgbClr val="008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b="1">
                <a:solidFill>
                  <a:srgbClr val="008000"/>
                </a:solidFill>
                <a:sym typeface="Symbol" panose="05050102010706020507" pitchFamily="18" charset="2"/>
              </a:rPr>
              <a:t></a:t>
            </a:r>
            <a:r>
              <a:rPr lang="en-US" altLang="en-US" sz="2800" b="1" baseline="-25000">
                <a:solidFill>
                  <a:srgbClr val="008000"/>
                </a:solidFill>
                <a:sym typeface="Symbol" panose="05050102010706020507" pitchFamily="18" charset="2"/>
              </a:rPr>
              <a:t>2py</a:t>
            </a:r>
            <a:r>
              <a:rPr lang="en-US" altLang="en-US" sz="2800" b="1">
                <a:solidFill>
                  <a:srgbClr val="008000"/>
                </a:solidFill>
                <a:sym typeface="Symbol" panose="05050102010706020507" pitchFamily="18" charset="2"/>
              </a:rPr>
              <a:t>= </a:t>
            </a:r>
            <a:r>
              <a:rPr lang="en-US" altLang="en-US" sz="2800" b="1" baseline="-25000">
                <a:solidFill>
                  <a:srgbClr val="008000"/>
                </a:solidFill>
                <a:sym typeface="Symbol" panose="05050102010706020507" pitchFamily="18" charset="2"/>
              </a:rPr>
              <a:t>2pz</a:t>
            </a:r>
            <a:r>
              <a:rPr lang="en-US" altLang="en-US" sz="2800" b="1">
                <a:solidFill>
                  <a:srgbClr val="008000"/>
                </a:solidFill>
                <a:sym typeface="Symbol" panose="05050102010706020507" pitchFamily="18" charset="2"/>
              </a:rPr>
              <a:t> &lt;</a:t>
            </a:r>
            <a:r>
              <a:rPr lang="vi-VN" altLang="en-US" sz="2800" b="1">
                <a:solidFill>
                  <a:srgbClr val="008000"/>
                </a:solidFill>
                <a:sym typeface="Symbol" panose="05050102010706020507" pitchFamily="18" charset="2"/>
              </a:rPr>
              <a:t> </a:t>
            </a:r>
            <a:r>
              <a:rPr lang="el-GR" altLang="en-US" sz="2800" b="1">
                <a:solidFill>
                  <a:srgbClr val="008000"/>
                </a:solidFill>
                <a:sym typeface="Symbol" panose="05050102010706020507" pitchFamily="18" charset="2"/>
              </a:rPr>
              <a:t>σ</a:t>
            </a:r>
            <a:r>
              <a:rPr lang="en-US" altLang="en-US" sz="2800" b="1" baseline="-25000">
                <a:solidFill>
                  <a:srgbClr val="008000"/>
                </a:solidFill>
                <a:sym typeface="Symbol" panose="05050102010706020507" pitchFamily="18" charset="2"/>
              </a:rPr>
              <a:t>2px</a:t>
            </a:r>
            <a:r>
              <a:rPr lang="en-US" altLang="en-US" sz="2800">
                <a:solidFill>
                  <a:srgbClr val="008000"/>
                </a:solidFill>
                <a:sym typeface="Symbol" panose="05050102010706020507" pitchFamily="18" charset="2"/>
              </a:rPr>
              <a:t>&lt;</a:t>
            </a:r>
            <a:r>
              <a:rPr lang="vi-VN" altLang="en-US" sz="2800">
                <a:solidFill>
                  <a:srgbClr val="008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>
                <a:solidFill>
                  <a:srgbClr val="008000"/>
                </a:solidFill>
                <a:sym typeface="Symbol" panose="05050102010706020507" pitchFamily="18" charset="2"/>
              </a:rPr>
              <a:t>*</a:t>
            </a:r>
            <a:r>
              <a:rPr lang="en-US" altLang="en-US" sz="2800" baseline="-25000">
                <a:solidFill>
                  <a:srgbClr val="008000"/>
                </a:solidFill>
                <a:sym typeface="Symbol" panose="05050102010706020507" pitchFamily="18" charset="2"/>
              </a:rPr>
              <a:t>2py</a:t>
            </a:r>
            <a:r>
              <a:rPr lang="en-US" altLang="en-US" sz="2800">
                <a:solidFill>
                  <a:srgbClr val="008000"/>
                </a:solidFill>
                <a:sym typeface="Symbol" panose="05050102010706020507" pitchFamily="18" charset="2"/>
              </a:rPr>
              <a:t>= *</a:t>
            </a:r>
            <a:r>
              <a:rPr lang="en-US" altLang="en-US" sz="2800" baseline="-25000">
                <a:solidFill>
                  <a:srgbClr val="008000"/>
                </a:solidFill>
                <a:sym typeface="Symbol" panose="05050102010706020507" pitchFamily="18" charset="2"/>
              </a:rPr>
              <a:t>2pz</a:t>
            </a:r>
            <a:r>
              <a:rPr lang="en-US" altLang="en-US" sz="2800">
                <a:solidFill>
                  <a:srgbClr val="008000"/>
                </a:solidFill>
                <a:sym typeface="Symbol" panose="05050102010706020507" pitchFamily="18" charset="2"/>
              </a:rPr>
              <a:t>&lt; </a:t>
            </a:r>
            <a:r>
              <a:rPr lang="el-GR" altLang="en-US" sz="2800">
                <a:solidFill>
                  <a:srgbClr val="008000"/>
                </a:solidFill>
                <a:sym typeface="Symbol" panose="05050102010706020507" pitchFamily="18" charset="2"/>
              </a:rPr>
              <a:t>σ</a:t>
            </a:r>
            <a:r>
              <a:rPr lang="en-US" altLang="en-US" sz="2800">
                <a:solidFill>
                  <a:srgbClr val="008000"/>
                </a:solidFill>
                <a:sym typeface="Symbol" panose="05050102010706020507" pitchFamily="18" charset="2"/>
              </a:rPr>
              <a:t>*</a:t>
            </a:r>
            <a:r>
              <a:rPr lang="en-US" altLang="en-US" sz="2800" baseline="-25000">
                <a:solidFill>
                  <a:srgbClr val="008000"/>
                </a:solidFill>
                <a:sym typeface="Symbol" panose="05050102010706020507" pitchFamily="18" charset="2"/>
              </a:rPr>
              <a:t>2px</a:t>
            </a:r>
            <a:endParaRPr lang="el-GR" altLang="en-US" sz="2800">
              <a:solidFill>
                <a:srgbClr val="0080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endParaRPr lang="en-US" altLang="en-US" sz="2800" baseline="30000"/>
          </a:p>
        </p:txBody>
      </p:sp>
      <p:sp>
        <p:nvSpPr>
          <p:cNvPr id="40" name="Text Box 9">
            <a:extLst>
              <a:ext uri="{FF2B5EF4-FFF2-40B4-BE49-F238E27FC236}">
                <a16:creationId xmlns:a16="http://schemas.microsoft.com/office/drawing/2014/main" id="{D8D2DAAC-1F26-445E-B9C1-FED3F8307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9" y="5339009"/>
            <a:ext cx="3635375" cy="547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 err="1">
                <a:solidFill>
                  <a:srgbClr val="CC00FF"/>
                </a:solidFill>
              </a:rPr>
              <a:t>Cuối</a:t>
            </a:r>
            <a:r>
              <a:rPr lang="en-US" altLang="en-US" sz="2800" b="1" dirty="0">
                <a:solidFill>
                  <a:srgbClr val="CC00FF"/>
                </a:solidFill>
              </a:rPr>
              <a:t> CK 2: </a:t>
            </a:r>
            <a:r>
              <a:rPr lang="vi-VN" altLang="en-US" sz="2800" b="1" dirty="0">
                <a:solidFill>
                  <a:srgbClr val="CC00FF"/>
                </a:solidFill>
              </a:rPr>
              <a:t>O, F</a:t>
            </a:r>
            <a:r>
              <a:rPr lang="en-US" altLang="en-US" sz="2800" b="1" dirty="0">
                <a:solidFill>
                  <a:srgbClr val="CC00FF"/>
                </a:solidFill>
              </a:rPr>
              <a:t>,</a:t>
            </a:r>
            <a:r>
              <a:rPr lang="vi-VN" altLang="en-US" sz="2800" b="1" dirty="0">
                <a:solidFill>
                  <a:srgbClr val="CC00FF"/>
                </a:solidFill>
              </a:rPr>
              <a:t> Ne</a:t>
            </a:r>
            <a:endParaRPr lang="en-US" altLang="en-US" sz="2800" b="1" dirty="0">
              <a:solidFill>
                <a:srgbClr val="CC00FF"/>
              </a:solidFill>
            </a:endParaRPr>
          </a:p>
          <a:p>
            <a:pPr eaLnBrk="1" hangingPunct="1">
              <a:spcBef>
                <a:spcPct val="50000"/>
              </a:spcBef>
            </a:pPr>
            <a:endParaRPr lang="en-US" altLang="en-US" sz="2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E9DB7F-F0DB-4639-8077-B7C65821B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9599" y="4344449"/>
            <a:ext cx="2743200" cy="2468563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B4A6BF-CAC1-4FC9-A8B3-44BEFA220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9149" y="4337159"/>
            <a:ext cx="3057525" cy="2468562"/>
          </a:xfrm>
          <a:prstGeom prst="rect">
            <a:avLst/>
          </a:prstGeom>
          <a:noFill/>
          <a:ln w="222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617AD2-AE99-4129-B566-1B9FF9B6C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5624" y="4527012"/>
            <a:ext cx="290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FC7730-D409-4362-BE32-ED0BE6FF0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687" y="4555587"/>
            <a:ext cx="2905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5F31E7-99C2-4DA8-8D9B-3D67F09CA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4349" y="4585749"/>
            <a:ext cx="290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62D959-22E1-4F3B-A67A-26EBDB63D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962" y="5820824"/>
            <a:ext cx="290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0895E5-F325-49E7-9D1A-83B201B22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0474" y="4568287"/>
            <a:ext cx="290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88E36F-385A-492E-80D1-F9332CB0A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9787" y="4580987"/>
            <a:ext cx="290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AFAD39-3EFF-4FD6-B3C6-4B97BE61B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9474" y="4550824"/>
            <a:ext cx="290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935010-CFD3-4A97-8A99-1677511BD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7087" y="5820824"/>
            <a:ext cx="290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C1D00E-C356-4E5A-9B12-52E938B37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174" y="5839874"/>
            <a:ext cx="290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D48732-371E-4B8B-9EE4-79B449DE8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149" y="4565112"/>
            <a:ext cx="290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7F45A0-59FF-4E6B-813E-BFAC7E293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2699" y="4550824"/>
            <a:ext cx="290513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7F205E-7B07-42DC-9B7D-B52EA5326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9312" y="5766849"/>
            <a:ext cx="290512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4C5984-A31E-468C-A377-7495A0795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149" y="5766849"/>
            <a:ext cx="290513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5FEB80-367B-404D-8644-37E32D354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912" y="5763674"/>
            <a:ext cx="290512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26783CB-3F89-4216-96B9-386D62CF8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24" y="4515899"/>
            <a:ext cx="290513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C02D74-931D-496C-A1B2-86C641AC9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7374" y="4498437"/>
            <a:ext cx="290513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8B5B54-153C-4D3A-9FA2-2394BE0EF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587" y="4530187"/>
            <a:ext cx="290512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E1CB24-17BA-471D-9F7B-6E55F15EE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2737" y="4565112"/>
            <a:ext cx="290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82079B4-A53B-41F6-AED7-5B717DB87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2124" y="5847812"/>
            <a:ext cx="290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AF6C0B-6CED-49A9-B3E0-6C04017B2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2249" y="5808124"/>
            <a:ext cx="290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835AFE-0BF5-40F5-AB97-BA841973A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1112" y="5820824"/>
            <a:ext cx="290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F0397D-5AE2-44BA-922C-BD299276E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9474" y="5820824"/>
            <a:ext cx="290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64B8B17-B151-438F-94AA-A7EC7FFE9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9849" y="5808124"/>
            <a:ext cx="290513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A29E6D-734C-44B0-986B-366D033E7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9949" y="4541299"/>
            <a:ext cx="290513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B42C75C-1C22-4C96-B556-C61A22107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2249" y="5777962"/>
            <a:ext cx="290513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A0AFBA6-E1EE-40E3-8523-E3155B154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2737" y="4580987"/>
            <a:ext cx="290512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1A8523-EAC3-4398-BE57-8000887FF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9112" y="5777962"/>
            <a:ext cx="290512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A675E4-B5D9-437E-956A-E400A8D26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6737" y="4565112"/>
            <a:ext cx="288925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6F55698-D013-4732-82DE-5BC66EC5C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3312" y="4550824"/>
            <a:ext cx="290512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1C2F077-0BE2-480E-A41B-54A962A27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2362" y="5847812"/>
            <a:ext cx="290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D74808-0D02-4AC2-B839-FC6033395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3949" y="5792249"/>
            <a:ext cx="290513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3DD54E9-6FE2-49DD-B0F2-68F8C326D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9474" y="5777962"/>
            <a:ext cx="290513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00000"/>
                </a:solidFill>
              </a:rPr>
              <a:t>2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691" y="863804"/>
            <a:ext cx="5749249" cy="3186957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E55DBCB9-4362-44B7-AB2A-D435FC085178}"/>
              </a:ext>
            </a:extLst>
          </p:cNvPr>
          <p:cNvSpPr txBox="1">
            <a:spLocks noChangeArrowheads="1"/>
          </p:cNvSpPr>
          <p:nvPr/>
        </p:nvSpPr>
        <p:spPr bwMode="auto">
          <a:xfrm rot="1011026">
            <a:off x="6051623" y="2877739"/>
            <a:ext cx="1525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 err="1"/>
              <a:t>Mật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độ</a:t>
            </a:r>
            <a:r>
              <a:rPr lang="en-US" altLang="en-US" sz="2000" dirty="0"/>
              <a:t> e</a:t>
            </a:r>
            <a:r>
              <a:rPr lang="en-US" altLang="en-US" sz="2000" dirty="0">
                <a:sym typeface="Symbol" panose="05050102010706020507" pitchFamily="18" charset="2"/>
              </a:rPr>
              <a:t></a:t>
            </a:r>
            <a:endParaRPr lang="en-US" altLang="en-US" sz="2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6096DEE-FC7A-4A76-8E3D-52131A441698}"/>
              </a:ext>
            </a:extLst>
          </p:cNvPr>
          <p:cNvSpPr txBox="1">
            <a:spLocks noChangeArrowheads="1"/>
          </p:cNvSpPr>
          <p:nvPr/>
        </p:nvSpPr>
        <p:spPr bwMode="auto">
          <a:xfrm rot="20622880">
            <a:off x="6019027" y="1293371"/>
            <a:ext cx="14773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601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500"/>
                            </p:stCondLst>
                            <p:childTnLst>
                              <p:par>
                                <p:cTn id="1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 animBg="1"/>
      <p:bldP spid="42" grpId="0" animBg="1"/>
      <p:bldP spid="43" grpId="0"/>
      <p:bldP spid="44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/>
      <p:bldP spid="62" grpId="0"/>
      <p:bldP spid="63" grpId="0"/>
      <p:bldP spid="64" grpId="0"/>
      <p:bldP spid="65" grpId="0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/>
      <p:bldP spid="74" grpId="0" animBg="1"/>
      <p:bldP spid="75" grpId="0" animBg="1"/>
      <p:bldP spid="97" grpId="0"/>
      <p:bldP spid="9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PP MO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9508CE08-2F3F-4217-8CE0-F8D30B1DC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0287" y="1751590"/>
            <a:ext cx="106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2px</a:t>
            </a:r>
            <a:r>
              <a:rPr lang="en-US" altLang="en-US" sz="2800" b="1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153F5FEA-1783-4AF0-977D-9A3DB76D3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3225" y="2277052"/>
            <a:ext cx="2133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</a:t>
            </a:r>
            <a:r>
              <a:rPr lang="en-US" altLang="en-US" sz="2800" baseline="-25000">
                <a:sym typeface="Symbol" panose="05050102010706020507" pitchFamily="18" charset="2"/>
              </a:rPr>
              <a:t>2py</a:t>
            </a:r>
            <a:r>
              <a:rPr lang="en-US" altLang="en-US" sz="2800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r>
              <a:rPr lang="en-US" altLang="en-US" sz="2800">
                <a:sym typeface="Symbol" panose="05050102010706020507" pitchFamily="18" charset="2"/>
              </a:rPr>
              <a:t> = </a:t>
            </a:r>
            <a:r>
              <a:rPr lang="en-US" altLang="en-US" sz="2800" baseline="-25000">
                <a:sym typeface="Symbol" panose="05050102010706020507" pitchFamily="18" charset="2"/>
              </a:rPr>
              <a:t>2pz</a:t>
            </a:r>
            <a:r>
              <a:rPr lang="en-US" altLang="en-US" sz="2800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endParaRPr lang="en-US" altLang="en-US" sz="2800">
              <a:solidFill>
                <a:srgbClr val="FF0000"/>
              </a:solidFill>
            </a:endParaRPr>
          </a:p>
          <a:p>
            <a:endParaRPr lang="en-US" altLang="en-US" sz="280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E71DA24E-A35D-4066-87DD-468D3225B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775" y="3588327"/>
            <a:ext cx="2133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</a:t>
            </a:r>
            <a:r>
              <a:rPr lang="en-US" altLang="en-US" sz="2800" baseline="-25000">
                <a:sym typeface="Symbol" panose="05050102010706020507" pitchFamily="18" charset="2"/>
              </a:rPr>
              <a:t>2py</a:t>
            </a:r>
            <a:r>
              <a:rPr lang="en-US" altLang="en-US" sz="2800">
                <a:sym typeface="Symbol" panose="05050102010706020507" pitchFamily="18" charset="2"/>
              </a:rPr>
              <a:t> = </a:t>
            </a:r>
            <a:r>
              <a:rPr lang="en-US" altLang="en-US" sz="2800" baseline="-25000">
                <a:sym typeface="Symbol" panose="05050102010706020507" pitchFamily="18" charset="2"/>
              </a:rPr>
              <a:t>2pz</a:t>
            </a:r>
            <a:endParaRPr lang="en-US" altLang="en-US" sz="2800">
              <a:solidFill>
                <a:srgbClr val="FF0000"/>
              </a:solidFill>
            </a:endParaRPr>
          </a:p>
          <a:p>
            <a:endParaRPr lang="en-US" altLang="en-US" sz="2800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6168CE1A-0D13-43E2-97B1-60AE9FC08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6625" y="2896177"/>
            <a:ext cx="106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2px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97F89C4A-183B-4F4C-B680-B65A834A8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737" y="4189990"/>
            <a:ext cx="1066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2s</a:t>
            </a:r>
            <a:r>
              <a:rPr lang="en-US" altLang="en-US" sz="2800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4D90EC69-E499-4652-86BB-578F63446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737" y="4859915"/>
            <a:ext cx="106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2s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C0F6BFE-6AF5-4B7D-B684-362AD825D1DD}"/>
              </a:ext>
            </a:extLst>
          </p:cNvPr>
          <p:cNvCxnSpPr/>
          <p:nvPr/>
        </p:nvCxnSpPr>
        <p:spPr>
          <a:xfrm>
            <a:off x="4381962" y="5274252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189B6F-C7E3-46C1-B674-A0552567ADF3}"/>
              </a:ext>
            </a:extLst>
          </p:cNvPr>
          <p:cNvCxnSpPr/>
          <p:nvPr/>
        </p:nvCxnSpPr>
        <p:spPr>
          <a:xfrm>
            <a:off x="4391487" y="4588452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0782293-C0E3-4942-B849-631B15A9F683}"/>
              </a:ext>
            </a:extLst>
          </p:cNvPr>
          <p:cNvCxnSpPr/>
          <p:nvPr/>
        </p:nvCxnSpPr>
        <p:spPr>
          <a:xfrm>
            <a:off x="3916825" y="3924877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803AF7B-CE15-4710-815A-8456AA47BD78}"/>
              </a:ext>
            </a:extLst>
          </p:cNvPr>
          <p:cNvCxnSpPr/>
          <p:nvPr/>
        </p:nvCxnSpPr>
        <p:spPr>
          <a:xfrm>
            <a:off x="4924887" y="3939165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CBAD250-6800-4B38-8D2F-34D4807D4E0B}"/>
              </a:ext>
            </a:extLst>
          </p:cNvPr>
          <p:cNvCxnSpPr/>
          <p:nvPr/>
        </p:nvCxnSpPr>
        <p:spPr>
          <a:xfrm>
            <a:off x="4391487" y="3351790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442F57-B48D-4485-8E90-7F7DA2620EBE}"/>
              </a:ext>
            </a:extLst>
          </p:cNvPr>
          <p:cNvCxnSpPr/>
          <p:nvPr/>
        </p:nvCxnSpPr>
        <p:spPr>
          <a:xfrm>
            <a:off x="3858087" y="2607252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E87364-BDE1-4789-8952-1C0A9BA2C47A}"/>
              </a:ext>
            </a:extLst>
          </p:cNvPr>
          <p:cNvCxnSpPr/>
          <p:nvPr/>
        </p:nvCxnSpPr>
        <p:spPr>
          <a:xfrm>
            <a:off x="4826462" y="2607252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A0F7E88-B946-4F2A-9FC0-602F67F112EF}"/>
              </a:ext>
            </a:extLst>
          </p:cNvPr>
          <p:cNvCxnSpPr/>
          <p:nvPr/>
        </p:nvCxnSpPr>
        <p:spPr>
          <a:xfrm>
            <a:off x="4381962" y="2169102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7AE4F0-C4DB-46D4-995D-5AD0794C3622}"/>
              </a:ext>
            </a:extLst>
          </p:cNvPr>
          <p:cNvCxnSpPr/>
          <p:nvPr/>
        </p:nvCxnSpPr>
        <p:spPr>
          <a:xfrm>
            <a:off x="8458662" y="5274252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E08835-9948-4F6C-B340-CD1019758CAC}"/>
              </a:ext>
            </a:extLst>
          </p:cNvPr>
          <p:cNvCxnSpPr/>
          <p:nvPr/>
        </p:nvCxnSpPr>
        <p:spPr>
          <a:xfrm>
            <a:off x="8430087" y="4685290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548F11B-9277-4CB3-BC56-6D27ACC60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862" y="4201102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ACA85B-9CDF-4017-87B5-934A9492E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862" y="4859915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A9EEC3-4391-4AA2-B2FB-184579ED9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7262" y="3531177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DE1F23-8DA4-4D98-AF87-3AA2A3581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8087" y="3501015"/>
            <a:ext cx="609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8FA904-6788-4C2E-9EA6-4C36487E7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2912" y="2918402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82F8BB-595F-4425-AC9B-D4B7F6FA8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9762" y="4278890"/>
            <a:ext cx="609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A9C3BD-AF0D-44DE-929F-A334BDDFE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5150" y="3632777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D2FF80-357E-4D2D-BEDE-196C7BDB8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0562" y="4896427"/>
            <a:ext cx="609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C4C6B7-8656-41D5-BA06-7A3CAAE09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3162" y="2942215"/>
            <a:ext cx="609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067F8C-819C-43EB-B067-E9A27C375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5975" y="3632777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7F053E-65FA-4602-9D3A-AA0D9EA74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9325" y="2924752"/>
            <a:ext cx="609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ED94D1-FED3-4C55-ABDE-DAA405D18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6687" y="3510540"/>
            <a:ext cx="609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21F503-D5D4-43F3-8727-1551FA5A1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2425" y="2934277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8F5B73-D6CB-4F71-B017-6D728CBE3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9200" y="3542290"/>
            <a:ext cx="609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8584D5-A319-452D-BFB7-515861C09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587" y="2323090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FF9DFC-101A-468F-8887-B9B3D1C5B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6312" y="4851977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F01C0A-174A-4479-9F1B-E81CC3413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2237" y="2926340"/>
            <a:ext cx="609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3CD723-8046-4950-AEA3-13E5E911D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9475" y="4270952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0005B1-3942-4080-B12C-E8A5A64FE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0087" y="2953327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FBBBA1-66C6-48AF-BB19-330263A78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0087" y="4201102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A3D474-30CC-4EF5-BBCE-18CB4DEBA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8975" y="4859915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48" name="TextBox 46">
            <a:extLst>
              <a:ext uri="{FF2B5EF4-FFF2-40B4-BE49-F238E27FC236}">
                <a16:creationId xmlns:a16="http://schemas.microsoft.com/office/drawing/2014/main" id="{0B23A203-9156-4F51-A502-8F6E4BC7A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150" y="968952"/>
            <a:ext cx="41259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 b="1">
                <a:solidFill>
                  <a:srgbClr val="CC00FF"/>
                </a:solidFill>
              </a:rPr>
              <a:t>N</a:t>
            </a:r>
            <a:r>
              <a:rPr lang="en-US" altLang="en-US" sz="3600" b="1" baseline="-25000">
                <a:solidFill>
                  <a:srgbClr val="CC00FF"/>
                </a:solidFill>
              </a:rPr>
              <a:t>2</a:t>
            </a:r>
            <a:r>
              <a:rPr lang="en-US" altLang="en-US" sz="3600" b="1">
                <a:solidFill>
                  <a:srgbClr val="CC00FF"/>
                </a:solidFill>
              </a:rPr>
              <a:t>: có 10 e hóa trị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261ABB-2077-4509-854E-5D2B0EF42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862" y="5539365"/>
            <a:ext cx="48768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olidFill>
                  <a:srgbClr val="FF0000"/>
                </a:solidFill>
              </a:rPr>
              <a:t>BẬC LK = 3 (1</a:t>
            </a:r>
            <a:r>
              <a:rPr lang="en-US" altLang="en-US" sz="2800">
                <a:solidFill>
                  <a:srgbClr val="FF0000"/>
                </a:solidFill>
                <a:sym typeface="Symbol" panose="05050102010706020507" pitchFamily="18" charset="2"/>
              </a:rPr>
              <a:t> + 2)</a:t>
            </a:r>
          </a:p>
          <a:p>
            <a:r>
              <a:rPr lang="en-US" altLang="en-US" sz="2800">
                <a:solidFill>
                  <a:srgbClr val="FF0000"/>
                </a:solidFill>
                <a:sym typeface="Symbol" panose="05050102010706020507" pitchFamily="18" charset="2"/>
              </a:rPr>
              <a:t>NGHỊCH TỪ</a:t>
            </a:r>
            <a:endParaRPr lang="en-US" altLang="en-US" sz="2800">
              <a:solidFill>
                <a:srgbClr val="FF000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774A272-F78E-4516-B80D-8F85D8EB21AE}"/>
              </a:ext>
            </a:extLst>
          </p:cNvPr>
          <p:cNvSpPr/>
          <p:nvPr/>
        </p:nvSpPr>
        <p:spPr>
          <a:xfrm>
            <a:off x="4307350" y="2845377"/>
            <a:ext cx="779462" cy="608013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23DBDB7-F27D-44FC-9641-496D37790559}"/>
              </a:ext>
            </a:extLst>
          </p:cNvPr>
          <p:cNvSpPr/>
          <p:nvPr/>
        </p:nvSpPr>
        <p:spPr>
          <a:xfrm>
            <a:off x="4826462" y="3450215"/>
            <a:ext cx="779463" cy="60801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E81652F-3E8F-46F2-B116-3ED1A8768384}"/>
              </a:ext>
            </a:extLst>
          </p:cNvPr>
          <p:cNvSpPr/>
          <p:nvPr/>
        </p:nvSpPr>
        <p:spPr>
          <a:xfrm>
            <a:off x="3824750" y="3434340"/>
            <a:ext cx="779462" cy="60801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9E564B-C699-4955-987F-731F51B37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475" y="4932940"/>
            <a:ext cx="1066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2s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4178AF-4299-4F0E-9B99-300F3ADB2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0137" y="4224915"/>
            <a:ext cx="1066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2s</a:t>
            </a:r>
            <a:r>
              <a:rPr lang="en-US" altLang="en-US" sz="2800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B455ED-EEDF-45B8-8DDB-F950B1E66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0237" y="3054927"/>
            <a:ext cx="2133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</a:t>
            </a:r>
            <a:r>
              <a:rPr lang="en-US" altLang="en-US" sz="2800" baseline="-25000">
                <a:sym typeface="Symbol" panose="05050102010706020507" pitchFamily="18" charset="2"/>
              </a:rPr>
              <a:t>2py</a:t>
            </a:r>
            <a:r>
              <a:rPr lang="en-US" altLang="en-US" sz="2800">
                <a:sym typeface="Symbol" panose="05050102010706020507" pitchFamily="18" charset="2"/>
              </a:rPr>
              <a:t> = </a:t>
            </a:r>
            <a:r>
              <a:rPr lang="en-US" altLang="en-US" sz="2800" baseline="-25000">
                <a:sym typeface="Symbol" panose="05050102010706020507" pitchFamily="18" charset="2"/>
              </a:rPr>
              <a:t>2pz</a:t>
            </a:r>
            <a:endParaRPr lang="en-US" altLang="en-US" sz="2800">
              <a:solidFill>
                <a:srgbClr val="FF0000"/>
              </a:solidFill>
            </a:endParaRPr>
          </a:p>
          <a:p>
            <a:endParaRPr lang="en-US" altLang="en-US" sz="28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7E60AB-09BA-4D97-BA57-35064D002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1562" y="3631190"/>
            <a:ext cx="1066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2px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CCF8FA-1A7E-4665-BE5A-648CD518A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6112" y="2458027"/>
            <a:ext cx="2133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</a:t>
            </a:r>
            <a:r>
              <a:rPr lang="en-US" altLang="en-US" sz="2800" baseline="-25000">
                <a:sym typeface="Symbol" panose="05050102010706020507" pitchFamily="18" charset="2"/>
              </a:rPr>
              <a:t>2py</a:t>
            </a:r>
            <a:r>
              <a:rPr lang="en-US" altLang="en-US" sz="2800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r>
              <a:rPr lang="en-US" altLang="en-US" sz="2800">
                <a:sym typeface="Symbol" panose="05050102010706020507" pitchFamily="18" charset="2"/>
              </a:rPr>
              <a:t> = </a:t>
            </a:r>
            <a:r>
              <a:rPr lang="en-US" altLang="en-US" sz="2800" baseline="-25000">
                <a:sym typeface="Symbol" panose="05050102010706020507" pitchFamily="18" charset="2"/>
              </a:rPr>
              <a:t>2pz</a:t>
            </a:r>
            <a:r>
              <a:rPr lang="en-US" altLang="en-US" sz="2800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endParaRPr lang="en-US" altLang="en-US" sz="2800">
              <a:solidFill>
                <a:srgbClr val="FF0000"/>
              </a:solidFill>
            </a:endParaRPr>
          </a:p>
          <a:p>
            <a:endParaRPr lang="en-US" altLang="en-US" sz="28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EDE02E-AAA8-4092-B52E-51649DFC6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0750" y="1799215"/>
            <a:ext cx="1066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2px</a:t>
            </a:r>
            <a:r>
              <a:rPr lang="en-US" altLang="en-US" sz="2800" b="1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0594983-6FBB-41EF-B5B2-19BCA8AFFC2B}"/>
              </a:ext>
            </a:extLst>
          </p:cNvPr>
          <p:cNvCxnSpPr/>
          <p:nvPr/>
        </p:nvCxnSpPr>
        <p:spPr>
          <a:xfrm>
            <a:off x="8360237" y="4042352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C4E5672-C6FC-46C3-B9AC-0CFA1427C3A3}"/>
              </a:ext>
            </a:extLst>
          </p:cNvPr>
          <p:cNvCxnSpPr/>
          <p:nvPr/>
        </p:nvCxnSpPr>
        <p:spPr>
          <a:xfrm>
            <a:off x="7906212" y="3340677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0AC3065-7B1F-4E34-9581-A6F125D8E006}"/>
              </a:ext>
            </a:extLst>
          </p:cNvPr>
          <p:cNvCxnSpPr/>
          <p:nvPr/>
        </p:nvCxnSpPr>
        <p:spPr>
          <a:xfrm>
            <a:off x="8734887" y="3332740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9CB0155-E7C8-4028-98DA-C2A71ADC7387}"/>
              </a:ext>
            </a:extLst>
          </p:cNvPr>
          <p:cNvCxnSpPr/>
          <p:nvPr/>
        </p:nvCxnSpPr>
        <p:spPr>
          <a:xfrm>
            <a:off x="7906212" y="2739015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E040FF2-DB08-4AA4-AC07-3275DFC49031}"/>
              </a:ext>
            </a:extLst>
          </p:cNvPr>
          <p:cNvCxnSpPr/>
          <p:nvPr/>
        </p:nvCxnSpPr>
        <p:spPr>
          <a:xfrm>
            <a:off x="8763462" y="2761240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BDC7314-12CF-4E37-B74E-9C185D458D8D}"/>
              </a:ext>
            </a:extLst>
          </p:cNvPr>
          <p:cNvCxnSpPr/>
          <p:nvPr/>
        </p:nvCxnSpPr>
        <p:spPr>
          <a:xfrm>
            <a:off x="8272925" y="2240540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E3E3392F-2963-4B1C-8AB2-C84E95691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987" y="859415"/>
            <a:ext cx="41259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4800" b="1">
                <a:solidFill>
                  <a:srgbClr val="0000FF"/>
                </a:solidFill>
              </a:rPr>
              <a:t>o</a:t>
            </a:r>
            <a:r>
              <a:rPr lang="en-US" altLang="en-US" sz="3600" b="1" baseline="-25000">
                <a:solidFill>
                  <a:srgbClr val="0000FF"/>
                </a:solidFill>
              </a:rPr>
              <a:t>2</a:t>
            </a:r>
            <a:r>
              <a:rPr lang="en-US" altLang="en-US" sz="3600" b="1">
                <a:solidFill>
                  <a:srgbClr val="0000FF"/>
                </a:solidFill>
              </a:rPr>
              <a:t>: có 1</a:t>
            </a:r>
            <a:r>
              <a:rPr lang="vi-VN" altLang="en-US" sz="3600" b="1">
                <a:solidFill>
                  <a:srgbClr val="0000FF"/>
                </a:solidFill>
              </a:rPr>
              <a:t>2</a:t>
            </a:r>
            <a:r>
              <a:rPr lang="en-US" altLang="en-US" sz="3600" b="1">
                <a:solidFill>
                  <a:srgbClr val="0000FF"/>
                </a:solidFill>
              </a:rPr>
              <a:t> e hóa trị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CDFEF4B-5216-42CC-9D01-023920799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8550" y="2353252"/>
            <a:ext cx="609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4CAA1C8-13E8-4A6F-9300-3FC071DE0F4C}"/>
              </a:ext>
            </a:extLst>
          </p:cNvPr>
          <p:cNvSpPr/>
          <p:nvPr/>
        </p:nvSpPr>
        <p:spPr>
          <a:xfrm>
            <a:off x="8169737" y="3566102"/>
            <a:ext cx="847725" cy="608013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62AC674-01B8-426E-9E4D-A80854512B47}"/>
              </a:ext>
            </a:extLst>
          </p:cNvPr>
          <p:cNvSpPr/>
          <p:nvPr/>
        </p:nvSpPr>
        <p:spPr>
          <a:xfrm>
            <a:off x="7887925" y="2846139"/>
            <a:ext cx="1466850" cy="608013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2709D56-A84E-4B8A-92DF-6C5931EEC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150" y="5529840"/>
            <a:ext cx="48768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olidFill>
                  <a:srgbClr val="FF0000"/>
                </a:solidFill>
              </a:rPr>
              <a:t>BẬC LK = 2 (1</a:t>
            </a:r>
            <a:r>
              <a:rPr lang="en-US" altLang="en-US" sz="2800">
                <a:solidFill>
                  <a:srgbClr val="FF0000"/>
                </a:solidFill>
                <a:sym typeface="Symbol" panose="05050102010706020507" pitchFamily="18" charset="2"/>
              </a:rPr>
              <a:t> + 1)</a:t>
            </a:r>
          </a:p>
          <a:p>
            <a:r>
              <a:rPr lang="en-US" altLang="en-US" sz="2800">
                <a:solidFill>
                  <a:srgbClr val="FF0000"/>
                </a:solidFill>
                <a:sym typeface="Symbol" panose="05050102010706020507" pitchFamily="18" charset="2"/>
              </a:rPr>
              <a:t>THUẬN TỪ</a:t>
            </a:r>
            <a:endParaRPr lang="en-US" altLang="en-US" sz="2800">
              <a:solidFill>
                <a:srgbClr val="FF0000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F3F1854-E393-4DB7-A2BF-B8A95714B55E}"/>
              </a:ext>
            </a:extLst>
          </p:cNvPr>
          <p:cNvSpPr/>
          <p:nvPr/>
        </p:nvSpPr>
        <p:spPr>
          <a:xfrm>
            <a:off x="7914150" y="2092902"/>
            <a:ext cx="1452562" cy="706438"/>
          </a:xfrm>
          <a:prstGeom prst="ellipse">
            <a:avLst/>
          </a:prstGeom>
          <a:noFill/>
          <a:ln w="2857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8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9" grpId="0"/>
      <p:bldP spid="50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/>
      <p:bldP spid="58" grpId="0"/>
      <p:bldP spid="65" grpId="0"/>
      <p:bldP spid="66" grpId="0"/>
      <p:bldP spid="67" grpId="0" animBg="1"/>
      <p:bldP spid="68" grpId="0" animBg="1"/>
      <p:bldP spid="69" grpId="0"/>
      <p:bldP spid="70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PP MO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3">
            <a:extLst>
              <a:ext uri="{FF2B5EF4-FFF2-40B4-BE49-F238E27FC236}">
                <a16:creationId xmlns:a16="http://schemas.microsoft.com/office/drawing/2014/main" id="{6D1AFCC8-E8C7-4EE5-93E6-BDB0ECCD5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473" y="1788676"/>
            <a:ext cx="106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2px</a:t>
            </a:r>
            <a:r>
              <a:rPr lang="en-US" altLang="en-US" sz="2800" b="1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72" name="TextBox 4">
            <a:extLst>
              <a:ext uri="{FF2B5EF4-FFF2-40B4-BE49-F238E27FC236}">
                <a16:creationId xmlns:a16="http://schemas.microsoft.com/office/drawing/2014/main" id="{48B37081-9F25-4FA0-A425-7ADCFC08E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9411" y="2314138"/>
            <a:ext cx="2133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</a:t>
            </a:r>
            <a:r>
              <a:rPr lang="en-US" altLang="en-US" sz="2800" baseline="-25000">
                <a:sym typeface="Symbol" panose="05050102010706020507" pitchFamily="18" charset="2"/>
              </a:rPr>
              <a:t>2py</a:t>
            </a:r>
            <a:r>
              <a:rPr lang="en-US" altLang="en-US" sz="2800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r>
              <a:rPr lang="en-US" altLang="en-US" sz="2800">
                <a:sym typeface="Symbol" panose="05050102010706020507" pitchFamily="18" charset="2"/>
              </a:rPr>
              <a:t> = </a:t>
            </a:r>
            <a:r>
              <a:rPr lang="en-US" altLang="en-US" sz="2800" baseline="-25000">
                <a:sym typeface="Symbol" panose="05050102010706020507" pitchFamily="18" charset="2"/>
              </a:rPr>
              <a:t>2pz</a:t>
            </a:r>
            <a:r>
              <a:rPr lang="en-US" altLang="en-US" sz="2800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endParaRPr lang="en-US" altLang="en-US" sz="2800">
              <a:solidFill>
                <a:srgbClr val="FF0000"/>
              </a:solidFill>
            </a:endParaRPr>
          </a:p>
          <a:p>
            <a:endParaRPr lang="en-US" altLang="en-US" sz="2800"/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4DF0ED81-9784-442A-B535-0950B1797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4961" y="3625413"/>
            <a:ext cx="2133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</a:t>
            </a:r>
            <a:r>
              <a:rPr lang="en-US" altLang="en-US" sz="2800" baseline="-25000">
                <a:sym typeface="Symbol" panose="05050102010706020507" pitchFamily="18" charset="2"/>
              </a:rPr>
              <a:t>2py</a:t>
            </a:r>
            <a:r>
              <a:rPr lang="en-US" altLang="en-US" sz="2800">
                <a:sym typeface="Symbol" panose="05050102010706020507" pitchFamily="18" charset="2"/>
              </a:rPr>
              <a:t> = </a:t>
            </a:r>
            <a:r>
              <a:rPr lang="en-US" altLang="en-US" sz="2800" baseline="-25000">
                <a:sym typeface="Symbol" panose="05050102010706020507" pitchFamily="18" charset="2"/>
              </a:rPr>
              <a:t>2pz</a:t>
            </a:r>
            <a:endParaRPr lang="en-US" altLang="en-US" sz="2800">
              <a:solidFill>
                <a:srgbClr val="FF0000"/>
              </a:solidFill>
            </a:endParaRPr>
          </a:p>
          <a:p>
            <a:endParaRPr lang="en-US" altLang="en-US" sz="2800"/>
          </a:p>
        </p:txBody>
      </p:sp>
      <p:sp>
        <p:nvSpPr>
          <p:cNvPr id="74" name="TextBox 7">
            <a:extLst>
              <a:ext uri="{FF2B5EF4-FFF2-40B4-BE49-F238E27FC236}">
                <a16:creationId xmlns:a16="http://schemas.microsoft.com/office/drawing/2014/main" id="{45D9B403-F498-4493-BA48-689F000F0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811" y="2933263"/>
            <a:ext cx="106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2px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75" name="TextBox 9">
            <a:extLst>
              <a:ext uri="{FF2B5EF4-FFF2-40B4-BE49-F238E27FC236}">
                <a16:creationId xmlns:a16="http://schemas.microsoft.com/office/drawing/2014/main" id="{648DD149-DC9E-4716-B01F-08D0B6C33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3923" y="4227076"/>
            <a:ext cx="1066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2s</a:t>
            </a:r>
            <a:r>
              <a:rPr lang="en-US" altLang="en-US" sz="2800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76" name="TextBox 10">
            <a:extLst>
              <a:ext uri="{FF2B5EF4-FFF2-40B4-BE49-F238E27FC236}">
                <a16:creationId xmlns:a16="http://schemas.microsoft.com/office/drawing/2014/main" id="{6540024D-5E3F-41EF-806C-F1DF8D861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3923" y="4897001"/>
            <a:ext cx="106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2s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08C3FF6-97B3-4292-88BF-E9B055F0D4EF}"/>
              </a:ext>
            </a:extLst>
          </p:cNvPr>
          <p:cNvCxnSpPr/>
          <p:nvPr/>
        </p:nvCxnSpPr>
        <p:spPr>
          <a:xfrm>
            <a:off x="9158148" y="5311338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60AF25E-C56E-4E70-8C01-03C7E9DED3E3}"/>
              </a:ext>
            </a:extLst>
          </p:cNvPr>
          <p:cNvCxnSpPr/>
          <p:nvPr/>
        </p:nvCxnSpPr>
        <p:spPr>
          <a:xfrm>
            <a:off x="9167673" y="4625538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9ABCED1-57FD-4190-A481-37204BCFF1B3}"/>
              </a:ext>
            </a:extLst>
          </p:cNvPr>
          <p:cNvCxnSpPr/>
          <p:nvPr/>
        </p:nvCxnSpPr>
        <p:spPr>
          <a:xfrm>
            <a:off x="8693011" y="3961963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C2FA514-EC7B-49F1-88F4-9803E514BAC6}"/>
              </a:ext>
            </a:extLst>
          </p:cNvPr>
          <p:cNvCxnSpPr/>
          <p:nvPr/>
        </p:nvCxnSpPr>
        <p:spPr>
          <a:xfrm>
            <a:off x="9701073" y="3976251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BB5E38C-42C5-47D8-A729-01D6E28D8EFF}"/>
              </a:ext>
            </a:extLst>
          </p:cNvPr>
          <p:cNvCxnSpPr/>
          <p:nvPr/>
        </p:nvCxnSpPr>
        <p:spPr>
          <a:xfrm>
            <a:off x="9167673" y="3388876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FE0E915-678A-408C-8C82-2616695A75FF}"/>
              </a:ext>
            </a:extLst>
          </p:cNvPr>
          <p:cNvCxnSpPr/>
          <p:nvPr/>
        </p:nvCxnSpPr>
        <p:spPr>
          <a:xfrm>
            <a:off x="8634273" y="2644338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1ED4709-D5AE-40B9-83E0-E0F963F0BB3B}"/>
              </a:ext>
            </a:extLst>
          </p:cNvPr>
          <p:cNvCxnSpPr/>
          <p:nvPr/>
        </p:nvCxnSpPr>
        <p:spPr>
          <a:xfrm>
            <a:off x="9602648" y="2644338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675A5C6-4645-4B1D-91AD-44E304F39122}"/>
              </a:ext>
            </a:extLst>
          </p:cNvPr>
          <p:cNvCxnSpPr/>
          <p:nvPr/>
        </p:nvCxnSpPr>
        <p:spPr>
          <a:xfrm>
            <a:off x="9158148" y="2206188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2C1343C-D33D-4984-BE62-C7769C786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0048" y="4238188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F11E973-4A5F-44C9-8BCA-2C07DCF0F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0048" y="4897001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7C3E648-4648-42A5-830D-4656C0FA8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448" y="3568263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67DF78E-6002-46CC-BB21-496C3172B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4273" y="3538101"/>
            <a:ext cx="609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F6F0CFF-1B63-4681-8486-07A548798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9098" y="2955488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3DC8EBA-49FD-42E0-9793-0B7972AEF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2873" y="3547626"/>
            <a:ext cx="609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FE47FA0-7E50-4942-B017-864FA5052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15386" y="3579376"/>
            <a:ext cx="609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D7D88AF-DD1B-4F03-80A5-A36CF3092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6273" y="2990413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481D6DA-7607-48F0-AC9C-64E600D6C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6273" y="4238188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16EC903-E8E1-4FE2-8D21-A5BA3F5D8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5161" y="4897001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95" name="TextBox 46">
            <a:extLst>
              <a:ext uri="{FF2B5EF4-FFF2-40B4-BE49-F238E27FC236}">
                <a16:creationId xmlns:a16="http://schemas.microsoft.com/office/drawing/2014/main" id="{ABC3A34B-3168-41D0-9984-FAB920F70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360" y="1020900"/>
            <a:ext cx="6477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 dirty="0">
                <a:solidFill>
                  <a:srgbClr val="0000FF"/>
                </a:solidFill>
              </a:rPr>
              <a:t>CO, NO</a:t>
            </a:r>
            <a:r>
              <a:rPr lang="en-US" altLang="en-US" sz="3600" baseline="30000" dirty="0">
                <a:solidFill>
                  <a:srgbClr val="0000FF"/>
                </a:solidFill>
              </a:rPr>
              <a:t>+</a:t>
            </a:r>
            <a:r>
              <a:rPr lang="en-US" altLang="en-US" sz="3600" dirty="0">
                <a:solidFill>
                  <a:srgbClr val="0000FF"/>
                </a:solidFill>
              </a:rPr>
              <a:t>, CN</a:t>
            </a:r>
            <a:r>
              <a:rPr lang="en-US" altLang="en-US" sz="3600" baseline="30000" dirty="0">
                <a:solidFill>
                  <a:srgbClr val="0000FF"/>
                </a:solidFill>
              </a:rPr>
              <a:t>-</a:t>
            </a:r>
            <a:r>
              <a:rPr lang="en-US" altLang="en-US" sz="3600" dirty="0">
                <a:solidFill>
                  <a:srgbClr val="0000FF"/>
                </a:solidFill>
              </a:rPr>
              <a:t>: </a:t>
            </a:r>
            <a:r>
              <a:rPr lang="en-US" altLang="en-US" sz="3600" dirty="0" err="1">
                <a:solidFill>
                  <a:srgbClr val="0000FF"/>
                </a:solidFill>
              </a:rPr>
              <a:t>có</a:t>
            </a:r>
            <a:r>
              <a:rPr lang="en-US" altLang="en-US" sz="3600" dirty="0">
                <a:solidFill>
                  <a:srgbClr val="0000FF"/>
                </a:solidFill>
              </a:rPr>
              <a:t> 10 e </a:t>
            </a:r>
            <a:r>
              <a:rPr lang="en-US" altLang="en-US" sz="3600" dirty="0" err="1">
                <a:solidFill>
                  <a:srgbClr val="0000FF"/>
                </a:solidFill>
              </a:rPr>
              <a:t>hóa</a:t>
            </a:r>
            <a:r>
              <a:rPr lang="en-US" altLang="en-US" sz="3600" dirty="0">
                <a:solidFill>
                  <a:srgbClr val="0000FF"/>
                </a:solidFill>
              </a:rPr>
              <a:t> </a:t>
            </a:r>
            <a:r>
              <a:rPr lang="en-US" altLang="en-US" sz="3600" dirty="0" err="1">
                <a:solidFill>
                  <a:srgbClr val="0000FF"/>
                </a:solidFill>
              </a:rPr>
              <a:t>trị</a:t>
            </a:r>
            <a:endParaRPr lang="en-US" altLang="en-US" sz="3600" dirty="0">
              <a:solidFill>
                <a:srgbClr val="0000FF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76D02DC-9D8A-47D2-AB6D-091178CC1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0183" y="5679858"/>
            <a:ext cx="420538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 LK = 3 (1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 + 2)</a:t>
            </a:r>
          </a:p>
          <a:p>
            <a:pPr algn="ctr"/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NGHỊCH TỪ</a:t>
            </a:r>
            <a:endParaRPr lang="en-US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D7B02FE9-D013-48DB-AE4B-77C7795B9C3E}"/>
              </a:ext>
            </a:extLst>
          </p:cNvPr>
          <p:cNvSpPr/>
          <p:nvPr/>
        </p:nvSpPr>
        <p:spPr>
          <a:xfrm>
            <a:off x="9083536" y="2882463"/>
            <a:ext cx="779462" cy="608013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61EEC865-0B98-4E77-8D96-8A9A07CF990C}"/>
              </a:ext>
            </a:extLst>
          </p:cNvPr>
          <p:cNvSpPr/>
          <p:nvPr/>
        </p:nvSpPr>
        <p:spPr>
          <a:xfrm>
            <a:off x="9602648" y="3487301"/>
            <a:ext cx="779463" cy="60801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0DC901C-37EB-47D6-90A4-71ABE459A8E8}"/>
              </a:ext>
            </a:extLst>
          </p:cNvPr>
          <p:cNvSpPr/>
          <p:nvPr/>
        </p:nvSpPr>
        <p:spPr>
          <a:xfrm>
            <a:off x="8600936" y="3471426"/>
            <a:ext cx="779462" cy="60801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6BEE18EB-C0FD-4B4C-80DF-F1AC65FAF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74" y="2975331"/>
            <a:ext cx="4876800" cy="217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vi-VN" altLang="en-US" sz="2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TỬ AB </a:t>
            </a:r>
            <a:r>
              <a:rPr lang="en-US" altLang="en-US" sz="2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ÍT NHẤT 1 NGUYÊN TỐ ĐẦU CHU KỲ 2</a:t>
            </a:r>
          </a:p>
          <a:p>
            <a:pPr algn="ctr">
              <a:lnSpc>
                <a:spcPct val="150000"/>
              </a:lnSpc>
            </a:pPr>
            <a:r>
              <a:rPr lang="en-US" altLang="en-US" sz="2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US" sz="26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QUI LUẬT ĐẦU CHU K</a:t>
            </a:r>
            <a:r>
              <a:rPr lang="vi-VN" altLang="en-US" sz="26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Ỳ</a:t>
            </a:r>
            <a:r>
              <a:rPr lang="en-US" altLang="en-US" sz="26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2</a:t>
            </a:r>
            <a:endParaRPr lang="en-US" altLang="en-US" sz="26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803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6" grpId="0"/>
      <p:bldP spid="97" grpId="0" animBg="1"/>
      <p:bldP spid="98" grpId="0" animBg="1"/>
      <p:bldP spid="99" grpId="0" animBg="1"/>
      <p:bldP spid="100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PP MO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Box 46">
            <a:extLst>
              <a:ext uri="{FF2B5EF4-FFF2-40B4-BE49-F238E27FC236}">
                <a16:creationId xmlns:a16="http://schemas.microsoft.com/office/drawing/2014/main" id="{ABC3A34B-3168-41D0-9984-FAB920F70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360" y="1020900"/>
            <a:ext cx="6477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 dirty="0">
                <a:solidFill>
                  <a:srgbClr val="FF0000"/>
                </a:solidFill>
              </a:rPr>
              <a:t>FO: </a:t>
            </a:r>
            <a:r>
              <a:rPr lang="en-US" altLang="en-US" sz="3600" dirty="0" err="1">
                <a:solidFill>
                  <a:srgbClr val="FF0000"/>
                </a:solidFill>
              </a:rPr>
              <a:t>có</a:t>
            </a:r>
            <a:r>
              <a:rPr lang="en-US" altLang="en-US" sz="3600" dirty="0">
                <a:solidFill>
                  <a:srgbClr val="FF0000"/>
                </a:solidFill>
              </a:rPr>
              <a:t> 13 e </a:t>
            </a:r>
            <a:r>
              <a:rPr lang="en-US" altLang="en-US" sz="3600" dirty="0" err="1">
                <a:solidFill>
                  <a:srgbClr val="FF0000"/>
                </a:solidFill>
              </a:rPr>
              <a:t>hóa</a:t>
            </a:r>
            <a:r>
              <a:rPr lang="en-US" altLang="en-US" sz="3600" dirty="0">
                <a:solidFill>
                  <a:srgbClr val="FF0000"/>
                </a:solidFill>
              </a:rPr>
              <a:t> </a:t>
            </a:r>
            <a:r>
              <a:rPr lang="en-US" altLang="en-US" sz="3600" dirty="0" err="1">
                <a:solidFill>
                  <a:srgbClr val="FF0000"/>
                </a:solidFill>
              </a:rPr>
              <a:t>trị</a:t>
            </a:r>
            <a:endParaRPr lang="en-US" altLang="en-US" sz="3600" dirty="0">
              <a:solidFill>
                <a:srgbClr val="FF0000"/>
              </a:solidFill>
            </a:endParaRP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6BEE18EB-C0FD-4B4C-80DF-F1AC65FAF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74" y="2975331"/>
            <a:ext cx="4876800" cy="216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vi-VN" altLang="en-US" sz="26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TỬ AB </a:t>
            </a:r>
            <a:r>
              <a:rPr lang="en-US" altLang="en-US" sz="26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2 NGUYÊN TỐ CUỐI CHU KỲ 2</a:t>
            </a:r>
          </a:p>
          <a:p>
            <a:pPr algn="ctr">
              <a:lnSpc>
                <a:spcPct val="150000"/>
              </a:lnSpc>
            </a:pPr>
            <a:r>
              <a:rPr lang="en-US" altLang="en-US" sz="26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US" sz="2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QUI LUẬT CUỐI CHU K</a:t>
            </a:r>
            <a:r>
              <a:rPr lang="vi-VN" altLang="en-US" sz="2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Ỳ</a:t>
            </a:r>
            <a:r>
              <a:rPr lang="en-US" altLang="en-US" sz="2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2</a:t>
            </a:r>
            <a:endParaRPr lang="en-US" altLang="en-US" sz="2600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en-US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CB16104-EA6A-46D5-80AE-F478821FBB6C}"/>
              </a:ext>
            </a:extLst>
          </p:cNvPr>
          <p:cNvCxnSpPr/>
          <p:nvPr/>
        </p:nvCxnSpPr>
        <p:spPr>
          <a:xfrm>
            <a:off x="9194307" y="4805431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EB5124E-3F18-4115-A302-5F9832A78684}"/>
              </a:ext>
            </a:extLst>
          </p:cNvPr>
          <p:cNvCxnSpPr/>
          <p:nvPr/>
        </p:nvCxnSpPr>
        <p:spPr>
          <a:xfrm>
            <a:off x="9164145" y="4335531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13C784D-AE32-404D-B1E8-0FA08C0B2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6520" y="3921194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BDDC73-DC86-4968-96A0-1D7E2A35B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6520" y="3438594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6006DE-35F9-4CDE-B5A8-AE93C0BF8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0807" y="4410144"/>
            <a:ext cx="609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EF0AD3-160A-47F7-8E2E-EFAF61728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507" y="2822644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5386D2-D56B-4055-95EC-E96BE3D15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6545" y="3448119"/>
            <a:ext cx="609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BAE753-9C48-49C6-ABBE-A17D6077C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1670" y="2786131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F853D2-54C1-4CB2-AC8D-B4F64AE26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64232" y="2802006"/>
            <a:ext cx="609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25EE3B-FD3C-4F54-8463-DAB2883F7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257" y="2093981"/>
            <a:ext cx="609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DED63F-3E86-49A6-98F6-5C725A7A5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6870" y="4418081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0A1AB3-0B9E-4762-9F09-F7C0BAFDB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0270" y="2790894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1EA989-6A00-4D44-A3C6-49DEFBA0D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0832" y="3954531"/>
            <a:ext cx="609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6841F7-6C9B-4800-B253-102AC2B26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8820" y="4357756"/>
            <a:ext cx="106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2s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1A5B0B-C993-47B2-A23F-FA3669B9B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8182" y="3852931"/>
            <a:ext cx="106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2s</a:t>
            </a:r>
            <a:r>
              <a:rPr lang="en-US" altLang="en-US" sz="2800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8CEF26-A667-44DC-8290-A91F6AABA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3670" y="2903606"/>
            <a:ext cx="21336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</a:t>
            </a:r>
            <a:r>
              <a:rPr lang="en-US" altLang="en-US" sz="2800" baseline="-25000">
                <a:sym typeface="Symbol" panose="05050102010706020507" pitchFamily="18" charset="2"/>
              </a:rPr>
              <a:t>2py</a:t>
            </a:r>
            <a:r>
              <a:rPr lang="en-US" altLang="en-US" sz="2800">
                <a:sym typeface="Symbol" panose="05050102010706020507" pitchFamily="18" charset="2"/>
              </a:rPr>
              <a:t> = </a:t>
            </a:r>
            <a:r>
              <a:rPr lang="en-US" altLang="en-US" sz="2800" baseline="-25000">
                <a:sym typeface="Symbol" panose="05050102010706020507" pitchFamily="18" charset="2"/>
              </a:rPr>
              <a:t>2pz</a:t>
            </a:r>
            <a:endParaRPr lang="en-US" altLang="en-US" sz="2800">
              <a:solidFill>
                <a:srgbClr val="FF0000"/>
              </a:solidFill>
            </a:endParaRPr>
          </a:p>
          <a:p>
            <a:endParaRPr lang="en-US" altLang="en-US" sz="28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1FE136-29DE-487E-9A94-48F97FDBB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9607" y="3289369"/>
            <a:ext cx="106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2px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D11D59-1978-423C-AE80-81E45267F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4620" y="2236856"/>
            <a:ext cx="2133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</a:t>
            </a:r>
            <a:r>
              <a:rPr lang="en-US" altLang="en-US" sz="2800" baseline="-25000">
                <a:sym typeface="Symbol" panose="05050102010706020507" pitchFamily="18" charset="2"/>
              </a:rPr>
              <a:t>2py</a:t>
            </a:r>
            <a:r>
              <a:rPr lang="en-US" altLang="en-US" sz="2800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r>
              <a:rPr lang="en-US" altLang="en-US" sz="2800">
                <a:sym typeface="Symbol" panose="05050102010706020507" pitchFamily="18" charset="2"/>
              </a:rPr>
              <a:t> = </a:t>
            </a:r>
            <a:r>
              <a:rPr lang="en-US" altLang="en-US" sz="2800" baseline="-25000">
                <a:sym typeface="Symbol" panose="05050102010706020507" pitchFamily="18" charset="2"/>
              </a:rPr>
              <a:t>2pz</a:t>
            </a:r>
            <a:r>
              <a:rPr lang="en-US" altLang="en-US" sz="2800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endParaRPr lang="en-US" altLang="en-US" sz="2800">
              <a:solidFill>
                <a:srgbClr val="FF0000"/>
              </a:solidFill>
            </a:endParaRPr>
          </a:p>
          <a:p>
            <a:endParaRPr lang="en-US" altLang="en-US" sz="28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0D8907-4017-4ED2-972F-A8D45AAE3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3882" y="1390719"/>
            <a:ext cx="106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</a:t>
            </a:r>
            <a:r>
              <a:rPr lang="en-US" altLang="en-US" sz="2800" baseline="-25000">
                <a:sym typeface="Symbol" panose="05050102010706020507" pitchFamily="18" charset="2"/>
              </a:rPr>
              <a:t>2px</a:t>
            </a:r>
            <a:r>
              <a:rPr lang="en-US" altLang="en-US" sz="2800" b="1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F93B10D-D403-440D-9B54-0E4F0873BB56}"/>
              </a:ext>
            </a:extLst>
          </p:cNvPr>
          <p:cNvCxnSpPr/>
          <p:nvPr/>
        </p:nvCxnSpPr>
        <p:spPr>
          <a:xfrm>
            <a:off x="9194307" y="3844994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67029FB-7155-45AD-B338-1AE5196C6D8C}"/>
              </a:ext>
            </a:extLst>
          </p:cNvPr>
          <p:cNvCxnSpPr/>
          <p:nvPr/>
        </p:nvCxnSpPr>
        <p:spPr>
          <a:xfrm>
            <a:off x="8706945" y="3202056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C66ABB9-E5AF-4E3B-B8B9-691701AE454A}"/>
              </a:ext>
            </a:extLst>
          </p:cNvPr>
          <p:cNvCxnSpPr/>
          <p:nvPr/>
        </p:nvCxnSpPr>
        <p:spPr>
          <a:xfrm>
            <a:off x="9721357" y="3202056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CBB54E0-CDB5-4E56-BAAD-083564F9D179}"/>
              </a:ext>
            </a:extLst>
          </p:cNvPr>
          <p:cNvCxnSpPr/>
          <p:nvPr/>
        </p:nvCxnSpPr>
        <p:spPr>
          <a:xfrm>
            <a:off x="8706945" y="2478156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9159A57-3DF3-48F7-B06B-4EC2322F67B0}"/>
              </a:ext>
            </a:extLst>
          </p:cNvPr>
          <p:cNvCxnSpPr>
            <a:cxnSpLocks/>
          </p:cNvCxnSpPr>
          <p:nvPr/>
        </p:nvCxnSpPr>
        <p:spPr>
          <a:xfrm>
            <a:off x="9748345" y="2487681"/>
            <a:ext cx="6365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F2F73C1-8857-4A3F-9DE7-E06EEAFB19D0}"/>
              </a:ext>
            </a:extLst>
          </p:cNvPr>
          <p:cNvCxnSpPr/>
          <p:nvPr/>
        </p:nvCxnSpPr>
        <p:spPr>
          <a:xfrm>
            <a:off x="9311782" y="1914594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984C20F-A9B2-42C8-B545-8448DE5BE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7070" y="2095569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</a:t>
            </a:r>
            <a:endParaRPr lang="en-US" altLang="en-US" sz="2800" b="1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8698CD7-EB71-4EC2-BC11-76DC173D8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1570" y="2100331"/>
            <a:ext cx="609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ym typeface="Symbol" panose="05050102010706020507" pitchFamily="18" charset="2"/>
              </a:rPr>
              <a:t></a:t>
            </a:r>
            <a:endParaRPr lang="en-US" altLang="en-US" sz="2800" b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26C39C9-9448-4E02-8A73-575F46251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2870" y="5470593"/>
            <a:ext cx="41148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>
                <a:solidFill>
                  <a:srgbClr val="FF0000"/>
                </a:solidFill>
              </a:rPr>
              <a:t>BẬC LIÊN KẾT = 1,5</a:t>
            </a:r>
          </a:p>
          <a:p>
            <a:pPr algn="ctr"/>
            <a:r>
              <a:rPr lang="en-US" altLang="en-US" sz="2800">
                <a:solidFill>
                  <a:srgbClr val="FF0000"/>
                </a:solidFill>
              </a:rPr>
              <a:t>THUẬN TỪ</a:t>
            </a:r>
          </a:p>
        </p:txBody>
      </p:sp>
    </p:spTree>
    <p:extLst>
      <p:ext uri="{BB962C8B-B14F-4D97-AF65-F5344CB8AC3E}">
        <p14:creationId xmlns:p14="http://schemas.microsoft.com/office/powerpoint/2010/main" val="37282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61" grpId="0"/>
      <p:bldP spid="62" grpId="0"/>
      <p:bldP spid="63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CK2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PP MO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130">
            <a:extLst>
              <a:ext uri="{FF2B5EF4-FFF2-40B4-BE49-F238E27FC236}">
                <a16:creationId xmlns:a16="http://schemas.microsoft.com/office/drawing/2014/main" id="{6822EDA0-A57C-4BFB-A8A6-D6A65F664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24" y="2483600"/>
            <a:ext cx="229931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phtử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ngtố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438" y="814176"/>
            <a:ext cx="9036424" cy="5943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32272" y="862771"/>
            <a:ext cx="1982305" cy="434478"/>
          </a:xfrm>
          <a:prstGeom prst="roundRect">
            <a:avLst/>
          </a:prstGeom>
          <a:noFill/>
          <a:ln w="28575">
            <a:solidFill>
              <a:srgbClr val="30F07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79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CK2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PP MO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834" y="906050"/>
            <a:ext cx="9017868" cy="5943600"/>
          </a:xfrm>
          <a:prstGeom prst="rect">
            <a:avLst/>
          </a:prstGeom>
        </p:spPr>
      </p:pic>
      <p:sp>
        <p:nvSpPr>
          <p:cNvPr id="7" name="Text Box 130">
            <a:extLst>
              <a:ext uri="{FF2B5EF4-FFF2-40B4-BE49-F238E27FC236}">
                <a16:creationId xmlns:a16="http://schemas.microsoft.com/office/drawing/2014/main" id="{6822EDA0-A57C-4BFB-A8A6-D6A65F664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24" y="2483600"/>
            <a:ext cx="229931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phtử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ngtố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319" y="941562"/>
            <a:ext cx="5095783" cy="434478"/>
          </a:xfrm>
          <a:prstGeom prst="roundRect">
            <a:avLst/>
          </a:prstGeom>
          <a:noFill/>
          <a:ln w="28575">
            <a:solidFill>
              <a:srgbClr val="30F07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64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CK2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PP MO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130">
            <a:extLst>
              <a:ext uri="{FF2B5EF4-FFF2-40B4-BE49-F238E27FC236}">
                <a16:creationId xmlns:a16="http://schemas.microsoft.com/office/drawing/2014/main" id="{6822EDA0-A57C-4BFB-A8A6-D6A65F664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24" y="2483600"/>
            <a:ext cx="263590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phtử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altLang="en-US" sz="3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altLang="en-US" sz="3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ngtố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288" y="952536"/>
            <a:ext cx="8107209" cy="569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1846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  <a:r>
              <a:rPr lang="en-US" altLang="zh-TW" sz="4000" b="1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CK n (n≥2)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E6A730A-6176-4B50-AB88-13841F226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730" y="15157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AC1C582-7D63-4202-B5DA-9DFA2FF58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730" y="15157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B7946DF9-62CC-4814-ADCE-B76D8565B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730" y="272332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.Vn3DH" panose="020B7200000000000000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411DA9-F187-4713-9477-BC0DE5D2A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7061" y="4616765"/>
            <a:ext cx="9017670" cy="584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 dirty="0"/>
              <a:t>BẬC LIÊN KẾT </a:t>
            </a:r>
            <a:r>
              <a:rPr lang="en-US" altLang="en-US" sz="3200" dirty="0"/>
              <a:t>  1        0         1          2       3      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0ED046-4AF7-48D5-AC24-686D81EC9B66}"/>
              </a:ext>
            </a:extLst>
          </p:cNvPr>
          <p:cNvSpPr/>
          <p:nvPr/>
        </p:nvSpPr>
        <p:spPr>
          <a:xfrm>
            <a:off x="8562594" y="5692011"/>
            <a:ext cx="780623" cy="674134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7D324B5-CAF4-480F-8E3E-50883AF08BA9}"/>
              </a:ext>
            </a:extLst>
          </p:cNvPr>
          <p:cNvSpPr/>
          <p:nvPr/>
        </p:nvSpPr>
        <p:spPr>
          <a:xfrm>
            <a:off x="6798026" y="5650826"/>
            <a:ext cx="789656" cy="666999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276199" y="2756058"/>
            <a:ext cx="6127013" cy="2057752"/>
            <a:chOff x="4276199" y="2756058"/>
            <a:chExt cx="6127013" cy="205775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BCE6E78-BA19-46B9-966D-5F6D4CDEF4EA}"/>
                </a:ext>
              </a:extLst>
            </p:cNvPr>
            <p:cNvSpPr txBox="1"/>
            <p:nvPr/>
          </p:nvSpPr>
          <p:spPr>
            <a:xfrm>
              <a:off x="6669412" y="3226215"/>
              <a:ext cx="3733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6600"/>
                  </a:solidFill>
                  <a:sym typeface="Symbol" panose="05050102010706020507" pitchFamily="18" charset="2"/>
                </a:rPr>
                <a:t>                                  </a:t>
              </a:r>
              <a:endParaRPr lang="en-US" dirty="0">
                <a:solidFill>
                  <a:srgbClr val="006600"/>
                </a:solidFill>
              </a:endParaRPr>
            </a:p>
            <a:p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2D8A6DE-F189-431D-8BA2-F117F2794CE9}"/>
                </a:ext>
              </a:extLst>
            </p:cNvPr>
            <p:cNvSpPr txBox="1"/>
            <p:nvPr/>
          </p:nvSpPr>
          <p:spPr>
            <a:xfrm>
              <a:off x="9343217" y="2756058"/>
              <a:ext cx="54220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6600"/>
                  </a:solidFill>
                  <a:sym typeface="Symbol" panose="05050102010706020507" pitchFamily="18" charset="2"/>
                </a:rPr>
                <a:t></a:t>
              </a:r>
              <a:endParaRPr lang="en-US" dirty="0">
                <a:solidFill>
                  <a:srgbClr val="006600"/>
                </a:solidFill>
              </a:endParaRPr>
            </a:p>
            <a:p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6551DCF-8781-4851-8E0D-2E02DA3A90FC}"/>
                </a:ext>
              </a:extLst>
            </p:cNvPr>
            <p:cNvSpPr txBox="1"/>
            <p:nvPr/>
          </p:nvSpPr>
          <p:spPr>
            <a:xfrm>
              <a:off x="5526776" y="3755420"/>
              <a:ext cx="45785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sym typeface="Symbol" panose="05050102010706020507" pitchFamily="18" charset="2"/>
                </a:rPr>
                <a:t>                                                         </a:t>
              </a:r>
              <a:endParaRPr lang="en-US" dirty="0">
                <a:solidFill>
                  <a:srgbClr val="C00000"/>
                </a:solidFill>
              </a:endParaRPr>
            </a:p>
            <a:p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7E3C44C-4754-45AC-8F1B-A7C84BCFF710}"/>
                </a:ext>
              </a:extLst>
            </p:cNvPr>
            <p:cNvSpPr txBox="1"/>
            <p:nvPr/>
          </p:nvSpPr>
          <p:spPr>
            <a:xfrm>
              <a:off x="4276199" y="4167479"/>
              <a:ext cx="58234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sym typeface="Symbol" panose="05050102010706020507" pitchFamily="18" charset="2"/>
                </a:rPr>
                <a:t>                                                                           </a:t>
              </a:r>
              <a:endParaRPr lang="en-US" dirty="0">
                <a:solidFill>
                  <a:srgbClr val="0000FF"/>
                </a:solidFill>
              </a:endParaRPr>
            </a:p>
            <a:p>
              <a:endParaRPr lang="en-US" dirty="0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200089" y="833632"/>
            <a:ext cx="9010341" cy="981959"/>
            <a:chOff x="1200089" y="833632"/>
            <a:chExt cx="9010341" cy="98195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064EF94-CCA7-4474-90BE-61C97F890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089" y="1292371"/>
              <a:ext cx="8899525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 err="1">
                  <a:solidFill>
                    <a:srgbClr val="990000"/>
                  </a:solidFill>
                </a:rPr>
                <a:t>Tổng</a:t>
              </a:r>
              <a:r>
                <a:rPr lang="en-US" altLang="en-US" sz="2800" dirty="0">
                  <a:solidFill>
                    <a:srgbClr val="990000"/>
                  </a:solidFill>
                </a:rPr>
                <a:t> </a:t>
              </a:r>
              <a:r>
                <a:rPr lang="en-US" altLang="en-US" sz="2800" dirty="0" err="1">
                  <a:solidFill>
                    <a:srgbClr val="990000"/>
                  </a:solidFill>
                </a:rPr>
                <a:t>số</a:t>
              </a:r>
              <a:r>
                <a:rPr lang="en-US" altLang="en-US" sz="2800" dirty="0">
                  <a:solidFill>
                    <a:srgbClr val="990000"/>
                  </a:solidFill>
                </a:rPr>
                <a:t> e </a:t>
              </a:r>
              <a:r>
                <a:rPr lang="en-US" altLang="en-US" sz="2800" dirty="0" err="1">
                  <a:solidFill>
                    <a:srgbClr val="990000"/>
                  </a:solidFill>
                </a:rPr>
                <a:t>hóa</a:t>
              </a:r>
              <a:r>
                <a:rPr lang="en-US" altLang="en-US" sz="2800" dirty="0">
                  <a:solidFill>
                    <a:srgbClr val="990000"/>
                  </a:solidFill>
                </a:rPr>
                <a:t> </a:t>
              </a:r>
              <a:r>
                <a:rPr lang="en-US" altLang="en-US" sz="2800" dirty="0" err="1">
                  <a:solidFill>
                    <a:srgbClr val="990000"/>
                  </a:solidFill>
                </a:rPr>
                <a:t>trị</a:t>
              </a:r>
              <a:r>
                <a:rPr lang="en-US" altLang="en-US" sz="2800" dirty="0">
                  <a:solidFill>
                    <a:srgbClr val="990000"/>
                  </a:solidFill>
                </a:rPr>
                <a:t>:     2         4         6          8           10               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6E123BB-3229-4DE9-97E4-2367A1213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8230" y="833632"/>
              <a:ext cx="6172200" cy="522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 dirty="0">
                  <a:solidFill>
                    <a:srgbClr val="0000FF"/>
                  </a:solidFill>
                </a:rPr>
                <a:t>   IA        IIA       IIIA      IVA         VA 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933086" y="1822726"/>
            <a:ext cx="8121526" cy="2779890"/>
            <a:chOff x="1933086" y="1822726"/>
            <a:chExt cx="8121526" cy="27798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6FB495D-4C54-4A90-BD9A-516F6E924B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5633" y="4078741"/>
              <a:ext cx="10668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sym typeface="Symbol" panose="05050102010706020507" pitchFamily="18" charset="2"/>
                </a:rPr>
                <a:t></a:t>
              </a:r>
              <a:r>
                <a:rPr lang="en-US" altLang="en-US" sz="2800" baseline="-25000" dirty="0">
                  <a:sym typeface="Symbol" panose="05050102010706020507" pitchFamily="18" charset="2"/>
                </a:rPr>
                <a:t>ns</a:t>
              </a:r>
              <a:endParaRPr lang="en-US" altLang="en-US" sz="28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12D1E8E-586E-49AF-A911-8702519349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32620" y="3661878"/>
                  <a:ext cx="1066800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en-US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ns</m:t>
                            </m:r>
                          </m:sub>
                          <m:sup>
                            <m:r>
                              <a:rPr lang="en-US" alt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alt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812D1E8E-586E-49AF-A911-870251934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32620" y="3661878"/>
                  <a:ext cx="1066800" cy="52322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AA4DF0A-5D73-406E-9690-C24E982CE1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66486" y="2700393"/>
                  <a:ext cx="1066800" cy="5623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80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en-US" sz="280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𝑛𝑝</m:t>
                                </m:r>
                              </m:e>
                              <m:sub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𝑥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alt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0AA4DF0A-5D73-406E-9690-C24E982CE1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66486" y="2700393"/>
                  <a:ext cx="1066800" cy="562398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8FCCE0A-AC70-4884-8B72-850FE4E920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33086" y="2298301"/>
                  <a:ext cx="2133600" cy="6057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en-US" sz="280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en-US" sz="280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</m:e>
                        <m:sub>
                          <m:sSub>
                            <m:sSub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𝑛𝑝</m:t>
                              </m:r>
                            </m:e>
                            <m:sub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𝑦</m:t>
                              </m:r>
                            </m:sub>
                          </m:sSub>
                        </m:sub>
                        <m:sup>
                          <m:r>
                            <a:rPr lang="en-US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bSup>
                      <m:r>
                        <a:rPr lang="en-US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</m:oMath>
                  </a14:m>
                  <a:r>
                    <a:rPr lang="en-US" altLang="en-US" sz="2800" dirty="0">
                      <a:sym typeface="Symbol" panose="05050102010706020507" pitchFamily="18" charset="2"/>
                    </a:rPr>
                    <a:t>=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en-US" sz="2800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en-US" sz="280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</m:e>
                        <m:sub>
                          <m:sSub>
                            <m:sSub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𝑛𝑝</m:t>
                              </m:r>
                            </m:e>
                            <m:sub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𝑧</m:t>
                              </m:r>
                            </m:sub>
                          </m:sSub>
                        </m:sub>
                        <m:sup>
                          <m:r>
                            <a:rPr lang="en-US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bSup>
                    </m:oMath>
                  </a14:m>
                  <a:endParaRPr lang="en-US" altLang="en-US" sz="2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D8FCCE0A-AC70-4884-8B72-850FE4E92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33086" y="2298301"/>
                  <a:ext cx="2133600" cy="60574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t="-11111" b="-1313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C2AA2B4-A35E-4894-913D-DB7577CC56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8105" y="1822726"/>
                  <a:ext cx="1066800" cy="5623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en-US" sz="280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en-US" alt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en-US" sz="280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𝑛𝑝</m:t>
                                </m:r>
                              </m:e>
                              <m:sub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𝑥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alt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FC2AA2B4-A35E-4894-913D-DB7577CC56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8105" y="1822726"/>
                  <a:ext cx="1066800" cy="562398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9517E4-99D3-4CF8-96EB-7F7E9A97EB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75657" y="3173529"/>
                  <a:ext cx="1980726" cy="6057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en-US" sz="280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</m:e>
                        <m:sub>
                          <m:sSub>
                            <m:sSubPr>
                              <m:ctrlPr>
                                <a:rPr lang="en-US" altLang="en-US" sz="280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𝑛𝑝</m:t>
                              </m:r>
                            </m:e>
                            <m:sub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𝑦</m:t>
                              </m:r>
                            </m:sub>
                          </m:sSub>
                        </m:sub>
                      </m:sSub>
                    </m:oMath>
                  </a14:m>
                  <a:r>
                    <a:rPr lang="en-US" altLang="en-US" sz="2800" dirty="0"/>
                    <a:t>=</a:t>
                  </a:r>
                  <a:r>
                    <a:rPr lang="en-US" altLang="en-US" sz="2800" b="1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</m:e>
                        <m:sub>
                          <m:sSub>
                            <m:sSub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𝑛𝑝</m:t>
                              </m:r>
                            </m:e>
                            <m:sub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𝑧</m:t>
                              </m:r>
                            </m:sub>
                          </m:sSub>
                        </m:sub>
                      </m:sSub>
                    </m:oMath>
                  </a14:m>
                  <a:endParaRPr lang="en-US" alt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059517E4-99D3-4CF8-96EB-7F7E9A97E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75657" y="3173529"/>
                  <a:ext cx="1980726" cy="605743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t="-12121" b="-1313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C9E5DB5-9C3C-4EDD-BA53-F01E995F89AA}"/>
                </a:ext>
              </a:extLst>
            </p:cNvPr>
            <p:cNvCxnSpPr>
              <a:cxnSpLocks/>
            </p:cNvCxnSpPr>
            <p:nvPr/>
          </p:nvCxnSpPr>
          <p:spPr>
            <a:xfrm>
              <a:off x="9526960" y="2540151"/>
              <a:ext cx="492970" cy="9273"/>
            </a:xfrm>
            <a:prstGeom prst="line">
              <a:avLst/>
            </a:prstGeom>
            <a:ln w="38100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83E1D9-3B34-45B4-87BB-5465452DF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76330" y="2541292"/>
              <a:ext cx="457200" cy="0"/>
            </a:xfrm>
            <a:prstGeom prst="line">
              <a:avLst/>
            </a:prstGeom>
            <a:ln w="381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6A1623F-1AD7-42FD-B014-9CD01E481E2F}"/>
                </a:ext>
              </a:extLst>
            </p:cNvPr>
            <p:cNvCxnSpPr>
              <a:cxnSpLocks/>
            </p:cNvCxnSpPr>
            <p:nvPr/>
          </p:nvCxnSpPr>
          <p:spPr>
            <a:xfrm>
              <a:off x="9006425" y="2554133"/>
              <a:ext cx="435655" cy="0"/>
            </a:xfrm>
            <a:prstGeom prst="line">
              <a:avLst/>
            </a:prstGeom>
            <a:ln w="38100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680DF6E-E897-41DB-BB29-21D97095ED67}"/>
                </a:ext>
              </a:extLst>
            </p:cNvPr>
            <p:cNvCxnSpPr/>
            <p:nvPr/>
          </p:nvCxnSpPr>
          <p:spPr>
            <a:xfrm>
              <a:off x="8101167" y="4494971"/>
              <a:ext cx="609600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AD7AE7B-5A91-4F98-A5E1-CEE52B17B5A5}"/>
                </a:ext>
              </a:extLst>
            </p:cNvPr>
            <p:cNvCxnSpPr>
              <a:cxnSpLocks/>
            </p:cNvCxnSpPr>
            <p:nvPr/>
          </p:nvCxnSpPr>
          <p:spPr>
            <a:xfrm>
              <a:off x="8425643" y="2540151"/>
              <a:ext cx="394574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00FB6EC-99F3-4F8E-AEC5-C8A21E44E430}"/>
                </a:ext>
              </a:extLst>
            </p:cNvPr>
            <p:cNvCxnSpPr/>
            <p:nvPr/>
          </p:nvCxnSpPr>
          <p:spPr>
            <a:xfrm>
              <a:off x="6819530" y="4494971"/>
              <a:ext cx="609600" cy="0"/>
            </a:xfrm>
            <a:prstGeom prst="line">
              <a:avLst/>
            </a:prstGeom>
            <a:ln w="38100">
              <a:solidFill>
                <a:srgbClr val="CC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B5447EC-4185-472C-BED2-72F256663EB7}"/>
                </a:ext>
              </a:extLst>
            </p:cNvPr>
            <p:cNvCxnSpPr/>
            <p:nvPr/>
          </p:nvCxnSpPr>
          <p:spPr>
            <a:xfrm>
              <a:off x="4340812" y="4482387"/>
              <a:ext cx="609600" cy="0"/>
            </a:xfrm>
            <a:prstGeom prst="line">
              <a:avLst/>
            </a:prstGeom>
            <a:ln w="381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85C8F60-3849-4035-9F6D-FB626DD70FA3}"/>
                </a:ext>
              </a:extLst>
            </p:cNvPr>
            <p:cNvCxnSpPr/>
            <p:nvPr/>
          </p:nvCxnSpPr>
          <p:spPr>
            <a:xfrm>
              <a:off x="5511096" y="4494971"/>
              <a:ext cx="6096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8846E41-1CEC-4BA0-914D-914F216F2D95}"/>
                </a:ext>
              </a:extLst>
            </p:cNvPr>
            <p:cNvCxnSpPr/>
            <p:nvPr/>
          </p:nvCxnSpPr>
          <p:spPr>
            <a:xfrm>
              <a:off x="9263756" y="4482387"/>
              <a:ext cx="609600" cy="0"/>
            </a:xfrm>
            <a:prstGeom prst="line">
              <a:avLst/>
            </a:prstGeom>
            <a:ln w="38100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F809D46-BFD4-49F1-A8F0-B6E927C477ED}"/>
                </a:ext>
              </a:extLst>
            </p:cNvPr>
            <p:cNvCxnSpPr>
              <a:cxnSpLocks/>
            </p:cNvCxnSpPr>
            <p:nvPr/>
          </p:nvCxnSpPr>
          <p:spPr>
            <a:xfrm>
              <a:off x="7803780" y="2540151"/>
              <a:ext cx="463550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69008E5-5996-4930-AAD0-78D3B5398663}"/>
                </a:ext>
              </a:extLst>
            </p:cNvPr>
            <p:cNvCxnSpPr>
              <a:cxnSpLocks/>
            </p:cNvCxnSpPr>
            <p:nvPr/>
          </p:nvCxnSpPr>
          <p:spPr>
            <a:xfrm>
              <a:off x="7099651" y="2547106"/>
              <a:ext cx="440604" cy="0"/>
            </a:xfrm>
            <a:prstGeom prst="line">
              <a:avLst/>
            </a:prstGeom>
            <a:ln w="38100">
              <a:solidFill>
                <a:srgbClr val="CC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74FD2A7-837D-4E85-B2C8-66CFEA21E8A9}"/>
                </a:ext>
              </a:extLst>
            </p:cNvPr>
            <p:cNvCxnSpPr>
              <a:cxnSpLocks/>
            </p:cNvCxnSpPr>
            <p:nvPr/>
          </p:nvCxnSpPr>
          <p:spPr>
            <a:xfrm>
              <a:off x="6590930" y="2554133"/>
              <a:ext cx="414193" cy="0"/>
            </a:xfrm>
            <a:prstGeom prst="line">
              <a:avLst/>
            </a:prstGeom>
            <a:ln w="38100">
              <a:solidFill>
                <a:srgbClr val="CC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EE439C-E75C-4BA9-99F9-EBD9848757C1}"/>
                </a:ext>
              </a:extLst>
            </p:cNvPr>
            <p:cNvCxnSpPr>
              <a:cxnSpLocks/>
            </p:cNvCxnSpPr>
            <p:nvPr/>
          </p:nvCxnSpPr>
          <p:spPr>
            <a:xfrm>
              <a:off x="5815896" y="2542321"/>
              <a:ext cx="427204" cy="0"/>
            </a:xfrm>
            <a:prstGeom prst="line">
              <a:avLst/>
            </a:prstGeom>
            <a:ln w="38100"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EEE3045-703A-4F17-9754-460E6F54A095}"/>
                </a:ext>
              </a:extLst>
            </p:cNvPr>
            <p:cNvCxnSpPr>
              <a:cxnSpLocks/>
            </p:cNvCxnSpPr>
            <p:nvPr/>
          </p:nvCxnSpPr>
          <p:spPr>
            <a:xfrm>
              <a:off x="5299025" y="2540151"/>
              <a:ext cx="423540" cy="0"/>
            </a:xfrm>
            <a:prstGeom prst="line">
              <a:avLst/>
            </a:prstGeom>
            <a:ln w="38100"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4B34350-A0E0-488A-A6E8-5BEE90D836E6}"/>
                </a:ext>
              </a:extLst>
            </p:cNvPr>
            <p:cNvCxnSpPr>
              <a:cxnSpLocks/>
            </p:cNvCxnSpPr>
            <p:nvPr/>
          </p:nvCxnSpPr>
          <p:spPr>
            <a:xfrm>
              <a:off x="4627207" y="2541292"/>
              <a:ext cx="439723" cy="0"/>
            </a:xfrm>
            <a:prstGeom prst="line">
              <a:avLst/>
            </a:prstGeom>
            <a:ln w="381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B5EC290-A192-4C99-A2B3-672942C9F904}"/>
                </a:ext>
              </a:extLst>
            </p:cNvPr>
            <p:cNvCxnSpPr/>
            <p:nvPr/>
          </p:nvCxnSpPr>
          <p:spPr>
            <a:xfrm>
              <a:off x="8992817" y="2042698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58361AC-67ED-4BBD-8DC0-A50B60E1713A}"/>
                </a:ext>
              </a:extLst>
            </p:cNvPr>
            <p:cNvCxnSpPr/>
            <p:nvPr/>
          </p:nvCxnSpPr>
          <p:spPr>
            <a:xfrm>
              <a:off x="8101167" y="4081637"/>
              <a:ext cx="609600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0A57843-5BE8-46F8-ADE1-A5EE5F6CAD60}"/>
                </a:ext>
              </a:extLst>
            </p:cNvPr>
            <p:cNvCxnSpPr/>
            <p:nvPr/>
          </p:nvCxnSpPr>
          <p:spPr>
            <a:xfrm>
              <a:off x="6819530" y="4081637"/>
              <a:ext cx="609600" cy="0"/>
            </a:xfrm>
            <a:prstGeom prst="line">
              <a:avLst/>
            </a:prstGeom>
            <a:ln w="38100">
              <a:solidFill>
                <a:srgbClr val="CC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28927F8-AD18-4760-BB4D-CA2ADE226B3D}"/>
                </a:ext>
              </a:extLst>
            </p:cNvPr>
            <p:cNvCxnSpPr/>
            <p:nvPr/>
          </p:nvCxnSpPr>
          <p:spPr>
            <a:xfrm>
              <a:off x="4340812" y="4069053"/>
              <a:ext cx="609600" cy="0"/>
            </a:xfrm>
            <a:prstGeom prst="line">
              <a:avLst/>
            </a:prstGeom>
            <a:ln w="381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484E601-478E-4774-820A-A9AED9ECF8EF}"/>
                </a:ext>
              </a:extLst>
            </p:cNvPr>
            <p:cNvCxnSpPr/>
            <p:nvPr/>
          </p:nvCxnSpPr>
          <p:spPr>
            <a:xfrm>
              <a:off x="5511096" y="4081637"/>
              <a:ext cx="6096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291B92-3675-4E62-AEA7-CD8527CC17F8}"/>
                </a:ext>
              </a:extLst>
            </p:cNvPr>
            <p:cNvCxnSpPr/>
            <p:nvPr/>
          </p:nvCxnSpPr>
          <p:spPr>
            <a:xfrm>
              <a:off x="9263756" y="4069053"/>
              <a:ext cx="609600" cy="0"/>
            </a:xfrm>
            <a:prstGeom prst="line">
              <a:avLst/>
            </a:prstGeom>
            <a:ln w="38100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5189C1C-A68E-45EF-B049-0A4C6AB4BC17}"/>
                </a:ext>
              </a:extLst>
            </p:cNvPr>
            <p:cNvCxnSpPr/>
            <p:nvPr/>
          </p:nvCxnSpPr>
          <p:spPr>
            <a:xfrm>
              <a:off x="8082762" y="3090034"/>
              <a:ext cx="609600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6456853-8064-475B-A0F0-6F40B0308D2A}"/>
                </a:ext>
              </a:extLst>
            </p:cNvPr>
            <p:cNvCxnSpPr/>
            <p:nvPr/>
          </p:nvCxnSpPr>
          <p:spPr>
            <a:xfrm>
              <a:off x="6819530" y="3090034"/>
              <a:ext cx="609600" cy="0"/>
            </a:xfrm>
            <a:prstGeom prst="line">
              <a:avLst/>
            </a:prstGeom>
            <a:ln w="38100">
              <a:solidFill>
                <a:srgbClr val="CC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2EB50E5-F6ED-499C-9B8F-06B8B2773F1C}"/>
                </a:ext>
              </a:extLst>
            </p:cNvPr>
            <p:cNvCxnSpPr/>
            <p:nvPr/>
          </p:nvCxnSpPr>
          <p:spPr>
            <a:xfrm>
              <a:off x="4340812" y="3077450"/>
              <a:ext cx="609600" cy="0"/>
            </a:xfrm>
            <a:prstGeom prst="line">
              <a:avLst/>
            </a:prstGeom>
            <a:ln w="381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2E5BAE4-B4B7-41DF-BE2D-CA9D9575FD7C}"/>
                </a:ext>
              </a:extLst>
            </p:cNvPr>
            <p:cNvCxnSpPr/>
            <p:nvPr/>
          </p:nvCxnSpPr>
          <p:spPr>
            <a:xfrm>
              <a:off x="5511096" y="3090034"/>
              <a:ext cx="6096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146038D-377F-4E0D-8479-15CDA772AE4C}"/>
                </a:ext>
              </a:extLst>
            </p:cNvPr>
            <p:cNvCxnSpPr/>
            <p:nvPr/>
          </p:nvCxnSpPr>
          <p:spPr>
            <a:xfrm>
              <a:off x="9245351" y="3077450"/>
              <a:ext cx="609600" cy="0"/>
            </a:xfrm>
            <a:prstGeom prst="line">
              <a:avLst/>
            </a:prstGeom>
            <a:ln w="38100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071ACA8-95F6-4F23-BD2E-21722500BA93}"/>
                </a:ext>
              </a:extLst>
            </p:cNvPr>
            <p:cNvCxnSpPr/>
            <p:nvPr/>
          </p:nvCxnSpPr>
          <p:spPr>
            <a:xfrm>
              <a:off x="8082762" y="2055282"/>
              <a:ext cx="609600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10D7554-56F2-4498-9FF8-4D0C990BA01C}"/>
                </a:ext>
              </a:extLst>
            </p:cNvPr>
            <p:cNvCxnSpPr/>
            <p:nvPr/>
          </p:nvCxnSpPr>
          <p:spPr>
            <a:xfrm>
              <a:off x="6801125" y="2055282"/>
              <a:ext cx="609600" cy="0"/>
            </a:xfrm>
            <a:prstGeom prst="line">
              <a:avLst/>
            </a:prstGeom>
            <a:ln w="38100">
              <a:solidFill>
                <a:srgbClr val="CC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CDB08E5-955E-45CA-BBDB-7FE0B75BFE65}"/>
                </a:ext>
              </a:extLst>
            </p:cNvPr>
            <p:cNvCxnSpPr/>
            <p:nvPr/>
          </p:nvCxnSpPr>
          <p:spPr>
            <a:xfrm>
              <a:off x="4322407" y="2042698"/>
              <a:ext cx="609600" cy="0"/>
            </a:xfrm>
            <a:prstGeom prst="line">
              <a:avLst/>
            </a:prstGeom>
            <a:ln w="381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D4D80A0-7013-4A4C-ABED-F61D43D1F2E1}"/>
                </a:ext>
              </a:extLst>
            </p:cNvPr>
            <p:cNvCxnSpPr/>
            <p:nvPr/>
          </p:nvCxnSpPr>
          <p:spPr>
            <a:xfrm>
              <a:off x="5492691" y="2055282"/>
              <a:ext cx="6096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E5DE693-5343-409F-89BD-E4445F02F430}"/>
                </a:ext>
              </a:extLst>
            </p:cNvPr>
            <p:cNvCxnSpPr/>
            <p:nvPr/>
          </p:nvCxnSpPr>
          <p:spPr>
            <a:xfrm>
              <a:off x="9245351" y="2042698"/>
              <a:ext cx="609600" cy="0"/>
            </a:xfrm>
            <a:prstGeom prst="line">
              <a:avLst/>
            </a:prstGeom>
            <a:ln w="38100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C95A71C-E4B8-46AC-BF1C-08D902BFF183}"/>
                </a:ext>
              </a:extLst>
            </p:cNvPr>
            <p:cNvCxnSpPr>
              <a:cxnSpLocks/>
            </p:cNvCxnSpPr>
            <p:nvPr/>
          </p:nvCxnSpPr>
          <p:spPr>
            <a:xfrm>
              <a:off x="9561642" y="3547106"/>
              <a:ext cx="492970" cy="9273"/>
            </a:xfrm>
            <a:prstGeom prst="line">
              <a:avLst/>
            </a:prstGeom>
            <a:ln w="38100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649CF8A-0DFA-49B1-8CD7-004F41BDE5E7}"/>
                </a:ext>
              </a:extLst>
            </p:cNvPr>
            <p:cNvCxnSpPr>
              <a:cxnSpLocks/>
            </p:cNvCxnSpPr>
            <p:nvPr/>
          </p:nvCxnSpPr>
          <p:spPr>
            <a:xfrm>
              <a:off x="4135053" y="3547162"/>
              <a:ext cx="457200" cy="0"/>
            </a:xfrm>
            <a:prstGeom prst="line">
              <a:avLst/>
            </a:prstGeom>
            <a:ln w="381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79E7FCC-6AD2-443B-9FED-B9569DA777F7}"/>
                </a:ext>
              </a:extLst>
            </p:cNvPr>
            <p:cNvCxnSpPr>
              <a:cxnSpLocks/>
            </p:cNvCxnSpPr>
            <p:nvPr/>
          </p:nvCxnSpPr>
          <p:spPr>
            <a:xfrm>
              <a:off x="9065148" y="3560003"/>
              <a:ext cx="435655" cy="0"/>
            </a:xfrm>
            <a:prstGeom prst="line">
              <a:avLst/>
            </a:prstGeom>
            <a:ln w="38100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D1444EA-3117-4172-B966-543FB4912824}"/>
                </a:ext>
              </a:extLst>
            </p:cNvPr>
            <p:cNvCxnSpPr>
              <a:cxnSpLocks/>
            </p:cNvCxnSpPr>
            <p:nvPr/>
          </p:nvCxnSpPr>
          <p:spPr>
            <a:xfrm>
              <a:off x="8484366" y="3546021"/>
              <a:ext cx="394574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D80661C-0D3F-4A0B-B0E8-DC1A94AFE441}"/>
                </a:ext>
              </a:extLst>
            </p:cNvPr>
            <p:cNvCxnSpPr>
              <a:cxnSpLocks/>
            </p:cNvCxnSpPr>
            <p:nvPr/>
          </p:nvCxnSpPr>
          <p:spPr>
            <a:xfrm>
              <a:off x="7862503" y="3546021"/>
              <a:ext cx="463550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A79825-1CD7-4A8B-A8C4-81ABBF964F24}"/>
                </a:ext>
              </a:extLst>
            </p:cNvPr>
            <p:cNvCxnSpPr>
              <a:cxnSpLocks/>
            </p:cNvCxnSpPr>
            <p:nvPr/>
          </p:nvCxnSpPr>
          <p:spPr>
            <a:xfrm>
              <a:off x="7158374" y="3552976"/>
              <a:ext cx="440604" cy="0"/>
            </a:xfrm>
            <a:prstGeom prst="line">
              <a:avLst/>
            </a:prstGeom>
            <a:ln w="38100">
              <a:solidFill>
                <a:srgbClr val="CC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2F5B8E3-EAE0-4978-B806-4B0FC8A614EB}"/>
                </a:ext>
              </a:extLst>
            </p:cNvPr>
            <p:cNvCxnSpPr>
              <a:cxnSpLocks/>
            </p:cNvCxnSpPr>
            <p:nvPr/>
          </p:nvCxnSpPr>
          <p:spPr>
            <a:xfrm>
              <a:off x="6649653" y="3560003"/>
              <a:ext cx="414193" cy="0"/>
            </a:xfrm>
            <a:prstGeom prst="line">
              <a:avLst/>
            </a:prstGeom>
            <a:ln w="38100">
              <a:solidFill>
                <a:srgbClr val="CC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60D1710-3373-4BEC-BC8D-2D4154BA63CF}"/>
                </a:ext>
              </a:extLst>
            </p:cNvPr>
            <p:cNvCxnSpPr>
              <a:cxnSpLocks/>
            </p:cNvCxnSpPr>
            <p:nvPr/>
          </p:nvCxnSpPr>
          <p:spPr>
            <a:xfrm>
              <a:off x="5874619" y="3548191"/>
              <a:ext cx="427204" cy="0"/>
            </a:xfrm>
            <a:prstGeom prst="line">
              <a:avLst/>
            </a:prstGeom>
            <a:ln w="38100"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911E5DF-03A0-4556-AA39-E336EB044ECA}"/>
                </a:ext>
              </a:extLst>
            </p:cNvPr>
            <p:cNvCxnSpPr>
              <a:cxnSpLocks/>
            </p:cNvCxnSpPr>
            <p:nvPr/>
          </p:nvCxnSpPr>
          <p:spPr>
            <a:xfrm>
              <a:off x="5357748" y="3546021"/>
              <a:ext cx="423540" cy="0"/>
            </a:xfrm>
            <a:prstGeom prst="line">
              <a:avLst/>
            </a:prstGeom>
            <a:ln w="38100"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75EFBA7-A65D-4E34-BEE5-E7098147E294}"/>
                </a:ext>
              </a:extLst>
            </p:cNvPr>
            <p:cNvCxnSpPr>
              <a:cxnSpLocks/>
            </p:cNvCxnSpPr>
            <p:nvPr/>
          </p:nvCxnSpPr>
          <p:spPr>
            <a:xfrm>
              <a:off x="4685930" y="3547162"/>
              <a:ext cx="439723" cy="0"/>
            </a:xfrm>
            <a:prstGeom prst="line">
              <a:avLst/>
            </a:prstGeom>
            <a:ln w="381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C840E85-B2DE-49E9-A85C-23B0E8FE2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8914" y="5031139"/>
            <a:ext cx="2249487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rgbClr val="990000"/>
                </a:solidFill>
              </a:rPr>
              <a:t>IA, </a:t>
            </a:r>
            <a:r>
              <a:rPr lang="en-US" altLang="en-US" sz="2800" dirty="0">
                <a:solidFill>
                  <a:srgbClr val="990000"/>
                </a:solidFill>
                <a:sym typeface="Symbol" panose="05050102010706020507" pitchFamily="18" charset="2"/>
              </a:rPr>
              <a:t>Na</a:t>
            </a:r>
            <a:r>
              <a:rPr lang="en-US" altLang="en-US" sz="2800" baseline="-25000" dirty="0">
                <a:solidFill>
                  <a:srgbClr val="990000"/>
                </a:solidFill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990000"/>
                </a:solidFill>
                <a:sym typeface="Symbol" panose="05050102010706020507" pitchFamily="18" charset="2"/>
              </a:rPr>
              <a:t>: </a:t>
            </a:r>
            <a:r>
              <a:rPr lang="vi-VN" altLang="en-US" sz="2800" b="1" dirty="0">
                <a:solidFill>
                  <a:srgbClr val="990000"/>
                </a:solidFill>
                <a:sym typeface="Symbol" panose="05050102010706020507" pitchFamily="18" charset="2"/>
              </a:rPr>
              <a:t></a:t>
            </a:r>
            <a:r>
              <a:rPr lang="en-US" altLang="en-US" sz="2800" b="1" baseline="-25000" dirty="0">
                <a:solidFill>
                  <a:srgbClr val="990000"/>
                </a:solidFill>
                <a:sym typeface="Symbol" panose="05050102010706020507" pitchFamily="18" charset="2"/>
              </a:rPr>
              <a:t>3s</a:t>
            </a:r>
            <a:r>
              <a:rPr lang="en-US" altLang="en-US" sz="2800" b="1" baseline="30000" dirty="0">
                <a:solidFill>
                  <a:srgbClr val="990000"/>
                </a:solidFill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990000"/>
                </a:solidFill>
                <a:sym typeface="Symbol" panose="05050102010706020507" pitchFamily="18" charset="2"/>
              </a:rPr>
              <a:t> </a:t>
            </a:r>
            <a:r>
              <a:rPr lang="vi-VN" altLang="en-US" sz="2800" b="1" baseline="-25000" dirty="0">
                <a:solidFill>
                  <a:srgbClr val="99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b="1" baseline="-25000" dirty="0">
                <a:solidFill>
                  <a:srgbClr val="99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olidFill>
                  <a:srgbClr val="990000"/>
                </a:solidFill>
              </a:rPr>
              <a:t>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848592-17C7-4A3B-B153-D70F01F69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4314" y="5556602"/>
            <a:ext cx="297021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rgbClr val="006600"/>
                </a:solidFill>
                <a:sym typeface="Symbol" panose="05050102010706020507" pitchFamily="18" charset="2"/>
              </a:rPr>
              <a:t>IIA, Ca</a:t>
            </a:r>
            <a:r>
              <a:rPr lang="en-US" altLang="en-US" sz="2800" baseline="-25000" dirty="0">
                <a:solidFill>
                  <a:srgbClr val="006600"/>
                </a:solidFill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006600"/>
                </a:solidFill>
                <a:sym typeface="Symbol" panose="05050102010706020507" pitchFamily="18" charset="2"/>
              </a:rPr>
              <a:t>: </a:t>
            </a:r>
            <a:r>
              <a:rPr lang="vi-VN" altLang="en-US" sz="2800" b="1" dirty="0">
                <a:solidFill>
                  <a:srgbClr val="006600"/>
                </a:solidFill>
                <a:sym typeface="Symbol" panose="05050102010706020507" pitchFamily="18" charset="2"/>
              </a:rPr>
              <a:t></a:t>
            </a:r>
            <a:r>
              <a:rPr lang="en-US" altLang="en-US" sz="2800" b="1" baseline="-25000" dirty="0">
                <a:solidFill>
                  <a:srgbClr val="006600"/>
                </a:solidFill>
                <a:sym typeface="Symbol" panose="05050102010706020507" pitchFamily="18" charset="2"/>
              </a:rPr>
              <a:t>4s</a:t>
            </a:r>
            <a:r>
              <a:rPr lang="en-US" altLang="en-US" sz="2800" b="1" baseline="30000" dirty="0">
                <a:solidFill>
                  <a:srgbClr val="006600"/>
                </a:solidFill>
                <a:sym typeface="Symbol" panose="05050102010706020507" pitchFamily="18" charset="2"/>
              </a:rPr>
              <a:t>2</a:t>
            </a:r>
            <a:r>
              <a:rPr lang="vi-VN" altLang="en-US" sz="2800" b="1" dirty="0">
                <a:solidFill>
                  <a:srgbClr val="006600"/>
                </a:solidFill>
                <a:sym typeface="Symbol" panose="05050102010706020507" pitchFamily="18" charset="2"/>
              </a:rPr>
              <a:t></a:t>
            </a:r>
            <a:r>
              <a:rPr lang="vi-VN" altLang="en-US" sz="2800" b="1" baseline="30000" dirty="0">
                <a:solidFill>
                  <a:srgbClr val="006600"/>
                </a:solidFill>
                <a:sym typeface="Symbol" panose="05050102010706020507" pitchFamily="18" charset="2"/>
              </a:rPr>
              <a:t>*</a:t>
            </a:r>
            <a:r>
              <a:rPr lang="en-US" altLang="en-US" sz="2800" b="1" baseline="-25000" dirty="0">
                <a:solidFill>
                  <a:srgbClr val="006600"/>
                </a:solidFill>
                <a:sym typeface="Symbol" panose="05050102010706020507" pitchFamily="18" charset="2"/>
              </a:rPr>
              <a:t>4s</a:t>
            </a:r>
            <a:r>
              <a:rPr lang="en-US" altLang="en-US" sz="2800" b="1" baseline="30000" dirty="0">
                <a:solidFill>
                  <a:srgbClr val="006600"/>
                </a:solidFill>
                <a:sym typeface="Symbol" panose="05050102010706020507" pitchFamily="18" charset="2"/>
              </a:rPr>
              <a:t>2</a:t>
            </a:r>
            <a:r>
              <a:rPr lang="vi-VN" altLang="en-US" sz="2800" b="1" baseline="-25000" dirty="0">
                <a:solidFill>
                  <a:srgbClr val="0066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b="1" baseline="-25000" dirty="0">
                <a:solidFill>
                  <a:srgbClr val="0066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olidFill>
                  <a:srgbClr val="006600"/>
                </a:solidFill>
              </a:rPr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B01BD23-ADE9-4A9B-A6A4-10FFB6B4B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826" y="6124927"/>
            <a:ext cx="38862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rgbClr val="CC00FF"/>
                </a:solidFill>
              </a:rPr>
              <a:t> </a:t>
            </a:r>
            <a:r>
              <a:rPr lang="en-US" altLang="en-US" sz="2800" b="1" dirty="0">
                <a:solidFill>
                  <a:srgbClr val="CC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olidFill>
                  <a:srgbClr val="CC00FF"/>
                </a:solidFill>
                <a:sym typeface="Symbol" panose="05050102010706020507" pitchFamily="18" charset="2"/>
              </a:rPr>
              <a:t> IIIA, Al</a:t>
            </a:r>
            <a:r>
              <a:rPr lang="en-US" altLang="en-US" sz="2800" baseline="-25000" dirty="0">
                <a:solidFill>
                  <a:srgbClr val="CC00FF"/>
                </a:solidFill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CC00FF"/>
                </a:solidFill>
                <a:sym typeface="Symbol" panose="05050102010706020507" pitchFamily="18" charset="2"/>
              </a:rPr>
              <a:t>: </a:t>
            </a:r>
            <a:r>
              <a:rPr lang="vi-VN" altLang="en-US" sz="2800" b="1" dirty="0">
                <a:solidFill>
                  <a:srgbClr val="CC00FF"/>
                </a:solidFill>
                <a:sym typeface="Symbol" panose="05050102010706020507" pitchFamily="18" charset="2"/>
              </a:rPr>
              <a:t></a:t>
            </a:r>
            <a:r>
              <a:rPr lang="en-US" altLang="en-US" sz="2800" b="1" baseline="-25000" dirty="0">
                <a:solidFill>
                  <a:srgbClr val="CC00FF"/>
                </a:solidFill>
                <a:sym typeface="Symbol" panose="05050102010706020507" pitchFamily="18" charset="2"/>
              </a:rPr>
              <a:t>3s</a:t>
            </a:r>
            <a:r>
              <a:rPr lang="en-US" altLang="en-US" sz="2800" b="1" baseline="30000" dirty="0">
                <a:solidFill>
                  <a:srgbClr val="CC00FF"/>
                </a:solidFill>
                <a:sym typeface="Symbol" panose="05050102010706020507" pitchFamily="18" charset="2"/>
              </a:rPr>
              <a:t>2</a:t>
            </a:r>
            <a:r>
              <a:rPr lang="vi-VN" altLang="en-US" sz="2800" b="1" dirty="0">
                <a:solidFill>
                  <a:srgbClr val="CC00FF"/>
                </a:solidFill>
                <a:sym typeface="Symbol" panose="05050102010706020507" pitchFamily="18" charset="2"/>
              </a:rPr>
              <a:t></a:t>
            </a:r>
            <a:r>
              <a:rPr lang="vi-VN" altLang="en-US" sz="2800" b="1" baseline="30000" dirty="0">
                <a:solidFill>
                  <a:srgbClr val="CC00FF"/>
                </a:solidFill>
                <a:sym typeface="Symbol" panose="05050102010706020507" pitchFamily="18" charset="2"/>
              </a:rPr>
              <a:t>*</a:t>
            </a:r>
            <a:r>
              <a:rPr lang="en-US" altLang="en-US" sz="2800" b="1" baseline="-25000" dirty="0">
                <a:solidFill>
                  <a:srgbClr val="CC00FF"/>
                </a:solidFill>
                <a:sym typeface="Symbol" panose="05050102010706020507" pitchFamily="18" charset="2"/>
              </a:rPr>
              <a:t>3s</a:t>
            </a:r>
            <a:r>
              <a:rPr lang="en-US" altLang="en-US" sz="2800" b="1" baseline="30000" dirty="0">
                <a:solidFill>
                  <a:srgbClr val="CC00FF"/>
                </a:solidFill>
                <a:sym typeface="Symbol" panose="05050102010706020507" pitchFamily="18" charset="2"/>
              </a:rPr>
              <a:t>2</a:t>
            </a:r>
            <a:r>
              <a:rPr lang="vi-VN" altLang="en-US" sz="2800" b="1" dirty="0">
                <a:solidFill>
                  <a:srgbClr val="CC00FF"/>
                </a:solidFill>
                <a:sym typeface="Symbol" panose="05050102010706020507" pitchFamily="18" charset="2"/>
              </a:rPr>
              <a:t> </a:t>
            </a:r>
            <a:r>
              <a:rPr lang="en-US" altLang="en-US" sz="2800" b="1" baseline="-25000" dirty="0">
                <a:solidFill>
                  <a:srgbClr val="CC00FF"/>
                </a:solidFill>
                <a:sym typeface="Symbol" panose="05050102010706020507" pitchFamily="18" charset="2"/>
              </a:rPr>
              <a:t>3</a:t>
            </a:r>
            <a:r>
              <a:rPr lang="vi-VN" altLang="en-US" sz="2800" b="1" baseline="-25000" dirty="0">
                <a:solidFill>
                  <a:srgbClr val="CC00FF"/>
                </a:solidFill>
                <a:sym typeface="Symbol" panose="05050102010706020507" pitchFamily="18" charset="2"/>
              </a:rPr>
              <a:t>p</a:t>
            </a:r>
            <a:r>
              <a:rPr lang="en-US" altLang="en-US" sz="2800" b="1" baseline="30000" dirty="0">
                <a:solidFill>
                  <a:srgbClr val="CC00FF"/>
                </a:solidFill>
                <a:sym typeface="Symbol" panose="05050102010706020507" pitchFamily="18" charset="2"/>
              </a:rPr>
              <a:t>2</a:t>
            </a:r>
            <a:endParaRPr lang="en-US" altLang="en-US" sz="2800" dirty="0">
              <a:solidFill>
                <a:srgbClr val="CC00FF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00C1179-14C3-476F-AB5E-9A311EED2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9815" y="5219139"/>
            <a:ext cx="497349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Ví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dụ</a:t>
            </a:r>
            <a:r>
              <a:rPr lang="en-US" altLang="en-US" sz="2800" dirty="0">
                <a:sym typeface="Symbol" panose="05050102010706020507" pitchFamily="18" charset="2"/>
              </a:rPr>
              <a:t>: </a:t>
            </a:r>
            <a:r>
              <a:rPr lang="en-US" altLang="en-US" sz="2800" dirty="0" err="1">
                <a:sym typeface="Symbol" panose="05050102010706020507" pitchFamily="18" charset="2"/>
              </a:rPr>
              <a:t>Cấu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tử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nào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tồn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tại</a:t>
            </a:r>
            <a:r>
              <a:rPr lang="en-US" altLang="en-US" sz="2800" dirty="0">
                <a:sym typeface="Symbol" panose="05050102010706020507" pitchFamily="18" charset="2"/>
              </a:rPr>
              <a:t>:</a:t>
            </a:r>
          </a:p>
          <a:p>
            <a:r>
              <a:rPr lang="en-US" altLang="en-US" sz="2800" dirty="0">
                <a:sym typeface="Symbol" panose="05050102010706020507" pitchFamily="18" charset="2"/>
              </a:rPr>
              <a:t> Al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baseline="30000" dirty="0">
                <a:sym typeface="Symbol" panose="05050102010706020507" pitchFamily="18" charset="2"/>
              </a:rPr>
              <a:t>2+</a:t>
            </a:r>
            <a:r>
              <a:rPr lang="en-US" altLang="en-US" sz="2800" dirty="0">
                <a:sym typeface="Symbol" panose="05050102010706020507" pitchFamily="18" charset="2"/>
              </a:rPr>
              <a:t>, Ca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baseline="30000" dirty="0">
                <a:sym typeface="Symbol" panose="05050102010706020507" pitchFamily="18" charset="2"/>
              </a:rPr>
              <a:t>+ </a:t>
            </a:r>
            <a:r>
              <a:rPr lang="en-US" altLang="en-US" sz="2800" dirty="0">
                <a:sym typeface="Symbol" panose="05050102010706020507" pitchFamily="18" charset="2"/>
              </a:rPr>
              <a:t>, H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baseline="30000" dirty="0">
                <a:sym typeface="Symbol" panose="05050102010706020507" pitchFamily="18" charset="2"/>
              </a:rPr>
              <a:t>2-</a:t>
            </a:r>
            <a:r>
              <a:rPr lang="en-US" altLang="en-US" sz="2800" baseline="-25000" dirty="0"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,  K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   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E11B98F-8C60-410E-96B0-7A6D338B28CB}"/>
              </a:ext>
            </a:extLst>
          </p:cNvPr>
          <p:cNvSpPr/>
          <p:nvPr/>
        </p:nvSpPr>
        <p:spPr>
          <a:xfrm>
            <a:off x="5448542" y="1321548"/>
            <a:ext cx="583559" cy="523875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9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8" grpId="0" animBg="1"/>
      <p:bldP spid="72" grpId="0"/>
      <p:bldP spid="73" grpId="0"/>
      <p:bldP spid="74" grpId="0"/>
      <p:bldP spid="75" grpId="0"/>
      <p:bldP spid="17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C7897D78-A501-4010-8165-EC162CF73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9888" y="2226564"/>
            <a:ext cx="914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E6A730A-6176-4B50-AB88-13841F226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888" y="28346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7946DF9-62CC-4814-ADCE-B76D8565B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888" y="2855214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.Vn3DH" panose="020B7200000000000000" pitchFamily="34" charset="0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4830C509-95AD-4690-8520-EE173F5A1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9888" y="5306314"/>
            <a:ext cx="914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411DA9-F187-4713-9477-BC0DE5D2A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6219" y="4748658"/>
            <a:ext cx="9017670" cy="584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 dirty="0"/>
              <a:t>BẬC LIÊN KẾT </a:t>
            </a:r>
            <a:r>
              <a:rPr lang="en-US" altLang="en-US" sz="3200" dirty="0"/>
              <a:t>        2                1              0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59CD3-63AD-49EA-84FF-9703BE09F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9288" y="956564"/>
            <a:ext cx="6172200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 dirty="0">
                <a:solidFill>
                  <a:srgbClr val="0000FF"/>
                </a:solidFill>
              </a:rPr>
              <a:t>         VIA               VIIA            VIIIA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64EF94-CCA7-4474-90BE-61C97F890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1963" y="1382014"/>
            <a:ext cx="889952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dirty="0" err="1">
                <a:solidFill>
                  <a:srgbClr val="990000"/>
                </a:solidFill>
              </a:rPr>
              <a:t>Tổng</a:t>
            </a:r>
            <a:r>
              <a:rPr lang="en-US" altLang="en-US" sz="2800" dirty="0">
                <a:solidFill>
                  <a:srgbClr val="990000"/>
                </a:solidFill>
              </a:rPr>
              <a:t> </a:t>
            </a:r>
            <a:r>
              <a:rPr lang="en-US" altLang="en-US" sz="2800" dirty="0" err="1">
                <a:solidFill>
                  <a:srgbClr val="990000"/>
                </a:solidFill>
              </a:rPr>
              <a:t>số</a:t>
            </a:r>
            <a:r>
              <a:rPr lang="en-US" altLang="en-US" sz="2800" dirty="0">
                <a:solidFill>
                  <a:srgbClr val="990000"/>
                </a:solidFill>
              </a:rPr>
              <a:t> e </a:t>
            </a:r>
            <a:r>
              <a:rPr lang="en-US" altLang="en-US" sz="2800" dirty="0" err="1">
                <a:solidFill>
                  <a:srgbClr val="990000"/>
                </a:solidFill>
              </a:rPr>
              <a:t>hóa</a:t>
            </a:r>
            <a:r>
              <a:rPr lang="en-US" altLang="en-US" sz="2800" dirty="0">
                <a:solidFill>
                  <a:srgbClr val="990000"/>
                </a:solidFill>
              </a:rPr>
              <a:t> </a:t>
            </a:r>
            <a:r>
              <a:rPr lang="en-US" altLang="en-US" sz="2800" dirty="0" err="1">
                <a:solidFill>
                  <a:srgbClr val="990000"/>
                </a:solidFill>
              </a:rPr>
              <a:t>trị</a:t>
            </a:r>
            <a:r>
              <a:rPr lang="en-US" altLang="en-US" sz="2800" dirty="0">
                <a:solidFill>
                  <a:srgbClr val="990000"/>
                </a:solidFill>
              </a:rPr>
              <a:t>:          12                14               16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0ED046-4AF7-48D5-AC24-686D81EC9B66}"/>
              </a:ext>
            </a:extLst>
          </p:cNvPr>
          <p:cNvSpPr/>
          <p:nvPr/>
        </p:nvSpPr>
        <p:spPr>
          <a:xfrm>
            <a:off x="7214281" y="5333433"/>
            <a:ext cx="881207" cy="674134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982A65-0EC5-4F3D-BDA5-FF81E016A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274" y="5463320"/>
            <a:ext cx="8866901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Cấu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tử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nào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sau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đây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tồn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tại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:  Cl</a:t>
            </a:r>
            <a:r>
              <a:rPr lang="en-US" altLang="en-US" sz="2800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en-US" sz="2800" baseline="30000" dirty="0">
                <a:solidFill>
                  <a:srgbClr val="0000FF"/>
                </a:solidFill>
                <a:sym typeface="Symbol" panose="05050102010706020507" pitchFamily="18" charset="2"/>
              </a:rPr>
              <a:t>2-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   Ar</a:t>
            </a:r>
            <a:r>
              <a:rPr lang="en-US" altLang="en-US" sz="2800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en-US" sz="2800" baseline="30000" dirty="0">
                <a:solidFill>
                  <a:srgbClr val="0000FF"/>
                </a:solidFill>
                <a:sym typeface="Symbol" panose="05050102010706020507" pitchFamily="18" charset="2"/>
              </a:rPr>
              <a:t>+ 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    S</a:t>
            </a:r>
            <a:r>
              <a:rPr lang="en-US" altLang="en-US" sz="2800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 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. </a:t>
            </a:r>
          </a:p>
          <a:p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                        </a:t>
            </a:r>
            <a:r>
              <a:rPr lang="en-US" altLang="en-US" sz="2800" dirty="0" err="1">
                <a:solidFill>
                  <a:srgbClr val="CC00FF"/>
                </a:solidFill>
                <a:sym typeface="Symbol" panose="05050102010706020507" pitchFamily="18" charset="2"/>
              </a:rPr>
              <a:t>Bậc</a:t>
            </a:r>
            <a:r>
              <a:rPr lang="en-US" altLang="en-US" sz="2800" dirty="0">
                <a:solidFill>
                  <a:srgbClr val="CC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sym typeface="Symbol" panose="05050102010706020507" pitchFamily="18" charset="2"/>
              </a:rPr>
              <a:t>liên</a:t>
            </a:r>
            <a:r>
              <a:rPr lang="en-US" altLang="en-US" sz="2800" dirty="0">
                <a:solidFill>
                  <a:srgbClr val="CC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sym typeface="Symbol" panose="05050102010706020507" pitchFamily="18" charset="2"/>
              </a:rPr>
              <a:t>kết</a:t>
            </a:r>
            <a:r>
              <a:rPr lang="en-US" altLang="en-US" sz="2800" dirty="0">
                <a:solidFill>
                  <a:srgbClr val="CC00FF"/>
                </a:solidFill>
                <a:sym typeface="Symbol" panose="05050102010706020507" pitchFamily="18" charset="2"/>
              </a:rPr>
              <a:t> :   0        0,5       2</a:t>
            </a:r>
          </a:p>
          <a:p>
            <a:endParaRPr lang="en-US" alt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9111808" y="1376524"/>
            <a:ext cx="583559" cy="3898504"/>
            <a:chOff x="9111808" y="1376524"/>
            <a:chExt cx="583559" cy="389850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5F8DCA5-0D3D-4AC6-B544-1D899413904E}"/>
                </a:ext>
              </a:extLst>
            </p:cNvPr>
            <p:cNvSpPr/>
            <p:nvPr/>
          </p:nvSpPr>
          <p:spPr>
            <a:xfrm>
              <a:off x="9113949" y="4765441"/>
              <a:ext cx="549275" cy="509587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11B98F-8C60-410E-96B0-7A6D338B28CB}"/>
                </a:ext>
              </a:extLst>
            </p:cNvPr>
            <p:cNvSpPr/>
            <p:nvPr/>
          </p:nvSpPr>
          <p:spPr>
            <a:xfrm>
              <a:off x="9111808" y="1376524"/>
              <a:ext cx="583559" cy="523875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07D324B5-CAF4-480F-8E3E-50883AF08BA9}"/>
              </a:ext>
            </a:extLst>
          </p:cNvPr>
          <p:cNvSpPr/>
          <p:nvPr/>
        </p:nvSpPr>
        <p:spPr>
          <a:xfrm>
            <a:off x="8263705" y="5325247"/>
            <a:ext cx="879475" cy="666999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3040889" y="1855438"/>
            <a:ext cx="7219949" cy="2777379"/>
            <a:chOff x="3040889" y="1855438"/>
            <a:chExt cx="7219949" cy="277737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FB495D-4C54-4A90-BD9A-516F6E924B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5678" y="4108942"/>
              <a:ext cx="10668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dirty="0">
                  <a:sym typeface="Symbol" panose="05050102010706020507" pitchFamily="18" charset="2"/>
                </a:rPr>
                <a:t></a:t>
              </a:r>
              <a:r>
                <a:rPr lang="en-US" altLang="en-US" sz="2800" baseline="-25000" dirty="0">
                  <a:sym typeface="Symbol" panose="05050102010706020507" pitchFamily="18" charset="2"/>
                </a:rPr>
                <a:t>ns</a:t>
              </a:r>
              <a:endParaRPr lang="en-US" altLang="en-US" sz="28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12D1E8E-586E-49AF-A911-8702519349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24554" y="3742728"/>
                  <a:ext cx="1066800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en-US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ns</m:t>
                            </m:r>
                          </m:sub>
                          <m:sup>
                            <m:r>
                              <a:rPr lang="en-US" alt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alt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812D1E8E-586E-49AF-A911-870251934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24554" y="3742728"/>
                  <a:ext cx="1066800" cy="52322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AA4DF0A-5D73-406E-9690-C24E982CE1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36071" y="3308182"/>
                  <a:ext cx="1066800" cy="5623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80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en-US" sz="280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𝑛𝑝</m:t>
                                </m:r>
                              </m:e>
                              <m:sub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𝑥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alt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0AA4DF0A-5D73-406E-9690-C24E982CE1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36071" y="3308182"/>
                  <a:ext cx="1066800" cy="562398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8FCCE0A-AC70-4884-8B72-850FE4E920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40889" y="2364361"/>
                  <a:ext cx="2133600" cy="6057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en-US" sz="280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en-US" sz="280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</m:e>
                        <m:sub>
                          <m:sSub>
                            <m:sSub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𝑛𝑝</m:t>
                              </m:r>
                            </m:e>
                            <m:sub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𝑦</m:t>
                              </m:r>
                            </m:sub>
                          </m:sSub>
                        </m:sub>
                        <m:sup>
                          <m:r>
                            <a:rPr lang="en-US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bSup>
                      <m:r>
                        <a:rPr lang="en-US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</m:oMath>
                  </a14:m>
                  <a:r>
                    <a:rPr lang="en-US" altLang="en-US" sz="2800" dirty="0">
                      <a:sym typeface="Symbol" panose="05050102010706020507" pitchFamily="18" charset="2"/>
                    </a:rPr>
                    <a:t>=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en-US" sz="2800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en-US" sz="280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</m:e>
                        <m:sub>
                          <m:sSub>
                            <m:sSub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𝑛𝑝</m:t>
                              </m:r>
                            </m:e>
                            <m:sub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𝑧</m:t>
                              </m:r>
                            </m:sub>
                          </m:sSub>
                        </m:sub>
                        <m:sup>
                          <m:r>
                            <a:rPr lang="en-US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bSup>
                    </m:oMath>
                  </a14:m>
                  <a:endParaRPr lang="en-US" altLang="en-US" sz="28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D8FCCE0A-AC70-4884-8B72-850FE4E92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40889" y="2364361"/>
                  <a:ext cx="2133600" cy="60574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t="-12121" b="-1313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C2AA2B4-A35E-4894-913D-DB7577CC56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1508" y="1855438"/>
                  <a:ext cx="1066800" cy="5623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en-US" sz="280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en-US" alt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en-US" sz="280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𝑛𝑝</m:t>
                                </m:r>
                              </m:e>
                              <m:sub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𝑥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alt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FC2AA2B4-A35E-4894-913D-DB7577CC56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61508" y="1855438"/>
                  <a:ext cx="1066800" cy="562398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59517E4-99D3-4CF8-96EB-7F7E9A97EB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7326" y="2845573"/>
                  <a:ext cx="1980726" cy="6057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en-US" sz="280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</m:e>
                        <m:sub>
                          <m:sSub>
                            <m:sSubPr>
                              <m:ctrlPr>
                                <a:rPr lang="en-US" altLang="en-US" sz="280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𝑛𝑝</m:t>
                              </m:r>
                            </m:e>
                            <m:sub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𝑦</m:t>
                              </m:r>
                            </m:sub>
                          </m:sSub>
                        </m:sub>
                      </m:sSub>
                    </m:oMath>
                  </a14:m>
                  <a:r>
                    <a:rPr lang="en-US" altLang="en-US" sz="2800" dirty="0"/>
                    <a:t>=</a:t>
                  </a:r>
                  <a:r>
                    <a:rPr lang="en-US" altLang="en-US" sz="2800" b="1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en-US" sz="2800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</m:e>
                        <m:sub>
                          <m:sSub>
                            <m:sSub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𝑛𝑝</m:t>
                              </m:r>
                            </m:e>
                            <m:sub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𝑧</m:t>
                              </m:r>
                            </m:sub>
                          </m:sSub>
                        </m:sub>
                      </m:sSub>
                    </m:oMath>
                  </a14:m>
                  <a:endParaRPr lang="en-US" alt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059517E4-99D3-4CF8-96EB-7F7E9A97E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17326" y="2845573"/>
                  <a:ext cx="1980726" cy="605743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t="-12121" b="-1313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C9E5DB5-9C3C-4EDD-BA53-F01E995F89AA}"/>
                </a:ext>
              </a:extLst>
            </p:cNvPr>
            <p:cNvCxnSpPr/>
            <p:nvPr/>
          </p:nvCxnSpPr>
          <p:spPr>
            <a:xfrm>
              <a:off x="9651238" y="3279170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F173B11-87DC-46BD-A1D9-06AABC2279AE}"/>
                </a:ext>
              </a:extLst>
            </p:cNvPr>
            <p:cNvCxnSpPr/>
            <p:nvPr/>
          </p:nvCxnSpPr>
          <p:spPr>
            <a:xfrm>
              <a:off x="8832088" y="3272179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6AE8C85-9B07-4FEF-B246-0E41F7D2160E}"/>
                </a:ext>
              </a:extLst>
            </p:cNvPr>
            <p:cNvCxnSpPr/>
            <p:nvPr/>
          </p:nvCxnSpPr>
          <p:spPr>
            <a:xfrm>
              <a:off x="7790688" y="3270606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F821D6B-E13B-4F37-A9ED-767370E0A589}"/>
                </a:ext>
              </a:extLst>
            </p:cNvPr>
            <p:cNvCxnSpPr/>
            <p:nvPr/>
          </p:nvCxnSpPr>
          <p:spPr>
            <a:xfrm>
              <a:off x="6985957" y="3270606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CD6C5E2-CAF9-47AF-B584-5DC7A3D08DAC}"/>
                </a:ext>
              </a:extLst>
            </p:cNvPr>
            <p:cNvCxnSpPr/>
            <p:nvPr/>
          </p:nvCxnSpPr>
          <p:spPr>
            <a:xfrm>
              <a:off x="5799963" y="3221927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B83E1D9-3B34-45B4-87BB-5465452DF341}"/>
                </a:ext>
              </a:extLst>
            </p:cNvPr>
            <p:cNvCxnSpPr/>
            <p:nvPr/>
          </p:nvCxnSpPr>
          <p:spPr>
            <a:xfrm>
              <a:off x="5047488" y="3221927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6A1623F-1AD7-42FD-B014-9CD01E481E2F}"/>
                </a:ext>
              </a:extLst>
            </p:cNvPr>
            <p:cNvCxnSpPr/>
            <p:nvPr/>
          </p:nvCxnSpPr>
          <p:spPr>
            <a:xfrm>
              <a:off x="9232138" y="3742728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680DF6E-E897-41DB-BB29-21D97095ED67}"/>
                </a:ext>
              </a:extLst>
            </p:cNvPr>
            <p:cNvCxnSpPr/>
            <p:nvPr/>
          </p:nvCxnSpPr>
          <p:spPr>
            <a:xfrm>
              <a:off x="7333488" y="3707075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4432C32-FF84-4A69-B4A6-A18D12057D44}"/>
                </a:ext>
              </a:extLst>
            </p:cNvPr>
            <p:cNvCxnSpPr/>
            <p:nvPr/>
          </p:nvCxnSpPr>
          <p:spPr>
            <a:xfrm>
              <a:off x="5352288" y="3712464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AD7AE7B-5A91-4F98-A5E1-CEE52B17B5A5}"/>
                </a:ext>
              </a:extLst>
            </p:cNvPr>
            <p:cNvCxnSpPr/>
            <p:nvPr/>
          </p:nvCxnSpPr>
          <p:spPr>
            <a:xfrm>
              <a:off x="9232138" y="4109040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00FB6EC-99F3-4F8E-AEC5-C8A21E44E430}"/>
                </a:ext>
              </a:extLst>
            </p:cNvPr>
            <p:cNvCxnSpPr/>
            <p:nvPr/>
          </p:nvCxnSpPr>
          <p:spPr>
            <a:xfrm>
              <a:off x="7333488" y="4108942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7725BD8-F172-46C4-97D0-BD0A11C6CB7A}"/>
                </a:ext>
              </a:extLst>
            </p:cNvPr>
            <p:cNvCxnSpPr/>
            <p:nvPr/>
          </p:nvCxnSpPr>
          <p:spPr>
            <a:xfrm>
              <a:off x="5352288" y="4082552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B5447EC-4185-472C-BED2-72F256663EB7}"/>
                </a:ext>
              </a:extLst>
            </p:cNvPr>
            <p:cNvCxnSpPr/>
            <p:nvPr/>
          </p:nvCxnSpPr>
          <p:spPr>
            <a:xfrm>
              <a:off x="5342763" y="4466989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85C8F60-3849-4035-9F6D-FB626DD70FA3}"/>
                </a:ext>
              </a:extLst>
            </p:cNvPr>
            <p:cNvCxnSpPr/>
            <p:nvPr/>
          </p:nvCxnSpPr>
          <p:spPr>
            <a:xfrm>
              <a:off x="7371588" y="4480836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8846E41-1CEC-4BA0-914D-914F216F2D95}"/>
                </a:ext>
              </a:extLst>
            </p:cNvPr>
            <p:cNvCxnSpPr/>
            <p:nvPr/>
          </p:nvCxnSpPr>
          <p:spPr>
            <a:xfrm>
              <a:off x="9232138" y="4480836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F809D46-BFD4-49F1-A8F0-B6E927C477ED}"/>
                </a:ext>
              </a:extLst>
            </p:cNvPr>
            <p:cNvCxnSpPr/>
            <p:nvPr/>
          </p:nvCxnSpPr>
          <p:spPr>
            <a:xfrm>
              <a:off x="9613138" y="2730428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69008E5-5996-4930-AAD0-78D3B5398663}"/>
                </a:ext>
              </a:extLst>
            </p:cNvPr>
            <p:cNvCxnSpPr/>
            <p:nvPr/>
          </p:nvCxnSpPr>
          <p:spPr>
            <a:xfrm>
              <a:off x="8793988" y="2723437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74FD2A7-837D-4E85-B2C8-66CFEA21E8A9}"/>
                </a:ext>
              </a:extLst>
            </p:cNvPr>
            <p:cNvCxnSpPr/>
            <p:nvPr/>
          </p:nvCxnSpPr>
          <p:spPr>
            <a:xfrm>
              <a:off x="7790688" y="2721864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6EE439C-E75C-4BA9-99F9-EBD9848757C1}"/>
                </a:ext>
              </a:extLst>
            </p:cNvPr>
            <p:cNvCxnSpPr/>
            <p:nvPr/>
          </p:nvCxnSpPr>
          <p:spPr>
            <a:xfrm>
              <a:off x="6985957" y="2721864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EEE3045-703A-4F17-9754-460E6F54A095}"/>
                </a:ext>
              </a:extLst>
            </p:cNvPr>
            <p:cNvCxnSpPr/>
            <p:nvPr/>
          </p:nvCxnSpPr>
          <p:spPr>
            <a:xfrm>
              <a:off x="5799963" y="2673185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4B34350-A0E0-488A-A6E8-5BEE90D836E6}"/>
                </a:ext>
              </a:extLst>
            </p:cNvPr>
            <p:cNvCxnSpPr/>
            <p:nvPr/>
          </p:nvCxnSpPr>
          <p:spPr>
            <a:xfrm>
              <a:off x="5047488" y="2673185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B5EC290-A192-4C99-A2B3-672942C9F904}"/>
                </a:ext>
              </a:extLst>
            </p:cNvPr>
            <p:cNvCxnSpPr/>
            <p:nvPr/>
          </p:nvCxnSpPr>
          <p:spPr>
            <a:xfrm>
              <a:off x="9201975" y="2174591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F13CD37-57CE-4E47-81AC-6DF0086AA379}"/>
                </a:ext>
              </a:extLst>
            </p:cNvPr>
            <p:cNvCxnSpPr/>
            <p:nvPr/>
          </p:nvCxnSpPr>
          <p:spPr>
            <a:xfrm>
              <a:off x="7303325" y="2138938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5826F93-735E-4233-8830-CA8274D31ED0}"/>
                </a:ext>
              </a:extLst>
            </p:cNvPr>
            <p:cNvCxnSpPr/>
            <p:nvPr/>
          </p:nvCxnSpPr>
          <p:spPr>
            <a:xfrm>
              <a:off x="5322125" y="2144327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5107321" y="1835063"/>
            <a:ext cx="5220895" cy="2973329"/>
            <a:chOff x="5107321" y="1835063"/>
            <a:chExt cx="5220895" cy="2973329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BC2E1DF-7EB2-4DE0-92F3-A0122F697297}"/>
                </a:ext>
              </a:extLst>
            </p:cNvPr>
            <p:cNvSpPr txBox="1"/>
            <p:nvPr/>
          </p:nvSpPr>
          <p:spPr>
            <a:xfrm>
              <a:off x="5174489" y="2366529"/>
              <a:ext cx="51537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sym typeface="Symbol" panose="05050102010706020507" pitchFamily="18" charset="2"/>
                </a:rPr>
                <a:t>                                                                 </a:t>
              </a:r>
              <a:endParaRPr lang="en-US" dirty="0">
                <a:solidFill>
                  <a:srgbClr val="C00000"/>
                </a:solidFill>
              </a:endParaRPr>
            </a:p>
            <a:p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BCE6E78-BA19-46B9-966D-5F6D4CDEF4EA}"/>
                </a:ext>
              </a:extLst>
            </p:cNvPr>
            <p:cNvSpPr txBox="1"/>
            <p:nvPr/>
          </p:nvSpPr>
          <p:spPr>
            <a:xfrm>
              <a:off x="5107321" y="2913345"/>
              <a:ext cx="52208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6600"/>
                  </a:solidFill>
                  <a:sym typeface="Symbol" panose="05050102010706020507" pitchFamily="18" charset="2"/>
                </a:rPr>
                <a:t>                                                             </a:t>
              </a:r>
              <a:endParaRPr lang="en-US" dirty="0">
                <a:solidFill>
                  <a:srgbClr val="006600"/>
                </a:solidFill>
              </a:endParaRPr>
            </a:p>
            <a:p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2D8A6DE-F189-431D-8BA2-F117F2794CE9}"/>
                </a:ext>
              </a:extLst>
            </p:cNvPr>
            <p:cNvSpPr txBox="1"/>
            <p:nvPr/>
          </p:nvSpPr>
          <p:spPr>
            <a:xfrm>
              <a:off x="5388932" y="3381618"/>
              <a:ext cx="46511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6600"/>
                  </a:solidFill>
                  <a:sym typeface="Symbol" panose="05050102010706020507" pitchFamily="18" charset="2"/>
                </a:rPr>
                <a:t>                                                                 </a:t>
              </a:r>
              <a:endParaRPr lang="en-US" dirty="0">
                <a:solidFill>
                  <a:srgbClr val="006600"/>
                </a:solidFill>
              </a:endParaRPr>
            </a:p>
            <a:p>
              <a:endParaRPr 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6551DCF-8781-4851-8E0D-2E02DA3A90FC}"/>
                </a:ext>
              </a:extLst>
            </p:cNvPr>
            <p:cNvSpPr txBox="1"/>
            <p:nvPr/>
          </p:nvSpPr>
          <p:spPr>
            <a:xfrm>
              <a:off x="5373688" y="3768542"/>
              <a:ext cx="44680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sym typeface="Symbol" panose="05050102010706020507" pitchFamily="18" charset="2"/>
                </a:rPr>
                <a:t>                                                                 </a:t>
              </a:r>
              <a:endParaRPr lang="en-US" dirty="0">
                <a:solidFill>
                  <a:srgbClr val="C00000"/>
                </a:solidFill>
              </a:endParaRPr>
            </a:p>
            <a:p>
              <a:endParaRPr 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7E3C44C-4754-45AC-8F1B-A7C84BCFF710}"/>
                </a:ext>
              </a:extLst>
            </p:cNvPr>
            <p:cNvSpPr txBox="1"/>
            <p:nvPr/>
          </p:nvSpPr>
          <p:spPr>
            <a:xfrm>
              <a:off x="5401056" y="4162061"/>
              <a:ext cx="4413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6600"/>
                  </a:solidFill>
                  <a:sym typeface="Symbol" panose="05050102010706020507" pitchFamily="18" charset="2"/>
                </a:rPr>
                <a:t>                                                                </a:t>
              </a:r>
              <a:endParaRPr lang="en-US" dirty="0">
                <a:solidFill>
                  <a:srgbClr val="006600"/>
                </a:solidFill>
              </a:endParaRPr>
            </a:p>
            <a:p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BAC3219-2817-4321-B5A8-25D8BD694E61}"/>
                </a:ext>
              </a:extLst>
            </p:cNvPr>
            <p:cNvSpPr txBox="1"/>
            <p:nvPr/>
          </p:nvSpPr>
          <p:spPr>
            <a:xfrm>
              <a:off x="9280827" y="1835063"/>
              <a:ext cx="4968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sym typeface="Symbol" panose="05050102010706020507" pitchFamily="18" charset="2"/>
                </a:rPr>
                <a:t></a:t>
              </a:r>
              <a:endParaRPr lang="en-US" dirty="0"/>
            </a:p>
          </p:txBody>
        </p:sp>
      </p:grpSp>
      <p:sp>
        <p:nvSpPr>
          <p:cNvPr id="58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  <a:r>
              <a:rPr lang="en-US" altLang="zh-TW" sz="4000" b="1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cuối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CK n (n≥2)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6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6" grpId="0" animBg="1"/>
      <p:bldP spid="17" grpId="0"/>
      <p:bldP spid="20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Bắc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E6B980-6C47-432D-8D64-78E09D12A371}"/>
              </a:ext>
            </a:extLst>
          </p:cNvPr>
          <p:cNvSpPr txBox="1">
            <a:spLocks noChangeArrowheads="1"/>
          </p:cNvSpPr>
          <p:nvPr/>
        </p:nvSpPr>
        <p:spPr>
          <a:xfrm>
            <a:off x="151680" y="774768"/>
            <a:ext cx="3962400" cy="10969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BẮC CỰC QUANG </a:t>
            </a:r>
            <a:br>
              <a:rPr lang="en-US" altLang="en-US" sz="32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Aurora Borealis)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85393555-9EC3-4ECF-8C1F-146A745AE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3062" y="1672231"/>
            <a:ext cx="4138612" cy="3624263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D1C5A67C-0C8A-40F9-AF64-0521944A7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722" y="814176"/>
            <a:ext cx="4495800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CA40007A-340E-4D73-9973-A88A1174E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984" y="5254872"/>
            <a:ext cx="4953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/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ion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gió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C2E4B060-A0A7-4ED3-BB22-7FEB4C1996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334" y="4148612"/>
            <a:ext cx="4641450" cy="2775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20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màu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sắc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A1516FC-D3E0-444C-8E41-14044E3BCB88}"/>
              </a:ext>
            </a:extLst>
          </p:cNvPr>
          <p:cNvSpPr txBox="1">
            <a:spLocks/>
          </p:cNvSpPr>
          <p:nvPr/>
        </p:nvSpPr>
        <p:spPr>
          <a:xfrm>
            <a:off x="746760" y="1681999"/>
            <a:ext cx="10354056" cy="76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  </a:t>
            </a: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vi-V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5S</a:t>
            </a:r>
            <a:r>
              <a:rPr lang="en-US" altLang="en-US" sz="32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vi-VN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vi-V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vi-VN" altLang="en-US" sz="32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5S</a:t>
            </a:r>
            <a:r>
              <a:rPr lang="en-US" altLang="en-US" sz="32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 </a:t>
            </a:r>
            <a:r>
              <a:rPr lang="vi-V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vi-VN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32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vi-V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 </a:t>
            </a:r>
            <a:r>
              <a:rPr lang="en-US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vi-VN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32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vi-V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</a:t>
            </a:r>
            <a:r>
              <a:rPr lang="en-US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vi-VN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32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vi-V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 </a:t>
            </a:r>
            <a:r>
              <a:rPr lang="vi-VN" altLang="en-US" sz="32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vi-VN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32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vi-V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</a:t>
            </a:r>
            <a:r>
              <a:rPr lang="vi-VN" altLang="en-US" sz="32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vi-VN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32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vi-V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&lt; </a:t>
            </a:r>
            <a:r>
              <a:rPr lang="vi-VN" altLang="en-US" sz="32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vi-VN" alt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32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endParaRPr lang="en-US" altLang="en-US" sz="3200" b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Tx/>
              <a:buNone/>
            </a:pPr>
            <a:endParaRPr lang="en-US" alt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Tx/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B918F5-0213-42EE-A1E4-7A3A0CE15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79" y="2613587"/>
            <a:ext cx="10719263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3600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hấp</a:t>
            </a:r>
            <a:r>
              <a:rPr lang="en-US" altLang="en-US" sz="3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US" altLang="en-US" sz="3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lang="en-US" altLang="en-US" sz="3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altLang="en-US" sz="3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3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3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 = 520 nm (</a:t>
            </a:r>
            <a:r>
              <a:rPr lang="en-US" altLang="en-US" sz="36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miền</a:t>
            </a:r>
            <a:r>
              <a:rPr lang="en-US" altLang="en-US" sz="3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vàng</a:t>
            </a:r>
            <a:r>
              <a:rPr lang="en-US" altLang="en-US" sz="3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r>
              <a:rPr lang="en-US" altLang="en-US" sz="36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en-US" sz="3600" dirty="0">
              <a:solidFill>
                <a:srgbClr val="CC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40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 I</a:t>
            </a:r>
            <a:r>
              <a:rPr lang="en-US" altLang="en-US" sz="4000" b="1" baseline="-250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40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4000" b="1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có</a:t>
            </a:r>
            <a:r>
              <a:rPr lang="en-US" altLang="en-US" sz="40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4000" b="1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màu</a:t>
            </a:r>
            <a:r>
              <a:rPr lang="en-US" altLang="en-US" sz="4000" b="1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4000" b="1" dirty="0" err="1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tím</a:t>
            </a:r>
            <a:endParaRPr lang="en-US" altLang="en-US" sz="4000" b="1" dirty="0">
              <a:solidFill>
                <a:srgbClr val="CC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urved Down Arrow 15">
            <a:extLst>
              <a:ext uri="{FF2B5EF4-FFF2-40B4-BE49-F238E27FC236}">
                <a16:creationId xmlns:a16="http://schemas.microsoft.com/office/drawing/2014/main" id="{74F8CB46-E657-4101-BA21-CD64AEBC0BBD}"/>
              </a:ext>
            </a:extLst>
          </p:cNvPr>
          <p:cNvSpPr/>
          <p:nvPr/>
        </p:nvSpPr>
        <p:spPr>
          <a:xfrm>
            <a:off x="7620000" y="1295400"/>
            <a:ext cx="914400" cy="304800"/>
          </a:xfrm>
          <a:prstGeom prst="curved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7" name="Picture 2" descr="Su thang hoa cua iot - Hóa học 9 - Nguyễn Anh Dũng - Trường THCS Long Định">
            <a:extLst>
              <a:ext uri="{FF2B5EF4-FFF2-40B4-BE49-F238E27FC236}">
                <a16:creationId xmlns:a16="http://schemas.microsoft.com/office/drawing/2014/main" id="{D40587B4-D15D-4449-860E-9D46EF2B5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920" y="3539639"/>
            <a:ext cx="32004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140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7943" y="6483927"/>
            <a:ext cx="579278" cy="340983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419AFB7-2A9A-49A4-A9B3-704D1B3C6718}"/>
              </a:ext>
            </a:extLst>
          </p:cNvPr>
          <p:cNvSpPr txBox="1">
            <a:spLocks/>
          </p:cNvSpPr>
          <p:nvPr/>
        </p:nvSpPr>
        <p:spPr>
          <a:xfrm>
            <a:off x="455649" y="783015"/>
            <a:ext cx="11355510" cy="37335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BÀI TẬP CHƯƠNG 3 (</a:t>
            </a:r>
            <a:r>
              <a:rPr lang="en-US" sz="4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Chương</a:t>
            </a: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4 </a:t>
            </a:r>
            <a:r>
              <a:rPr lang="en-US" sz="4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4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Sách</a:t>
            </a: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</a:t>
            </a:r>
            <a:b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5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Liên</a:t>
            </a:r>
            <a:r>
              <a:rPr 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5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kết</a:t>
            </a:r>
            <a:r>
              <a:rPr 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5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cộng</a:t>
            </a:r>
            <a:r>
              <a:rPr 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5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hóa</a:t>
            </a:r>
            <a:r>
              <a:rPr 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5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trị</a:t>
            </a:r>
            <a:r>
              <a:rPr 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5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theo</a:t>
            </a:r>
            <a:r>
              <a:rPr 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5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thuyết</a:t>
            </a:r>
            <a:r>
              <a:rPr 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VB </a:t>
            </a:r>
            <a:r>
              <a:rPr lang="en-US" sz="5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và</a:t>
            </a:r>
            <a:r>
              <a:rPr 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MO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A84169-B9A5-837C-38A7-2F54AA732C0D}"/>
              </a:ext>
            </a:extLst>
          </p:cNvPr>
          <p:cNvSpPr txBox="1"/>
          <p:nvPr/>
        </p:nvSpPr>
        <p:spPr>
          <a:xfrm>
            <a:off x="1307372" y="4670097"/>
            <a:ext cx="9652065" cy="147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CÂU: 4.4; 4.10; 4.14; 4.16; 4.54-4.80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  <a:sym typeface="Symbol"/>
              </a:rPr>
              <a:t> NỘI DUNG NÀY KHÔNG THI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466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blipFill rotWithShape="1">
          <a:blip xmlns:r="http://schemas.openxmlformats.org/officeDocument/2006/relationships" r:embed="rId1"/>
          <a:stretch>
            <a:fillRect/>
          </a:stretch>
        </a:blipFill>
      </a:spPr>
      <a:bodyPr/>
      <a:lstStyle>
        <a:defPPr>
          <a:defRPr>
            <a:noFill/>
            <a:latin typeface="Arial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F1CE5C92EF93654ABEEEC0E4817C999F" ma:contentTypeVersion="11" ma:contentTypeDescription="Tạo tài liệu mới." ma:contentTypeScope="" ma:versionID="7cd46180d53ef57f8f15ef7b32be0c01">
  <xsd:schema xmlns:xsd="http://www.w3.org/2001/XMLSchema" xmlns:xs="http://www.w3.org/2001/XMLSchema" xmlns:p="http://schemas.microsoft.com/office/2006/metadata/properties" xmlns:ns3="3e938420-8c97-46ce-a2e8-40c02b4fa026" targetNamespace="http://schemas.microsoft.com/office/2006/metadata/properties" ma:root="true" ma:fieldsID="c715c92bbd2da65c606104f2a45fda19" ns3:_="">
    <xsd:import namespace="3e938420-8c97-46ce-a2e8-40c02b4fa0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938420-8c97-46ce-a2e8-40c02b4fa0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B551663-701F-451D-8E00-32410EB1F0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A3F13D-8B62-4846-83DA-EE08456865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938420-8c97-46ce-a2e8-40c02b4fa0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4F5BD4-0E3E-4FF3-B28D-5ECDCBD81BD8}">
  <ds:schemaRefs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3e938420-8c97-46ce-a2e8-40c02b4fa02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155415</TotalTime>
  <Words>7145</Words>
  <Application>Microsoft Macintosh PowerPoint</Application>
  <PresentationFormat>Widescreen</PresentationFormat>
  <Paragraphs>1382</Paragraphs>
  <Slides>89</Slides>
  <Notes>88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9" baseType="lpstr">
      <vt:lpstr>.Vn3DH</vt:lpstr>
      <vt:lpstr>Arial</vt:lpstr>
      <vt:lpstr>Calibri</vt:lpstr>
      <vt:lpstr>Calibri Light</vt:lpstr>
      <vt:lpstr>Cambria Math</vt:lpstr>
      <vt:lpstr>Tahoma</vt:lpstr>
      <vt:lpstr>Times New Roman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VERNUS</dc:creator>
  <cp:lastModifiedBy>Hieu Do</cp:lastModifiedBy>
  <cp:revision>2517</cp:revision>
  <cp:lastPrinted>2022-04-05T11:02:26Z</cp:lastPrinted>
  <dcterms:created xsi:type="dcterms:W3CDTF">2019-11-21T08:08:13Z</dcterms:created>
  <dcterms:modified xsi:type="dcterms:W3CDTF">2023-02-28T07:53:00Z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0x010100F1CE5C92EF93654ABEEEC0E4817C999F</vt:lpwstr>
  </property>
</Properties>
</file>