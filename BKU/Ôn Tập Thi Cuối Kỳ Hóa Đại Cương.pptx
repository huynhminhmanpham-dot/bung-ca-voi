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75"/>
  </p:notesMasterIdLst>
  <p:handoutMasterIdLst>
    <p:handoutMasterId r:id="rId76"/>
  </p:handoutMasterIdLst>
  <p:sldIdLst>
    <p:sldId id="256" r:id="rId5"/>
    <p:sldId id="435" r:id="rId6"/>
    <p:sldId id="560" r:id="rId7"/>
    <p:sldId id="467" r:id="rId8"/>
    <p:sldId id="496" r:id="rId9"/>
    <p:sldId id="497" r:id="rId10"/>
    <p:sldId id="501" r:id="rId11"/>
    <p:sldId id="498" r:id="rId12"/>
    <p:sldId id="500" r:id="rId13"/>
    <p:sldId id="499" r:id="rId14"/>
    <p:sldId id="504" r:id="rId15"/>
    <p:sldId id="527" r:id="rId16"/>
    <p:sldId id="530" r:id="rId17"/>
    <p:sldId id="503" r:id="rId18"/>
    <p:sldId id="528" r:id="rId19"/>
    <p:sldId id="529" r:id="rId20"/>
    <p:sldId id="531" r:id="rId21"/>
    <p:sldId id="532" r:id="rId22"/>
    <p:sldId id="534" r:id="rId23"/>
    <p:sldId id="502" r:id="rId24"/>
    <p:sldId id="505" r:id="rId25"/>
    <p:sldId id="508" r:id="rId26"/>
    <p:sldId id="506" r:id="rId27"/>
    <p:sldId id="509" r:id="rId28"/>
    <p:sldId id="507" r:id="rId29"/>
    <p:sldId id="510" r:id="rId30"/>
    <p:sldId id="557" r:id="rId31"/>
    <p:sldId id="536" r:id="rId32"/>
    <p:sldId id="558" r:id="rId33"/>
    <p:sldId id="535" r:id="rId34"/>
    <p:sldId id="556" r:id="rId35"/>
    <p:sldId id="537" r:id="rId36"/>
    <p:sldId id="538" r:id="rId37"/>
    <p:sldId id="559" r:id="rId38"/>
    <p:sldId id="512" r:id="rId39"/>
    <p:sldId id="514" r:id="rId40"/>
    <p:sldId id="511" r:id="rId41"/>
    <p:sldId id="513" r:id="rId42"/>
    <p:sldId id="515" r:id="rId43"/>
    <p:sldId id="539" r:id="rId44"/>
    <p:sldId id="517" r:id="rId45"/>
    <p:sldId id="541" r:id="rId46"/>
    <p:sldId id="540" r:id="rId47"/>
    <p:sldId id="542" r:id="rId48"/>
    <p:sldId id="561" r:id="rId49"/>
    <p:sldId id="545" r:id="rId50"/>
    <p:sldId id="543" r:id="rId51"/>
    <p:sldId id="544" r:id="rId52"/>
    <p:sldId id="516" r:id="rId53"/>
    <p:sldId id="518" r:id="rId54"/>
    <p:sldId id="519" r:id="rId55"/>
    <p:sldId id="520" r:id="rId56"/>
    <p:sldId id="521" r:id="rId57"/>
    <p:sldId id="522" r:id="rId58"/>
    <p:sldId id="523" r:id="rId59"/>
    <p:sldId id="553" r:id="rId60"/>
    <p:sldId id="525" r:id="rId61"/>
    <p:sldId id="562" r:id="rId62"/>
    <p:sldId id="524" r:id="rId63"/>
    <p:sldId id="546" r:id="rId64"/>
    <p:sldId id="563" r:id="rId65"/>
    <p:sldId id="547" r:id="rId66"/>
    <p:sldId id="548" r:id="rId67"/>
    <p:sldId id="554" r:id="rId68"/>
    <p:sldId id="550" r:id="rId69"/>
    <p:sldId id="551" r:id="rId70"/>
    <p:sldId id="552" r:id="rId71"/>
    <p:sldId id="564" r:id="rId72"/>
    <p:sldId id="555" r:id="rId73"/>
    <p:sldId id="526" r:id="rId7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7B00"/>
    <a:srgbClr val="0000FF"/>
    <a:srgbClr val="CC00CC"/>
    <a:srgbClr val="FF0000"/>
    <a:srgbClr val="993366"/>
    <a:srgbClr val="00FFCC"/>
    <a:srgbClr val="30F070"/>
    <a:srgbClr val="EC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604" autoAdjust="0"/>
  </p:normalViewPr>
  <p:slideViewPr>
    <p:cSldViewPr snapToGrid="0">
      <p:cViewPr varScale="1">
        <p:scale>
          <a:sx n="112" d="100"/>
          <a:sy n="112" d="100"/>
        </p:scale>
        <p:origin x="414" y="114"/>
      </p:cViewPr>
      <p:guideLst>
        <p:guide orient="horz" pos="2112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Do" userId="8091c26b-a61d-4e97-addd-a670c191ef7c" providerId="ADAL" clId="{B576023A-6152-CE4D-81D6-540EB22B3AA6}"/>
    <pc:docChg chg="modSld">
      <pc:chgData name="Hieu Do" userId="8091c26b-a61d-4e97-addd-a670c191ef7c" providerId="ADAL" clId="{B576023A-6152-CE4D-81D6-540EB22B3AA6}" dt="2022-08-02T04:00:14.225" v="0" actId="1076"/>
      <pc:docMkLst>
        <pc:docMk/>
      </pc:docMkLst>
      <pc:sldChg chg="modSp">
        <pc:chgData name="Hieu Do" userId="8091c26b-a61d-4e97-addd-a670c191ef7c" providerId="ADAL" clId="{B576023A-6152-CE4D-81D6-540EB22B3AA6}" dt="2022-08-02T04:00:14.225" v="0" actId="1076"/>
        <pc:sldMkLst>
          <pc:docMk/>
          <pc:sldMk cId="1406802015" sldId="535"/>
        </pc:sldMkLst>
        <pc:spChg chg="mod">
          <ac:chgData name="Hieu Do" userId="8091c26b-a61d-4e97-addd-a670c191ef7c" providerId="ADAL" clId="{B576023A-6152-CE4D-81D6-540EB22B3AA6}" dt="2022-08-02T04:00:14.225" v="0" actId="1076"/>
          <ac:spMkLst>
            <pc:docMk/>
            <pc:sldMk cId="1406802015" sldId="535"/>
            <ac:spMk id="7" creationId="{1EDD7E2A-23CE-66C2-43BD-66064F4C0AE7}"/>
          </ac:spMkLst>
        </pc:spChg>
      </pc:sldChg>
    </pc:docChg>
  </pc:docChgLst>
  <pc:docChgLst>
    <pc:chgData name="Hieu Do" userId="8091c26b-a61d-4e97-addd-a670c191ef7c" providerId="ADAL" clId="{92ACA776-758A-C447-9413-B847F8A1DBBB}"/>
    <pc:docChg chg="modSld">
      <pc:chgData name="Hieu Do" userId="8091c26b-a61d-4e97-addd-a670c191ef7c" providerId="ADAL" clId="{92ACA776-758A-C447-9413-B847F8A1DBBB}" dt="2022-09-24T08:59:16.588" v="68" actId="1076"/>
      <pc:docMkLst>
        <pc:docMk/>
      </pc:docMkLst>
      <pc:sldChg chg="addSp modSp mod">
        <pc:chgData name="Hieu Do" userId="8091c26b-a61d-4e97-addd-a670c191ef7c" providerId="ADAL" clId="{92ACA776-758A-C447-9413-B847F8A1DBBB}" dt="2022-09-24T08:53:18.830" v="13" actId="1076"/>
        <pc:sldMkLst>
          <pc:docMk/>
          <pc:sldMk cId="1355225653" sldId="435"/>
        </pc:sldMkLst>
        <pc:spChg chg="add mod">
          <ac:chgData name="Hieu Do" userId="8091c26b-a61d-4e97-addd-a670c191ef7c" providerId="ADAL" clId="{92ACA776-758A-C447-9413-B847F8A1DBBB}" dt="2022-09-24T08:53:16.686" v="12" actId="1076"/>
          <ac:spMkLst>
            <pc:docMk/>
            <pc:sldMk cId="1355225653" sldId="435"/>
            <ac:spMk id="3" creationId="{A936FDC4-B951-9278-1F10-BCAFC2CCD2AB}"/>
          </ac:spMkLst>
        </pc:spChg>
        <pc:spChg chg="mod">
          <ac:chgData name="Hieu Do" userId="8091c26b-a61d-4e97-addd-a670c191ef7c" providerId="ADAL" clId="{92ACA776-758A-C447-9413-B847F8A1DBBB}" dt="2022-09-24T08:53:18.830" v="13" actId="1076"/>
          <ac:spMkLst>
            <pc:docMk/>
            <pc:sldMk cId="1355225653" sldId="435"/>
            <ac:spMk id="6" creationId="{00000000-0000-0000-0000-000000000000}"/>
          </ac:spMkLst>
        </pc:spChg>
        <pc:spChg chg="add mod">
          <ac:chgData name="Hieu Do" userId="8091c26b-a61d-4e97-addd-a670c191ef7c" providerId="ADAL" clId="{92ACA776-758A-C447-9413-B847F8A1DBBB}" dt="2022-09-24T08:53:14.892" v="11" actId="1076"/>
          <ac:spMkLst>
            <pc:docMk/>
            <pc:sldMk cId="1355225653" sldId="435"/>
            <ac:spMk id="7" creationId="{37914421-EE6F-7EAD-55C6-1C6F4D87383C}"/>
          </ac:spMkLst>
        </pc:spChg>
      </pc:sldChg>
      <pc:sldChg chg="addSp modSp mod modAnim">
        <pc:chgData name="Hieu Do" userId="8091c26b-a61d-4e97-addd-a670c191ef7c" providerId="ADAL" clId="{92ACA776-758A-C447-9413-B847F8A1DBBB}" dt="2022-09-24T08:59:16.588" v="68" actId="1076"/>
        <pc:sldMkLst>
          <pc:docMk/>
          <pc:sldMk cId="3846718094" sldId="436"/>
        </pc:sldMkLst>
        <pc:spChg chg="add mod">
          <ac:chgData name="Hieu Do" userId="8091c26b-a61d-4e97-addd-a670c191ef7c" providerId="ADAL" clId="{92ACA776-758A-C447-9413-B847F8A1DBBB}" dt="2022-09-24T08:57:16.042" v="54" actId="207"/>
          <ac:spMkLst>
            <pc:docMk/>
            <pc:sldMk cId="3846718094" sldId="436"/>
            <ac:spMk id="2" creationId="{E8244145-74FC-2C75-A2A2-6093535C8B31}"/>
          </ac:spMkLst>
        </pc:spChg>
        <pc:spChg chg="add mod">
          <ac:chgData name="Hieu Do" userId="8091c26b-a61d-4e97-addd-a670c191ef7c" providerId="ADAL" clId="{92ACA776-758A-C447-9413-B847F8A1DBBB}" dt="2022-09-24T08:56:01.491" v="46" actId="164"/>
          <ac:spMkLst>
            <pc:docMk/>
            <pc:sldMk cId="3846718094" sldId="436"/>
            <ac:spMk id="3" creationId="{3D58BC0B-F4B2-71F2-D5A9-1EAEC1962CDC}"/>
          </ac:spMkLst>
        </pc:spChg>
        <pc:spChg chg="mod">
          <ac:chgData name="Hieu Do" userId="8091c26b-a61d-4e97-addd-a670c191ef7c" providerId="ADAL" clId="{92ACA776-758A-C447-9413-B847F8A1DBBB}" dt="2022-09-24T08:54:25.219" v="34" actId="14100"/>
          <ac:spMkLst>
            <pc:docMk/>
            <pc:sldMk cId="3846718094" sldId="436"/>
            <ac:spMk id="4" creationId="{00000000-0000-0000-0000-000000000000}"/>
          </ac:spMkLst>
        </pc:spChg>
        <pc:spChg chg="mod">
          <ac:chgData name="Hieu Do" userId="8091c26b-a61d-4e97-addd-a670c191ef7c" providerId="ADAL" clId="{92ACA776-758A-C447-9413-B847F8A1DBBB}" dt="2022-09-24T08:55:52.202" v="45" actId="207"/>
          <ac:spMkLst>
            <pc:docMk/>
            <pc:sldMk cId="3846718094" sldId="436"/>
            <ac:spMk id="7" creationId="{00000000-0000-0000-0000-000000000000}"/>
          </ac:spMkLst>
        </pc:spChg>
        <pc:spChg chg="mod">
          <ac:chgData name="Hieu Do" userId="8091c26b-a61d-4e97-addd-a670c191ef7c" providerId="ADAL" clId="{92ACA776-758A-C447-9413-B847F8A1DBBB}" dt="2022-09-24T08:58:15.038" v="61" actId="20577"/>
          <ac:spMkLst>
            <pc:docMk/>
            <pc:sldMk cId="3846718094" sldId="436"/>
            <ac:spMk id="8" creationId="{5DFEBF68-0A09-DE8C-3F06-9A6233FE8B7A}"/>
          </ac:spMkLst>
        </pc:spChg>
        <pc:spChg chg="mod">
          <ac:chgData name="Hieu Do" userId="8091c26b-a61d-4e97-addd-a670c191ef7c" providerId="ADAL" clId="{92ACA776-758A-C447-9413-B847F8A1DBBB}" dt="2022-09-24T08:58:25.375" v="62" actId="207"/>
          <ac:spMkLst>
            <pc:docMk/>
            <pc:sldMk cId="3846718094" sldId="436"/>
            <ac:spMk id="9" creationId="{00000000-0000-0000-0000-000000000000}"/>
          </ac:spMkLst>
        </pc:spChg>
        <pc:spChg chg="mod">
          <ac:chgData name="Hieu Do" userId="8091c26b-a61d-4e97-addd-a670c191ef7c" providerId="ADAL" clId="{92ACA776-758A-C447-9413-B847F8A1DBBB}" dt="2022-09-24T08:58:07.258" v="58" actId="1037"/>
          <ac:spMkLst>
            <pc:docMk/>
            <pc:sldMk cId="3846718094" sldId="436"/>
            <ac:spMk id="10" creationId="{A4325263-8989-D75A-F1AC-2EDA952CC0AE}"/>
          </ac:spMkLst>
        </pc:spChg>
        <pc:spChg chg="mod">
          <ac:chgData name="Hieu Do" userId="8091c26b-a61d-4e97-addd-a670c191ef7c" providerId="ADAL" clId="{92ACA776-758A-C447-9413-B847F8A1DBBB}" dt="2022-09-24T08:59:16.588" v="68" actId="1076"/>
          <ac:spMkLst>
            <pc:docMk/>
            <pc:sldMk cId="3846718094" sldId="436"/>
            <ac:spMk id="13" creationId="{CAE5D1EA-2183-0863-4493-AB2BBBC7D872}"/>
          </ac:spMkLst>
        </pc:spChg>
        <pc:spChg chg="mod">
          <ac:chgData name="Hieu Do" userId="8091c26b-a61d-4e97-addd-a670c191ef7c" providerId="ADAL" clId="{92ACA776-758A-C447-9413-B847F8A1DBBB}" dt="2022-09-24T08:59:06.369" v="66"/>
          <ac:spMkLst>
            <pc:docMk/>
            <pc:sldMk cId="3846718094" sldId="436"/>
            <ac:spMk id="14" creationId="{1891D56C-66EB-E60D-8B87-BF9638785E62}"/>
          </ac:spMkLst>
        </pc:spChg>
        <pc:grpChg chg="add mod">
          <ac:chgData name="Hieu Do" userId="8091c26b-a61d-4e97-addd-a670c191ef7c" providerId="ADAL" clId="{92ACA776-758A-C447-9413-B847F8A1DBBB}" dt="2022-09-24T08:56:01.491" v="46" actId="164"/>
          <ac:grpSpMkLst>
            <pc:docMk/>
            <pc:sldMk cId="3846718094" sldId="436"/>
            <ac:grpSpMk id="5" creationId="{4921D50C-FA8C-D2F9-867D-44649643A836}"/>
          </ac:grpSpMkLst>
        </pc:grpChg>
        <pc:grpChg chg="add mod">
          <ac:chgData name="Hieu Do" userId="8091c26b-a61d-4e97-addd-a670c191ef7c" providerId="ADAL" clId="{92ACA776-758A-C447-9413-B847F8A1DBBB}" dt="2022-09-24T08:57:58.742" v="56" actId="1076"/>
          <ac:grpSpMkLst>
            <pc:docMk/>
            <pc:sldMk cId="3846718094" sldId="436"/>
            <ac:grpSpMk id="6" creationId="{49C08545-4A59-3357-2D5B-872C243E8A80}"/>
          </ac:grpSpMkLst>
        </pc:grpChg>
        <pc:grpChg chg="add mod">
          <ac:chgData name="Hieu Do" userId="8091c26b-a61d-4e97-addd-a670c191ef7c" providerId="ADAL" clId="{92ACA776-758A-C447-9413-B847F8A1DBBB}" dt="2022-09-24T08:59:11.227" v="67" actId="1076"/>
          <ac:grpSpMkLst>
            <pc:docMk/>
            <pc:sldMk cId="3846718094" sldId="436"/>
            <ac:grpSpMk id="11" creationId="{B11B1170-EFFB-32E1-F4B7-7FED95ED7E54}"/>
          </ac:grpSpMkLst>
        </pc:grpChg>
      </pc:sldChg>
    </pc:docChg>
  </pc:docChgLst>
  <pc:docChgLst>
    <pc:chgData name="Hieu Do" userId="8091c26b-a61d-4e97-addd-a670c191ef7c" providerId="ADAL" clId="{0ECF39FF-CFDB-AE47-85CE-E1B366B68B64}"/>
    <pc:docChg chg="undo custSel modSld">
      <pc:chgData name="Hieu Do" userId="8091c26b-a61d-4e97-addd-a670c191ef7c" providerId="ADAL" clId="{0ECF39FF-CFDB-AE47-85CE-E1B366B68B64}" dt="2022-06-20T01:59:52.594" v="87" actId="20577"/>
      <pc:docMkLst>
        <pc:docMk/>
      </pc:docMkLst>
      <pc:sldChg chg="modSp mod">
        <pc:chgData name="Hieu Do" userId="8091c26b-a61d-4e97-addd-a670c191ef7c" providerId="ADAL" clId="{0ECF39FF-CFDB-AE47-85CE-E1B366B68B64}" dt="2022-06-20T01:59:52.594" v="87" actId="20577"/>
        <pc:sldMkLst>
          <pc:docMk/>
          <pc:sldMk cId="3555926662" sldId="547"/>
        </pc:sldMkLst>
        <pc:spChg chg="mod">
          <ac:chgData name="Hieu Do" userId="8091c26b-a61d-4e97-addd-a670c191ef7c" providerId="ADAL" clId="{0ECF39FF-CFDB-AE47-85CE-E1B366B68B64}" dt="2022-06-20T01:59:52.594" v="87" actId="20577"/>
          <ac:spMkLst>
            <pc:docMk/>
            <pc:sldMk cId="3555926662" sldId="547"/>
            <ac:spMk id="11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59:13.617" v="67" actId="1076"/>
          <ac:grpSpMkLst>
            <pc:docMk/>
            <pc:sldMk cId="3555926662" sldId="547"/>
            <ac:grpSpMk id="3" creationId="{00000000-0000-0000-0000-000000000000}"/>
          </ac:grpSpMkLst>
        </pc:grpChg>
        <pc:graphicFrameChg chg="mod">
          <ac:chgData name="Hieu Do" userId="8091c26b-a61d-4e97-addd-a670c191ef7c" providerId="ADAL" clId="{0ECF39FF-CFDB-AE47-85CE-E1B366B68B64}" dt="2022-06-20T01:59:03.362" v="66" actId="1076"/>
          <ac:graphicFrameMkLst>
            <pc:docMk/>
            <pc:sldMk cId="3555926662" sldId="547"/>
            <ac:graphicFrameMk id="10" creationId="{00000000-0000-0000-0000-000000000000}"/>
          </ac:graphicFrameMkLst>
        </pc:graphicFrameChg>
      </pc:sldChg>
      <pc:sldChg chg="modSp mod">
        <pc:chgData name="Hieu Do" userId="8091c26b-a61d-4e97-addd-a670c191ef7c" providerId="ADAL" clId="{0ECF39FF-CFDB-AE47-85CE-E1B366B68B64}" dt="2022-06-20T01:57:31.010" v="36" actId="20577"/>
        <pc:sldMkLst>
          <pc:docMk/>
          <pc:sldMk cId="2972956599" sldId="548"/>
        </pc:sldMkLst>
        <pc:spChg chg="mod">
          <ac:chgData name="Hieu Do" userId="8091c26b-a61d-4e97-addd-a670c191ef7c" providerId="ADAL" clId="{0ECF39FF-CFDB-AE47-85CE-E1B366B68B64}" dt="2022-06-20T01:57:31.010" v="36" actId="20577"/>
          <ac:spMkLst>
            <pc:docMk/>
            <pc:sldMk cId="2972956599" sldId="548"/>
            <ac:spMk id="6" creationId="{00000000-0000-0000-0000-000000000000}"/>
          </ac:spMkLst>
        </pc:spChg>
      </pc:sldChg>
      <pc:sldChg chg="modSp mod">
        <pc:chgData name="Hieu Do" userId="8091c26b-a61d-4e97-addd-a670c191ef7c" providerId="ADAL" clId="{0ECF39FF-CFDB-AE47-85CE-E1B366B68B64}" dt="2022-06-20T01:58:17.425" v="37" actId="167"/>
        <pc:sldMkLst>
          <pc:docMk/>
          <pc:sldMk cId="3808147081" sldId="555"/>
        </pc:sldMkLst>
        <pc:grpChg chg="mod">
          <ac:chgData name="Hieu Do" userId="8091c26b-a61d-4e97-addd-a670c191ef7c" providerId="ADAL" clId="{0ECF39FF-CFDB-AE47-85CE-E1B366B68B64}" dt="2022-06-20T01:44:16.133" v="27" actId="166"/>
          <ac:grpSpMkLst>
            <pc:docMk/>
            <pc:sldMk cId="3808147081" sldId="555"/>
            <ac:grpSpMk id="10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58:17.425" v="37" actId="167"/>
          <ac:picMkLst>
            <pc:docMk/>
            <pc:sldMk cId="3808147081" sldId="555"/>
            <ac:picMk id="6" creationId="{00000000-0000-0000-0000-000000000000}"/>
          </ac:picMkLst>
        </pc:picChg>
      </pc:sldChg>
      <pc:sldChg chg="modSp">
        <pc:chgData name="Hieu Do" userId="8091c26b-a61d-4e97-addd-a670c191ef7c" providerId="ADAL" clId="{0ECF39FF-CFDB-AE47-85CE-E1B366B68B64}" dt="2022-06-20T01:42:51.695" v="15" actId="1038"/>
        <pc:sldMkLst>
          <pc:docMk/>
          <pc:sldMk cId="44966325" sldId="559"/>
        </pc:sldMkLst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2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3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5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6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8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33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46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20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34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41" creationId="{00000000-0000-0000-0000-000000000000}"/>
          </ac:picMkLst>
        </pc:pic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1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4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37" creationId="{00000000-0000-0000-0000-000000000000}"/>
          </ac:cxnSpMkLst>
        </pc:cxnChg>
      </pc:sldChg>
    </pc:docChg>
  </pc:docChgLst>
  <pc:docChgLst>
    <pc:chgData name="Hieu Do" userId="8091c26b-a61d-4e97-addd-a670c191ef7c" providerId="ADAL" clId="{C175BBFF-8CAE-AD43-8E6C-BB5D0C7CB491}"/>
    <pc:docChg chg="undo redo custSel addSld delSld modSld sldOrd">
      <pc:chgData name="Hieu Do" userId="8091c26b-a61d-4e97-addd-a670c191ef7c" providerId="ADAL" clId="{C175BBFF-8CAE-AD43-8E6C-BB5D0C7CB491}" dt="2022-12-16T12:22:34.971" v="5486" actId="478"/>
      <pc:docMkLst>
        <pc:docMk/>
      </pc:docMkLst>
      <pc:sldChg chg="addSp delSp modSp mod ord">
        <pc:chgData name="Hieu Do" userId="8091c26b-a61d-4e97-addd-a670c191ef7c" providerId="ADAL" clId="{C175BBFF-8CAE-AD43-8E6C-BB5D0C7CB491}" dt="2022-12-15T11:25:04.459" v="1476" actId="207"/>
        <pc:sldMkLst>
          <pc:docMk/>
          <pc:sldMk cId="2993813463" sldId="503"/>
        </pc:sldMkLst>
        <pc:spChg chg="add del mod">
          <ac:chgData name="Hieu Do" userId="8091c26b-a61d-4e97-addd-a670c191ef7c" providerId="ADAL" clId="{C175BBFF-8CAE-AD43-8E6C-BB5D0C7CB491}" dt="2022-12-15T10:40:59.069" v="801" actId="478"/>
          <ac:spMkLst>
            <pc:docMk/>
            <pc:sldMk cId="2993813463" sldId="503"/>
            <ac:spMk id="2" creationId="{0A95FAF3-988F-77D1-92A1-DF6727470C24}"/>
          </ac:spMkLst>
        </pc:spChg>
        <pc:spChg chg="add del mod">
          <ac:chgData name="Hieu Do" userId="8091c26b-a61d-4e97-addd-a670c191ef7c" providerId="ADAL" clId="{C175BBFF-8CAE-AD43-8E6C-BB5D0C7CB491}" dt="2022-12-15T10:40:57.482" v="800" actId="478"/>
          <ac:spMkLst>
            <pc:docMk/>
            <pc:sldMk cId="2993813463" sldId="503"/>
            <ac:spMk id="5" creationId="{F2CC7D73-0CD3-4754-00C9-4827FA41155D}"/>
          </ac:spMkLst>
        </pc:spChg>
        <pc:spChg chg="add del mod">
          <ac:chgData name="Hieu Do" userId="8091c26b-a61d-4e97-addd-a670c191ef7c" providerId="ADAL" clId="{C175BBFF-8CAE-AD43-8E6C-BB5D0C7CB491}" dt="2022-12-15T10:15:04.582" v="23" actId="478"/>
          <ac:spMkLst>
            <pc:docMk/>
            <pc:sldMk cId="2993813463" sldId="503"/>
            <ac:spMk id="6" creationId="{8FAF256C-F3FA-9E10-C90A-9DF8C4573FED}"/>
          </ac:spMkLst>
        </pc:spChg>
        <pc:spChg chg="add del mod">
          <ac:chgData name="Hieu Do" userId="8091c26b-a61d-4e97-addd-a670c191ef7c" providerId="ADAL" clId="{C175BBFF-8CAE-AD43-8E6C-BB5D0C7CB491}" dt="2022-12-15T10:15:04.582" v="23" actId="478"/>
          <ac:spMkLst>
            <pc:docMk/>
            <pc:sldMk cId="2993813463" sldId="503"/>
            <ac:spMk id="8" creationId="{CA4C8933-C8F5-E333-E4B7-26B2D3936B58}"/>
          </ac:spMkLst>
        </pc:spChg>
        <pc:spChg chg="add del mod">
          <ac:chgData name="Hieu Do" userId="8091c26b-a61d-4e97-addd-a670c191ef7c" providerId="ADAL" clId="{C175BBFF-8CAE-AD43-8E6C-BB5D0C7CB491}" dt="2022-12-15T10:42:04.971" v="824" actId="478"/>
          <ac:spMkLst>
            <pc:docMk/>
            <pc:sldMk cId="2993813463" sldId="503"/>
            <ac:spMk id="9" creationId="{A86E3578-467F-34D5-3FFD-A35FBE71E627}"/>
          </ac:spMkLst>
        </pc:spChg>
        <pc:spChg chg="add del mod">
          <ac:chgData name="Hieu Do" userId="8091c26b-a61d-4e97-addd-a670c191ef7c" providerId="ADAL" clId="{C175BBFF-8CAE-AD43-8E6C-BB5D0C7CB491}" dt="2022-12-15T10:22:31.078" v="357" actId="478"/>
          <ac:spMkLst>
            <pc:docMk/>
            <pc:sldMk cId="2993813463" sldId="503"/>
            <ac:spMk id="11" creationId="{10183064-3228-3295-E6DA-090F84425D95}"/>
          </ac:spMkLst>
        </pc:spChg>
        <pc:spChg chg="add del mod">
          <ac:chgData name="Hieu Do" userId="8091c26b-a61d-4e97-addd-a670c191ef7c" providerId="ADAL" clId="{C175BBFF-8CAE-AD43-8E6C-BB5D0C7CB491}" dt="2022-12-15T10:44:02.727" v="830" actId="478"/>
          <ac:spMkLst>
            <pc:docMk/>
            <pc:sldMk cId="2993813463" sldId="503"/>
            <ac:spMk id="13" creationId="{29BA0DCF-E029-D60D-0A58-941AD428EBBE}"/>
          </ac:spMkLst>
        </pc:spChg>
        <pc:spChg chg="add del mod">
          <ac:chgData name="Hieu Do" userId="8091c26b-a61d-4e97-addd-a670c191ef7c" providerId="ADAL" clId="{C175BBFF-8CAE-AD43-8E6C-BB5D0C7CB491}" dt="2022-12-15T10:41:02.454" v="804" actId="478"/>
          <ac:spMkLst>
            <pc:docMk/>
            <pc:sldMk cId="2993813463" sldId="503"/>
            <ac:spMk id="15" creationId="{326F748E-7FC0-B6FC-2E29-AB14487CAE3C}"/>
          </ac:spMkLst>
        </pc:spChg>
        <pc:spChg chg="add del mod">
          <ac:chgData name="Hieu Do" userId="8091c26b-a61d-4e97-addd-a670c191ef7c" providerId="ADAL" clId="{C175BBFF-8CAE-AD43-8E6C-BB5D0C7CB491}" dt="2022-12-15T10:40:59.961" v="802" actId="478"/>
          <ac:spMkLst>
            <pc:docMk/>
            <pc:sldMk cId="2993813463" sldId="503"/>
            <ac:spMk id="16" creationId="{298F258C-0AEE-F387-13B7-7A3833271929}"/>
          </ac:spMkLst>
        </pc:spChg>
        <pc:spChg chg="add del mod">
          <ac:chgData name="Hieu Do" userId="8091c26b-a61d-4e97-addd-a670c191ef7c" providerId="ADAL" clId="{C175BBFF-8CAE-AD43-8E6C-BB5D0C7CB491}" dt="2022-12-15T10:58:42.267" v="939" actId="478"/>
          <ac:spMkLst>
            <pc:docMk/>
            <pc:sldMk cId="2993813463" sldId="503"/>
            <ac:spMk id="18" creationId="{0A563D19-B842-FF35-D98C-2410B880B0CB}"/>
          </ac:spMkLst>
        </pc:spChg>
        <pc:spChg chg="mod">
          <ac:chgData name="Hieu Do" userId="8091c26b-a61d-4e97-addd-a670c191ef7c" providerId="ADAL" clId="{C175BBFF-8CAE-AD43-8E6C-BB5D0C7CB491}" dt="2022-12-15T10:30:37.906" v="467" actId="208"/>
          <ac:spMkLst>
            <pc:docMk/>
            <pc:sldMk cId="2993813463" sldId="503"/>
            <ac:spMk id="19" creationId="{00000000-0000-0000-0000-000000000000}"/>
          </ac:spMkLst>
        </pc:spChg>
        <pc:spChg chg="add mod">
          <ac:chgData name="Hieu Do" userId="8091c26b-a61d-4e97-addd-a670c191ef7c" providerId="ADAL" clId="{C175BBFF-8CAE-AD43-8E6C-BB5D0C7CB491}" dt="2022-12-15T11:23:57.732" v="1464" actId="20577"/>
          <ac:spMkLst>
            <pc:docMk/>
            <pc:sldMk cId="2993813463" sldId="503"/>
            <ac:spMk id="21" creationId="{4C97591E-CA53-5FFA-EFCF-70DCC0B214C9}"/>
          </ac:spMkLst>
        </pc:spChg>
        <pc:spChg chg="add mod">
          <ac:chgData name="Hieu Do" userId="8091c26b-a61d-4e97-addd-a670c191ef7c" providerId="ADAL" clId="{C175BBFF-8CAE-AD43-8E6C-BB5D0C7CB491}" dt="2022-12-15T11:23:13.751" v="1458" actId="1076"/>
          <ac:spMkLst>
            <pc:docMk/>
            <pc:sldMk cId="2993813463" sldId="503"/>
            <ac:spMk id="22" creationId="{9C90CEDC-55DB-5979-3EFB-93268D48933F}"/>
          </ac:spMkLst>
        </pc:spChg>
        <pc:spChg chg="add del mod">
          <ac:chgData name="Hieu Do" userId="8091c26b-a61d-4e97-addd-a670c191ef7c" providerId="ADAL" clId="{C175BBFF-8CAE-AD43-8E6C-BB5D0C7CB491}" dt="2022-12-15T11:08:45.170" v="1140" actId="478"/>
          <ac:spMkLst>
            <pc:docMk/>
            <pc:sldMk cId="2993813463" sldId="503"/>
            <ac:spMk id="25" creationId="{B915B058-0ABC-5EDD-2A4D-9AAC0D6C7469}"/>
          </ac:spMkLst>
        </pc:spChg>
        <pc:spChg chg="add del mod">
          <ac:chgData name="Hieu Do" userId="8091c26b-a61d-4e97-addd-a670c191ef7c" providerId="ADAL" clId="{C175BBFF-8CAE-AD43-8E6C-BB5D0C7CB491}" dt="2022-12-15T11:16:44.065" v="1234" actId="478"/>
          <ac:spMkLst>
            <pc:docMk/>
            <pc:sldMk cId="2993813463" sldId="503"/>
            <ac:spMk id="27" creationId="{574CF6B8-CC81-3F9C-5B3F-FBF7176753E9}"/>
          </ac:spMkLst>
        </pc:spChg>
        <pc:spChg chg="add del mod">
          <ac:chgData name="Hieu Do" userId="8091c26b-a61d-4e97-addd-a670c191ef7c" providerId="ADAL" clId="{C175BBFF-8CAE-AD43-8E6C-BB5D0C7CB491}" dt="2022-12-15T11:16:43.237" v="1233" actId="478"/>
          <ac:spMkLst>
            <pc:docMk/>
            <pc:sldMk cId="2993813463" sldId="503"/>
            <ac:spMk id="28" creationId="{37C04584-D0E5-0E12-CB77-2831DAE15490}"/>
          </ac:spMkLst>
        </pc:spChg>
        <pc:spChg chg="add mod">
          <ac:chgData name="Hieu Do" userId="8091c26b-a61d-4e97-addd-a670c191ef7c" providerId="ADAL" clId="{C175BBFF-8CAE-AD43-8E6C-BB5D0C7CB491}" dt="2022-12-15T11:25:04.459" v="1476" actId="207"/>
          <ac:spMkLst>
            <pc:docMk/>
            <pc:sldMk cId="2993813463" sldId="503"/>
            <ac:spMk id="30" creationId="{FDFDF840-4EBD-DEC4-A832-219D9075C5E9}"/>
          </ac:spMkLst>
        </pc:spChg>
        <pc:graphicFrameChg chg="add del mod">
          <ac:chgData name="Hieu Do" userId="8091c26b-a61d-4e97-addd-a670c191ef7c" providerId="ADAL" clId="{C175BBFF-8CAE-AD43-8E6C-BB5D0C7CB491}" dt="2022-12-15T10:15:30.942" v="25" actId="478"/>
          <ac:graphicFrameMkLst>
            <pc:docMk/>
            <pc:sldMk cId="2993813463" sldId="503"/>
            <ac:graphicFrameMk id="3" creationId="{5A6F413A-868E-3F5B-6111-58BBB2A67652}"/>
          </ac:graphicFrameMkLst>
        </pc:graphicFrameChg>
        <pc:graphicFrameChg chg="add del mod">
          <ac:chgData name="Hieu Do" userId="8091c26b-a61d-4e97-addd-a670c191ef7c" providerId="ADAL" clId="{C175BBFF-8CAE-AD43-8E6C-BB5D0C7CB491}" dt="2022-12-15T10:15:04.582" v="23" actId="478"/>
          <ac:graphicFrameMkLst>
            <pc:docMk/>
            <pc:sldMk cId="2993813463" sldId="503"/>
            <ac:graphicFrameMk id="7" creationId="{83102187-B567-D062-E953-F8676D09ED0D}"/>
          </ac:graphicFrameMkLst>
        </pc:graphicFrameChg>
        <pc:graphicFrameChg chg="add del mod">
          <ac:chgData name="Hieu Do" userId="8091c26b-a61d-4e97-addd-a670c191ef7c" providerId="ADAL" clId="{C175BBFF-8CAE-AD43-8E6C-BB5D0C7CB491}" dt="2022-12-15T10:22:32.492" v="358" actId="478"/>
          <ac:graphicFrameMkLst>
            <pc:docMk/>
            <pc:sldMk cId="2993813463" sldId="503"/>
            <ac:graphicFrameMk id="10" creationId="{E95BF32D-A14F-5236-2FFF-44722641A6D5}"/>
          </ac:graphicFrameMkLst>
        </pc:graphicFrameChg>
      </pc:sldChg>
      <pc:sldChg chg="addSp modSp mod">
        <pc:chgData name="Hieu Do" userId="8091c26b-a61d-4e97-addd-a670c191ef7c" providerId="ADAL" clId="{C175BBFF-8CAE-AD43-8E6C-BB5D0C7CB491}" dt="2022-12-16T01:11:32.524" v="1976" actId="179"/>
        <pc:sldMkLst>
          <pc:docMk/>
          <pc:sldMk cId="1861412229" sldId="517"/>
        </pc:sldMkLst>
        <pc:spChg chg="mod">
          <ac:chgData name="Hieu Do" userId="8091c26b-a61d-4e97-addd-a670c191ef7c" providerId="ADAL" clId="{C175BBFF-8CAE-AD43-8E6C-BB5D0C7CB491}" dt="2022-12-16T00:59:57.739" v="1877" actId="1076"/>
          <ac:spMkLst>
            <pc:docMk/>
            <pc:sldMk cId="1861412229" sldId="517"/>
            <ac:spMk id="2" creationId="{00000000-0000-0000-0000-000000000000}"/>
          </ac:spMkLst>
        </pc:spChg>
        <pc:spChg chg="mod">
          <ac:chgData name="Hieu Do" userId="8091c26b-a61d-4e97-addd-a670c191ef7c" providerId="ADAL" clId="{C175BBFF-8CAE-AD43-8E6C-BB5D0C7CB491}" dt="2022-12-16T01:00:02.658" v="1878" actId="1076"/>
          <ac:spMkLst>
            <pc:docMk/>
            <pc:sldMk cId="1861412229" sldId="517"/>
            <ac:spMk id="3" creationId="{00000000-0000-0000-0000-000000000000}"/>
          </ac:spMkLst>
        </pc:spChg>
        <pc:spChg chg="add mod">
          <ac:chgData name="Hieu Do" userId="8091c26b-a61d-4e97-addd-a670c191ef7c" providerId="ADAL" clId="{C175BBFF-8CAE-AD43-8E6C-BB5D0C7CB491}" dt="2022-12-16T01:10:41.546" v="1969" actId="1076"/>
          <ac:spMkLst>
            <pc:docMk/>
            <pc:sldMk cId="1861412229" sldId="517"/>
            <ac:spMk id="6" creationId="{F698DB8F-67DE-2669-A7DD-8832D76E83B8}"/>
          </ac:spMkLst>
        </pc:spChg>
        <pc:spChg chg="add mod">
          <ac:chgData name="Hieu Do" userId="8091c26b-a61d-4e97-addd-a670c191ef7c" providerId="ADAL" clId="{C175BBFF-8CAE-AD43-8E6C-BB5D0C7CB491}" dt="2022-12-16T01:11:32.524" v="1976" actId="179"/>
          <ac:spMkLst>
            <pc:docMk/>
            <pc:sldMk cId="1861412229" sldId="517"/>
            <ac:spMk id="8" creationId="{6333146E-CE2F-C671-97D5-12D7F24C43E7}"/>
          </ac:spMkLst>
        </pc:spChg>
      </pc:sldChg>
      <pc:sldChg chg="addSp delSp modSp mod delAnim modAnim">
        <pc:chgData name="Hieu Do" userId="8091c26b-a61d-4e97-addd-a670c191ef7c" providerId="ADAL" clId="{C175BBFF-8CAE-AD43-8E6C-BB5D0C7CB491}" dt="2022-12-16T10:30:34.960" v="5389" actId="1038"/>
        <pc:sldMkLst>
          <pc:docMk/>
          <pc:sldMk cId="3525075877" sldId="523"/>
        </pc:sldMkLst>
        <pc:spChg chg="add mod">
          <ac:chgData name="Hieu Do" userId="8091c26b-a61d-4e97-addd-a670c191ef7c" providerId="ADAL" clId="{C175BBFF-8CAE-AD43-8E6C-BB5D0C7CB491}" dt="2022-12-16T10:29:10.622" v="5328" actId="1076"/>
          <ac:spMkLst>
            <pc:docMk/>
            <pc:sldMk cId="3525075877" sldId="523"/>
            <ac:spMk id="2" creationId="{F0CBFA01-4015-C412-E5D0-3EEBCBB45C77}"/>
          </ac:spMkLst>
        </pc:spChg>
        <pc:spChg chg="mod">
          <ac:chgData name="Hieu Do" userId="8091c26b-a61d-4e97-addd-a670c191ef7c" providerId="ADAL" clId="{C175BBFF-8CAE-AD43-8E6C-BB5D0C7CB491}" dt="2022-12-16T10:30:34.960" v="5389" actId="1038"/>
          <ac:spMkLst>
            <pc:docMk/>
            <pc:sldMk cId="3525075877" sldId="523"/>
            <ac:spMk id="3" creationId="{00000000-0000-0000-0000-000000000000}"/>
          </ac:spMkLst>
        </pc:spChg>
        <pc:spChg chg="del">
          <ac:chgData name="Hieu Do" userId="8091c26b-a61d-4e97-addd-a670c191ef7c" providerId="ADAL" clId="{C175BBFF-8CAE-AD43-8E6C-BB5D0C7CB491}" dt="2022-12-16T10:24:28.484" v="5220" actId="478"/>
          <ac:spMkLst>
            <pc:docMk/>
            <pc:sldMk cId="3525075877" sldId="523"/>
            <ac:spMk id="14" creationId="{5D287813-B5A7-4B4C-86D5-7B05B6CAE1E3}"/>
          </ac:spMkLst>
        </pc:spChg>
        <pc:spChg chg="mod">
          <ac:chgData name="Hieu Do" userId="8091c26b-a61d-4e97-addd-a670c191ef7c" providerId="ADAL" clId="{C175BBFF-8CAE-AD43-8E6C-BB5D0C7CB491}" dt="2022-12-16T10:28:52.071" v="5325" actId="1036"/>
          <ac:spMkLst>
            <pc:docMk/>
            <pc:sldMk cId="3525075877" sldId="523"/>
            <ac:spMk id="15" creationId="{00000000-0000-0000-0000-000000000000}"/>
          </ac:spMkLst>
        </pc:spChg>
        <pc:spChg chg="mod">
          <ac:chgData name="Hieu Do" userId="8091c26b-a61d-4e97-addd-a670c191ef7c" providerId="ADAL" clId="{C175BBFF-8CAE-AD43-8E6C-BB5D0C7CB491}" dt="2022-12-16T10:28:58.320" v="5326" actId="1076"/>
          <ac:spMkLst>
            <pc:docMk/>
            <pc:sldMk cId="3525075877" sldId="523"/>
            <ac:spMk id="16" creationId="{00000000-0000-0000-0000-000000000000}"/>
          </ac:spMkLst>
        </pc:spChg>
        <pc:spChg chg="mod">
          <ac:chgData name="Hieu Do" userId="8091c26b-a61d-4e97-addd-a670c191ef7c" providerId="ADAL" clId="{C175BBFF-8CAE-AD43-8E6C-BB5D0C7CB491}" dt="2022-12-16T10:27:33.648" v="5288" actId="1076"/>
          <ac:spMkLst>
            <pc:docMk/>
            <pc:sldMk cId="3525075877" sldId="523"/>
            <ac:spMk id="17" creationId="{00000000-0000-0000-0000-000000000000}"/>
          </ac:spMkLst>
        </pc:spChg>
        <pc:spChg chg="del">
          <ac:chgData name="Hieu Do" userId="8091c26b-a61d-4e97-addd-a670c191ef7c" providerId="ADAL" clId="{C175BBFF-8CAE-AD43-8E6C-BB5D0C7CB491}" dt="2022-12-16T10:24:41.376" v="5221" actId="478"/>
          <ac:spMkLst>
            <pc:docMk/>
            <pc:sldMk cId="3525075877" sldId="523"/>
            <ac:spMk id="18" creationId="{77C1458D-E431-4AB2-8D60-3E345C57189B}"/>
          </ac:spMkLst>
        </pc:spChg>
        <pc:spChg chg="del">
          <ac:chgData name="Hieu Do" userId="8091c26b-a61d-4e97-addd-a670c191ef7c" providerId="ADAL" clId="{C175BBFF-8CAE-AD43-8E6C-BB5D0C7CB491}" dt="2022-12-16T10:24:43.464" v="5222" actId="478"/>
          <ac:spMkLst>
            <pc:docMk/>
            <pc:sldMk cId="3525075877" sldId="523"/>
            <ac:spMk id="20" creationId="{F5620EB3-4B75-4615-A47F-51E4EAFAED8E}"/>
          </ac:spMkLst>
        </pc:spChg>
        <pc:spChg chg="del">
          <ac:chgData name="Hieu Do" userId="8091c26b-a61d-4e97-addd-a670c191ef7c" providerId="ADAL" clId="{C175BBFF-8CAE-AD43-8E6C-BB5D0C7CB491}" dt="2022-12-16T10:24:45.041" v="5223" actId="478"/>
          <ac:spMkLst>
            <pc:docMk/>
            <pc:sldMk cId="3525075877" sldId="523"/>
            <ac:spMk id="21" creationId="{ED5B8162-8DB2-4705-82DF-F4973A1B544D}"/>
          </ac:spMkLst>
        </pc:spChg>
        <pc:spChg chg="mod">
          <ac:chgData name="Hieu Do" userId="8091c26b-a61d-4e97-addd-a670c191ef7c" providerId="ADAL" clId="{C175BBFF-8CAE-AD43-8E6C-BB5D0C7CB491}" dt="2022-12-16T10:29:59.793" v="5358" actId="14100"/>
          <ac:spMkLst>
            <pc:docMk/>
            <pc:sldMk cId="3525075877" sldId="523"/>
            <ac:spMk id="22" creationId="{00000000-0000-0000-0000-000000000000}"/>
          </ac:spMkLst>
        </pc:spChg>
        <pc:spChg chg="mod">
          <ac:chgData name="Hieu Do" userId="8091c26b-a61d-4e97-addd-a670c191ef7c" providerId="ADAL" clId="{C175BBFF-8CAE-AD43-8E6C-BB5D0C7CB491}" dt="2022-12-16T10:30:34.960" v="5389" actId="1038"/>
          <ac:spMkLst>
            <pc:docMk/>
            <pc:sldMk cId="3525075877" sldId="523"/>
            <ac:spMk id="25" creationId="{ED5B8162-8DB2-4705-82DF-F4973A1B544D}"/>
          </ac:spMkLst>
        </pc:spChg>
        <pc:spChg chg="mod">
          <ac:chgData name="Hieu Do" userId="8091c26b-a61d-4e97-addd-a670c191ef7c" providerId="ADAL" clId="{C175BBFF-8CAE-AD43-8E6C-BB5D0C7CB491}" dt="2022-12-16T10:30:34.960" v="5389" actId="1038"/>
          <ac:spMkLst>
            <pc:docMk/>
            <pc:sldMk cId="3525075877" sldId="523"/>
            <ac:spMk id="26" creationId="{00000000-0000-0000-0000-000000000000}"/>
          </ac:spMkLst>
        </pc:spChg>
        <pc:grpChg chg="mod">
          <ac:chgData name="Hieu Do" userId="8091c26b-a61d-4e97-addd-a670c191ef7c" providerId="ADAL" clId="{C175BBFF-8CAE-AD43-8E6C-BB5D0C7CB491}" dt="2022-12-16T10:30:34.960" v="5389" actId="1038"/>
          <ac:grpSpMkLst>
            <pc:docMk/>
            <pc:sldMk cId="3525075877" sldId="523"/>
            <ac:grpSpMk id="6" creationId="{00000000-0000-0000-0000-000000000000}"/>
          </ac:grpSpMkLst>
        </pc:grpChg>
        <pc:graphicFrameChg chg="add mod">
          <ac:chgData name="Hieu Do" userId="8091c26b-a61d-4e97-addd-a670c191ef7c" providerId="ADAL" clId="{C175BBFF-8CAE-AD43-8E6C-BB5D0C7CB491}" dt="2022-12-16T10:28:41.872" v="5321" actId="1076"/>
          <ac:graphicFrameMkLst>
            <pc:docMk/>
            <pc:sldMk cId="3525075877" sldId="523"/>
            <ac:graphicFrameMk id="4" creationId="{CD29A866-4D68-636C-A8A1-08B8BE8D2873}"/>
          </ac:graphicFrameMkLst>
        </pc:graphicFrameChg>
        <pc:graphicFrameChg chg="mod">
          <ac:chgData name="Hieu Do" userId="8091c26b-a61d-4e97-addd-a670c191ef7c" providerId="ADAL" clId="{C175BBFF-8CAE-AD43-8E6C-BB5D0C7CB491}" dt="2022-12-16T10:30:34.960" v="5389" actId="1038"/>
          <ac:graphicFrameMkLst>
            <pc:docMk/>
            <pc:sldMk cId="3525075877" sldId="523"/>
            <ac:graphicFrameMk id="23" creationId="{14EA32F4-E7C1-407C-8021-E0366D941B04}"/>
          </ac:graphicFrameMkLst>
        </pc:graphicFrameChg>
        <pc:graphicFrameChg chg="mod">
          <ac:chgData name="Hieu Do" userId="8091c26b-a61d-4e97-addd-a670c191ef7c" providerId="ADAL" clId="{C175BBFF-8CAE-AD43-8E6C-BB5D0C7CB491}" dt="2022-12-16T10:30:34.960" v="5389" actId="1038"/>
          <ac:graphicFrameMkLst>
            <pc:docMk/>
            <pc:sldMk cId="3525075877" sldId="523"/>
            <ac:graphicFrameMk id="27" creationId="{56677FD0-DC50-4C77-9AF6-C5EF1A43EB1C}"/>
          </ac:graphicFrameMkLst>
        </pc:graphicFrameChg>
        <pc:picChg chg="del">
          <ac:chgData name="Hieu Do" userId="8091c26b-a61d-4e97-addd-a670c191ef7c" providerId="ADAL" clId="{C175BBFF-8CAE-AD43-8E6C-BB5D0C7CB491}" dt="2022-12-16T10:24:26.146" v="5219" actId="478"/>
          <ac:picMkLst>
            <pc:docMk/>
            <pc:sldMk cId="3525075877" sldId="523"/>
            <ac:picMk id="13" creationId="{00000000-0000-0000-0000-000000000000}"/>
          </ac:picMkLst>
        </pc:picChg>
      </pc:sldChg>
      <pc:sldChg chg="addSp delSp modSp mod">
        <pc:chgData name="Hieu Do" userId="8091c26b-a61d-4e97-addd-a670c191ef7c" providerId="ADAL" clId="{C175BBFF-8CAE-AD43-8E6C-BB5D0C7CB491}" dt="2022-12-16T08:09:43.873" v="4381" actId="20577"/>
        <pc:sldMkLst>
          <pc:docMk/>
          <pc:sldMk cId="1331697598" sldId="524"/>
        </pc:sldMkLst>
        <pc:spChg chg="add mod">
          <ac:chgData name="Hieu Do" userId="8091c26b-a61d-4e97-addd-a670c191ef7c" providerId="ADAL" clId="{C175BBFF-8CAE-AD43-8E6C-BB5D0C7CB491}" dt="2022-12-16T07:55:26.177" v="3995" actId="1076"/>
          <ac:spMkLst>
            <pc:docMk/>
            <pc:sldMk cId="1331697598" sldId="524"/>
            <ac:spMk id="3" creationId="{D81C1840-5697-66D6-6EAC-5D010E82B661}"/>
          </ac:spMkLst>
        </pc:spChg>
        <pc:spChg chg="add del mod">
          <ac:chgData name="Hieu Do" userId="8091c26b-a61d-4e97-addd-a670c191ef7c" providerId="ADAL" clId="{C175BBFF-8CAE-AD43-8E6C-BB5D0C7CB491}" dt="2022-12-16T07:15:23.656" v="3497" actId="478"/>
          <ac:spMkLst>
            <pc:docMk/>
            <pc:sldMk cId="1331697598" sldId="524"/>
            <ac:spMk id="6" creationId="{779F00E4-6479-B60B-9449-8484D84F0BC8}"/>
          </ac:spMkLst>
        </pc:spChg>
        <pc:spChg chg="add mod">
          <ac:chgData name="Hieu Do" userId="8091c26b-a61d-4e97-addd-a670c191ef7c" providerId="ADAL" clId="{C175BBFF-8CAE-AD43-8E6C-BB5D0C7CB491}" dt="2022-12-16T07:55:30.066" v="3996" actId="1076"/>
          <ac:spMkLst>
            <pc:docMk/>
            <pc:sldMk cId="1331697598" sldId="524"/>
            <ac:spMk id="7" creationId="{31C1C656-7CD6-CA4C-2805-2BB90615971D}"/>
          </ac:spMkLst>
        </pc:spChg>
        <pc:spChg chg="add del mod">
          <ac:chgData name="Hieu Do" userId="8091c26b-a61d-4e97-addd-a670c191ef7c" providerId="ADAL" clId="{C175BBFF-8CAE-AD43-8E6C-BB5D0C7CB491}" dt="2022-12-16T07:15:20.446" v="3496" actId="478"/>
          <ac:spMkLst>
            <pc:docMk/>
            <pc:sldMk cId="1331697598" sldId="524"/>
            <ac:spMk id="8" creationId="{4A0C9A1F-9E45-EFEA-6920-E535414CCCB9}"/>
          </ac:spMkLst>
        </pc:spChg>
        <pc:spChg chg="add del mod">
          <ac:chgData name="Hieu Do" userId="8091c26b-a61d-4e97-addd-a670c191ef7c" providerId="ADAL" clId="{C175BBFF-8CAE-AD43-8E6C-BB5D0C7CB491}" dt="2022-12-16T07:39:47.808" v="3634" actId="478"/>
          <ac:spMkLst>
            <pc:docMk/>
            <pc:sldMk cId="1331697598" sldId="524"/>
            <ac:spMk id="10" creationId="{A5CC359D-702B-E37A-FF49-C7C203A4B3A4}"/>
          </ac:spMkLst>
        </pc:spChg>
        <pc:spChg chg="add del mod">
          <ac:chgData name="Hieu Do" userId="8091c26b-a61d-4e97-addd-a670c191ef7c" providerId="ADAL" clId="{C175BBFF-8CAE-AD43-8E6C-BB5D0C7CB491}" dt="2022-12-16T07:39:45.447" v="3633" actId="478"/>
          <ac:spMkLst>
            <pc:docMk/>
            <pc:sldMk cId="1331697598" sldId="524"/>
            <ac:spMk id="12" creationId="{89370EB4-377A-2E24-ABA5-0F372D0FCAF7}"/>
          </ac:spMkLst>
        </pc:spChg>
        <pc:spChg chg="add mod">
          <ac:chgData name="Hieu Do" userId="8091c26b-a61d-4e97-addd-a670c191ef7c" providerId="ADAL" clId="{C175BBFF-8CAE-AD43-8E6C-BB5D0C7CB491}" dt="2022-12-16T07:55:34.238" v="3997" actId="1076"/>
          <ac:spMkLst>
            <pc:docMk/>
            <pc:sldMk cId="1331697598" sldId="524"/>
            <ac:spMk id="13" creationId="{7DA75A23-E6F2-62E3-4188-95861E01BDA6}"/>
          </ac:spMkLst>
        </pc:spChg>
        <pc:spChg chg="add mod">
          <ac:chgData name="Hieu Do" userId="8091c26b-a61d-4e97-addd-a670c191ef7c" providerId="ADAL" clId="{C175BBFF-8CAE-AD43-8E6C-BB5D0C7CB491}" dt="2022-12-16T08:00:13.844" v="4372" actId="207"/>
          <ac:spMkLst>
            <pc:docMk/>
            <pc:sldMk cId="1331697598" sldId="524"/>
            <ac:spMk id="14" creationId="{BA80BF09-BA53-92AC-EC0B-DE0D3BEF063B}"/>
          </ac:spMkLst>
        </pc:spChg>
        <pc:spChg chg="add mod">
          <ac:chgData name="Hieu Do" userId="8091c26b-a61d-4e97-addd-a670c191ef7c" providerId="ADAL" clId="{C175BBFF-8CAE-AD43-8E6C-BB5D0C7CB491}" dt="2022-12-16T08:09:43.873" v="4381" actId="20577"/>
          <ac:spMkLst>
            <pc:docMk/>
            <pc:sldMk cId="1331697598" sldId="524"/>
            <ac:spMk id="15" creationId="{0A00819F-89E7-FDED-B03B-3FB8F5FB3755}"/>
          </ac:spMkLst>
        </pc:spChg>
        <pc:spChg chg="add mod">
          <ac:chgData name="Hieu Do" userId="8091c26b-a61d-4e97-addd-a670c191ef7c" providerId="ADAL" clId="{C175BBFF-8CAE-AD43-8E6C-BB5D0C7CB491}" dt="2022-12-16T08:09:23.699" v="4376" actId="207"/>
          <ac:spMkLst>
            <pc:docMk/>
            <pc:sldMk cId="1331697598" sldId="524"/>
            <ac:spMk id="16" creationId="{C74E5B2B-ED75-20C3-7228-1CD9D2BE0BEF}"/>
          </ac:spMkLst>
        </pc:spChg>
      </pc:sldChg>
      <pc:sldChg chg="modSp add mod">
        <pc:chgData name="Hieu Do" userId="8091c26b-a61d-4e97-addd-a670c191ef7c" providerId="ADAL" clId="{C175BBFF-8CAE-AD43-8E6C-BB5D0C7CB491}" dt="2022-12-15T11:17:10.431" v="1238" actId="20577"/>
        <pc:sldMkLst>
          <pc:docMk/>
          <pc:sldMk cId="1515717768" sldId="527"/>
        </pc:sldMkLst>
        <pc:spChg chg="mod">
          <ac:chgData name="Hieu Do" userId="8091c26b-a61d-4e97-addd-a670c191ef7c" providerId="ADAL" clId="{C175BBFF-8CAE-AD43-8E6C-BB5D0C7CB491}" dt="2022-12-15T10:39:36.622" v="795" actId="207"/>
          <ac:spMkLst>
            <pc:docMk/>
            <pc:sldMk cId="1515717768" sldId="527"/>
            <ac:spMk id="2" creationId="{0A95FAF3-988F-77D1-92A1-DF6727470C24}"/>
          </ac:spMkLst>
        </pc:spChg>
        <pc:spChg chg="mod">
          <ac:chgData name="Hieu Do" userId="8091c26b-a61d-4e97-addd-a670c191ef7c" providerId="ADAL" clId="{C175BBFF-8CAE-AD43-8E6C-BB5D0C7CB491}" dt="2022-12-15T11:17:10.431" v="1238" actId="20577"/>
          <ac:spMkLst>
            <pc:docMk/>
            <pc:sldMk cId="1515717768" sldId="527"/>
            <ac:spMk id="9" creationId="{A86E3578-467F-34D5-3FFD-A35FBE71E627}"/>
          </ac:spMkLst>
        </pc:spChg>
        <pc:spChg chg="mod">
          <ac:chgData name="Hieu Do" userId="8091c26b-a61d-4e97-addd-a670c191ef7c" providerId="ADAL" clId="{C175BBFF-8CAE-AD43-8E6C-BB5D0C7CB491}" dt="2022-12-15T11:01:30.354" v="1026" actId="20577"/>
          <ac:spMkLst>
            <pc:docMk/>
            <pc:sldMk cId="1515717768" sldId="527"/>
            <ac:spMk id="13" creationId="{29BA0DCF-E029-D60D-0A58-941AD428EBBE}"/>
          </ac:spMkLst>
        </pc:spChg>
        <pc:spChg chg="mod">
          <ac:chgData name="Hieu Do" userId="8091c26b-a61d-4e97-addd-a670c191ef7c" providerId="ADAL" clId="{C175BBFF-8CAE-AD43-8E6C-BB5D0C7CB491}" dt="2022-12-15T10:39:19.201" v="791" actId="113"/>
          <ac:spMkLst>
            <pc:docMk/>
            <pc:sldMk cId="1515717768" sldId="527"/>
            <ac:spMk id="15" creationId="{326F748E-7FC0-B6FC-2E29-AB14487CAE3C}"/>
          </ac:spMkLst>
        </pc:spChg>
      </pc:sldChg>
      <pc:sldChg chg="addSp delSp modSp add mod">
        <pc:chgData name="Hieu Do" userId="8091c26b-a61d-4e97-addd-a670c191ef7c" providerId="ADAL" clId="{C175BBFF-8CAE-AD43-8E6C-BB5D0C7CB491}" dt="2022-12-15T11:54:45.175" v="1874" actId="114"/>
        <pc:sldMkLst>
          <pc:docMk/>
          <pc:sldMk cId="2928725940" sldId="528"/>
        </pc:sldMkLst>
        <pc:spChg chg="add del">
          <ac:chgData name="Hieu Do" userId="8091c26b-a61d-4e97-addd-a670c191ef7c" providerId="ADAL" clId="{C175BBFF-8CAE-AD43-8E6C-BB5D0C7CB491}" dt="2022-12-15T11:11:05.668" v="1142" actId="22"/>
          <ac:spMkLst>
            <pc:docMk/>
            <pc:sldMk cId="2928725940" sldId="528"/>
            <ac:spMk id="3" creationId="{FC50707B-297E-1F8A-5919-4F6DF064C742}"/>
          </ac:spMkLst>
        </pc:spChg>
        <pc:spChg chg="add mod">
          <ac:chgData name="Hieu Do" userId="8091c26b-a61d-4e97-addd-a670c191ef7c" providerId="ADAL" clId="{C175BBFF-8CAE-AD43-8E6C-BB5D0C7CB491}" dt="2022-12-15T11:54:32.570" v="1872" actId="1035"/>
          <ac:spMkLst>
            <pc:docMk/>
            <pc:sldMk cId="2928725940" sldId="528"/>
            <ac:spMk id="6" creationId="{139A9C79-292B-02FA-C23A-19A432EB63B2}"/>
          </ac:spMkLst>
        </pc:spChg>
        <pc:spChg chg="add mod">
          <ac:chgData name="Hieu Do" userId="8091c26b-a61d-4e97-addd-a670c191ef7c" providerId="ADAL" clId="{C175BBFF-8CAE-AD43-8E6C-BB5D0C7CB491}" dt="2022-12-15T11:54:32.570" v="1872" actId="1035"/>
          <ac:spMkLst>
            <pc:docMk/>
            <pc:sldMk cId="2928725940" sldId="528"/>
            <ac:spMk id="8" creationId="{DA510DF6-9893-F817-9662-F81D79174A7D}"/>
          </ac:spMkLst>
        </pc:spChg>
        <pc:spChg chg="add del mod">
          <ac:chgData name="Hieu Do" userId="8091c26b-a61d-4e97-addd-a670c191ef7c" providerId="ADAL" clId="{C175BBFF-8CAE-AD43-8E6C-BB5D0C7CB491}" dt="2022-12-15T11:32:22.156" v="1514" actId="478"/>
          <ac:spMkLst>
            <pc:docMk/>
            <pc:sldMk cId="2928725940" sldId="528"/>
            <ac:spMk id="9" creationId="{A86E3578-467F-34D5-3FFD-A35FBE71E627}"/>
          </ac:spMkLst>
        </pc:spChg>
        <pc:spChg chg="add mod">
          <ac:chgData name="Hieu Do" userId="8091c26b-a61d-4e97-addd-a670c191ef7c" providerId="ADAL" clId="{C175BBFF-8CAE-AD43-8E6C-BB5D0C7CB491}" dt="2022-12-15T11:54:45.175" v="1874" actId="114"/>
          <ac:spMkLst>
            <pc:docMk/>
            <pc:sldMk cId="2928725940" sldId="528"/>
            <ac:spMk id="10" creationId="{CA562B80-DE60-1ACD-8F87-A23B1B7A1A47}"/>
          </ac:spMkLst>
        </pc:spChg>
        <pc:spChg chg="add mod">
          <ac:chgData name="Hieu Do" userId="8091c26b-a61d-4e97-addd-a670c191ef7c" providerId="ADAL" clId="{C175BBFF-8CAE-AD43-8E6C-BB5D0C7CB491}" dt="2022-12-15T11:54:25.378" v="1864" actId="179"/>
          <ac:spMkLst>
            <pc:docMk/>
            <pc:sldMk cId="2928725940" sldId="528"/>
            <ac:spMk id="12" creationId="{D442ED97-3E84-F616-2566-36AFE64EE4B8}"/>
          </ac:spMkLst>
        </pc:spChg>
        <pc:spChg chg="add del mod">
          <ac:chgData name="Hieu Do" userId="8091c26b-a61d-4e97-addd-a670c191ef7c" providerId="ADAL" clId="{C175BBFF-8CAE-AD43-8E6C-BB5D0C7CB491}" dt="2022-12-15T11:32:21.948" v="1513" actId="478"/>
          <ac:spMkLst>
            <pc:docMk/>
            <pc:sldMk cId="2928725940" sldId="528"/>
            <ac:spMk id="13" creationId="{29BA0DCF-E029-D60D-0A58-941AD428EBBE}"/>
          </ac:spMkLst>
        </pc:spChg>
        <pc:graphicFrameChg chg="add del mod">
          <ac:chgData name="Hieu Do" userId="8091c26b-a61d-4e97-addd-a670c191ef7c" providerId="ADAL" clId="{C175BBFF-8CAE-AD43-8E6C-BB5D0C7CB491}" dt="2022-12-15T11:48:27.616" v="1660" actId="478"/>
          <ac:graphicFrameMkLst>
            <pc:docMk/>
            <pc:sldMk cId="2928725940" sldId="528"/>
            <ac:graphicFrameMk id="11" creationId="{D8AF78A6-505F-EA29-3CCF-B21EEFBEA958}"/>
          </ac:graphicFrameMkLst>
        </pc:graphicFrameChg>
      </pc:sldChg>
      <pc:sldChg chg="add">
        <pc:chgData name="Hieu Do" userId="8091c26b-a61d-4e97-addd-a670c191ef7c" providerId="ADAL" clId="{C175BBFF-8CAE-AD43-8E6C-BB5D0C7CB491}" dt="2022-12-15T10:41:09.939" v="806" actId="2890"/>
        <pc:sldMkLst>
          <pc:docMk/>
          <pc:sldMk cId="1100366431" sldId="529"/>
        </pc:sldMkLst>
      </pc:sldChg>
      <pc:sldChg chg="addSp delSp modSp add mod ord">
        <pc:chgData name="Hieu Do" userId="8091c26b-a61d-4e97-addd-a670c191ef7c" providerId="ADAL" clId="{C175BBFF-8CAE-AD43-8E6C-BB5D0C7CB491}" dt="2022-12-15T11:16:57.728" v="1236" actId="20578"/>
        <pc:sldMkLst>
          <pc:docMk/>
          <pc:sldMk cId="148401343" sldId="530"/>
        </pc:sldMkLst>
        <pc:spChg chg="add mod">
          <ac:chgData name="Hieu Do" userId="8091c26b-a61d-4e97-addd-a670c191ef7c" providerId="ADAL" clId="{C175BBFF-8CAE-AD43-8E6C-BB5D0C7CB491}" dt="2022-12-15T11:16:13.835" v="1231" actId="113"/>
          <ac:spMkLst>
            <pc:docMk/>
            <pc:sldMk cId="148401343" sldId="530"/>
            <ac:spMk id="3" creationId="{FF86D27A-B6BD-CE6C-CC72-C92549143B66}"/>
          </ac:spMkLst>
        </pc:spChg>
        <pc:spChg chg="del">
          <ac:chgData name="Hieu Do" userId="8091c26b-a61d-4e97-addd-a670c191ef7c" providerId="ADAL" clId="{C175BBFF-8CAE-AD43-8E6C-BB5D0C7CB491}" dt="2022-12-15T11:11:15.310" v="1144" actId="478"/>
          <ac:spMkLst>
            <pc:docMk/>
            <pc:sldMk cId="148401343" sldId="530"/>
            <ac:spMk id="21" creationId="{4C97591E-CA53-5FFA-EFCF-70DCC0B214C9}"/>
          </ac:spMkLst>
        </pc:spChg>
        <pc:spChg chg="del">
          <ac:chgData name="Hieu Do" userId="8091c26b-a61d-4e97-addd-a670c191ef7c" providerId="ADAL" clId="{C175BBFF-8CAE-AD43-8E6C-BB5D0C7CB491}" dt="2022-12-15T11:11:24.911" v="1147" actId="478"/>
          <ac:spMkLst>
            <pc:docMk/>
            <pc:sldMk cId="148401343" sldId="530"/>
            <ac:spMk id="22" creationId="{9C90CEDC-55DB-5979-3EFB-93268D48933F}"/>
          </ac:spMkLst>
        </pc:spChg>
        <pc:spChg chg="mod">
          <ac:chgData name="Hieu Do" userId="8091c26b-a61d-4e97-addd-a670c191ef7c" providerId="ADAL" clId="{C175BBFF-8CAE-AD43-8E6C-BB5D0C7CB491}" dt="2022-12-15T11:13:13.792" v="1212" actId="20577"/>
          <ac:spMkLst>
            <pc:docMk/>
            <pc:sldMk cId="148401343" sldId="530"/>
            <ac:spMk id="27" creationId="{574CF6B8-CC81-3F9C-5B3F-FBF7176753E9}"/>
          </ac:spMkLst>
        </pc:spChg>
      </pc:sldChg>
      <pc:sldChg chg="modSp">
        <pc:chgData name="Hieu Do" userId="8091c26b-a61d-4e97-addd-a670c191ef7c" providerId="ADAL" clId="{C175BBFF-8CAE-AD43-8E6C-BB5D0C7CB491}" dt="2022-12-16T03:41:58.341" v="2652" actId="20577"/>
        <pc:sldMkLst>
          <pc:docMk/>
          <pc:sldMk cId="1453649649" sldId="539"/>
        </pc:sldMkLst>
        <pc:spChg chg="mod">
          <ac:chgData name="Hieu Do" userId="8091c26b-a61d-4e97-addd-a670c191ef7c" providerId="ADAL" clId="{C175BBFF-8CAE-AD43-8E6C-BB5D0C7CB491}" dt="2022-12-16T03:41:58.341" v="2652" actId="20577"/>
          <ac:spMkLst>
            <pc:docMk/>
            <pc:sldMk cId="1453649649" sldId="539"/>
            <ac:spMk id="9" creationId="{29BA0DCF-E029-D60D-0A58-941AD428EBBE}"/>
          </ac:spMkLst>
        </pc:spChg>
      </pc:sldChg>
      <pc:sldChg chg="addSp delSp modSp add mod ord">
        <pc:chgData name="Hieu Do" userId="8091c26b-a61d-4e97-addd-a670c191ef7c" providerId="ADAL" clId="{C175BBFF-8CAE-AD43-8E6C-BB5D0C7CB491}" dt="2022-12-16T03:27:40.449" v="2516" actId="1035"/>
        <pc:sldMkLst>
          <pc:docMk/>
          <pc:sldMk cId="2975390554" sldId="540"/>
        </pc:sldMkLst>
        <pc:spChg chg="del">
          <ac:chgData name="Hieu Do" userId="8091c26b-a61d-4e97-addd-a670c191ef7c" providerId="ADAL" clId="{C175BBFF-8CAE-AD43-8E6C-BB5D0C7CB491}" dt="2022-12-16T01:12:09.770" v="1980" actId="478"/>
          <ac:spMkLst>
            <pc:docMk/>
            <pc:sldMk cId="2975390554" sldId="540"/>
            <ac:spMk id="2" creationId="{00000000-0000-0000-0000-000000000000}"/>
          </ac:spMkLst>
        </pc:spChg>
        <pc:spChg chg="del">
          <ac:chgData name="Hieu Do" userId="8091c26b-a61d-4e97-addd-a670c191ef7c" providerId="ADAL" clId="{C175BBFF-8CAE-AD43-8E6C-BB5D0C7CB491}" dt="2022-12-16T01:12:11.668" v="1981" actId="478"/>
          <ac:spMkLst>
            <pc:docMk/>
            <pc:sldMk cId="2975390554" sldId="540"/>
            <ac:spMk id="3" creationId="{00000000-0000-0000-0000-000000000000}"/>
          </ac:spMkLst>
        </pc:spChg>
        <pc:spChg chg="add del mod">
          <ac:chgData name="Hieu Do" userId="8091c26b-a61d-4e97-addd-a670c191ef7c" providerId="ADAL" clId="{C175BBFF-8CAE-AD43-8E6C-BB5D0C7CB491}" dt="2022-12-16T01:19:47.407" v="1988"/>
          <ac:spMkLst>
            <pc:docMk/>
            <pc:sldMk cId="2975390554" sldId="540"/>
            <ac:spMk id="5" creationId="{EC312232-8B98-7ABC-D395-A008E0D2A66D}"/>
          </ac:spMkLst>
        </pc:spChg>
        <pc:spChg chg="del">
          <ac:chgData name="Hieu Do" userId="8091c26b-a61d-4e97-addd-a670c191ef7c" providerId="ADAL" clId="{C175BBFF-8CAE-AD43-8E6C-BB5D0C7CB491}" dt="2022-12-16T01:12:06.513" v="1978" actId="478"/>
          <ac:spMkLst>
            <pc:docMk/>
            <pc:sldMk cId="2975390554" sldId="540"/>
            <ac:spMk id="6" creationId="{F698DB8F-67DE-2669-A7DD-8832D76E83B8}"/>
          </ac:spMkLst>
        </pc:spChg>
        <pc:spChg chg="del">
          <ac:chgData name="Hieu Do" userId="8091c26b-a61d-4e97-addd-a670c191ef7c" providerId="ADAL" clId="{C175BBFF-8CAE-AD43-8E6C-BB5D0C7CB491}" dt="2022-12-16T01:12:08.759" v="1979" actId="478"/>
          <ac:spMkLst>
            <pc:docMk/>
            <pc:sldMk cId="2975390554" sldId="540"/>
            <ac:spMk id="8" creationId="{6333146E-CE2F-C671-97D5-12D7F24C43E7}"/>
          </ac:spMkLst>
        </pc:spChg>
        <pc:spChg chg="add del mod">
          <ac:chgData name="Hieu Do" userId="8091c26b-a61d-4e97-addd-a670c191ef7c" providerId="ADAL" clId="{C175BBFF-8CAE-AD43-8E6C-BB5D0C7CB491}" dt="2022-12-16T01:19:49.425" v="1989" actId="478"/>
          <ac:spMkLst>
            <pc:docMk/>
            <pc:sldMk cId="2975390554" sldId="540"/>
            <ac:spMk id="9" creationId="{50E13DB7-7DF4-BD09-4A5F-D0CD20F1020D}"/>
          </ac:spMkLst>
        </pc:spChg>
        <pc:spChg chg="add del mod">
          <ac:chgData name="Hieu Do" userId="8091c26b-a61d-4e97-addd-a670c191ef7c" providerId="ADAL" clId="{C175BBFF-8CAE-AD43-8E6C-BB5D0C7CB491}" dt="2022-12-16T01:50:22.363" v="2265" actId="478"/>
          <ac:spMkLst>
            <pc:docMk/>
            <pc:sldMk cId="2975390554" sldId="540"/>
            <ac:spMk id="11" creationId="{EAFAA2C2-F76A-7518-F6DA-C987F56EBEF2}"/>
          </ac:spMkLst>
        </pc:spChg>
        <pc:spChg chg="add mod">
          <ac:chgData name="Hieu Do" userId="8091c26b-a61d-4e97-addd-a670c191ef7c" providerId="ADAL" clId="{C175BBFF-8CAE-AD43-8E6C-BB5D0C7CB491}" dt="2022-12-16T03:21:47.078" v="2408" actId="1035"/>
          <ac:spMkLst>
            <pc:docMk/>
            <pc:sldMk cId="2975390554" sldId="540"/>
            <ac:spMk id="12" creationId="{99D71D0E-1F72-82C3-1CD1-7AF67772559A}"/>
          </ac:spMkLst>
        </pc:spChg>
        <pc:spChg chg="add del mod">
          <ac:chgData name="Hieu Do" userId="8091c26b-a61d-4e97-addd-a670c191ef7c" providerId="ADAL" clId="{C175BBFF-8CAE-AD43-8E6C-BB5D0C7CB491}" dt="2022-12-16T01:49:18.878" v="2254" actId="478"/>
          <ac:spMkLst>
            <pc:docMk/>
            <pc:sldMk cId="2975390554" sldId="540"/>
            <ac:spMk id="14" creationId="{B64051A9-E760-CB3F-D1E3-F55B06EAFC61}"/>
          </ac:spMkLst>
        </pc:spChg>
        <pc:spChg chg="add del mod">
          <ac:chgData name="Hieu Do" userId="8091c26b-a61d-4e97-addd-a670c191ef7c" providerId="ADAL" clId="{C175BBFF-8CAE-AD43-8E6C-BB5D0C7CB491}" dt="2022-12-16T01:49:33.385" v="2259" actId="478"/>
          <ac:spMkLst>
            <pc:docMk/>
            <pc:sldMk cId="2975390554" sldId="540"/>
            <ac:spMk id="16" creationId="{EE304719-4D7D-ED47-0D35-9C42CE7A88FF}"/>
          </ac:spMkLst>
        </pc:spChg>
        <pc:spChg chg="add del mod">
          <ac:chgData name="Hieu Do" userId="8091c26b-a61d-4e97-addd-a670c191ef7c" providerId="ADAL" clId="{C175BBFF-8CAE-AD43-8E6C-BB5D0C7CB491}" dt="2022-12-16T01:49:36.053" v="2260" actId="478"/>
          <ac:spMkLst>
            <pc:docMk/>
            <pc:sldMk cId="2975390554" sldId="540"/>
            <ac:spMk id="17" creationId="{A819CBC3-4E69-8A3F-1809-40C648D1866C}"/>
          </ac:spMkLst>
        </pc:spChg>
        <pc:spChg chg="add del mod">
          <ac:chgData name="Hieu Do" userId="8091c26b-a61d-4e97-addd-a670c191ef7c" providerId="ADAL" clId="{C175BBFF-8CAE-AD43-8E6C-BB5D0C7CB491}" dt="2022-12-16T03:08:02.303" v="2349" actId="478"/>
          <ac:spMkLst>
            <pc:docMk/>
            <pc:sldMk cId="2975390554" sldId="540"/>
            <ac:spMk id="20" creationId="{657F58FA-51DA-1A0B-8A13-4F488507A73D}"/>
          </ac:spMkLst>
        </pc:spChg>
        <pc:spChg chg="add mod">
          <ac:chgData name="Hieu Do" userId="8091c26b-a61d-4e97-addd-a670c191ef7c" providerId="ADAL" clId="{C175BBFF-8CAE-AD43-8E6C-BB5D0C7CB491}" dt="2022-12-16T03:21:47.078" v="2408" actId="1035"/>
          <ac:spMkLst>
            <pc:docMk/>
            <pc:sldMk cId="2975390554" sldId="540"/>
            <ac:spMk id="22" creationId="{AF21FE12-2FA7-C978-E377-A67749BE72FA}"/>
          </ac:spMkLst>
        </pc:spChg>
        <pc:spChg chg="add del mod">
          <ac:chgData name="Hieu Do" userId="8091c26b-a61d-4e97-addd-a670c191ef7c" providerId="ADAL" clId="{C175BBFF-8CAE-AD43-8E6C-BB5D0C7CB491}" dt="2022-12-16T03:21:35.966" v="2399" actId="478"/>
          <ac:spMkLst>
            <pc:docMk/>
            <pc:sldMk cId="2975390554" sldId="540"/>
            <ac:spMk id="23" creationId="{E7853468-2340-6309-F57D-B77BAC314774}"/>
          </ac:spMkLst>
        </pc:spChg>
        <pc:spChg chg="add mod">
          <ac:chgData name="Hieu Do" userId="8091c26b-a61d-4e97-addd-a670c191ef7c" providerId="ADAL" clId="{C175BBFF-8CAE-AD43-8E6C-BB5D0C7CB491}" dt="2022-12-16T03:12:21.871" v="2362" actId="1076"/>
          <ac:spMkLst>
            <pc:docMk/>
            <pc:sldMk cId="2975390554" sldId="540"/>
            <ac:spMk id="26" creationId="{D3AB0A9B-29E5-4556-5754-8320A7AB9F89}"/>
          </ac:spMkLst>
        </pc:spChg>
        <pc:spChg chg="add mod">
          <ac:chgData name="Hieu Do" userId="8091c26b-a61d-4e97-addd-a670c191ef7c" providerId="ADAL" clId="{C175BBFF-8CAE-AD43-8E6C-BB5D0C7CB491}" dt="2022-12-16T03:27:37.225" v="2513" actId="1036"/>
          <ac:spMkLst>
            <pc:docMk/>
            <pc:sldMk cId="2975390554" sldId="540"/>
            <ac:spMk id="28" creationId="{E4866572-B5F0-A08A-F98E-5CEB2C3FA2C0}"/>
          </ac:spMkLst>
        </pc:spChg>
        <pc:spChg chg="add mod">
          <ac:chgData name="Hieu Do" userId="8091c26b-a61d-4e97-addd-a670c191ef7c" providerId="ADAL" clId="{C175BBFF-8CAE-AD43-8E6C-BB5D0C7CB491}" dt="2022-12-16T03:27:40.449" v="2516" actId="1035"/>
          <ac:spMkLst>
            <pc:docMk/>
            <pc:sldMk cId="2975390554" sldId="540"/>
            <ac:spMk id="29" creationId="{D5A377F1-5882-314C-E61F-61CF5CC5BD6A}"/>
          </ac:spMkLst>
        </pc:spChg>
        <pc:graphicFrameChg chg="add del mod">
          <ac:chgData name="Hieu Do" userId="8091c26b-a61d-4e97-addd-a670c191ef7c" providerId="ADAL" clId="{C175BBFF-8CAE-AD43-8E6C-BB5D0C7CB491}" dt="2022-12-16T01:20:25.411" v="1993" actId="478"/>
          <ac:graphicFrameMkLst>
            <pc:docMk/>
            <pc:sldMk cId="2975390554" sldId="540"/>
            <ac:graphicFrameMk id="7" creationId="{7A006685-DAF5-10D2-737A-EB894C83A20E}"/>
          </ac:graphicFrameMkLst>
        </pc:graphicFrameChg>
        <pc:graphicFrameChg chg="add del mod">
          <ac:chgData name="Hieu Do" userId="8091c26b-a61d-4e97-addd-a670c191ef7c" providerId="ADAL" clId="{C175BBFF-8CAE-AD43-8E6C-BB5D0C7CB491}" dt="2022-12-16T03:20:11.344" v="2389" actId="478"/>
          <ac:graphicFrameMkLst>
            <pc:docMk/>
            <pc:sldMk cId="2975390554" sldId="540"/>
            <ac:graphicFrameMk id="25" creationId="{C992A382-758C-669E-46DA-15A4FD3DDDD1}"/>
          </ac:graphicFrameMkLst>
        </pc:graphicFrameChg>
      </pc:sldChg>
      <pc:sldChg chg="delSp add mod">
        <pc:chgData name="Hieu Do" userId="8091c26b-a61d-4e97-addd-a670c191ef7c" providerId="ADAL" clId="{C175BBFF-8CAE-AD43-8E6C-BB5D0C7CB491}" dt="2022-12-16T01:49:10.594" v="2253" actId="478"/>
        <pc:sldMkLst>
          <pc:docMk/>
          <pc:sldMk cId="2556815004" sldId="541"/>
        </pc:sldMkLst>
        <pc:spChg chg="del">
          <ac:chgData name="Hieu Do" userId="8091c26b-a61d-4e97-addd-a670c191ef7c" providerId="ADAL" clId="{C175BBFF-8CAE-AD43-8E6C-BB5D0C7CB491}" dt="2022-12-16T01:49:10.594" v="2253" actId="478"/>
          <ac:spMkLst>
            <pc:docMk/>
            <pc:sldMk cId="2556815004" sldId="541"/>
            <ac:spMk id="14" creationId="{B64051A9-E760-CB3F-D1E3-F55B06EAFC61}"/>
          </ac:spMkLst>
        </pc:spChg>
      </pc:sldChg>
      <pc:sldChg chg="addSp delSp modSp add mod">
        <pc:chgData name="Hieu Do" userId="8091c26b-a61d-4e97-addd-a670c191ef7c" providerId="ADAL" clId="{C175BBFF-8CAE-AD43-8E6C-BB5D0C7CB491}" dt="2022-12-16T03:39:50.282" v="2649" actId="114"/>
        <pc:sldMkLst>
          <pc:docMk/>
          <pc:sldMk cId="281500481" sldId="542"/>
        </pc:sldMkLst>
        <pc:spChg chg="add del mod">
          <ac:chgData name="Hieu Do" userId="8091c26b-a61d-4e97-addd-a670c191ef7c" providerId="ADAL" clId="{C175BBFF-8CAE-AD43-8E6C-BB5D0C7CB491}" dt="2022-12-16T03:34:12.254" v="2581" actId="478"/>
          <ac:spMkLst>
            <pc:docMk/>
            <pc:sldMk cId="281500481" sldId="542"/>
            <ac:spMk id="3" creationId="{03C0001C-5766-B58D-1CD8-B2789C5FCB1E}"/>
          </ac:spMkLst>
        </pc:spChg>
        <pc:spChg chg="add mod">
          <ac:chgData name="Hieu Do" userId="8091c26b-a61d-4e97-addd-a670c191ef7c" providerId="ADAL" clId="{C175BBFF-8CAE-AD43-8E6C-BB5D0C7CB491}" dt="2022-12-16T03:37:18.179" v="2619" actId="113"/>
          <ac:spMkLst>
            <pc:docMk/>
            <pc:sldMk cId="281500481" sldId="542"/>
            <ac:spMk id="6" creationId="{1F1F291F-60CA-0838-35FB-A68643866D2D}"/>
          </ac:spMkLst>
        </pc:spChg>
        <pc:spChg chg="add mod">
          <ac:chgData name="Hieu Do" userId="8091c26b-a61d-4e97-addd-a670c191ef7c" providerId="ADAL" clId="{C175BBFF-8CAE-AD43-8E6C-BB5D0C7CB491}" dt="2022-12-16T03:34:15.558" v="2585" actId="1036"/>
          <ac:spMkLst>
            <pc:docMk/>
            <pc:sldMk cId="281500481" sldId="542"/>
            <ac:spMk id="7" creationId="{240A9E62-FAD5-4F84-21CB-4324B71085A8}"/>
          </ac:spMkLst>
        </pc:spChg>
        <pc:spChg chg="add del mod">
          <ac:chgData name="Hieu Do" userId="8091c26b-a61d-4e97-addd-a670c191ef7c" providerId="ADAL" clId="{C175BBFF-8CAE-AD43-8E6C-BB5D0C7CB491}" dt="2022-12-16T03:39:06.010" v="2639" actId="478"/>
          <ac:spMkLst>
            <pc:docMk/>
            <pc:sldMk cId="281500481" sldId="542"/>
            <ac:spMk id="9" creationId="{0AF48486-CBE7-A9D2-98D7-B43289EC59E0}"/>
          </ac:spMkLst>
        </pc:spChg>
        <pc:spChg chg="add mod">
          <ac:chgData name="Hieu Do" userId="8091c26b-a61d-4e97-addd-a670c191ef7c" providerId="ADAL" clId="{C175BBFF-8CAE-AD43-8E6C-BB5D0C7CB491}" dt="2022-12-16T03:39:50.282" v="2649" actId="114"/>
          <ac:spMkLst>
            <pc:docMk/>
            <pc:sldMk cId="281500481" sldId="542"/>
            <ac:spMk id="11" creationId="{0CED3900-8B75-647E-C9F9-F534F336F223}"/>
          </ac:spMkLst>
        </pc:spChg>
        <pc:spChg chg="del">
          <ac:chgData name="Hieu Do" userId="8091c26b-a61d-4e97-addd-a670c191ef7c" providerId="ADAL" clId="{C175BBFF-8CAE-AD43-8E6C-BB5D0C7CB491}" dt="2022-12-16T03:28:58.158" v="2518" actId="478"/>
          <ac:spMkLst>
            <pc:docMk/>
            <pc:sldMk cId="281500481" sldId="542"/>
            <ac:spMk id="12" creationId="{99D71D0E-1F72-82C3-1CD1-7AF67772559A}"/>
          </ac:spMkLst>
        </pc:spChg>
        <pc:spChg chg="add mod">
          <ac:chgData name="Hieu Do" userId="8091c26b-a61d-4e97-addd-a670c191ef7c" providerId="ADAL" clId="{C175BBFF-8CAE-AD43-8E6C-BB5D0C7CB491}" dt="2022-12-16T03:38:58.373" v="2637" actId="1076"/>
          <ac:spMkLst>
            <pc:docMk/>
            <pc:sldMk cId="281500481" sldId="542"/>
            <ac:spMk id="13" creationId="{D3D45D2C-2795-8E56-A3A4-5E76B720482F}"/>
          </ac:spMkLst>
        </pc:spChg>
        <pc:spChg chg="del">
          <ac:chgData name="Hieu Do" userId="8091c26b-a61d-4e97-addd-a670c191ef7c" providerId="ADAL" clId="{C175BBFF-8CAE-AD43-8E6C-BB5D0C7CB491}" dt="2022-12-16T03:28:59.609" v="2519" actId="478"/>
          <ac:spMkLst>
            <pc:docMk/>
            <pc:sldMk cId="281500481" sldId="542"/>
            <ac:spMk id="22" creationId="{AF21FE12-2FA7-C978-E377-A67749BE72FA}"/>
          </ac:spMkLst>
        </pc:spChg>
        <pc:spChg chg="del">
          <ac:chgData name="Hieu Do" userId="8091c26b-a61d-4e97-addd-a670c191ef7c" providerId="ADAL" clId="{C175BBFF-8CAE-AD43-8E6C-BB5D0C7CB491}" dt="2022-12-16T03:29:01.120" v="2520" actId="478"/>
          <ac:spMkLst>
            <pc:docMk/>
            <pc:sldMk cId="281500481" sldId="542"/>
            <ac:spMk id="28" creationId="{E4866572-B5F0-A08A-F98E-5CEB2C3FA2C0}"/>
          </ac:spMkLst>
        </pc:spChg>
        <pc:spChg chg="del">
          <ac:chgData name="Hieu Do" userId="8091c26b-a61d-4e97-addd-a670c191ef7c" providerId="ADAL" clId="{C175BBFF-8CAE-AD43-8E6C-BB5D0C7CB491}" dt="2022-12-16T03:29:03.415" v="2521" actId="478"/>
          <ac:spMkLst>
            <pc:docMk/>
            <pc:sldMk cId="281500481" sldId="542"/>
            <ac:spMk id="29" creationId="{D5A377F1-5882-314C-E61F-61CF5CC5BD6A}"/>
          </ac:spMkLst>
        </pc:spChg>
      </pc:sldChg>
      <pc:sldChg chg="addSp delSp modSp add mod">
        <pc:chgData name="Hieu Do" userId="8091c26b-a61d-4e97-addd-a670c191ef7c" providerId="ADAL" clId="{C175BBFF-8CAE-AD43-8E6C-BB5D0C7CB491}" dt="2022-12-16T03:56:02.276" v="2969" actId="207"/>
        <pc:sldMkLst>
          <pc:docMk/>
          <pc:sldMk cId="697322194" sldId="543"/>
        </pc:sldMkLst>
        <pc:spChg chg="add del mod">
          <ac:chgData name="Hieu Do" userId="8091c26b-a61d-4e97-addd-a670c191ef7c" providerId="ADAL" clId="{C175BBFF-8CAE-AD43-8E6C-BB5D0C7CB491}" dt="2022-12-16T03:43:00.548" v="2661" actId="478"/>
          <ac:spMkLst>
            <pc:docMk/>
            <pc:sldMk cId="697322194" sldId="543"/>
            <ac:spMk id="3" creationId="{F91AED7E-BAC3-20C6-EA90-94CBAA410D2D}"/>
          </ac:spMkLst>
        </pc:spChg>
        <pc:spChg chg="del">
          <ac:chgData name="Hieu Do" userId="8091c26b-a61d-4e97-addd-a670c191ef7c" providerId="ADAL" clId="{C175BBFF-8CAE-AD43-8E6C-BB5D0C7CB491}" dt="2022-12-16T03:42:35.052" v="2655" actId="478"/>
          <ac:spMkLst>
            <pc:docMk/>
            <pc:sldMk cId="697322194" sldId="543"/>
            <ac:spMk id="6" creationId="{1F1F291F-60CA-0838-35FB-A68643866D2D}"/>
          </ac:spMkLst>
        </pc:spChg>
        <pc:spChg chg="del">
          <ac:chgData name="Hieu Do" userId="8091c26b-a61d-4e97-addd-a670c191ef7c" providerId="ADAL" clId="{C175BBFF-8CAE-AD43-8E6C-BB5D0C7CB491}" dt="2022-12-16T03:42:34.091" v="2654" actId="478"/>
          <ac:spMkLst>
            <pc:docMk/>
            <pc:sldMk cId="697322194" sldId="543"/>
            <ac:spMk id="7" creationId="{240A9E62-FAD5-4F84-21CB-4324B71085A8}"/>
          </ac:spMkLst>
        </pc:spChg>
        <pc:spChg chg="add mod">
          <ac:chgData name="Hieu Do" userId="8091c26b-a61d-4e97-addd-a670c191ef7c" providerId="ADAL" clId="{C175BBFF-8CAE-AD43-8E6C-BB5D0C7CB491}" dt="2022-12-16T03:53:16.380" v="2833" actId="14100"/>
          <ac:spMkLst>
            <pc:docMk/>
            <pc:sldMk cId="697322194" sldId="543"/>
            <ac:spMk id="8" creationId="{568B120C-6460-C141-82E0-57FD76C3A1A5}"/>
          </ac:spMkLst>
        </pc:spChg>
        <pc:spChg chg="add mod">
          <ac:chgData name="Hieu Do" userId="8091c26b-a61d-4e97-addd-a670c191ef7c" providerId="ADAL" clId="{C175BBFF-8CAE-AD43-8E6C-BB5D0C7CB491}" dt="2022-12-16T03:48:40.011" v="2799" actId="207"/>
          <ac:spMkLst>
            <pc:docMk/>
            <pc:sldMk cId="697322194" sldId="543"/>
            <ac:spMk id="9" creationId="{FE5225C9-D25E-F893-038D-E4C4770EE9FF}"/>
          </ac:spMkLst>
        </pc:spChg>
        <pc:spChg chg="del">
          <ac:chgData name="Hieu Do" userId="8091c26b-a61d-4e97-addd-a670c191ef7c" providerId="ADAL" clId="{C175BBFF-8CAE-AD43-8E6C-BB5D0C7CB491}" dt="2022-12-16T03:42:36.740" v="2656" actId="478"/>
          <ac:spMkLst>
            <pc:docMk/>
            <pc:sldMk cId="697322194" sldId="543"/>
            <ac:spMk id="11" creationId="{0CED3900-8B75-647E-C9F9-F534F336F223}"/>
          </ac:spMkLst>
        </pc:spChg>
        <pc:spChg chg="add del mod">
          <ac:chgData name="Hieu Do" userId="8091c26b-a61d-4e97-addd-a670c191ef7c" providerId="ADAL" clId="{C175BBFF-8CAE-AD43-8E6C-BB5D0C7CB491}" dt="2022-12-16T03:55:57.360" v="2968" actId="478"/>
          <ac:spMkLst>
            <pc:docMk/>
            <pc:sldMk cId="697322194" sldId="543"/>
            <ac:spMk id="12" creationId="{F9D6F28D-1DA3-8709-F62B-DBE9F9DF5BCD}"/>
          </ac:spMkLst>
        </pc:spChg>
        <pc:spChg chg="del">
          <ac:chgData name="Hieu Do" userId="8091c26b-a61d-4e97-addd-a670c191ef7c" providerId="ADAL" clId="{C175BBFF-8CAE-AD43-8E6C-BB5D0C7CB491}" dt="2022-12-16T03:42:39.598" v="2657" actId="478"/>
          <ac:spMkLst>
            <pc:docMk/>
            <pc:sldMk cId="697322194" sldId="543"/>
            <ac:spMk id="13" creationId="{D3D45D2C-2795-8E56-A3A4-5E76B720482F}"/>
          </ac:spMkLst>
        </pc:spChg>
        <pc:spChg chg="add mod">
          <ac:chgData name="Hieu Do" userId="8091c26b-a61d-4e97-addd-a670c191ef7c" providerId="ADAL" clId="{C175BBFF-8CAE-AD43-8E6C-BB5D0C7CB491}" dt="2022-12-16T03:55:51.856" v="2967" actId="20577"/>
          <ac:spMkLst>
            <pc:docMk/>
            <pc:sldMk cId="697322194" sldId="543"/>
            <ac:spMk id="15" creationId="{4CEB6AED-D08B-5FDE-4D0A-89C1E9D30429}"/>
          </ac:spMkLst>
        </pc:spChg>
        <pc:spChg chg="add mod">
          <ac:chgData name="Hieu Do" userId="8091c26b-a61d-4e97-addd-a670c191ef7c" providerId="ADAL" clId="{C175BBFF-8CAE-AD43-8E6C-BB5D0C7CB491}" dt="2022-12-16T03:56:02.276" v="2969" actId="207"/>
          <ac:spMkLst>
            <pc:docMk/>
            <pc:sldMk cId="697322194" sldId="543"/>
            <ac:spMk id="16" creationId="{33B0CE86-5C26-DEE9-9FAA-464E2697C401}"/>
          </ac:spMkLst>
        </pc:spChg>
        <pc:graphicFrameChg chg="add mod modGraphic">
          <ac:chgData name="Hieu Do" userId="8091c26b-a61d-4e97-addd-a670c191ef7c" providerId="ADAL" clId="{C175BBFF-8CAE-AD43-8E6C-BB5D0C7CB491}" dt="2022-12-16T03:46:59.666" v="2730" actId="1076"/>
          <ac:graphicFrameMkLst>
            <pc:docMk/>
            <pc:sldMk cId="697322194" sldId="543"/>
            <ac:graphicFrameMk id="2" creationId="{20952FE4-E117-4D0E-0030-BCFAAEEC4B11}"/>
          </ac:graphicFrameMkLst>
        </pc:graphicFrameChg>
      </pc:sldChg>
      <pc:sldChg chg="addSp delSp modSp add mod">
        <pc:chgData name="Hieu Do" userId="8091c26b-a61d-4e97-addd-a670c191ef7c" providerId="ADAL" clId="{C175BBFF-8CAE-AD43-8E6C-BB5D0C7CB491}" dt="2022-12-16T07:07:49.322" v="3352" actId="207"/>
        <pc:sldMkLst>
          <pc:docMk/>
          <pc:sldMk cId="3555731665" sldId="544"/>
        </pc:sldMkLst>
        <pc:spChg chg="add del mod">
          <ac:chgData name="Hieu Do" userId="8091c26b-a61d-4e97-addd-a670c191ef7c" providerId="ADAL" clId="{C175BBFF-8CAE-AD43-8E6C-BB5D0C7CB491}" dt="2022-12-16T04:02:04.559" v="3075" actId="478"/>
          <ac:spMkLst>
            <pc:docMk/>
            <pc:sldMk cId="3555731665" sldId="544"/>
            <ac:spMk id="5" creationId="{E1455150-F7ED-1A23-B578-26576BCCFF4B}"/>
          </ac:spMkLst>
        </pc:spChg>
        <pc:spChg chg="add mod">
          <ac:chgData name="Hieu Do" userId="8091c26b-a61d-4e97-addd-a670c191ef7c" providerId="ADAL" clId="{C175BBFF-8CAE-AD43-8E6C-BB5D0C7CB491}" dt="2022-12-16T06:59:12.490" v="3079" actId="2085"/>
          <ac:spMkLst>
            <pc:docMk/>
            <pc:sldMk cId="3555731665" sldId="544"/>
            <ac:spMk id="7" creationId="{8D7A2054-BF31-18D6-1F8E-652833F89AC7}"/>
          </ac:spMkLst>
        </pc:spChg>
        <pc:spChg chg="del">
          <ac:chgData name="Hieu Do" userId="8091c26b-a61d-4e97-addd-a670c191ef7c" providerId="ADAL" clId="{C175BBFF-8CAE-AD43-8E6C-BB5D0C7CB491}" dt="2022-12-16T03:56:44.008" v="2973" actId="478"/>
          <ac:spMkLst>
            <pc:docMk/>
            <pc:sldMk cId="3555731665" sldId="544"/>
            <ac:spMk id="8" creationId="{568B120C-6460-C141-82E0-57FD76C3A1A5}"/>
          </ac:spMkLst>
        </pc:spChg>
        <pc:spChg chg="add del">
          <ac:chgData name="Hieu Do" userId="8091c26b-a61d-4e97-addd-a670c191ef7c" providerId="ADAL" clId="{C175BBFF-8CAE-AD43-8E6C-BB5D0C7CB491}" dt="2022-12-16T03:57:34.239" v="2981" actId="478"/>
          <ac:spMkLst>
            <pc:docMk/>
            <pc:sldMk cId="3555731665" sldId="544"/>
            <ac:spMk id="9" creationId="{FE5225C9-D25E-F893-038D-E4C4770EE9FF}"/>
          </ac:spMkLst>
        </pc:spChg>
        <pc:spChg chg="add mod">
          <ac:chgData name="Hieu Do" userId="8091c26b-a61d-4e97-addd-a670c191ef7c" providerId="ADAL" clId="{C175BBFF-8CAE-AD43-8E6C-BB5D0C7CB491}" dt="2022-12-16T04:02:01.659" v="3074" actId="207"/>
          <ac:spMkLst>
            <pc:docMk/>
            <pc:sldMk cId="3555731665" sldId="544"/>
            <ac:spMk id="10" creationId="{CFA3A952-21E4-65C7-23D3-29DB6D79B2BE}"/>
          </ac:spMkLst>
        </pc:spChg>
        <pc:spChg chg="add del mod">
          <ac:chgData name="Hieu Do" userId="8091c26b-a61d-4e97-addd-a670c191ef7c" providerId="ADAL" clId="{C175BBFF-8CAE-AD43-8E6C-BB5D0C7CB491}" dt="2022-12-16T07:04:18.287" v="3143" actId="478"/>
          <ac:spMkLst>
            <pc:docMk/>
            <pc:sldMk cId="3555731665" sldId="544"/>
            <ac:spMk id="12" creationId="{B064E868-94F4-593D-F1C1-1CF63DE6E6E1}"/>
          </ac:spMkLst>
        </pc:spChg>
        <pc:spChg chg="add mod">
          <ac:chgData name="Hieu Do" userId="8091c26b-a61d-4e97-addd-a670c191ef7c" providerId="ADAL" clId="{C175BBFF-8CAE-AD43-8E6C-BB5D0C7CB491}" dt="2022-12-16T07:07:43.181" v="3351" actId="1076"/>
          <ac:spMkLst>
            <pc:docMk/>
            <pc:sldMk cId="3555731665" sldId="544"/>
            <ac:spMk id="14" creationId="{9ECFC048-FE3A-55FF-8A45-EFACC2D05B28}"/>
          </ac:spMkLst>
        </pc:spChg>
        <pc:spChg chg="del">
          <ac:chgData name="Hieu Do" userId="8091c26b-a61d-4e97-addd-a670c191ef7c" providerId="ADAL" clId="{C175BBFF-8CAE-AD43-8E6C-BB5D0C7CB491}" dt="2022-12-16T03:56:41.827" v="2972" actId="478"/>
          <ac:spMkLst>
            <pc:docMk/>
            <pc:sldMk cId="3555731665" sldId="544"/>
            <ac:spMk id="15" creationId="{4CEB6AED-D08B-5FDE-4D0A-89C1E9D30429}"/>
          </ac:spMkLst>
        </pc:spChg>
        <pc:spChg chg="del">
          <ac:chgData name="Hieu Do" userId="8091c26b-a61d-4e97-addd-a670c191ef7c" providerId="ADAL" clId="{C175BBFF-8CAE-AD43-8E6C-BB5D0C7CB491}" dt="2022-12-16T03:56:39.809" v="2971" actId="478"/>
          <ac:spMkLst>
            <pc:docMk/>
            <pc:sldMk cId="3555731665" sldId="544"/>
            <ac:spMk id="16" creationId="{33B0CE86-5C26-DEE9-9FAA-464E2697C401}"/>
          </ac:spMkLst>
        </pc:spChg>
        <pc:spChg chg="add mod">
          <ac:chgData name="Hieu Do" userId="8091c26b-a61d-4e97-addd-a670c191ef7c" providerId="ADAL" clId="{C175BBFF-8CAE-AD43-8E6C-BB5D0C7CB491}" dt="2022-12-16T07:07:49.322" v="3352" actId="207"/>
          <ac:spMkLst>
            <pc:docMk/>
            <pc:sldMk cId="3555731665" sldId="544"/>
            <ac:spMk id="17" creationId="{66B15CEE-F060-25BF-1CF0-54171FAB2C87}"/>
          </ac:spMkLst>
        </pc:spChg>
        <pc:spChg chg="del">
          <ac:chgData name="Hieu Do" userId="8091c26b-a61d-4e97-addd-a670c191ef7c" providerId="ADAL" clId="{C175BBFF-8CAE-AD43-8E6C-BB5D0C7CB491}" dt="2022-12-16T06:59:07.095" v="3078" actId="478"/>
          <ac:spMkLst>
            <pc:docMk/>
            <pc:sldMk cId="3555731665" sldId="544"/>
            <ac:spMk id="26" creationId="{D3AB0A9B-29E5-4556-5754-8320A7AB9F89}"/>
          </ac:spMkLst>
        </pc:spChg>
        <pc:graphicFrameChg chg="add del">
          <ac:chgData name="Hieu Do" userId="8091c26b-a61d-4e97-addd-a670c191ef7c" providerId="ADAL" clId="{C175BBFF-8CAE-AD43-8E6C-BB5D0C7CB491}" dt="2022-12-16T03:57:33.777" v="2980" actId="478"/>
          <ac:graphicFrameMkLst>
            <pc:docMk/>
            <pc:sldMk cId="3555731665" sldId="544"/>
            <ac:graphicFrameMk id="2" creationId="{20952FE4-E117-4D0E-0030-BCFAAEEC4B11}"/>
          </ac:graphicFrameMkLst>
        </pc:graphicFrameChg>
      </pc:sldChg>
      <pc:sldChg chg="addSp delSp modSp add mod">
        <pc:chgData name="Hieu Do" userId="8091c26b-a61d-4e97-addd-a670c191ef7c" providerId="ADAL" clId="{C175BBFF-8CAE-AD43-8E6C-BB5D0C7CB491}" dt="2022-12-16T07:30:49.522" v="3593" actId="20577"/>
        <pc:sldMkLst>
          <pc:docMk/>
          <pc:sldMk cId="2293674485" sldId="545"/>
        </pc:sldMkLst>
        <pc:spChg chg="add mod">
          <ac:chgData name="Hieu Do" userId="8091c26b-a61d-4e97-addd-a670c191ef7c" providerId="ADAL" clId="{C175BBFF-8CAE-AD43-8E6C-BB5D0C7CB491}" dt="2022-12-16T07:27:58.915" v="3568" actId="1076"/>
          <ac:spMkLst>
            <pc:docMk/>
            <pc:sldMk cId="2293674485" sldId="545"/>
            <ac:spMk id="3" creationId="{BF1CA01F-5424-AD89-D514-DC2B77C779E7}"/>
          </ac:spMkLst>
        </pc:spChg>
        <pc:spChg chg="add mod">
          <ac:chgData name="Hieu Do" userId="8091c26b-a61d-4e97-addd-a670c191ef7c" providerId="ADAL" clId="{C175BBFF-8CAE-AD43-8E6C-BB5D0C7CB491}" dt="2022-12-16T07:30:49.522" v="3593" actId="20577"/>
          <ac:spMkLst>
            <pc:docMk/>
            <pc:sldMk cId="2293674485" sldId="545"/>
            <ac:spMk id="6" creationId="{81D441AB-0ACB-CF35-8628-DC7B1DD075DF}"/>
          </ac:spMkLst>
        </pc:spChg>
        <pc:spChg chg="del">
          <ac:chgData name="Hieu Do" userId="8091c26b-a61d-4e97-addd-a670c191ef7c" providerId="ADAL" clId="{C175BBFF-8CAE-AD43-8E6C-BB5D0C7CB491}" dt="2022-12-16T07:18:05.563" v="3505" actId="478"/>
          <ac:spMkLst>
            <pc:docMk/>
            <pc:sldMk cId="2293674485" sldId="545"/>
            <ac:spMk id="7" creationId="{8D7A2054-BF31-18D6-1F8E-652833F89AC7}"/>
          </ac:spMkLst>
        </pc:spChg>
        <pc:spChg chg="del">
          <ac:chgData name="Hieu Do" userId="8091c26b-a61d-4e97-addd-a670c191ef7c" providerId="ADAL" clId="{C175BBFF-8CAE-AD43-8E6C-BB5D0C7CB491}" dt="2022-12-16T07:17:59.721" v="3502" actId="478"/>
          <ac:spMkLst>
            <pc:docMk/>
            <pc:sldMk cId="2293674485" sldId="545"/>
            <ac:spMk id="10" creationId="{CFA3A952-21E4-65C7-23D3-29DB6D79B2BE}"/>
          </ac:spMkLst>
        </pc:spChg>
        <pc:spChg chg="del">
          <ac:chgData name="Hieu Do" userId="8091c26b-a61d-4e97-addd-a670c191ef7c" providerId="ADAL" clId="{C175BBFF-8CAE-AD43-8E6C-BB5D0C7CB491}" dt="2022-12-16T07:18:01.877" v="3503" actId="478"/>
          <ac:spMkLst>
            <pc:docMk/>
            <pc:sldMk cId="2293674485" sldId="545"/>
            <ac:spMk id="14" creationId="{9ECFC048-FE3A-55FF-8A45-EFACC2D05B28}"/>
          </ac:spMkLst>
        </pc:spChg>
        <pc:spChg chg="del">
          <ac:chgData name="Hieu Do" userId="8091c26b-a61d-4e97-addd-a670c191ef7c" providerId="ADAL" clId="{C175BBFF-8CAE-AD43-8E6C-BB5D0C7CB491}" dt="2022-12-16T07:18:03.829" v="3504" actId="478"/>
          <ac:spMkLst>
            <pc:docMk/>
            <pc:sldMk cId="2293674485" sldId="545"/>
            <ac:spMk id="17" creationId="{66B15CEE-F060-25BF-1CF0-54171FAB2C87}"/>
          </ac:spMkLst>
        </pc:spChg>
      </pc:sldChg>
      <pc:sldChg chg="addSp delSp modSp add mod">
        <pc:chgData name="Hieu Do" userId="8091c26b-a61d-4e97-addd-a670c191ef7c" providerId="ADAL" clId="{C175BBFF-8CAE-AD43-8E6C-BB5D0C7CB491}" dt="2022-12-16T08:47:57.532" v="4648" actId="20577"/>
        <pc:sldMkLst>
          <pc:docMk/>
          <pc:sldMk cId="2088937197" sldId="546"/>
        </pc:sldMkLst>
        <pc:spChg chg="del">
          <ac:chgData name="Hieu Do" userId="8091c26b-a61d-4e97-addd-a670c191ef7c" providerId="ADAL" clId="{C175BBFF-8CAE-AD43-8E6C-BB5D0C7CB491}" dt="2022-12-16T08:14:17.402" v="4385" actId="478"/>
          <ac:spMkLst>
            <pc:docMk/>
            <pc:sldMk cId="2088937197" sldId="546"/>
            <ac:spMk id="3" creationId="{D81C1840-5697-66D6-6EAC-5D010E82B661}"/>
          </ac:spMkLst>
        </pc:spChg>
        <pc:spChg chg="add mod">
          <ac:chgData name="Hieu Do" userId="8091c26b-a61d-4e97-addd-a670c191ef7c" providerId="ADAL" clId="{C175BBFF-8CAE-AD43-8E6C-BB5D0C7CB491}" dt="2022-12-16T08:28:15.635" v="4520" actId="1076"/>
          <ac:spMkLst>
            <pc:docMk/>
            <pc:sldMk cId="2088937197" sldId="546"/>
            <ac:spMk id="5" creationId="{41401664-E04C-35B8-43CD-6EC4584B7DEF}"/>
          </ac:spMkLst>
        </pc:spChg>
        <pc:spChg chg="del">
          <ac:chgData name="Hieu Do" userId="8091c26b-a61d-4e97-addd-a670c191ef7c" providerId="ADAL" clId="{C175BBFF-8CAE-AD43-8E6C-BB5D0C7CB491}" dt="2022-12-16T08:14:15.226" v="4384" actId="478"/>
          <ac:spMkLst>
            <pc:docMk/>
            <pc:sldMk cId="2088937197" sldId="546"/>
            <ac:spMk id="7" creationId="{31C1C656-7CD6-CA4C-2805-2BB90615971D}"/>
          </ac:spMkLst>
        </pc:spChg>
        <pc:spChg chg="add mod">
          <ac:chgData name="Hieu Do" userId="8091c26b-a61d-4e97-addd-a670c191ef7c" providerId="ADAL" clId="{C175BBFF-8CAE-AD43-8E6C-BB5D0C7CB491}" dt="2022-12-16T08:43:55.437" v="4632" actId="113"/>
          <ac:spMkLst>
            <pc:docMk/>
            <pc:sldMk cId="2088937197" sldId="546"/>
            <ac:spMk id="8" creationId="{9D6B1083-DC06-86BB-2689-3A73BDB0B29E}"/>
          </ac:spMkLst>
        </pc:spChg>
        <pc:spChg chg="add del mod">
          <ac:chgData name="Hieu Do" userId="8091c26b-a61d-4e97-addd-a670c191ef7c" providerId="ADAL" clId="{C175BBFF-8CAE-AD43-8E6C-BB5D0C7CB491}" dt="2022-12-16T08:28:22.487" v="4522" actId="478"/>
          <ac:spMkLst>
            <pc:docMk/>
            <pc:sldMk cId="2088937197" sldId="546"/>
            <ac:spMk id="10" creationId="{7D503285-E192-6156-468D-8911BE7D040D}"/>
          </ac:spMkLst>
        </pc:spChg>
        <pc:spChg chg="add del mod">
          <ac:chgData name="Hieu Do" userId="8091c26b-a61d-4e97-addd-a670c191ef7c" providerId="ADAL" clId="{C175BBFF-8CAE-AD43-8E6C-BB5D0C7CB491}" dt="2022-12-16T08:39:57.765" v="4526" actId="22"/>
          <ac:spMkLst>
            <pc:docMk/>
            <pc:sldMk cId="2088937197" sldId="546"/>
            <ac:spMk id="12" creationId="{3245B65C-7FC7-EEF2-9FA1-62817D8FDC47}"/>
          </ac:spMkLst>
        </pc:spChg>
        <pc:spChg chg="del">
          <ac:chgData name="Hieu Do" userId="8091c26b-a61d-4e97-addd-a670c191ef7c" providerId="ADAL" clId="{C175BBFF-8CAE-AD43-8E6C-BB5D0C7CB491}" dt="2022-12-16T08:14:13.338" v="4383" actId="478"/>
          <ac:spMkLst>
            <pc:docMk/>
            <pc:sldMk cId="2088937197" sldId="546"/>
            <ac:spMk id="13" creationId="{7DA75A23-E6F2-62E3-4188-95861E01BDA6}"/>
          </ac:spMkLst>
        </pc:spChg>
        <pc:spChg chg="del">
          <ac:chgData name="Hieu Do" userId="8091c26b-a61d-4e97-addd-a670c191ef7c" providerId="ADAL" clId="{C175BBFF-8CAE-AD43-8E6C-BB5D0C7CB491}" dt="2022-12-16T08:14:21.625" v="4387" actId="478"/>
          <ac:spMkLst>
            <pc:docMk/>
            <pc:sldMk cId="2088937197" sldId="546"/>
            <ac:spMk id="14" creationId="{BA80BF09-BA53-92AC-EC0B-DE0D3BEF063B}"/>
          </ac:spMkLst>
        </pc:spChg>
        <pc:spChg chg="del">
          <ac:chgData name="Hieu Do" userId="8091c26b-a61d-4e97-addd-a670c191ef7c" providerId="ADAL" clId="{C175BBFF-8CAE-AD43-8E6C-BB5D0C7CB491}" dt="2022-12-16T08:14:19.187" v="4386" actId="478"/>
          <ac:spMkLst>
            <pc:docMk/>
            <pc:sldMk cId="2088937197" sldId="546"/>
            <ac:spMk id="15" creationId="{0A00819F-89E7-FDED-B03B-3FB8F5FB3755}"/>
          </ac:spMkLst>
        </pc:spChg>
        <pc:spChg chg="del">
          <ac:chgData name="Hieu Do" userId="8091c26b-a61d-4e97-addd-a670c191ef7c" providerId="ADAL" clId="{C175BBFF-8CAE-AD43-8E6C-BB5D0C7CB491}" dt="2022-12-16T08:14:23.769" v="4388" actId="478"/>
          <ac:spMkLst>
            <pc:docMk/>
            <pc:sldMk cId="2088937197" sldId="546"/>
            <ac:spMk id="16" creationId="{C74E5B2B-ED75-20C3-7228-1CD9D2BE0BEF}"/>
          </ac:spMkLst>
        </pc:spChg>
        <pc:spChg chg="add mod">
          <ac:chgData name="Hieu Do" userId="8091c26b-a61d-4e97-addd-a670c191ef7c" providerId="ADAL" clId="{C175BBFF-8CAE-AD43-8E6C-BB5D0C7CB491}" dt="2022-12-16T08:47:57.532" v="4648" actId="20577"/>
          <ac:spMkLst>
            <pc:docMk/>
            <pc:sldMk cId="2088937197" sldId="546"/>
            <ac:spMk id="18" creationId="{CCA2C88E-4C4E-E34D-AF74-6F601B6FFB74}"/>
          </ac:spMkLst>
        </pc:spChg>
        <pc:spChg chg="add del mod">
          <ac:chgData name="Hieu Do" userId="8091c26b-a61d-4e97-addd-a670c191ef7c" providerId="ADAL" clId="{C175BBFF-8CAE-AD43-8E6C-BB5D0C7CB491}" dt="2022-12-16T08:43:50.432" v="4631" actId="478"/>
          <ac:spMkLst>
            <pc:docMk/>
            <pc:sldMk cId="2088937197" sldId="546"/>
            <ac:spMk id="21" creationId="{EB602DD5-122F-2905-BD73-4863936C5140}"/>
          </ac:spMkLst>
        </pc:spChg>
        <pc:spChg chg="add mod">
          <ac:chgData name="Hieu Do" userId="8091c26b-a61d-4e97-addd-a670c191ef7c" providerId="ADAL" clId="{C175BBFF-8CAE-AD43-8E6C-BB5D0C7CB491}" dt="2022-12-16T08:44:43.664" v="4642" actId="207"/>
          <ac:spMkLst>
            <pc:docMk/>
            <pc:sldMk cId="2088937197" sldId="546"/>
            <ac:spMk id="22" creationId="{5EBDC158-38F0-008A-1E8D-32CAC520377D}"/>
          </ac:spMkLst>
        </pc:spChg>
      </pc:sldChg>
      <pc:sldChg chg="addSp delSp modSp add mod">
        <pc:chgData name="Hieu Do" userId="8091c26b-a61d-4e97-addd-a670c191ef7c" providerId="ADAL" clId="{C175BBFF-8CAE-AD43-8E6C-BB5D0C7CB491}" dt="2022-12-16T09:42:06.122" v="5017" actId="115"/>
        <pc:sldMkLst>
          <pc:docMk/>
          <pc:sldMk cId="1541591014" sldId="547"/>
        </pc:sldMkLst>
        <pc:spChg chg="add del mod">
          <ac:chgData name="Hieu Do" userId="8091c26b-a61d-4e97-addd-a670c191ef7c" providerId="ADAL" clId="{C175BBFF-8CAE-AD43-8E6C-BB5D0C7CB491}" dt="2022-12-16T08:52:48.738" v="4715" actId="478"/>
          <ac:spMkLst>
            <pc:docMk/>
            <pc:sldMk cId="1541591014" sldId="547"/>
            <ac:spMk id="3" creationId="{720C2D4C-C21E-56DF-12A8-8FC77A393E43}"/>
          </ac:spMkLst>
        </pc:spChg>
        <pc:spChg chg="del">
          <ac:chgData name="Hieu Do" userId="8091c26b-a61d-4e97-addd-a670c191ef7c" providerId="ADAL" clId="{C175BBFF-8CAE-AD43-8E6C-BB5D0C7CB491}" dt="2022-12-16T08:45:26.277" v="4647" actId="478"/>
          <ac:spMkLst>
            <pc:docMk/>
            <pc:sldMk cId="1541591014" sldId="547"/>
            <ac:spMk id="5" creationId="{41401664-E04C-35B8-43CD-6EC4584B7DEF}"/>
          </ac:spMkLst>
        </pc:spChg>
        <pc:spChg chg="add mod">
          <ac:chgData name="Hieu Do" userId="8091c26b-a61d-4e97-addd-a670c191ef7c" providerId="ADAL" clId="{C175BBFF-8CAE-AD43-8E6C-BB5D0C7CB491}" dt="2022-12-16T09:41:04.604" v="5002" actId="20577"/>
          <ac:spMkLst>
            <pc:docMk/>
            <pc:sldMk cId="1541591014" sldId="547"/>
            <ac:spMk id="7" creationId="{47F59FEA-9718-1BD1-8305-C6495376DFF1}"/>
          </ac:spMkLst>
        </pc:spChg>
        <pc:spChg chg="del">
          <ac:chgData name="Hieu Do" userId="8091c26b-a61d-4e97-addd-a670c191ef7c" providerId="ADAL" clId="{C175BBFF-8CAE-AD43-8E6C-BB5D0C7CB491}" dt="2022-12-16T08:45:24.638" v="4646" actId="478"/>
          <ac:spMkLst>
            <pc:docMk/>
            <pc:sldMk cId="1541591014" sldId="547"/>
            <ac:spMk id="8" creationId="{9D6B1083-DC06-86BB-2689-3A73BDB0B29E}"/>
          </ac:spMkLst>
        </pc:spChg>
        <pc:spChg chg="add mod">
          <ac:chgData name="Hieu Do" userId="8091c26b-a61d-4e97-addd-a670c191ef7c" providerId="ADAL" clId="{C175BBFF-8CAE-AD43-8E6C-BB5D0C7CB491}" dt="2022-12-16T09:40:56.338" v="4998" actId="1076"/>
          <ac:spMkLst>
            <pc:docMk/>
            <pc:sldMk cId="1541591014" sldId="547"/>
            <ac:spMk id="9" creationId="{C9C76D1E-0413-CEC0-C00B-732A426A9A33}"/>
          </ac:spMkLst>
        </pc:spChg>
        <pc:spChg chg="add mod">
          <ac:chgData name="Hieu Do" userId="8091c26b-a61d-4e97-addd-a670c191ef7c" providerId="ADAL" clId="{C175BBFF-8CAE-AD43-8E6C-BB5D0C7CB491}" dt="2022-12-16T09:41:01.704" v="5000" actId="20577"/>
          <ac:spMkLst>
            <pc:docMk/>
            <pc:sldMk cId="1541591014" sldId="547"/>
            <ac:spMk id="11" creationId="{32343678-D3F3-C51C-531A-47741B775DEA}"/>
          </ac:spMkLst>
        </pc:spChg>
        <pc:spChg chg="add del mod">
          <ac:chgData name="Hieu Do" userId="8091c26b-a61d-4e97-addd-a670c191ef7c" providerId="ADAL" clId="{C175BBFF-8CAE-AD43-8E6C-BB5D0C7CB491}" dt="2022-12-16T09:30:49.685" v="4938" actId="478"/>
          <ac:spMkLst>
            <pc:docMk/>
            <pc:sldMk cId="1541591014" sldId="547"/>
            <ac:spMk id="13" creationId="{4BF96976-B893-025A-37C7-AC2E1F9F68E7}"/>
          </ac:spMkLst>
        </pc:spChg>
        <pc:spChg chg="add mod">
          <ac:chgData name="Hieu Do" userId="8091c26b-a61d-4e97-addd-a670c191ef7c" providerId="ADAL" clId="{C175BBFF-8CAE-AD43-8E6C-BB5D0C7CB491}" dt="2022-12-16T09:32:55.027" v="4958" actId="1076"/>
          <ac:spMkLst>
            <pc:docMk/>
            <pc:sldMk cId="1541591014" sldId="547"/>
            <ac:spMk id="14" creationId="{F73E52EE-66EE-87BD-5045-53DDE94D7BD6}"/>
          </ac:spMkLst>
        </pc:spChg>
        <pc:spChg chg="add mod">
          <ac:chgData name="Hieu Do" userId="8091c26b-a61d-4e97-addd-a670c191ef7c" providerId="ADAL" clId="{C175BBFF-8CAE-AD43-8E6C-BB5D0C7CB491}" dt="2022-12-16T09:42:06.122" v="5017" actId="115"/>
          <ac:spMkLst>
            <pc:docMk/>
            <pc:sldMk cId="1541591014" sldId="547"/>
            <ac:spMk id="16" creationId="{994D447B-F40D-90BB-9274-DAADE10EB140}"/>
          </ac:spMkLst>
        </pc:spChg>
        <pc:spChg chg="del">
          <ac:chgData name="Hieu Do" userId="8091c26b-a61d-4e97-addd-a670c191ef7c" providerId="ADAL" clId="{C175BBFF-8CAE-AD43-8E6C-BB5D0C7CB491}" dt="2022-12-16T08:45:20.995" v="4644" actId="478"/>
          <ac:spMkLst>
            <pc:docMk/>
            <pc:sldMk cId="1541591014" sldId="547"/>
            <ac:spMk id="18" creationId="{CCA2C88E-4C4E-E34D-AF74-6F601B6FFB74}"/>
          </ac:spMkLst>
        </pc:spChg>
        <pc:spChg chg="add del mod">
          <ac:chgData name="Hieu Do" userId="8091c26b-a61d-4e97-addd-a670c191ef7c" providerId="ADAL" clId="{C175BBFF-8CAE-AD43-8E6C-BB5D0C7CB491}" dt="2022-12-16T09:41:36.109" v="5014" actId="478"/>
          <ac:spMkLst>
            <pc:docMk/>
            <pc:sldMk cId="1541591014" sldId="547"/>
            <ac:spMk id="20" creationId="{002E8FDD-C582-DABB-6487-8922D43CB20C}"/>
          </ac:spMkLst>
        </pc:spChg>
        <pc:spChg chg="add mod">
          <ac:chgData name="Hieu Do" userId="8091c26b-a61d-4e97-addd-a670c191ef7c" providerId="ADAL" clId="{C175BBFF-8CAE-AD43-8E6C-BB5D0C7CB491}" dt="2022-12-16T09:41:42.617" v="5015" actId="207"/>
          <ac:spMkLst>
            <pc:docMk/>
            <pc:sldMk cId="1541591014" sldId="547"/>
            <ac:spMk id="21" creationId="{54348821-805C-5CF6-C4F6-796F76285017}"/>
          </ac:spMkLst>
        </pc:spChg>
        <pc:spChg chg="del">
          <ac:chgData name="Hieu Do" userId="8091c26b-a61d-4e97-addd-a670c191ef7c" providerId="ADAL" clId="{C175BBFF-8CAE-AD43-8E6C-BB5D0C7CB491}" dt="2022-12-16T08:45:22.573" v="4645" actId="478"/>
          <ac:spMkLst>
            <pc:docMk/>
            <pc:sldMk cId="1541591014" sldId="547"/>
            <ac:spMk id="22" creationId="{5EBDC158-38F0-008A-1E8D-32CAC520377D}"/>
          </ac:spMkLst>
        </pc:spChg>
      </pc:sldChg>
      <pc:sldChg chg="addSp delSp modSp add mod modAnim">
        <pc:chgData name="Hieu Do" userId="8091c26b-a61d-4e97-addd-a670c191ef7c" providerId="ADAL" clId="{C175BBFF-8CAE-AD43-8E6C-BB5D0C7CB491}" dt="2022-12-16T10:15:06.964" v="5199" actId="207"/>
        <pc:sldMkLst>
          <pc:docMk/>
          <pc:sldMk cId="1052562305" sldId="548"/>
        </pc:sldMkLst>
        <pc:spChg chg="add mod">
          <ac:chgData name="Hieu Do" userId="8091c26b-a61d-4e97-addd-a670c191ef7c" providerId="ADAL" clId="{C175BBFF-8CAE-AD43-8E6C-BB5D0C7CB491}" dt="2022-12-16T10:08:22.417" v="5049" actId="1076"/>
          <ac:spMkLst>
            <pc:docMk/>
            <pc:sldMk cId="1052562305" sldId="548"/>
            <ac:spMk id="3" creationId="{2A20E4FD-ADF6-6E95-E908-475918AC280E}"/>
          </ac:spMkLst>
        </pc:spChg>
        <pc:spChg chg="add mod">
          <ac:chgData name="Hieu Do" userId="8091c26b-a61d-4e97-addd-a670c191ef7c" providerId="ADAL" clId="{C175BBFF-8CAE-AD43-8E6C-BB5D0C7CB491}" dt="2022-12-16T10:08:45.198" v="5054" actId="1076"/>
          <ac:spMkLst>
            <pc:docMk/>
            <pc:sldMk cId="1052562305" sldId="548"/>
            <ac:spMk id="5" creationId="{433E774F-2951-C91B-C511-6D61DED36771}"/>
          </ac:spMkLst>
        </pc:spChg>
        <pc:spChg chg="add mod">
          <ac:chgData name="Hieu Do" userId="8091c26b-a61d-4e97-addd-a670c191ef7c" providerId="ADAL" clId="{C175BBFF-8CAE-AD43-8E6C-BB5D0C7CB491}" dt="2022-12-16T10:09:03.440" v="5058" actId="1076"/>
          <ac:spMkLst>
            <pc:docMk/>
            <pc:sldMk cId="1052562305" sldId="548"/>
            <ac:spMk id="6" creationId="{AD2FC940-03E0-A9C1-2F6E-0D7554EC8FF2}"/>
          </ac:spMkLst>
        </pc:spChg>
        <pc:spChg chg="del">
          <ac:chgData name="Hieu Do" userId="8091c26b-a61d-4e97-addd-a670c191ef7c" providerId="ADAL" clId="{C175BBFF-8CAE-AD43-8E6C-BB5D0C7CB491}" dt="2022-12-16T09:57:20.200" v="5021" actId="478"/>
          <ac:spMkLst>
            <pc:docMk/>
            <pc:sldMk cId="1052562305" sldId="548"/>
            <ac:spMk id="7" creationId="{47F59FEA-9718-1BD1-8305-C6495376DFF1}"/>
          </ac:spMkLst>
        </pc:spChg>
        <pc:spChg chg="add mod">
          <ac:chgData name="Hieu Do" userId="8091c26b-a61d-4e97-addd-a670c191ef7c" providerId="ADAL" clId="{C175BBFF-8CAE-AD43-8E6C-BB5D0C7CB491}" dt="2022-12-16T10:08:48.917" v="5055" actId="1076"/>
          <ac:spMkLst>
            <pc:docMk/>
            <pc:sldMk cId="1052562305" sldId="548"/>
            <ac:spMk id="8" creationId="{3D7B4123-E484-8EAE-7A0E-F14FB86226AC}"/>
          </ac:spMkLst>
        </pc:spChg>
        <pc:spChg chg="del">
          <ac:chgData name="Hieu Do" userId="8091c26b-a61d-4e97-addd-a670c191ef7c" providerId="ADAL" clId="{C175BBFF-8CAE-AD43-8E6C-BB5D0C7CB491}" dt="2022-12-16T09:57:22.281" v="5022" actId="478"/>
          <ac:spMkLst>
            <pc:docMk/>
            <pc:sldMk cId="1052562305" sldId="548"/>
            <ac:spMk id="9" creationId="{C9C76D1E-0413-CEC0-C00B-732A426A9A33}"/>
          </ac:spMkLst>
        </pc:spChg>
        <pc:spChg chg="add mod">
          <ac:chgData name="Hieu Do" userId="8091c26b-a61d-4e97-addd-a670c191ef7c" providerId="ADAL" clId="{C175BBFF-8CAE-AD43-8E6C-BB5D0C7CB491}" dt="2022-12-16T10:08:53.542" v="5056" actId="1076"/>
          <ac:spMkLst>
            <pc:docMk/>
            <pc:sldMk cId="1052562305" sldId="548"/>
            <ac:spMk id="10" creationId="{602E4F82-C35A-4136-7DBF-F1E485DED067}"/>
          </ac:spMkLst>
        </pc:spChg>
        <pc:spChg chg="del">
          <ac:chgData name="Hieu Do" userId="8091c26b-a61d-4e97-addd-a670c191ef7c" providerId="ADAL" clId="{C175BBFF-8CAE-AD43-8E6C-BB5D0C7CB491}" dt="2022-12-16T09:57:19.242" v="5020" actId="478"/>
          <ac:spMkLst>
            <pc:docMk/>
            <pc:sldMk cId="1052562305" sldId="548"/>
            <ac:spMk id="11" creationId="{32343678-D3F3-C51C-531A-47741B775DEA}"/>
          </ac:spMkLst>
        </pc:spChg>
        <pc:spChg chg="add mod">
          <ac:chgData name="Hieu Do" userId="8091c26b-a61d-4e97-addd-a670c191ef7c" providerId="ADAL" clId="{C175BBFF-8CAE-AD43-8E6C-BB5D0C7CB491}" dt="2022-12-16T10:08:59.051" v="5057" actId="1076"/>
          <ac:spMkLst>
            <pc:docMk/>
            <pc:sldMk cId="1052562305" sldId="548"/>
            <ac:spMk id="12" creationId="{5897E477-B752-92FA-0A9A-7A29C15A9C92}"/>
          </ac:spMkLst>
        </pc:spChg>
        <pc:spChg chg="add del mod">
          <ac:chgData name="Hieu Do" userId="8091c26b-a61d-4e97-addd-a670c191ef7c" providerId="ADAL" clId="{C175BBFF-8CAE-AD43-8E6C-BB5D0C7CB491}" dt="2022-12-16T10:10:46.451" v="5060" actId="478"/>
          <ac:spMkLst>
            <pc:docMk/>
            <pc:sldMk cId="1052562305" sldId="548"/>
            <ac:spMk id="13" creationId="{8F34195A-E796-83B6-5840-C59CAAC7197D}"/>
          </ac:spMkLst>
        </pc:spChg>
        <pc:spChg chg="del">
          <ac:chgData name="Hieu Do" userId="8091c26b-a61d-4e97-addd-a670c191ef7c" providerId="ADAL" clId="{C175BBFF-8CAE-AD43-8E6C-BB5D0C7CB491}" dt="2022-12-16T09:57:18.041" v="5019" actId="478"/>
          <ac:spMkLst>
            <pc:docMk/>
            <pc:sldMk cId="1052562305" sldId="548"/>
            <ac:spMk id="14" creationId="{F73E52EE-66EE-87BD-5045-53DDE94D7BD6}"/>
          </ac:spMkLst>
        </pc:spChg>
        <pc:spChg chg="del mod">
          <ac:chgData name="Hieu Do" userId="8091c26b-a61d-4e97-addd-a670c191ef7c" providerId="ADAL" clId="{C175BBFF-8CAE-AD43-8E6C-BB5D0C7CB491}" dt="2022-12-16T09:57:24.281" v="5024" actId="478"/>
          <ac:spMkLst>
            <pc:docMk/>
            <pc:sldMk cId="1052562305" sldId="548"/>
            <ac:spMk id="16" creationId="{994D447B-F40D-90BB-9274-DAADE10EB140}"/>
          </ac:spMkLst>
        </pc:spChg>
        <pc:spChg chg="add mod">
          <ac:chgData name="Hieu Do" userId="8091c26b-a61d-4e97-addd-a670c191ef7c" providerId="ADAL" clId="{C175BBFF-8CAE-AD43-8E6C-BB5D0C7CB491}" dt="2022-12-16T10:14:44.860" v="5196" actId="207"/>
          <ac:spMkLst>
            <pc:docMk/>
            <pc:sldMk cId="1052562305" sldId="548"/>
            <ac:spMk id="17" creationId="{AE0DB7B9-1F6A-3F2B-64C8-FA908670E5E4}"/>
          </ac:spMkLst>
        </pc:spChg>
        <pc:spChg chg="add del mod">
          <ac:chgData name="Hieu Do" userId="8091c26b-a61d-4e97-addd-a670c191ef7c" providerId="ADAL" clId="{C175BBFF-8CAE-AD43-8E6C-BB5D0C7CB491}" dt="2022-12-16T10:13:27.361" v="5183" actId="478"/>
          <ac:spMkLst>
            <pc:docMk/>
            <pc:sldMk cId="1052562305" sldId="548"/>
            <ac:spMk id="20" creationId="{A63B1A6F-F274-823A-9298-977F0EDF4A2E}"/>
          </ac:spMkLst>
        </pc:spChg>
        <pc:spChg chg="del">
          <ac:chgData name="Hieu Do" userId="8091c26b-a61d-4e97-addd-a670c191ef7c" providerId="ADAL" clId="{C175BBFF-8CAE-AD43-8E6C-BB5D0C7CB491}" dt="2022-12-16T09:57:25.913" v="5025" actId="478"/>
          <ac:spMkLst>
            <pc:docMk/>
            <pc:sldMk cId="1052562305" sldId="548"/>
            <ac:spMk id="21" creationId="{54348821-805C-5CF6-C4F6-796F76285017}"/>
          </ac:spMkLst>
        </pc:spChg>
        <pc:spChg chg="add mod">
          <ac:chgData name="Hieu Do" userId="8091c26b-a61d-4e97-addd-a670c191ef7c" providerId="ADAL" clId="{C175BBFF-8CAE-AD43-8E6C-BB5D0C7CB491}" dt="2022-12-16T10:15:06.964" v="5199" actId="207"/>
          <ac:spMkLst>
            <pc:docMk/>
            <pc:sldMk cId="1052562305" sldId="548"/>
            <ac:spMk id="22" creationId="{2EC80A38-8EF0-5C56-E778-0A21B3797DCD}"/>
          </ac:spMkLst>
        </pc:spChg>
      </pc:sldChg>
      <pc:sldChg chg="add">
        <pc:chgData name="Hieu Do" userId="8091c26b-a61d-4e97-addd-a670c191ef7c" providerId="ADAL" clId="{C175BBFF-8CAE-AD43-8E6C-BB5D0C7CB491}" dt="2022-12-16T10:15:22.171" v="5200" actId="2890"/>
        <pc:sldMkLst>
          <pc:docMk/>
          <pc:sldMk cId="1601958889" sldId="549"/>
        </pc:sldMkLst>
      </pc:sldChg>
      <pc:sldChg chg="addSp delSp modSp add mod delAnim">
        <pc:chgData name="Hieu Do" userId="8091c26b-a61d-4e97-addd-a670c191ef7c" providerId="ADAL" clId="{C175BBFF-8CAE-AD43-8E6C-BB5D0C7CB491}" dt="2022-12-16T12:22:34.971" v="5486" actId="478"/>
        <pc:sldMkLst>
          <pc:docMk/>
          <pc:sldMk cId="2228039463" sldId="550"/>
        </pc:sldMkLst>
        <pc:spChg chg="add del mod">
          <ac:chgData name="Hieu Do" userId="8091c26b-a61d-4e97-addd-a670c191ef7c" providerId="ADAL" clId="{C175BBFF-8CAE-AD43-8E6C-BB5D0C7CB491}" dt="2022-12-16T12:22:34.971" v="5486" actId="478"/>
          <ac:spMkLst>
            <pc:docMk/>
            <pc:sldMk cId="2228039463" sldId="550"/>
            <ac:spMk id="2" creationId="{8C231F48-D2DA-E164-DB32-FBACEE7C1E46}"/>
          </ac:spMkLst>
        </pc:spChg>
        <pc:spChg chg="mod">
          <ac:chgData name="Hieu Do" userId="8091c26b-a61d-4e97-addd-a670c191ef7c" providerId="ADAL" clId="{C175BBFF-8CAE-AD43-8E6C-BB5D0C7CB491}" dt="2022-12-16T10:57:59.359" v="5484" actId="20577"/>
          <ac:spMkLst>
            <pc:docMk/>
            <pc:sldMk cId="2228039463" sldId="550"/>
            <ac:spMk id="3" creationId="{2A20E4FD-ADF6-6E95-E908-475918AC280E}"/>
          </ac:spMkLst>
        </pc:spChg>
        <pc:spChg chg="del">
          <ac:chgData name="Hieu Do" userId="8091c26b-a61d-4e97-addd-a670c191ef7c" providerId="ADAL" clId="{C175BBFF-8CAE-AD43-8E6C-BB5D0C7CB491}" dt="2022-12-16T10:21:44.828" v="5205" actId="478"/>
          <ac:spMkLst>
            <pc:docMk/>
            <pc:sldMk cId="2228039463" sldId="550"/>
            <ac:spMk id="5" creationId="{433E774F-2951-C91B-C511-6D61DED36771}"/>
          </ac:spMkLst>
        </pc:spChg>
        <pc:spChg chg="del">
          <ac:chgData name="Hieu Do" userId="8091c26b-a61d-4e97-addd-a670c191ef7c" providerId="ADAL" clId="{C175BBFF-8CAE-AD43-8E6C-BB5D0C7CB491}" dt="2022-12-16T10:21:51.277" v="5208" actId="478"/>
          <ac:spMkLst>
            <pc:docMk/>
            <pc:sldMk cId="2228039463" sldId="550"/>
            <ac:spMk id="6" creationId="{AD2FC940-03E0-A9C1-2F6E-0D7554EC8FF2}"/>
          </ac:spMkLst>
        </pc:spChg>
        <pc:spChg chg="del">
          <ac:chgData name="Hieu Do" userId="8091c26b-a61d-4e97-addd-a670c191ef7c" providerId="ADAL" clId="{C175BBFF-8CAE-AD43-8E6C-BB5D0C7CB491}" dt="2022-12-16T10:21:46.610" v="5206" actId="478"/>
          <ac:spMkLst>
            <pc:docMk/>
            <pc:sldMk cId="2228039463" sldId="550"/>
            <ac:spMk id="8" creationId="{3D7B4123-E484-8EAE-7A0E-F14FB86226AC}"/>
          </ac:spMkLst>
        </pc:spChg>
        <pc:spChg chg="del">
          <ac:chgData name="Hieu Do" userId="8091c26b-a61d-4e97-addd-a670c191ef7c" providerId="ADAL" clId="{C175BBFF-8CAE-AD43-8E6C-BB5D0C7CB491}" dt="2022-12-16T10:21:42.694" v="5204" actId="478"/>
          <ac:spMkLst>
            <pc:docMk/>
            <pc:sldMk cId="2228039463" sldId="550"/>
            <ac:spMk id="10" creationId="{602E4F82-C35A-4136-7DBF-F1E485DED067}"/>
          </ac:spMkLst>
        </pc:spChg>
        <pc:spChg chg="del">
          <ac:chgData name="Hieu Do" userId="8091c26b-a61d-4e97-addd-a670c191ef7c" providerId="ADAL" clId="{C175BBFF-8CAE-AD43-8E6C-BB5D0C7CB491}" dt="2022-12-16T10:21:49.650" v="5207" actId="478"/>
          <ac:spMkLst>
            <pc:docMk/>
            <pc:sldMk cId="2228039463" sldId="550"/>
            <ac:spMk id="12" creationId="{5897E477-B752-92FA-0A9A-7A29C15A9C92}"/>
          </ac:spMkLst>
        </pc:spChg>
        <pc:spChg chg="del">
          <ac:chgData name="Hieu Do" userId="8091c26b-a61d-4e97-addd-a670c191ef7c" providerId="ADAL" clId="{C175BBFF-8CAE-AD43-8E6C-BB5D0C7CB491}" dt="2022-12-16T10:21:36.904" v="5202" actId="478"/>
          <ac:spMkLst>
            <pc:docMk/>
            <pc:sldMk cId="2228039463" sldId="550"/>
            <ac:spMk id="17" creationId="{AE0DB7B9-1F6A-3F2B-64C8-FA908670E5E4}"/>
          </ac:spMkLst>
        </pc:spChg>
        <pc:spChg chg="del">
          <ac:chgData name="Hieu Do" userId="8091c26b-a61d-4e97-addd-a670c191ef7c" providerId="ADAL" clId="{C175BBFF-8CAE-AD43-8E6C-BB5D0C7CB491}" dt="2022-12-16T10:21:39.546" v="5203" actId="478"/>
          <ac:spMkLst>
            <pc:docMk/>
            <pc:sldMk cId="2228039463" sldId="550"/>
            <ac:spMk id="22" creationId="{2EC80A38-8EF0-5C56-E778-0A21B3797DCD}"/>
          </ac:spMkLst>
        </pc:spChg>
      </pc:sldChg>
      <pc:sldChg chg="delSp modSp add del mod delAnim modAnim">
        <pc:chgData name="Hieu Do" userId="8091c26b-a61d-4e97-addd-a670c191ef7c" providerId="ADAL" clId="{C175BBFF-8CAE-AD43-8E6C-BB5D0C7CB491}" dt="2022-12-16T10:24:10.690" v="5218" actId="2696"/>
        <pc:sldMkLst>
          <pc:docMk/>
          <pc:sldMk cId="2008814388" sldId="551"/>
        </pc:sldMkLst>
        <pc:spChg chg="del">
          <ac:chgData name="Hieu Do" userId="8091c26b-a61d-4e97-addd-a670c191ef7c" providerId="ADAL" clId="{C175BBFF-8CAE-AD43-8E6C-BB5D0C7CB491}" dt="2022-12-16T10:22:55.582" v="5217" actId="478"/>
          <ac:spMkLst>
            <pc:docMk/>
            <pc:sldMk cId="2008814388" sldId="551"/>
            <ac:spMk id="3" creationId="{00000000-0000-0000-0000-000000000000}"/>
          </ac:spMkLst>
        </pc:spChg>
        <pc:spChg chg="del">
          <ac:chgData name="Hieu Do" userId="8091c26b-a61d-4e97-addd-a670c191ef7c" providerId="ADAL" clId="{C175BBFF-8CAE-AD43-8E6C-BB5D0C7CB491}" dt="2022-12-16T10:22:43.101" v="5211" actId="478"/>
          <ac:spMkLst>
            <pc:docMk/>
            <pc:sldMk cId="2008814388" sldId="551"/>
            <ac:spMk id="14" creationId="{5D287813-B5A7-4B4C-86D5-7B05B6CAE1E3}"/>
          </ac:spMkLst>
        </pc:spChg>
        <pc:spChg chg="del">
          <ac:chgData name="Hieu Do" userId="8091c26b-a61d-4e97-addd-a670c191ef7c" providerId="ADAL" clId="{C175BBFF-8CAE-AD43-8E6C-BB5D0C7CB491}" dt="2022-12-16T10:22:48.224" v="5214" actId="478"/>
          <ac:spMkLst>
            <pc:docMk/>
            <pc:sldMk cId="2008814388" sldId="551"/>
            <ac:spMk id="18" creationId="{77C1458D-E431-4AB2-8D60-3E345C57189B}"/>
          </ac:spMkLst>
        </pc:spChg>
        <pc:spChg chg="del mod">
          <ac:chgData name="Hieu Do" userId="8091c26b-a61d-4e97-addd-a670c191ef7c" providerId="ADAL" clId="{C175BBFF-8CAE-AD43-8E6C-BB5D0C7CB491}" dt="2022-12-16T10:22:46.059" v="5213" actId="478"/>
          <ac:spMkLst>
            <pc:docMk/>
            <pc:sldMk cId="2008814388" sldId="551"/>
            <ac:spMk id="20" creationId="{F5620EB3-4B75-4615-A47F-51E4EAFAED8E}"/>
          </ac:spMkLst>
        </pc:spChg>
        <pc:spChg chg="del">
          <ac:chgData name="Hieu Do" userId="8091c26b-a61d-4e97-addd-a670c191ef7c" providerId="ADAL" clId="{C175BBFF-8CAE-AD43-8E6C-BB5D0C7CB491}" dt="2022-12-16T10:22:49.878" v="5215" actId="478"/>
          <ac:spMkLst>
            <pc:docMk/>
            <pc:sldMk cId="2008814388" sldId="551"/>
            <ac:spMk id="21" creationId="{ED5B8162-8DB2-4705-82DF-F4973A1B544D}"/>
          </ac:spMkLst>
        </pc:spChg>
        <pc:spChg chg="del">
          <ac:chgData name="Hieu Do" userId="8091c26b-a61d-4e97-addd-a670c191ef7c" providerId="ADAL" clId="{C175BBFF-8CAE-AD43-8E6C-BB5D0C7CB491}" dt="2022-12-16T10:22:54.447" v="5216" actId="478"/>
          <ac:spMkLst>
            <pc:docMk/>
            <pc:sldMk cId="2008814388" sldId="551"/>
            <ac:spMk id="26" creationId="{00000000-0000-0000-0000-000000000000}"/>
          </ac:spMkLst>
        </pc:spChg>
        <pc:picChg chg="del">
          <ac:chgData name="Hieu Do" userId="8091c26b-a61d-4e97-addd-a670c191ef7c" providerId="ADAL" clId="{C175BBFF-8CAE-AD43-8E6C-BB5D0C7CB491}" dt="2022-12-16T10:22:42.043" v="5210" actId="478"/>
          <ac:picMkLst>
            <pc:docMk/>
            <pc:sldMk cId="2008814388" sldId="551"/>
            <ac:picMk id="13" creationId="{00000000-0000-0000-0000-000000000000}"/>
          </ac:picMkLst>
        </pc:picChg>
      </pc:sldChg>
    </pc:docChg>
  </pc:docChgLst>
  <pc:docChgLst>
    <pc:chgData name="Hieu Do" userId="8091c26b-a61d-4e97-addd-a670c191ef7c" providerId="ADAL" clId="{C76B7F66-37CE-3741-9738-AC7A21FA7DB6}"/>
    <pc:docChg chg="undo custSel addSld delSld modSld sldOrd">
      <pc:chgData name="Hieu Do" userId="8091c26b-a61d-4e97-addd-a670c191ef7c" providerId="ADAL" clId="{C76B7F66-37CE-3741-9738-AC7A21FA7DB6}" dt="2023-12-19T08:29:45.072" v="3175"/>
      <pc:docMkLst>
        <pc:docMk/>
      </pc:docMkLst>
      <pc:sldChg chg="modSp mod">
        <pc:chgData name="Hieu Do" userId="8091c26b-a61d-4e97-addd-a670c191ef7c" providerId="ADAL" clId="{C76B7F66-37CE-3741-9738-AC7A21FA7DB6}" dt="2023-12-19T00:38:21.433" v="5" actId="20577"/>
        <pc:sldMkLst>
          <pc:docMk/>
          <pc:sldMk cId="4226046918" sldId="501"/>
        </pc:sldMkLst>
        <pc:spChg chg="mod">
          <ac:chgData name="Hieu Do" userId="8091c26b-a61d-4e97-addd-a670c191ef7c" providerId="ADAL" clId="{C76B7F66-37CE-3741-9738-AC7A21FA7DB6}" dt="2023-12-19T00:38:16.694" v="2" actId="20577"/>
          <ac:spMkLst>
            <pc:docMk/>
            <pc:sldMk cId="4226046918" sldId="501"/>
            <ac:spMk id="1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0:38:21.433" v="5" actId="20577"/>
          <ac:spMkLst>
            <pc:docMk/>
            <pc:sldMk cId="4226046918" sldId="501"/>
            <ac:spMk id="13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7:39:56.478" v="2500" actId="20577"/>
        <pc:sldMkLst>
          <pc:docMk/>
          <pc:sldMk cId="2993813463" sldId="503"/>
        </pc:sldMkLst>
        <pc:spChg chg="mod">
          <ac:chgData name="Hieu Do" userId="8091c26b-a61d-4e97-addd-a670c191ef7c" providerId="ADAL" clId="{C76B7F66-37CE-3741-9738-AC7A21FA7DB6}" dt="2023-12-19T07:39:11.058" v="2466" actId="2711"/>
          <ac:spMkLst>
            <pc:docMk/>
            <pc:sldMk cId="2993813463" sldId="503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9:11.058" v="2466" actId="2711"/>
          <ac:spMkLst>
            <pc:docMk/>
            <pc:sldMk cId="2993813463" sldId="503"/>
            <ac:spMk id="8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9:11.058" v="2466" actId="2711"/>
          <ac:spMkLst>
            <pc:docMk/>
            <pc:sldMk cId="2993813463" sldId="503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39:11.058" v="2466" actId="2711"/>
          <ac:spMkLst>
            <pc:docMk/>
            <pc:sldMk cId="2993813463" sldId="503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39:11.058" v="2466" actId="2711"/>
          <ac:spMkLst>
            <pc:docMk/>
            <pc:sldMk cId="2993813463" sldId="503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9:11.058" v="2466" actId="2711"/>
          <ac:spMkLst>
            <pc:docMk/>
            <pc:sldMk cId="2993813463" sldId="503"/>
            <ac:spMk id="21" creationId="{4C97591E-CA53-5FFA-EFCF-70DCC0B214C9}"/>
          </ac:spMkLst>
        </pc:spChg>
        <pc:spChg chg="mod">
          <ac:chgData name="Hieu Do" userId="8091c26b-a61d-4e97-addd-a670c191ef7c" providerId="ADAL" clId="{C76B7F66-37CE-3741-9738-AC7A21FA7DB6}" dt="2023-12-19T07:39:11.058" v="2466" actId="2711"/>
          <ac:spMkLst>
            <pc:docMk/>
            <pc:sldMk cId="2993813463" sldId="503"/>
            <ac:spMk id="22" creationId="{9C90CEDC-55DB-5979-3EFB-93268D48933F}"/>
          </ac:spMkLst>
        </pc:spChg>
        <pc:spChg chg="mod">
          <ac:chgData name="Hieu Do" userId="8091c26b-a61d-4e97-addd-a670c191ef7c" providerId="ADAL" clId="{C76B7F66-37CE-3741-9738-AC7A21FA7DB6}" dt="2023-12-19T07:39:11.058" v="2466" actId="2711"/>
          <ac:spMkLst>
            <pc:docMk/>
            <pc:sldMk cId="2993813463" sldId="503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9:56.478" v="2500" actId="20577"/>
          <ac:spMkLst>
            <pc:docMk/>
            <pc:sldMk cId="2993813463" sldId="503"/>
            <ac:spMk id="30" creationId="{FDFDF840-4EBD-DEC4-A832-219D9075C5E9}"/>
          </ac:spMkLst>
        </pc:spChg>
      </pc:sldChg>
      <pc:sldChg chg="modSp mod">
        <pc:chgData name="Hieu Do" userId="8091c26b-a61d-4e97-addd-a670c191ef7c" providerId="ADAL" clId="{C76B7F66-37CE-3741-9738-AC7A21FA7DB6}" dt="2023-12-19T00:39:58.375" v="27" actId="20577"/>
        <pc:sldMkLst>
          <pc:docMk/>
          <pc:sldMk cId="3331122719" sldId="506"/>
        </pc:sldMkLst>
        <pc:spChg chg="mod">
          <ac:chgData name="Hieu Do" userId="8091c26b-a61d-4e97-addd-a670c191ef7c" providerId="ADAL" clId="{C76B7F66-37CE-3741-9738-AC7A21FA7DB6}" dt="2023-12-19T00:39:58.375" v="27" actId="20577"/>
          <ac:spMkLst>
            <pc:docMk/>
            <pc:sldMk cId="3331122719" sldId="506"/>
            <ac:spMk id="24" creationId="{00000000-0000-0000-0000-000000000000}"/>
          </ac:spMkLst>
        </pc:spChg>
      </pc:sldChg>
      <pc:sldChg chg="addSp delSp modSp mod">
        <pc:chgData name="Hieu Do" userId="8091c26b-a61d-4e97-addd-a670c191ef7c" providerId="ADAL" clId="{C76B7F66-37CE-3741-9738-AC7A21FA7DB6}" dt="2023-12-19T00:40:18.917" v="31"/>
        <pc:sldMkLst>
          <pc:docMk/>
          <pc:sldMk cId="4071965034" sldId="507"/>
        </pc:sldMkLst>
        <pc:spChg chg="add mod">
          <ac:chgData name="Hieu Do" userId="8091c26b-a61d-4e97-addd-a670c191ef7c" providerId="ADAL" clId="{C76B7F66-37CE-3741-9738-AC7A21FA7DB6}" dt="2023-12-19T00:40:18.917" v="31"/>
          <ac:spMkLst>
            <pc:docMk/>
            <pc:sldMk cId="4071965034" sldId="507"/>
            <ac:spMk id="2" creationId="{D80ABBF5-98A0-5DA0-A755-7C8E8CC9E3BD}"/>
          </ac:spMkLst>
        </pc:spChg>
        <pc:spChg chg="del">
          <ac:chgData name="Hieu Do" userId="8091c26b-a61d-4e97-addd-a670c191ef7c" providerId="ADAL" clId="{C76B7F66-37CE-3741-9738-AC7A21FA7DB6}" dt="2023-12-19T00:40:18.143" v="30" actId="478"/>
          <ac:spMkLst>
            <pc:docMk/>
            <pc:sldMk cId="4071965034" sldId="507"/>
            <ac:spMk id="24" creationId="{00000000-0000-0000-0000-000000000000}"/>
          </ac:spMkLst>
        </pc:spChg>
      </pc:sldChg>
      <pc:sldChg chg="addSp delSp modSp mod">
        <pc:chgData name="Hieu Do" userId="8091c26b-a61d-4e97-addd-a670c191ef7c" providerId="ADAL" clId="{C76B7F66-37CE-3741-9738-AC7A21FA7DB6}" dt="2023-12-19T00:40:10.772" v="29"/>
        <pc:sldMkLst>
          <pc:docMk/>
          <pc:sldMk cId="3369309983" sldId="509"/>
        </pc:sldMkLst>
        <pc:spChg chg="add mod">
          <ac:chgData name="Hieu Do" userId="8091c26b-a61d-4e97-addd-a670c191ef7c" providerId="ADAL" clId="{C76B7F66-37CE-3741-9738-AC7A21FA7DB6}" dt="2023-12-19T00:40:10.772" v="29"/>
          <ac:spMkLst>
            <pc:docMk/>
            <pc:sldMk cId="3369309983" sldId="509"/>
            <ac:spMk id="4" creationId="{8465E244-D124-E63C-5033-45CAF01F6F2F}"/>
          </ac:spMkLst>
        </pc:spChg>
        <pc:spChg chg="del">
          <ac:chgData name="Hieu Do" userId="8091c26b-a61d-4e97-addd-a670c191ef7c" providerId="ADAL" clId="{C76B7F66-37CE-3741-9738-AC7A21FA7DB6}" dt="2023-12-19T00:40:09.719" v="28" actId="478"/>
          <ac:spMkLst>
            <pc:docMk/>
            <pc:sldMk cId="3369309983" sldId="509"/>
            <ac:spMk id="24" creationId="{00000000-0000-0000-0000-000000000000}"/>
          </ac:spMkLst>
        </pc:spChg>
      </pc:sldChg>
      <pc:sldChg chg="modSp mod">
        <pc:chgData name="Hieu Do" userId="8091c26b-a61d-4e97-addd-a670c191ef7c" providerId="ADAL" clId="{C76B7F66-37CE-3741-9738-AC7A21FA7DB6}" dt="2023-12-19T07:51:24.724" v="2569" actId="1035"/>
        <pc:sldMkLst>
          <pc:docMk/>
          <pc:sldMk cId="185858547" sldId="510"/>
        </pc:sldMkLst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1:15.992" v="2562" actId="20577"/>
          <ac:spMkLst>
            <pc:docMk/>
            <pc:sldMk cId="185858547" sldId="510"/>
            <ac:spMk id="3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8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0:51.525" v="2546" actId="1076"/>
          <ac:spMkLst>
            <pc:docMk/>
            <pc:sldMk cId="185858547" sldId="510"/>
            <ac:spMk id="1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1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13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1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15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16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17" creationId="{DA510DF6-9893-F817-9662-F81D79174A7D}"/>
          </ac:spMkLst>
        </pc:spChg>
        <pc:spChg chg="mod">
          <ac:chgData name="Hieu Do" userId="8091c26b-a61d-4e97-addd-a670c191ef7c" providerId="ADAL" clId="{C76B7F66-37CE-3741-9738-AC7A21FA7DB6}" dt="2023-12-19T07:51:24.724" v="2569" actId="1035"/>
          <ac:spMkLst>
            <pc:docMk/>
            <pc:sldMk cId="185858547" sldId="510"/>
            <ac:spMk id="18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0:33.701" v="2534" actId="2711"/>
          <ac:spMkLst>
            <pc:docMk/>
            <pc:sldMk cId="185858547" sldId="510"/>
            <ac:spMk id="24" creationId="{00000000-0000-0000-0000-000000000000}"/>
          </ac:spMkLst>
        </pc:spChg>
        <pc:grpChg chg="mod">
          <ac:chgData name="Hieu Do" userId="8091c26b-a61d-4e97-addd-a670c191ef7c" providerId="ADAL" clId="{C76B7F66-37CE-3741-9738-AC7A21FA7DB6}" dt="2023-12-19T07:50:33.701" v="2534" actId="2711"/>
          <ac:grpSpMkLst>
            <pc:docMk/>
            <pc:sldMk cId="185858547" sldId="510"/>
            <ac:grpSpMk id="5" creationId="{00000000-0000-0000-0000-000000000000}"/>
          </ac:grpSpMkLst>
        </pc:grpChg>
        <pc:grpChg chg="mod">
          <ac:chgData name="Hieu Do" userId="8091c26b-a61d-4e97-addd-a670c191ef7c" providerId="ADAL" clId="{C76B7F66-37CE-3741-9738-AC7A21FA7DB6}" dt="2023-12-19T07:51:24.724" v="2569" actId="1035"/>
          <ac:grpSpMkLst>
            <pc:docMk/>
            <pc:sldMk cId="185858547" sldId="510"/>
            <ac:grpSpMk id="6" creationId="{00000000-0000-0000-0000-000000000000}"/>
          </ac:grpSpMkLst>
        </pc:grpChg>
        <pc:grpChg chg="mod">
          <ac:chgData name="Hieu Do" userId="8091c26b-a61d-4e97-addd-a670c191ef7c" providerId="ADAL" clId="{C76B7F66-37CE-3741-9738-AC7A21FA7DB6}" dt="2023-12-19T07:50:33.701" v="2534" actId="2711"/>
          <ac:grpSpMkLst>
            <pc:docMk/>
            <pc:sldMk cId="185858547" sldId="510"/>
            <ac:grpSpMk id="9" creationId="{00000000-0000-0000-0000-000000000000}"/>
          </ac:grpSpMkLst>
        </pc:grpChg>
      </pc:sldChg>
      <pc:sldChg chg="addSp delSp modSp mod modAnim">
        <pc:chgData name="Hieu Do" userId="8091c26b-a61d-4e97-addd-a670c191ef7c" providerId="ADAL" clId="{C76B7F66-37CE-3741-9738-AC7A21FA7DB6}" dt="2023-12-19T08:20:50.752" v="3016"/>
        <pc:sldMkLst>
          <pc:docMk/>
          <pc:sldMk cId="1861412229" sldId="517"/>
        </pc:sldMkLst>
        <pc:spChg chg="mod">
          <ac:chgData name="Hieu Do" userId="8091c26b-a61d-4e97-addd-a670c191ef7c" providerId="ADAL" clId="{C76B7F66-37CE-3741-9738-AC7A21FA7DB6}" dt="2023-12-19T05:23:42.799" v="1267" actId="1036"/>
          <ac:spMkLst>
            <pc:docMk/>
            <pc:sldMk cId="1861412229" sldId="517"/>
            <ac:spMk id="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23:42.799" v="1267" actId="1036"/>
          <ac:spMkLst>
            <pc:docMk/>
            <pc:sldMk cId="1861412229" sldId="517"/>
            <ac:spMk id="3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5:49.070" v="1011" actId="2711"/>
          <ac:spMkLst>
            <pc:docMk/>
            <pc:sldMk cId="1861412229" sldId="517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8:20:39.499" v="3013" actId="164"/>
          <ac:spMkLst>
            <pc:docMk/>
            <pc:sldMk cId="1861412229" sldId="517"/>
            <ac:spMk id="6" creationId="{F698DB8F-67DE-2669-A7DD-8832D76E83B8}"/>
          </ac:spMkLst>
        </pc:spChg>
        <pc:spChg chg="mod">
          <ac:chgData name="Hieu Do" userId="8091c26b-a61d-4e97-addd-a670c191ef7c" providerId="ADAL" clId="{C76B7F66-37CE-3741-9738-AC7A21FA7DB6}" dt="2023-12-19T05:23:14.521" v="1249" actId="20577"/>
          <ac:spMkLst>
            <pc:docMk/>
            <pc:sldMk cId="1861412229" sldId="517"/>
            <ac:spMk id="8" creationId="{6333146E-CE2F-C671-97D5-12D7F24C43E7}"/>
          </ac:spMkLst>
        </pc:spChg>
        <pc:spChg chg="mod">
          <ac:chgData name="Hieu Do" userId="8091c26b-a61d-4e97-addd-a670c191ef7c" providerId="ADAL" clId="{C76B7F66-37CE-3741-9738-AC7A21FA7DB6}" dt="2023-12-19T05:23:42.799" v="1267" actId="1036"/>
          <ac:spMkLst>
            <pc:docMk/>
            <pc:sldMk cId="1861412229" sldId="517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5:27:59.610" v="1339" actId="1037"/>
          <ac:spMkLst>
            <pc:docMk/>
            <pc:sldMk cId="1861412229" sldId="517"/>
            <ac:spMk id="10" creationId="{AD2FC940-03E0-A9C1-2F6E-0D7554EC8FF2}"/>
          </ac:spMkLst>
        </pc:spChg>
        <pc:spChg chg="add del">
          <ac:chgData name="Hieu Do" userId="8091c26b-a61d-4e97-addd-a670c191ef7c" providerId="ADAL" clId="{C76B7F66-37CE-3741-9738-AC7A21FA7DB6}" dt="2023-12-19T01:17:36.523" v="816"/>
          <ac:spMkLst>
            <pc:docMk/>
            <pc:sldMk cId="1861412229" sldId="517"/>
            <ac:spMk id="12" creationId="{AF8933D9-0536-6450-D911-BCFC30C06F79}"/>
          </ac:spMkLst>
        </pc:spChg>
        <pc:spChg chg="add del">
          <ac:chgData name="Hieu Do" userId="8091c26b-a61d-4e97-addd-a670c191ef7c" providerId="ADAL" clId="{C76B7F66-37CE-3741-9738-AC7A21FA7DB6}" dt="2023-12-19T01:17:36.523" v="816"/>
          <ac:spMkLst>
            <pc:docMk/>
            <pc:sldMk cId="1861412229" sldId="517"/>
            <ac:spMk id="13" creationId="{D9A33E04-ECD2-A429-C0E6-68FAFDCBBB8E}"/>
          </ac:spMkLst>
        </pc:spChg>
        <pc:spChg chg="add del">
          <ac:chgData name="Hieu Do" userId="8091c26b-a61d-4e97-addd-a670c191ef7c" providerId="ADAL" clId="{C76B7F66-37CE-3741-9738-AC7A21FA7DB6}" dt="2023-12-19T01:17:36.523" v="816"/>
          <ac:spMkLst>
            <pc:docMk/>
            <pc:sldMk cId="1861412229" sldId="517"/>
            <ac:spMk id="14" creationId="{72DDA0BF-E544-58D0-DE04-CAA2F7C1B160}"/>
          </ac:spMkLst>
        </pc:spChg>
        <pc:spChg chg="add del">
          <ac:chgData name="Hieu Do" userId="8091c26b-a61d-4e97-addd-a670c191ef7c" providerId="ADAL" clId="{C76B7F66-37CE-3741-9738-AC7A21FA7DB6}" dt="2023-12-19T01:17:36.523" v="816"/>
          <ac:spMkLst>
            <pc:docMk/>
            <pc:sldMk cId="1861412229" sldId="517"/>
            <ac:spMk id="15" creationId="{E5C5EB76-E38B-3060-4806-95659984BBF6}"/>
          </ac:spMkLst>
        </pc:spChg>
        <pc:spChg chg="add">
          <ac:chgData name="Hieu Do" userId="8091c26b-a61d-4e97-addd-a670c191ef7c" providerId="ADAL" clId="{C76B7F66-37CE-3741-9738-AC7A21FA7DB6}" dt="2023-12-19T05:16:38.571" v="1019"/>
          <ac:spMkLst>
            <pc:docMk/>
            <pc:sldMk cId="1861412229" sldId="517"/>
            <ac:spMk id="16" creationId="{E823E6FB-8FCC-101A-90F2-D7FE70BDDE31}"/>
          </ac:spMkLst>
        </pc:spChg>
        <pc:spChg chg="add mod">
          <ac:chgData name="Hieu Do" userId="8091c26b-a61d-4e97-addd-a670c191ef7c" providerId="ADAL" clId="{C76B7F66-37CE-3741-9738-AC7A21FA7DB6}" dt="2023-12-19T05:16:49.439" v="1020"/>
          <ac:spMkLst>
            <pc:docMk/>
            <pc:sldMk cId="1861412229" sldId="517"/>
            <ac:spMk id="18" creationId="{23B76A4A-DA3B-A6D7-ADC7-A32C588751FE}"/>
          </ac:spMkLst>
        </pc:spChg>
        <pc:spChg chg="mod">
          <ac:chgData name="Hieu Do" userId="8091c26b-a61d-4e97-addd-a670c191ef7c" providerId="ADAL" clId="{C76B7F66-37CE-3741-9738-AC7A21FA7DB6}" dt="2023-12-19T05:05:49.070" v="1011" actId="2711"/>
          <ac:spMkLst>
            <pc:docMk/>
            <pc:sldMk cId="1861412229" sldId="517"/>
            <ac:spMk id="19" creationId="{00000000-0000-0000-0000-000000000000}"/>
          </ac:spMkLst>
        </pc:spChg>
        <pc:spChg chg="add del mod">
          <ac:chgData name="Hieu Do" userId="8091c26b-a61d-4e97-addd-a670c191ef7c" providerId="ADAL" clId="{C76B7F66-37CE-3741-9738-AC7A21FA7DB6}" dt="2023-12-19T05:16:56.031" v="1022"/>
          <ac:spMkLst>
            <pc:docMk/>
            <pc:sldMk cId="1861412229" sldId="517"/>
            <ac:spMk id="21" creationId="{65F3FD54-D366-8461-CEB5-43B51F743E1A}"/>
          </ac:spMkLst>
        </pc:spChg>
        <pc:spChg chg="add mod">
          <ac:chgData name="Hieu Do" userId="8091c26b-a61d-4e97-addd-a670c191ef7c" providerId="ADAL" clId="{C76B7F66-37CE-3741-9738-AC7A21FA7DB6}" dt="2023-12-19T05:22:30.321" v="1226" actId="1038"/>
          <ac:spMkLst>
            <pc:docMk/>
            <pc:sldMk cId="1861412229" sldId="517"/>
            <ac:spMk id="23" creationId="{013B5A0C-5237-D148-6768-75F7A33D08BD}"/>
          </ac:spMkLst>
        </pc:spChg>
        <pc:spChg chg="mod">
          <ac:chgData name="Hieu Do" userId="8091c26b-a61d-4e97-addd-a670c191ef7c" providerId="ADAL" clId="{C76B7F66-37CE-3741-9738-AC7A21FA7DB6}" dt="2023-12-19T05:05:49.070" v="1011" actId="2711"/>
          <ac:spMkLst>
            <pc:docMk/>
            <pc:sldMk cId="1861412229" sldId="517"/>
            <ac:spMk id="24" creationId="{00000000-0000-0000-0000-000000000000}"/>
          </ac:spMkLst>
        </pc:spChg>
        <pc:spChg chg="add del mod">
          <ac:chgData name="Hieu Do" userId="8091c26b-a61d-4e97-addd-a670c191ef7c" providerId="ADAL" clId="{C76B7F66-37CE-3741-9738-AC7A21FA7DB6}" dt="2023-12-19T05:28:05.342" v="1341" actId="478"/>
          <ac:spMkLst>
            <pc:docMk/>
            <pc:sldMk cId="1861412229" sldId="517"/>
            <ac:spMk id="26" creationId="{2F50D3CE-2BC4-9AF9-4C9C-02D647B60C69}"/>
          </ac:spMkLst>
        </pc:spChg>
        <pc:spChg chg="add mod">
          <ac:chgData name="Hieu Do" userId="8091c26b-a61d-4e97-addd-a670c191ef7c" providerId="ADAL" clId="{C76B7F66-37CE-3741-9738-AC7A21FA7DB6}" dt="2023-12-19T05:22:39.651" v="1230" actId="1035"/>
          <ac:spMkLst>
            <pc:docMk/>
            <pc:sldMk cId="1861412229" sldId="517"/>
            <ac:spMk id="28" creationId="{0267B43D-CED1-8B68-0434-508C0059A2D4}"/>
          </ac:spMkLst>
        </pc:spChg>
        <pc:spChg chg="add mod">
          <ac:chgData name="Hieu Do" userId="8091c26b-a61d-4e97-addd-a670c191ef7c" providerId="ADAL" clId="{C76B7F66-37CE-3741-9738-AC7A21FA7DB6}" dt="2023-12-19T05:22:02.532" v="1209" actId="164"/>
          <ac:spMkLst>
            <pc:docMk/>
            <pc:sldMk cId="1861412229" sldId="517"/>
            <ac:spMk id="29" creationId="{24A92F91-9968-0001-1E5E-DD535A4E912F}"/>
          </ac:spMkLst>
        </pc:spChg>
        <pc:spChg chg="add del mod">
          <ac:chgData name="Hieu Do" userId="8091c26b-a61d-4e97-addd-a670c191ef7c" providerId="ADAL" clId="{C76B7F66-37CE-3741-9738-AC7A21FA7DB6}" dt="2023-12-19T05:28:03.025" v="1340" actId="478"/>
          <ac:spMkLst>
            <pc:docMk/>
            <pc:sldMk cId="1861412229" sldId="517"/>
            <ac:spMk id="30" creationId="{74CE5368-8803-E669-3506-258BA66913C0}"/>
          </ac:spMkLst>
        </pc:spChg>
        <pc:spChg chg="add mod">
          <ac:chgData name="Hieu Do" userId="8091c26b-a61d-4e97-addd-a670c191ef7c" providerId="ADAL" clId="{C76B7F66-37CE-3741-9738-AC7A21FA7DB6}" dt="2023-12-19T08:20:39.499" v="3013" actId="164"/>
          <ac:spMkLst>
            <pc:docMk/>
            <pc:sldMk cId="1861412229" sldId="517"/>
            <ac:spMk id="33" creationId="{B8C6FAE8-065F-A7F4-EA1B-1B939770F8A5}"/>
          </ac:spMkLst>
        </pc:spChg>
        <pc:grpChg chg="add mod">
          <ac:chgData name="Hieu Do" userId="8091c26b-a61d-4e97-addd-a670c191ef7c" providerId="ADAL" clId="{C76B7F66-37CE-3741-9738-AC7A21FA7DB6}" dt="2023-12-19T08:20:39.499" v="3013" actId="164"/>
          <ac:grpSpMkLst>
            <pc:docMk/>
            <pc:sldMk cId="1861412229" sldId="517"/>
            <ac:grpSpMk id="25" creationId="{1AF9B626-24C7-5899-72E3-FAEAF74A94DD}"/>
          </ac:grpSpMkLst>
        </pc:grpChg>
        <pc:grpChg chg="add mod">
          <ac:chgData name="Hieu Do" userId="8091c26b-a61d-4e97-addd-a670c191ef7c" providerId="ADAL" clId="{C76B7F66-37CE-3741-9738-AC7A21FA7DB6}" dt="2023-12-19T08:20:39.499" v="3013" actId="164"/>
          <ac:grpSpMkLst>
            <pc:docMk/>
            <pc:sldMk cId="1861412229" sldId="517"/>
            <ac:grpSpMk id="34" creationId="{7A121D60-F81A-07E0-496B-0DC22EFFA7FD}"/>
          </ac:grpSpMkLst>
        </pc:grpChg>
        <pc:grpChg chg="add mod">
          <ac:chgData name="Hieu Do" userId="8091c26b-a61d-4e97-addd-a670c191ef7c" providerId="ADAL" clId="{C76B7F66-37CE-3741-9738-AC7A21FA7DB6}" dt="2023-12-19T08:20:39.499" v="3013" actId="164"/>
          <ac:grpSpMkLst>
            <pc:docMk/>
            <pc:sldMk cId="1861412229" sldId="517"/>
            <ac:grpSpMk id="35" creationId="{130BC6F5-3C95-9195-0F33-798463E83D10}"/>
          </ac:grpSpMkLst>
        </pc:grpChg>
        <pc:graphicFrameChg chg="add del">
          <ac:chgData name="Hieu Do" userId="8091c26b-a61d-4e97-addd-a670c191ef7c" providerId="ADAL" clId="{C76B7F66-37CE-3741-9738-AC7A21FA7DB6}" dt="2023-12-19T01:17:36.523" v="816"/>
          <ac:graphicFrameMkLst>
            <pc:docMk/>
            <pc:sldMk cId="1861412229" sldId="517"/>
            <ac:graphicFrameMk id="5" creationId="{C35CDD50-D88C-AB39-2259-7CA601DAB510}"/>
          </ac:graphicFrameMkLst>
        </pc:graphicFrameChg>
        <pc:graphicFrameChg chg="add del">
          <ac:chgData name="Hieu Do" userId="8091c26b-a61d-4e97-addd-a670c191ef7c" providerId="ADAL" clId="{C76B7F66-37CE-3741-9738-AC7A21FA7DB6}" dt="2023-12-19T01:17:36.523" v="816"/>
          <ac:graphicFrameMkLst>
            <pc:docMk/>
            <pc:sldMk cId="1861412229" sldId="517"/>
            <ac:graphicFrameMk id="7" creationId="{83934B97-91E8-648B-CD0C-395E1000C3F2}"/>
          </ac:graphicFrameMkLst>
        </pc:graphicFrameChg>
        <pc:graphicFrameChg chg="add del">
          <ac:chgData name="Hieu Do" userId="8091c26b-a61d-4e97-addd-a670c191ef7c" providerId="ADAL" clId="{C76B7F66-37CE-3741-9738-AC7A21FA7DB6}" dt="2023-12-19T01:17:36.523" v="816"/>
          <ac:graphicFrameMkLst>
            <pc:docMk/>
            <pc:sldMk cId="1861412229" sldId="517"/>
            <ac:graphicFrameMk id="11" creationId="{ABD000FA-028D-4918-1F43-D2A6B65737A2}"/>
          </ac:graphicFrameMkLst>
        </pc:graphicFrameChg>
        <pc:graphicFrameChg chg="add mod">
          <ac:chgData name="Hieu Do" userId="8091c26b-a61d-4e97-addd-a670c191ef7c" providerId="ADAL" clId="{C76B7F66-37CE-3741-9738-AC7A21FA7DB6}" dt="2023-12-19T05:22:24.536" v="1223" actId="1036"/>
          <ac:graphicFrameMkLst>
            <pc:docMk/>
            <pc:sldMk cId="1861412229" sldId="517"/>
            <ac:graphicFrameMk id="17" creationId="{BE15871D-76DD-9521-6999-F2267B30184F}"/>
          </ac:graphicFrameMkLst>
        </pc:graphicFrameChg>
        <pc:graphicFrameChg chg="add del mod">
          <ac:chgData name="Hieu Do" userId="8091c26b-a61d-4e97-addd-a670c191ef7c" providerId="ADAL" clId="{C76B7F66-37CE-3741-9738-AC7A21FA7DB6}" dt="2023-12-19T05:17:03.264" v="1024" actId="478"/>
          <ac:graphicFrameMkLst>
            <pc:docMk/>
            <pc:sldMk cId="1861412229" sldId="517"/>
            <ac:graphicFrameMk id="20" creationId="{80C720DE-C292-4DD5-B717-C824CB2F0524}"/>
          </ac:graphicFrameMkLst>
        </pc:graphicFrameChg>
        <pc:graphicFrameChg chg="add del mod">
          <ac:chgData name="Hieu Do" userId="8091c26b-a61d-4e97-addd-a670c191ef7c" providerId="ADAL" clId="{C76B7F66-37CE-3741-9738-AC7A21FA7DB6}" dt="2023-12-19T05:16:56.031" v="1022"/>
          <ac:graphicFrameMkLst>
            <pc:docMk/>
            <pc:sldMk cId="1861412229" sldId="517"/>
            <ac:graphicFrameMk id="22" creationId="{B8311380-8B0F-5414-82E1-9A351B2A71A9}"/>
          </ac:graphicFrameMkLst>
        </pc:graphicFrameChg>
        <pc:graphicFrameChg chg="add mod">
          <ac:chgData name="Hieu Do" userId="8091c26b-a61d-4e97-addd-a670c191ef7c" providerId="ADAL" clId="{C76B7F66-37CE-3741-9738-AC7A21FA7DB6}" dt="2023-12-19T05:22:02.532" v="1209" actId="164"/>
          <ac:graphicFrameMkLst>
            <pc:docMk/>
            <pc:sldMk cId="1861412229" sldId="517"/>
            <ac:graphicFrameMk id="27" creationId="{FE4B6ABB-31A3-A96D-DEBC-EC0E32CB40F2}"/>
          </ac:graphicFrameMkLst>
        </pc:graphicFrameChg>
        <pc:graphicFrameChg chg="add mod">
          <ac:chgData name="Hieu Do" userId="8091c26b-a61d-4e97-addd-a670c191ef7c" providerId="ADAL" clId="{C76B7F66-37CE-3741-9738-AC7A21FA7DB6}" dt="2023-12-19T05:22:02.532" v="1209" actId="164"/>
          <ac:graphicFrameMkLst>
            <pc:docMk/>
            <pc:sldMk cId="1861412229" sldId="517"/>
            <ac:graphicFrameMk id="31" creationId="{F40C561C-CA1C-842D-CF5B-EB0E3B6BBC4F}"/>
          </ac:graphicFrameMkLst>
        </pc:graphicFrameChg>
      </pc:sldChg>
      <pc:sldChg chg="modSp">
        <pc:chgData name="Hieu Do" userId="8091c26b-a61d-4e97-addd-a670c191ef7c" providerId="ADAL" clId="{C76B7F66-37CE-3741-9738-AC7A21FA7DB6}" dt="2023-12-19T08:28:14.351" v="3166" actId="14100"/>
        <pc:sldMkLst>
          <pc:docMk/>
          <pc:sldMk cId="1371018189" sldId="520"/>
        </pc:sldMkLst>
        <pc:spChg chg="mod">
          <ac:chgData name="Hieu Do" userId="8091c26b-a61d-4e97-addd-a670c191ef7c" providerId="ADAL" clId="{C76B7F66-37CE-3741-9738-AC7A21FA7DB6}" dt="2023-12-19T08:28:14.351" v="3166" actId="14100"/>
          <ac:spMkLst>
            <pc:docMk/>
            <pc:sldMk cId="1371018189" sldId="520"/>
            <ac:spMk id="31" creationId="{72DBF54E-92A3-4776-8918-B38648E182B6}"/>
          </ac:spMkLst>
        </pc:spChg>
      </pc:sldChg>
      <pc:sldChg chg="modSp mod">
        <pc:chgData name="Hieu Do" userId="8091c26b-a61d-4e97-addd-a670c191ef7c" providerId="ADAL" clId="{C76B7F66-37CE-3741-9738-AC7A21FA7DB6}" dt="2023-12-19T06:59:03.181" v="1854" actId="1037"/>
        <pc:sldMkLst>
          <pc:docMk/>
          <pc:sldMk cId="1331697598" sldId="524"/>
        </pc:sldMkLst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3" creationId="{D81C1840-5697-66D6-6EAC-5D010E82B661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7" creationId="{31C1C656-7CD6-CA4C-2805-2BB90615971D}"/>
          </ac:spMkLst>
        </pc:spChg>
        <pc:spChg chg="mod">
          <ac:chgData name="Hieu Do" userId="8091c26b-a61d-4e97-addd-a670c191ef7c" providerId="ADAL" clId="{C76B7F66-37CE-3741-9738-AC7A21FA7DB6}" dt="2023-12-19T06:59:03.181" v="1854" actId="1037"/>
          <ac:spMkLst>
            <pc:docMk/>
            <pc:sldMk cId="1331697598" sldId="524"/>
            <ac:spMk id="11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12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13" creationId="{7DA75A23-E6F2-62E3-4188-95861E01BDA6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14" creationId="{BA80BF09-BA53-92AC-EC0B-DE0D3BEF063B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15" creationId="{0A00819F-89E7-FDED-B03B-3FB8F5FB3755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16" creationId="{C74E5B2B-ED75-20C3-7228-1CD9D2BE0BEF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17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6:17:33.748" v="1851" actId="2711"/>
          <ac:spMkLst>
            <pc:docMk/>
            <pc:sldMk cId="1331697598" sldId="524"/>
            <ac:spMk id="24" creationId="{00000000-0000-0000-0000-000000000000}"/>
          </ac:spMkLst>
        </pc:spChg>
      </pc:sldChg>
      <pc:sldChg chg="delSp modSp mod delAnim modAnim">
        <pc:chgData name="Hieu Do" userId="8091c26b-a61d-4e97-addd-a670c191ef7c" providerId="ADAL" clId="{C76B7F66-37CE-3741-9738-AC7A21FA7DB6}" dt="2023-12-19T05:47:27.658" v="1797" actId="1076"/>
        <pc:sldMkLst>
          <pc:docMk/>
          <pc:sldMk cId="669650370" sldId="525"/>
        </pc:sldMkLst>
        <pc:spChg chg="mod">
          <ac:chgData name="Hieu Do" userId="8091c26b-a61d-4e97-addd-a670c191ef7c" providerId="ADAL" clId="{C76B7F66-37CE-3741-9738-AC7A21FA7DB6}" dt="2023-12-19T05:47:20.218" v="1796" actId="1076"/>
          <ac:spMkLst>
            <pc:docMk/>
            <pc:sldMk cId="669650370" sldId="525"/>
            <ac:spMk id="5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47:27.658" v="1797" actId="1076"/>
          <ac:spMkLst>
            <pc:docMk/>
            <pc:sldMk cId="669650370" sldId="525"/>
            <ac:spMk id="6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46:56.181" v="1790" actId="1076"/>
          <ac:spMkLst>
            <pc:docMk/>
            <pc:sldMk cId="669650370" sldId="525"/>
            <ac:spMk id="7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46:26.325" v="1787" actId="1076"/>
          <ac:spMkLst>
            <pc:docMk/>
            <pc:sldMk cId="669650370" sldId="525"/>
            <ac:spMk id="8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47:02.294" v="1792" actId="1076"/>
          <ac:spMkLst>
            <pc:docMk/>
            <pc:sldMk cId="669650370" sldId="525"/>
            <ac:spMk id="9" creationId="{281E4388-66D3-4D80-A89B-ACE3EA031814}"/>
          </ac:spMkLst>
        </pc:spChg>
        <pc:spChg chg="mod">
          <ac:chgData name="Hieu Do" userId="8091c26b-a61d-4e97-addd-a670c191ef7c" providerId="ADAL" clId="{C76B7F66-37CE-3741-9738-AC7A21FA7DB6}" dt="2023-12-19T05:46:41.287" v="1788" actId="948"/>
          <ac:spMkLst>
            <pc:docMk/>
            <pc:sldMk cId="669650370" sldId="525"/>
            <ac:spMk id="10" creationId="{B15369AA-BA8D-457C-9CCC-AEEA64F4F6E4}"/>
          </ac:spMkLst>
        </pc:spChg>
        <pc:spChg chg="mod">
          <ac:chgData name="Hieu Do" userId="8091c26b-a61d-4e97-addd-a670c191ef7c" providerId="ADAL" clId="{C76B7F66-37CE-3741-9738-AC7A21FA7DB6}" dt="2023-12-19T05:45:34.501" v="1778" actId="14100"/>
          <ac:spMkLst>
            <pc:docMk/>
            <pc:sldMk cId="669650370" sldId="525"/>
            <ac:spMk id="24" creationId="{00000000-0000-0000-0000-000000000000}"/>
          </ac:spMkLst>
        </pc:spChg>
        <pc:grpChg chg="mod">
          <ac:chgData name="Hieu Do" userId="8091c26b-a61d-4e97-addd-a670c191ef7c" providerId="ADAL" clId="{C76B7F66-37CE-3741-9738-AC7A21FA7DB6}" dt="2023-12-19T05:47:20.218" v="1796" actId="1076"/>
          <ac:grpSpMkLst>
            <pc:docMk/>
            <pc:sldMk cId="669650370" sldId="525"/>
            <ac:grpSpMk id="2" creationId="{00000000-0000-0000-0000-000000000000}"/>
          </ac:grpSpMkLst>
        </pc:grpChg>
        <pc:grpChg chg="del">
          <ac:chgData name="Hieu Do" userId="8091c26b-a61d-4e97-addd-a670c191ef7c" providerId="ADAL" clId="{C76B7F66-37CE-3741-9738-AC7A21FA7DB6}" dt="2023-12-19T05:46:11.622" v="1785" actId="478"/>
          <ac:grpSpMkLst>
            <pc:docMk/>
            <pc:sldMk cId="669650370" sldId="525"/>
            <ac:grpSpMk id="3" creationId="{00000000-0000-0000-0000-000000000000}"/>
          </ac:grpSpMkLst>
        </pc:grpChg>
        <pc:graphicFrameChg chg="del">
          <ac:chgData name="Hieu Do" userId="8091c26b-a61d-4e97-addd-a670c191ef7c" providerId="ADAL" clId="{C76B7F66-37CE-3741-9738-AC7A21FA7DB6}" dt="2023-12-19T05:46:13.434" v="1786" actId="478"/>
          <ac:graphicFrameMkLst>
            <pc:docMk/>
            <pc:sldMk cId="669650370" sldId="525"/>
            <ac:graphicFrameMk id="13" creationId="{438A38EB-3BFB-48A1-A906-A65F83B5D264}"/>
          </ac:graphicFrameMkLst>
        </pc:graphicFrameChg>
      </pc:sldChg>
      <pc:sldChg chg="modSp">
        <pc:chgData name="Hieu Do" userId="8091c26b-a61d-4e97-addd-a670c191ef7c" providerId="ADAL" clId="{C76B7F66-37CE-3741-9738-AC7A21FA7DB6}" dt="2023-12-19T07:38:23.106" v="2445" actId="2711"/>
        <pc:sldMkLst>
          <pc:docMk/>
          <pc:sldMk cId="1515717768" sldId="527"/>
        </pc:sldMkLst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2" creationId="{0A95FAF3-988F-77D1-92A1-DF6727470C24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5" creationId="{F2CC7D73-0CD3-4754-00C9-4827FA41155D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9" creationId="{A86E3578-467F-34D5-3FFD-A35FBE71E627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11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12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13" creationId="{29BA0DCF-E029-D60D-0A58-941AD428EBBE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14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15" creationId="{326F748E-7FC0-B6FC-2E29-AB14487CAE3C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16" creationId="{298F258C-0AEE-F387-13B7-7A3833271929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8:23.106" v="2445" actId="2711"/>
          <ac:spMkLst>
            <pc:docMk/>
            <pc:sldMk cId="1515717768" sldId="527"/>
            <ac:spMk id="24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7:40:30.181" v="2506" actId="20577"/>
        <pc:sldMkLst>
          <pc:docMk/>
          <pc:sldMk cId="2928725940" sldId="528"/>
        </pc:sldMkLst>
        <pc:spChg chg="mod">
          <ac:chgData name="Hieu Do" userId="8091c26b-a61d-4e97-addd-a670c191ef7c" providerId="ADAL" clId="{C76B7F66-37CE-3741-9738-AC7A21FA7DB6}" dt="2023-12-19T07:40:18.782" v="2501" actId="2711"/>
          <ac:spMkLst>
            <pc:docMk/>
            <pc:sldMk cId="2928725940" sldId="528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18.782" v="2501" actId="2711"/>
          <ac:spMkLst>
            <pc:docMk/>
            <pc:sldMk cId="2928725940" sldId="528"/>
            <ac:spMk id="6" creationId="{139A9C79-292B-02FA-C23A-19A432EB63B2}"/>
          </ac:spMkLst>
        </pc:spChg>
        <pc:spChg chg="mod">
          <ac:chgData name="Hieu Do" userId="8091c26b-a61d-4e97-addd-a670c191ef7c" providerId="ADAL" clId="{C76B7F66-37CE-3741-9738-AC7A21FA7DB6}" dt="2023-12-19T07:40:18.782" v="2501" actId="2711"/>
          <ac:spMkLst>
            <pc:docMk/>
            <pc:sldMk cId="2928725940" sldId="528"/>
            <ac:spMk id="8" creationId="{DA510DF6-9893-F817-9662-F81D79174A7D}"/>
          </ac:spMkLst>
        </pc:spChg>
        <pc:spChg chg="mod">
          <ac:chgData name="Hieu Do" userId="8091c26b-a61d-4e97-addd-a670c191ef7c" providerId="ADAL" clId="{C76B7F66-37CE-3741-9738-AC7A21FA7DB6}" dt="2023-12-19T07:40:18.782" v="2501" actId="2711"/>
          <ac:spMkLst>
            <pc:docMk/>
            <pc:sldMk cId="2928725940" sldId="528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40:30.181" v="2506" actId="20577"/>
          <ac:spMkLst>
            <pc:docMk/>
            <pc:sldMk cId="2928725940" sldId="528"/>
            <ac:spMk id="10" creationId="{CA562B80-DE60-1ACD-8F87-A23B1B7A1A47}"/>
          </ac:spMkLst>
        </pc:spChg>
        <pc:spChg chg="mod">
          <ac:chgData name="Hieu Do" userId="8091c26b-a61d-4e97-addd-a670c191ef7c" providerId="ADAL" clId="{C76B7F66-37CE-3741-9738-AC7A21FA7DB6}" dt="2023-12-19T07:40:18.782" v="2501" actId="2711"/>
          <ac:spMkLst>
            <pc:docMk/>
            <pc:sldMk cId="2928725940" sldId="528"/>
            <ac:spMk id="11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40:18.782" v="2501" actId="2711"/>
          <ac:spMkLst>
            <pc:docMk/>
            <pc:sldMk cId="2928725940" sldId="528"/>
            <ac:spMk id="12" creationId="{D442ED97-3E84-F616-2566-36AFE64EE4B8}"/>
          </ac:spMkLst>
        </pc:spChg>
        <pc:spChg chg="mod">
          <ac:chgData name="Hieu Do" userId="8091c26b-a61d-4e97-addd-a670c191ef7c" providerId="ADAL" clId="{C76B7F66-37CE-3741-9738-AC7A21FA7DB6}" dt="2023-12-19T07:40:18.782" v="2501" actId="2711"/>
          <ac:spMkLst>
            <pc:docMk/>
            <pc:sldMk cId="2928725940" sldId="528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18.782" v="2501" actId="2711"/>
          <ac:spMkLst>
            <pc:docMk/>
            <pc:sldMk cId="2928725940" sldId="528"/>
            <ac:spMk id="24" creationId="{00000000-0000-0000-0000-000000000000}"/>
          </ac:spMkLst>
        </pc:spChg>
      </pc:sldChg>
      <pc:sldChg chg="modSp mod">
        <pc:chgData name="Hieu Do" userId="8091c26b-a61d-4e97-addd-a670c191ef7c" providerId="ADAL" clId="{C76B7F66-37CE-3741-9738-AC7A21FA7DB6}" dt="2023-12-19T08:17:38.771" v="3012" actId="1035"/>
        <pc:sldMkLst>
          <pc:docMk/>
          <pc:sldMk cId="1100366431" sldId="529"/>
        </pc:sldMkLst>
        <pc:spChg chg="mod">
          <ac:chgData name="Hieu Do" userId="8091c26b-a61d-4e97-addd-a670c191ef7c" providerId="ADAL" clId="{C76B7F66-37CE-3741-9738-AC7A21FA7DB6}" dt="2023-12-19T07:40:44.449" v="2507" actId="2711"/>
          <ac:spMkLst>
            <pc:docMk/>
            <pc:sldMk cId="1100366431" sldId="529"/>
            <ac:spMk id="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8:17:03.413" v="2999" actId="20577"/>
          <ac:spMkLst>
            <pc:docMk/>
            <pc:sldMk cId="1100366431" sldId="529"/>
            <ac:spMk id="3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44.449" v="2507" actId="2711"/>
          <ac:spMkLst>
            <pc:docMk/>
            <pc:sldMk cId="1100366431" sldId="529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8:17:38.771" v="3012" actId="1035"/>
          <ac:spMkLst>
            <pc:docMk/>
            <pc:sldMk cId="1100366431" sldId="529"/>
            <ac:spMk id="5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44.449" v="2507" actId="2711"/>
          <ac:spMkLst>
            <pc:docMk/>
            <pc:sldMk cId="1100366431" sldId="529"/>
            <ac:spMk id="8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8:17:13.228" v="3000" actId="1076"/>
          <ac:spMkLst>
            <pc:docMk/>
            <pc:sldMk cId="1100366431" sldId="529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40:44.449" v="2507" actId="2711"/>
          <ac:spMkLst>
            <pc:docMk/>
            <pc:sldMk cId="1100366431" sldId="529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44.449" v="2507" actId="2711"/>
          <ac:spMkLst>
            <pc:docMk/>
            <pc:sldMk cId="1100366431" sldId="529"/>
            <ac:spMk id="24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7:38:53.529" v="2465" actId="20577"/>
        <pc:sldMkLst>
          <pc:docMk/>
          <pc:sldMk cId="148401343" sldId="530"/>
        </pc:sldMkLst>
        <pc:spChg chg="mod">
          <ac:chgData name="Hieu Do" userId="8091c26b-a61d-4e97-addd-a670c191ef7c" providerId="ADAL" clId="{C76B7F66-37CE-3741-9738-AC7A21FA7DB6}" dt="2023-12-19T07:38:53.529" v="2465" actId="20577"/>
          <ac:spMkLst>
            <pc:docMk/>
            <pc:sldMk cId="148401343" sldId="530"/>
            <ac:spMk id="3" creationId="{FF86D27A-B6BD-CE6C-CC72-C92549143B66}"/>
          </ac:spMkLst>
        </pc:spChg>
        <pc:spChg chg="mod">
          <ac:chgData name="Hieu Do" userId="8091c26b-a61d-4e97-addd-a670c191ef7c" providerId="ADAL" clId="{C76B7F66-37CE-3741-9738-AC7A21FA7DB6}" dt="2023-12-19T07:38:35.665" v="2446" actId="2711"/>
          <ac:spMkLst>
            <pc:docMk/>
            <pc:sldMk cId="148401343" sldId="530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8:35.665" v="2446" actId="2711"/>
          <ac:spMkLst>
            <pc:docMk/>
            <pc:sldMk cId="148401343" sldId="530"/>
            <ac:spMk id="8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38:35.665" v="2446" actId="2711"/>
          <ac:spMkLst>
            <pc:docMk/>
            <pc:sldMk cId="148401343" sldId="530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38:35.665" v="2446" actId="2711"/>
          <ac:spMkLst>
            <pc:docMk/>
            <pc:sldMk cId="148401343" sldId="530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8:35.665" v="2446" actId="2711"/>
          <ac:spMkLst>
            <pc:docMk/>
            <pc:sldMk cId="148401343" sldId="530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8:42.253" v="2459" actId="20577"/>
          <ac:spMkLst>
            <pc:docMk/>
            <pc:sldMk cId="148401343" sldId="530"/>
            <ac:spMk id="27" creationId="{574CF6B8-CC81-3F9C-5B3F-FBF7176753E9}"/>
          </ac:spMkLst>
        </pc:spChg>
        <pc:spChg chg="mod">
          <ac:chgData name="Hieu Do" userId="8091c26b-a61d-4e97-addd-a670c191ef7c" providerId="ADAL" clId="{C76B7F66-37CE-3741-9738-AC7A21FA7DB6}" dt="2023-12-19T07:38:35.665" v="2446" actId="2711"/>
          <ac:spMkLst>
            <pc:docMk/>
            <pc:sldMk cId="148401343" sldId="530"/>
            <ac:spMk id="28" creationId="{37C04584-D0E5-0E12-CB77-2831DAE15490}"/>
          </ac:spMkLst>
        </pc:spChg>
      </pc:sldChg>
      <pc:sldChg chg="modSp mod">
        <pc:chgData name="Hieu Do" userId="8091c26b-a61d-4e97-addd-a670c191ef7c" providerId="ADAL" clId="{C76B7F66-37CE-3741-9738-AC7A21FA7DB6}" dt="2023-12-19T07:41:04.901" v="2509" actId="1076"/>
        <pc:sldMkLst>
          <pc:docMk/>
          <pc:sldMk cId="53390777" sldId="531"/>
        </pc:sldMkLst>
        <pc:spChg chg="mod">
          <ac:chgData name="Hieu Do" userId="8091c26b-a61d-4e97-addd-a670c191ef7c" providerId="ADAL" clId="{C76B7F66-37CE-3741-9738-AC7A21FA7DB6}" dt="2023-12-19T07:40:56.975" v="2508" actId="2711"/>
          <ac:spMkLst>
            <pc:docMk/>
            <pc:sldMk cId="53390777" sldId="531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1:04.901" v="2509" actId="1076"/>
          <ac:spMkLst>
            <pc:docMk/>
            <pc:sldMk cId="53390777" sldId="531"/>
            <ac:spMk id="1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56.975" v="2508" actId="2711"/>
          <ac:spMkLst>
            <pc:docMk/>
            <pc:sldMk cId="53390777" sldId="531"/>
            <ac:spMk id="18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40:56.975" v="2508" actId="2711"/>
          <ac:spMkLst>
            <pc:docMk/>
            <pc:sldMk cId="53390777" sldId="531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56.975" v="2508" actId="2711"/>
          <ac:spMkLst>
            <pc:docMk/>
            <pc:sldMk cId="53390777" sldId="531"/>
            <ac:spMk id="2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56.975" v="2508" actId="2711"/>
          <ac:spMkLst>
            <pc:docMk/>
            <pc:sldMk cId="53390777" sldId="531"/>
            <ac:spMk id="21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56.975" v="2508" actId="2711"/>
          <ac:spMkLst>
            <pc:docMk/>
            <pc:sldMk cId="53390777" sldId="531"/>
            <ac:spMk id="22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40:56.975" v="2508" actId="2711"/>
          <ac:spMkLst>
            <pc:docMk/>
            <pc:sldMk cId="53390777" sldId="531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0:56.975" v="2508" actId="2711"/>
          <ac:spMkLst>
            <pc:docMk/>
            <pc:sldMk cId="53390777" sldId="531"/>
            <ac:spMk id="33" creationId="{DA510DF6-9893-F817-9662-F81D79174A7D}"/>
          </ac:spMkLst>
        </pc:spChg>
        <pc:grpChg chg="mod">
          <ac:chgData name="Hieu Do" userId="8091c26b-a61d-4e97-addd-a670c191ef7c" providerId="ADAL" clId="{C76B7F66-37CE-3741-9738-AC7A21FA7DB6}" dt="2023-12-19T07:40:56.975" v="2508" actId="2711"/>
          <ac:grpSpMkLst>
            <pc:docMk/>
            <pc:sldMk cId="53390777" sldId="531"/>
            <ac:grpSpMk id="17" creationId="{00000000-0000-0000-0000-000000000000}"/>
          </ac:grpSpMkLst>
        </pc:grpChg>
      </pc:sldChg>
      <pc:sldChg chg="modSp">
        <pc:chgData name="Hieu Do" userId="8091c26b-a61d-4e97-addd-a670c191ef7c" providerId="ADAL" clId="{C76B7F66-37CE-3741-9738-AC7A21FA7DB6}" dt="2023-12-19T07:48:19.831" v="2527" actId="20577"/>
        <pc:sldMkLst>
          <pc:docMk/>
          <pc:sldMk cId="692080200" sldId="532"/>
        </pc:sldMkLst>
        <pc:spChg chg="mod">
          <ac:chgData name="Hieu Do" userId="8091c26b-a61d-4e97-addd-a670c191ef7c" providerId="ADAL" clId="{C76B7F66-37CE-3741-9738-AC7A21FA7DB6}" dt="2023-12-19T07:41:17.453" v="2510" actId="2711"/>
          <ac:spMkLst>
            <pc:docMk/>
            <pc:sldMk cId="692080200" sldId="532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8:19.831" v="2527" actId="20577"/>
          <ac:spMkLst>
            <pc:docMk/>
            <pc:sldMk cId="692080200" sldId="532"/>
            <ac:spMk id="7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1:17.453" v="2510" actId="2711"/>
          <ac:spMkLst>
            <pc:docMk/>
            <pc:sldMk cId="692080200" sldId="532"/>
            <ac:spMk id="8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41:17.453" v="2510" actId="2711"/>
          <ac:spMkLst>
            <pc:docMk/>
            <pc:sldMk cId="692080200" sldId="532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41:26.370" v="2512" actId="20577"/>
          <ac:spMkLst>
            <pc:docMk/>
            <pc:sldMk cId="692080200" sldId="532"/>
            <ac:spMk id="1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1:17.453" v="2510" actId="2711"/>
          <ac:spMkLst>
            <pc:docMk/>
            <pc:sldMk cId="692080200" sldId="532"/>
            <ac:spMk id="17" creationId="{29BA0DCF-E029-D60D-0A58-941AD428EBBE}"/>
          </ac:spMkLst>
        </pc:spChg>
        <pc:spChg chg="mod">
          <ac:chgData name="Hieu Do" userId="8091c26b-a61d-4e97-addd-a670c191ef7c" providerId="ADAL" clId="{C76B7F66-37CE-3741-9738-AC7A21FA7DB6}" dt="2023-12-19T07:41:17.453" v="2510" actId="2711"/>
          <ac:spMkLst>
            <pc:docMk/>
            <pc:sldMk cId="692080200" sldId="532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1:17.453" v="2510" actId="2711"/>
          <ac:spMkLst>
            <pc:docMk/>
            <pc:sldMk cId="692080200" sldId="532"/>
            <ac:spMk id="24" creationId="{00000000-0000-0000-0000-000000000000}"/>
          </ac:spMkLst>
        </pc:spChg>
      </pc:sldChg>
      <pc:sldChg chg="modSp mod">
        <pc:chgData name="Hieu Do" userId="8091c26b-a61d-4e97-addd-a670c191ef7c" providerId="ADAL" clId="{C76B7F66-37CE-3741-9738-AC7A21FA7DB6}" dt="2023-12-19T07:49:52.472" v="2533" actId="1076"/>
        <pc:sldMkLst>
          <pc:docMk/>
          <pc:sldMk cId="4240550262" sldId="534"/>
        </pc:sldMkLst>
        <pc:spChg chg="mod">
          <ac:chgData name="Hieu Do" userId="8091c26b-a61d-4e97-addd-a670c191ef7c" providerId="ADAL" clId="{C76B7F66-37CE-3741-9738-AC7A21FA7DB6}" dt="2023-12-19T07:49:11.938" v="2528" actId="2711"/>
          <ac:spMkLst>
            <pc:docMk/>
            <pc:sldMk cId="4240550262" sldId="534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9:39.120" v="2532" actId="1076"/>
          <ac:spMkLst>
            <pc:docMk/>
            <pc:sldMk cId="4240550262" sldId="534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49:52.472" v="2533" actId="1076"/>
          <ac:spMkLst>
            <pc:docMk/>
            <pc:sldMk cId="4240550262" sldId="534"/>
            <ac:spMk id="1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9:52.472" v="2533" actId="1076"/>
          <ac:spMkLst>
            <pc:docMk/>
            <pc:sldMk cId="4240550262" sldId="534"/>
            <ac:spMk id="11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49:52.472" v="2533" actId="1076"/>
          <ac:spMkLst>
            <pc:docMk/>
            <pc:sldMk cId="4240550262" sldId="534"/>
            <ac:spMk id="14" creationId="{29BA0DCF-E029-D60D-0A58-941AD428EBBE}"/>
          </ac:spMkLst>
        </pc:spChg>
        <pc:spChg chg="mod">
          <ac:chgData name="Hieu Do" userId="8091c26b-a61d-4e97-addd-a670c191ef7c" providerId="ADAL" clId="{C76B7F66-37CE-3741-9738-AC7A21FA7DB6}" dt="2023-12-19T07:49:39.120" v="2532" actId="1076"/>
          <ac:spMkLst>
            <pc:docMk/>
            <pc:sldMk cId="4240550262" sldId="534"/>
            <ac:spMk id="15" creationId="{29BA0DCF-E029-D60D-0A58-941AD428EBBE}"/>
          </ac:spMkLst>
        </pc:spChg>
        <pc:spChg chg="mod">
          <ac:chgData name="Hieu Do" userId="8091c26b-a61d-4e97-addd-a670c191ef7c" providerId="ADAL" clId="{C76B7F66-37CE-3741-9738-AC7A21FA7DB6}" dt="2023-12-19T07:49:31.600" v="2531" actId="1076"/>
          <ac:spMkLst>
            <pc:docMk/>
            <pc:sldMk cId="4240550262" sldId="534"/>
            <ac:spMk id="16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9:11.938" v="2528" actId="2711"/>
          <ac:spMkLst>
            <pc:docMk/>
            <pc:sldMk cId="4240550262" sldId="534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49:11.938" v="2528" actId="2711"/>
          <ac:spMkLst>
            <pc:docMk/>
            <pc:sldMk cId="4240550262" sldId="534"/>
            <ac:spMk id="24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7:52:27.507" v="2573" actId="2711"/>
        <pc:sldMkLst>
          <pc:docMk/>
          <pc:sldMk cId="575146428" sldId="535"/>
        </pc:sldMkLst>
        <pc:spChg chg="mod">
          <ac:chgData name="Hieu Do" userId="8091c26b-a61d-4e97-addd-a670c191ef7c" providerId="ADAL" clId="{C76B7F66-37CE-3741-9738-AC7A21FA7DB6}" dt="2023-12-19T07:52:27.507" v="2573" actId="2711"/>
          <ac:spMkLst>
            <pc:docMk/>
            <pc:sldMk cId="575146428" sldId="535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27.507" v="2573" actId="2711"/>
          <ac:spMkLst>
            <pc:docMk/>
            <pc:sldMk cId="575146428" sldId="535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2:27.507" v="2573" actId="2711"/>
          <ac:spMkLst>
            <pc:docMk/>
            <pc:sldMk cId="575146428" sldId="535"/>
            <ac:spMk id="11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27.507" v="2573" actId="2711"/>
          <ac:spMkLst>
            <pc:docMk/>
            <pc:sldMk cId="575146428" sldId="535"/>
            <ac:spMk id="1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27.507" v="2573" actId="2711"/>
          <ac:spMkLst>
            <pc:docMk/>
            <pc:sldMk cId="575146428" sldId="535"/>
            <ac:spMk id="13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2:27.507" v="2573" actId="2711"/>
          <ac:spMkLst>
            <pc:docMk/>
            <pc:sldMk cId="575146428" sldId="535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27.507" v="2573" actId="2711"/>
          <ac:spMkLst>
            <pc:docMk/>
            <pc:sldMk cId="575146428" sldId="535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27.507" v="2573" actId="2711"/>
          <ac:spMkLst>
            <pc:docMk/>
            <pc:sldMk cId="575146428" sldId="535"/>
            <ac:spMk id="33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27.507" v="2573" actId="2711"/>
          <ac:spMkLst>
            <pc:docMk/>
            <pc:sldMk cId="575146428" sldId="535"/>
            <ac:spMk id="36" creationId="{DA510DF6-9893-F817-9662-F81D79174A7D}"/>
          </ac:spMkLst>
        </pc:spChg>
      </pc:sldChg>
      <pc:sldChg chg="modSp">
        <pc:chgData name="Hieu Do" userId="8091c26b-a61d-4e97-addd-a670c191ef7c" providerId="ADAL" clId="{C76B7F66-37CE-3741-9738-AC7A21FA7DB6}" dt="2023-12-19T07:52:06.612" v="2571" actId="2711"/>
        <pc:sldMkLst>
          <pc:docMk/>
          <pc:sldMk cId="3852644590" sldId="536"/>
        </pc:sldMkLst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16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18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2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2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23" creationId="{C7E1388B-288E-4A04-85C5-3C0C18F1FA96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28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2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3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31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06.612" v="2571" actId="2711"/>
          <ac:spMkLst>
            <pc:docMk/>
            <pc:sldMk cId="3852644590" sldId="536"/>
            <ac:spMk id="32" creationId="{00000000-0000-0000-0000-000000000000}"/>
          </ac:spMkLst>
        </pc:spChg>
        <pc:grpChg chg="mod">
          <ac:chgData name="Hieu Do" userId="8091c26b-a61d-4e97-addd-a670c191ef7c" providerId="ADAL" clId="{C76B7F66-37CE-3741-9738-AC7A21FA7DB6}" dt="2023-12-19T07:52:06.612" v="2571" actId="2711"/>
          <ac:grpSpMkLst>
            <pc:docMk/>
            <pc:sldMk cId="3852644590" sldId="536"/>
            <ac:grpSpMk id="2" creationId="{00000000-0000-0000-0000-000000000000}"/>
          </ac:grpSpMkLst>
        </pc:grpChg>
      </pc:sldChg>
      <pc:sldChg chg="modSp">
        <pc:chgData name="Hieu Do" userId="8091c26b-a61d-4e97-addd-a670c191ef7c" providerId="ADAL" clId="{C76B7F66-37CE-3741-9738-AC7A21FA7DB6}" dt="2023-12-19T07:52:45.567" v="2575" actId="2711"/>
        <pc:sldMkLst>
          <pc:docMk/>
          <pc:sldMk cId="2839157851" sldId="537"/>
        </pc:sldMkLst>
        <pc:spChg chg="mod">
          <ac:chgData name="Hieu Do" userId="8091c26b-a61d-4e97-addd-a670c191ef7c" providerId="ADAL" clId="{C76B7F66-37CE-3741-9738-AC7A21FA7DB6}" dt="2023-12-19T07:52:45.567" v="2575" actId="2711"/>
          <ac:spMkLst>
            <pc:docMk/>
            <pc:sldMk cId="2839157851" sldId="537"/>
            <ac:spMk id="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45.567" v="2575" actId="2711"/>
          <ac:spMkLst>
            <pc:docMk/>
            <pc:sldMk cId="2839157851" sldId="537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45.567" v="2575" actId="2711"/>
          <ac:spMkLst>
            <pc:docMk/>
            <pc:sldMk cId="2839157851" sldId="537"/>
            <ac:spMk id="6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45.567" v="2575" actId="2711"/>
          <ac:spMkLst>
            <pc:docMk/>
            <pc:sldMk cId="2839157851" sldId="537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2:45.567" v="2575" actId="2711"/>
          <ac:spMkLst>
            <pc:docMk/>
            <pc:sldMk cId="2839157851" sldId="537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2:45.567" v="2575" actId="2711"/>
          <ac:spMkLst>
            <pc:docMk/>
            <pc:sldMk cId="2839157851" sldId="537"/>
            <ac:spMk id="16" creationId="{DA510DF6-9893-F817-9662-F81D79174A7D}"/>
          </ac:spMkLst>
        </pc:spChg>
        <pc:spChg chg="mod">
          <ac:chgData name="Hieu Do" userId="8091c26b-a61d-4e97-addd-a670c191ef7c" providerId="ADAL" clId="{C76B7F66-37CE-3741-9738-AC7A21FA7DB6}" dt="2023-12-19T07:52:45.567" v="2575" actId="2711"/>
          <ac:spMkLst>
            <pc:docMk/>
            <pc:sldMk cId="2839157851" sldId="537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45.567" v="2575" actId="2711"/>
          <ac:spMkLst>
            <pc:docMk/>
            <pc:sldMk cId="2839157851" sldId="537"/>
            <ac:spMk id="20" creationId="{29BA0DCF-E029-D60D-0A58-941AD428EBBE}"/>
          </ac:spMkLst>
        </pc:spChg>
        <pc:spChg chg="mod">
          <ac:chgData name="Hieu Do" userId="8091c26b-a61d-4e97-addd-a670c191ef7c" providerId="ADAL" clId="{C76B7F66-37CE-3741-9738-AC7A21FA7DB6}" dt="2023-12-19T07:52:45.567" v="2575" actId="2711"/>
          <ac:spMkLst>
            <pc:docMk/>
            <pc:sldMk cId="2839157851" sldId="537"/>
            <ac:spMk id="24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7:52:53.049" v="2576" actId="2711"/>
        <pc:sldMkLst>
          <pc:docMk/>
          <pc:sldMk cId="2324711359" sldId="538"/>
        </pc:sldMkLst>
        <pc:spChg chg="mod">
          <ac:chgData name="Hieu Do" userId="8091c26b-a61d-4e97-addd-a670c191ef7c" providerId="ADAL" clId="{C76B7F66-37CE-3741-9738-AC7A21FA7DB6}" dt="2023-12-19T07:52:53.049" v="2576" actId="2711"/>
          <ac:spMkLst>
            <pc:docMk/>
            <pc:sldMk cId="2324711359" sldId="538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53.049" v="2576" actId="2711"/>
          <ac:spMkLst>
            <pc:docMk/>
            <pc:sldMk cId="2324711359" sldId="538"/>
            <ac:spMk id="11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2:53.049" v="2576" actId="2711"/>
          <ac:spMkLst>
            <pc:docMk/>
            <pc:sldMk cId="2324711359" sldId="538"/>
            <ac:spMk id="1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53.049" v="2576" actId="2711"/>
          <ac:spMkLst>
            <pc:docMk/>
            <pc:sldMk cId="2324711359" sldId="538"/>
            <ac:spMk id="14" creationId="{29BA0DCF-E029-D60D-0A58-941AD428EBBE}"/>
          </ac:spMkLst>
        </pc:spChg>
        <pc:spChg chg="mod">
          <ac:chgData name="Hieu Do" userId="8091c26b-a61d-4e97-addd-a670c191ef7c" providerId="ADAL" clId="{C76B7F66-37CE-3741-9738-AC7A21FA7DB6}" dt="2023-12-19T07:52:53.049" v="2576" actId="2711"/>
          <ac:spMkLst>
            <pc:docMk/>
            <pc:sldMk cId="2324711359" sldId="538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53.049" v="2576" actId="2711"/>
          <ac:spMkLst>
            <pc:docMk/>
            <pc:sldMk cId="2324711359" sldId="538"/>
            <ac:spMk id="24" creationId="{00000000-0000-0000-0000-000000000000}"/>
          </ac:spMkLst>
        </pc:spChg>
        <pc:graphicFrameChg chg="mod">
          <ac:chgData name="Hieu Do" userId="8091c26b-a61d-4e97-addd-a670c191ef7c" providerId="ADAL" clId="{C76B7F66-37CE-3741-9738-AC7A21FA7DB6}" dt="2023-12-19T07:52:53.049" v="2576" actId="2711"/>
          <ac:graphicFrameMkLst>
            <pc:docMk/>
            <pc:sldMk cId="2324711359" sldId="538"/>
            <ac:graphicFrameMk id="13" creationId="{00000000-0000-0000-0000-000000000000}"/>
          </ac:graphicFrameMkLst>
        </pc:graphicFrameChg>
      </pc:sldChg>
      <pc:sldChg chg="modSp">
        <pc:chgData name="Hieu Do" userId="8091c26b-a61d-4e97-addd-a670c191ef7c" providerId="ADAL" clId="{C76B7F66-37CE-3741-9738-AC7A21FA7DB6}" dt="2023-12-19T05:09:34.995" v="1013" actId="2711"/>
        <pc:sldMkLst>
          <pc:docMk/>
          <pc:sldMk cId="1453649649" sldId="539"/>
        </pc:sldMkLst>
        <pc:spChg chg="mod">
          <ac:chgData name="Hieu Do" userId="8091c26b-a61d-4e97-addd-a670c191ef7c" providerId="ADAL" clId="{C76B7F66-37CE-3741-9738-AC7A21FA7DB6}" dt="2023-12-19T05:09:34.995" v="1013" actId="2711"/>
          <ac:spMkLst>
            <pc:docMk/>
            <pc:sldMk cId="1453649649" sldId="539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9:34.995" v="1013" actId="2711"/>
          <ac:spMkLst>
            <pc:docMk/>
            <pc:sldMk cId="1453649649" sldId="539"/>
            <ac:spMk id="5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9:34.995" v="1013" actId="2711"/>
          <ac:spMkLst>
            <pc:docMk/>
            <pc:sldMk cId="1453649649" sldId="539"/>
            <ac:spMk id="6" creationId="{29BA0DCF-E029-D60D-0A58-941AD428EBBE}"/>
          </ac:spMkLst>
        </pc:spChg>
        <pc:spChg chg="mod">
          <ac:chgData name="Hieu Do" userId="8091c26b-a61d-4e97-addd-a670c191ef7c" providerId="ADAL" clId="{C76B7F66-37CE-3741-9738-AC7A21FA7DB6}" dt="2023-12-19T05:09:34.995" v="1013" actId="2711"/>
          <ac:spMkLst>
            <pc:docMk/>
            <pc:sldMk cId="1453649649" sldId="539"/>
            <ac:spMk id="7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9:34.995" v="1013" actId="2711"/>
          <ac:spMkLst>
            <pc:docMk/>
            <pc:sldMk cId="1453649649" sldId="539"/>
            <ac:spMk id="9" creationId="{29BA0DCF-E029-D60D-0A58-941AD428EBBE}"/>
          </ac:spMkLst>
        </pc:spChg>
        <pc:spChg chg="mod">
          <ac:chgData name="Hieu Do" userId="8091c26b-a61d-4e97-addd-a670c191ef7c" providerId="ADAL" clId="{C76B7F66-37CE-3741-9738-AC7A21FA7DB6}" dt="2023-12-19T05:09:34.995" v="1013" actId="2711"/>
          <ac:spMkLst>
            <pc:docMk/>
            <pc:sldMk cId="1453649649" sldId="539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5:09:34.995" v="1013" actId="2711"/>
          <ac:spMkLst>
            <pc:docMk/>
            <pc:sldMk cId="1453649649" sldId="539"/>
            <ac:spMk id="12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5:09:34.995" v="1013" actId="2711"/>
          <ac:spMkLst>
            <pc:docMk/>
            <pc:sldMk cId="1453649649" sldId="539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9:34.995" v="1013" actId="2711"/>
          <ac:spMkLst>
            <pc:docMk/>
            <pc:sldMk cId="1453649649" sldId="539"/>
            <ac:spMk id="24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5:04:40.553" v="1009" actId="2711"/>
        <pc:sldMkLst>
          <pc:docMk/>
          <pc:sldMk cId="2975390554" sldId="540"/>
        </pc:sldMkLst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12" creationId="{99D71D0E-1F72-82C3-1CD1-7AF67772559A}"/>
          </ac:spMkLst>
        </pc:spChg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13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22" creationId="{AF21FE12-2FA7-C978-E377-A67749BE72FA}"/>
          </ac:spMkLst>
        </pc:spChg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26" creationId="{D3AB0A9B-29E5-4556-5754-8320A7AB9F89}"/>
          </ac:spMkLst>
        </pc:spChg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28" creationId="{E4866572-B5F0-A08A-F98E-5CEB2C3FA2C0}"/>
          </ac:spMkLst>
        </pc:spChg>
        <pc:spChg chg="mod">
          <ac:chgData name="Hieu Do" userId="8091c26b-a61d-4e97-addd-a670c191ef7c" providerId="ADAL" clId="{C76B7F66-37CE-3741-9738-AC7A21FA7DB6}" dt="2023-12-19T05:04:40.553" v="1009" actId="2711"/>
          <ac:spMkLst>
            <pc:docMk/>
            <pc:sldMk cId="2975390554" sldId="540"/>
            <ac:spMk id="29" creationId="{D5A377F1-5882-314C-E61F-61CF5CC5BD6A}"/>
          </ac:spMkLst>
        </pc:spChg>
      </pc:sldChg>
      <pc:sldChg chg="modSp">
        <pc:chgData name="Hieu Do" userId="8091c26b-a61d-4e97-addd-a670c191ef7c" providerId="ADAL" clId="{C76B7F66-37CE-3741-9738-AC7A21FA7DB6}" dt="2023-12-19T05:05:00.153" v="1010" actId="2711"/>
        <pc:sldMkLst>
          <pc:docMk/>
          <pc:sldMk cId="2556815004" sldId="541"/>
        </pc:sldMkLst>
        <pc:spChg chg="mod">
          <ac:chgData name="Hieu Do" userId="8091c26b-a61d-4e97-addd-a670c191ef7c" providerId="ADAL" clId="{C76B7F66-37CE-3741-9738-AC7A21FA7DB6}" dt="2023-12-19T05:05:00.153" v="1010" actId="2711"/>
          <ac:spMkLst>
            <pc:docMk/>
            <pc:sldMk cId="2556815004" sldId="541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5:00.153" v="1010" actId="2711"/>
          <ac:spMkLst>
            <pc:docMk/>
            <pc:sldMk cId="2556815004" sldId="541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5:05:00.153" v="1010" actId="2711"/>
          <ac:spMkLst>
            <pc:docMk/>
            <pc:sldMk cId="2556815004" sldId="541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5:05:00.153" v="1010" actId="2711"/>
          <ac:spMkLst>
            <pc:docMk/>
            <pc:sldMk cId="2556815004" sldId="541"/>
            <ac:spMk id="11" creationId="{EAFAA2C2-F76A-7518-F6DA-C987F56EBEF2}"/>
          </ac:spMkLst>
        </pc:spChg>
        <pc:spChg chg="mod">
          <ac:chgData name="Hieu Do" userId="8091c26b-a61d-4e97-addd-a670c191ef7c" providerId="ADAL" clId="{C76B7F66-37CE-3741-9738-AC7A21FA7DB6}" dt="2023-12-19T05:05:00.153" v="1010" actId="2711"/>
          <ac:spMkLst>
            <pc:docMk/>
            <pc:sldMk cId="2556815004" sldId="541"/>
            <ac:spMk id="12" creationId="{99D71D0E-1F72-82C3-1CD1-7AF67772559A}"/>
          </ac:spMkLst>
        </pc:spChg>
        <pc:spChg chg="mod">
          <ac:chgData name="Hieu Do" userId="8091c26b-a61d-4e97-addd-a670c191ef7c" providerId="ADAL" clId="{C76B7F66-37CE-3741-9738-AC7A21FA7DB6}" dt="2023-12-19T05:05:00.153" v="1010" actId="2711"/>
          <ac:spMkLst>
            <pc:docMk/>
            <pc:sldMk cId="2556815004" sldId="541"/>
            <ac:spMk id="16" creationId="{EE304719-4D7D-ED47-0D35-9C42CE7A88FF}"/>
          </ac:spMkLst>
        </pc:spChg>
        <pc:spChg chg="mod">
          <ac:chgData name="Hieu Do" userId="8091c26b-a61d-4e97-addd-a670c191ef7c" providerId="ADAL" clId="{C76B7F66-37CE-3741-9738-AC7A21FA7DB6}" dt="2023-12-19T05:05:00.153" v="1010" actId="2711"/>
          <ac:spMkLst>
            <pc:docMk/>
            <pc:sldMk cId="2556815004" sldId="541"/>
            <ac:spMk id="17" creationId="{A819CBC3-4E69-8A3F-1809-40C648D1866C}"/>
          </ac:spMkLst>
        </pc:spChg>
        <pc:spChg chg="mod">
          <ac:chgData name="Hieu Do" userId="8091c26b-a61d-4e97-addd-a670c191ef7c" providerId="ADAL" clId="{C76B7F66-37CE-3741-9738-AC7A21FA7DB6}" dt="2023-12-19T05:05:00.153" v="1010" actId="2711"/>
          <ac:spMkLst>
            <pc:docMk/>
            <pc:sldMk cId="2556815004" sldId="541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5:00.153" v="1010" actId="2711"/>
          <ac:spMkLst>
            <pc:docMk/>
            <pc:sldMk cId="2556815004" sldId="541"/>
            <ac:spMk id="24" creationId="{00000000-0000-0000-0000-000000000000}"/>
          </ac:spMkLst>
        </pc:spChg>
      </pc:sldChg>
      <pc:sldChg chg="modSp mod">
        <pc:chgData name="Hieu Do" userId="8091c26b-a61d-4e97-addd-a670c191ef7c" providerId="ADAL" clId="{C76B7F66-37CE-3741-9738-AC7A21FA7DB6}" dt="2023-12-19T08:21:32.611" v="3046" actId="1035"/>
        <pc:sldMkLst>
          <pc:docMk/>
          <pc:sldMk cId="281500481" sldId="542"/>
        </pc:sldMkLst>
        <pc:spChg chg="mod">
          <ac:chgData name="Hieu Do" userId="8091c26b-a61d-4e97-addd-a670c191ef7c" providerId="ADAL" clId="{C76B7F66-37CE-3741-9738-AC7A21FA7DB6}" dt="2023-12-19T05:04:17.379" v="1008" actId="2711"/>
          <ac:spMkLst>
            <pc:docMk/>
            <pc:sldMk cId="281500481" sldId="542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4:17.379" v="1008" actId="2711"/>
          <ac:spMkLst>
            <pc:docMk/>
            <pc:sldMk cId="281500481" sldId="542"/>
            <ac:spMk id="6" creationId="{1F1F291F-60CA-0838-35FB-A68643866D2D}"/>
          </ac:spMkLst>
        </pc:spChg>
        <pc:spChg chg="mod">
          <ac:chgData name="Hieu Do" userId="8091c26b-a61d-4e97-addd-a670c191ef7c" providerId="ADAL" clId="{C76B7F66-37CE-3741-9738-AC7A21FA7DB6}" dt="2023-12-19T08:21:24.561" v="3034" actId="1035"/>
          <ac:spMkLst>
            <pc:docMk/>
            <pc:sldMk cId="281500481" sldId="542"/>
            <ac:spMk id="7" creationId="{240A9E62-FAD5-4F84-21CB-4324B71085A8}"/>
          </ac:spMkLst>
        </pc:spChg>
        <pc:spChg chg="mod">
          <ac:chgData name="Hieu Do" userId="8091c26b-a61d-4e97-addd-a670c191ef7c" providerId="ADAL" clId="{C76B7F66-37CE-3741-9738-AC7A21FA7DB6}" dt="2023-12-19T08:21:24.561" v="3034" actId="1035"/>
          <ac:spMkLst>
            <pc:docMk/>
            <pc:sldMk cId="281500481" sldId="542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8:21:32.611" v="3046" actId="1035"/>
          <ac:spMkLst>
            <pc:docMk/>
            <pc:sldMk cId="281500481" sldId="542"/>
            <ac:spMk id="11" creationId="{0CED3900-8B75-647E-C9F9-F534F336F223}"/>
          </ac:spMkLst>
        </pc:spChg>
        <pc:spChg chg="mod">
          <ac:chgData name="Hieu Do" userId="8091c26b-a61d-4e97-addd-a670c191ef7c" providerId="ADAL" clId="{C76B7F66-37CE-3741-9738-AC7A21FA7DB6}" dt="2023-12-19T08:21:32.611" v="3046" actId="1035"/>
          <ac:spMkLst>
            <pc:docMk/>
            <pc:sldMk cId="281500481" sldId="542"/>
            <ac:spMk id="12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8:21:32.611" v="3046" actId="1035"/>
          <ac:spMkLst>
            <pc:docMk/>
            <pc:sldMk cId="281500481" sldId="542"/>
            <ac:spMk id="13" creationId="{D3D45D2C-2795-8E56-A3A4-5E76B720482F}"/>
          </ac:spMkLst>
        </pc:spChg>
        <pc:spChg chg="mod">
          <ac:chgData name="Hieu Do" userId="8091c26b-a61d-4e97-addd-a670c191ef7c" providerId="ADAL" clId="{C76B7F66-37CE-3741-9738-AC7A21FA7DB6}" dt="2023-12-19T05:04:17.379" v="1008" actId="2711"/>
          <ac:spMkLst>
            <pc:docMk/>
            <pc:sldMk cId="281500481" sldId="542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4:17.379" v="1008" actId="2711"/>
          <ac:spMkLst>
            <pc:docMk/>
            <pc:sldMk cId="281500481" sldId="542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04:17.379" v="1008" actId="2711"/>
          <ac:spMkLst>
            <pc:docMk/>
            <pc:sldMk cId="281500481" sldId="542"/>
            <ac:spMk id="26" creationId="{D3AB0A9B-29E5-4556-5754-8320A7AB9F89}"/>
          </ac:spMkLst>
        </pc:spChg>
      </pc:sldChg>
      <pc:sldChg chg="modSp mod">
        <pc:chgData name="Hieu Do" userId="8091c26b-a61d-4e97-addd-a670c191ef7c" providerId="ADAL" clId="{C76B7F66-37CE-3741-9738-AC7A21FA7DB6}" dt="2023-12-19T07:56:31.632" v="2739" actId="1076"/>
        <pc:sldMkLst>
          <pc:docMk/>
          <pc:sldMk cId="697322194" sldId="543"/>
        </pc:sldMkLst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8" creationId="{568B120C-6460-C141-82E0-57FD76C3A1A5}"/>
          </ac:spMkLst>
        </pc:spChg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9" creationId="{FE5225C9-D25E-F893-038D-E4C4770EE9FF}"/>
          </ac:spMkLst>
        </pc:spChg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11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12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15" creationId="{4CEB6AED-D08B-5FDE-4D0A-89C1E9D30429}"/>
          </ac:spMkLst>
        </pc:spChg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16" creationId="{33B0CE86-5C26-DEE9-9FAA-464E2697C401}"/>
          </ac:spMkLst>
        </pc:spChg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6:14.533" v="2737" actId="2711"/>
          <ac:spMkLst>
            <pc:docMk/>
            <pc:sldMk cId="697322194" sldId="543"/>
            <ac:spMk id="26" creationId="{D3AB0A9B-29E5-4556-5754-8320A7AB9F89}"/>
          </ac:spMkLst>
        </pc:spChg>
        <pc:graphicFrameChg chg="mod modGraphic">
          <ac:chgData name="Hieu Do" userId="8091c26b-a61d-4e97-addd-a670c191ef7c" providerId="ADAL" clId="{C76B7F66-37CE-3741-9738-AC7A21FA7DB6}" dt="2023-12-19T07:56:31.632" v="2739" actId="1076"/>
          <ac:graphicFrameMkLst>
            <pc:docMk/>
            <pc:sldMk cId="697322194" sldId="543"/>
            <ac:graphicFrameMk id="2" creationId="{20952FE4-E117-4D0E-0030-BCFAAEEC4B11}"/>
          </ac:graphicFrameMkLst>
        </pc:graphicFrameChg>
      </pc:sldChg>
      <pc:sldChg chg="modSp">
        <pc:chgData name="Hieu Do" userId="8091c26b-a61d-4e97-addd-a670c191ef7c" providerId="ADAL" clId="{C76B7F66-37CE-3741-9738-AC7A21FA7DB6}" dt="2023-12-19T07:56:54.551" v="2740" actId="113"/>
        <pc:sldMkLst>
          <pc:docMk/>
          <pc:sldMk cId="3555731665" sldId="544"/>
        </pc:sldMkLst>
        <pc:spChg chg="mod">
          <ac:chgData name="Hieu Do" userId="8091c26b-a61d-4e97-addd-a670c191ef7c" providerId="ADAL" clId="{C76B7F66-37CE-3741-9738-AC7A21FA7DB6}" dt="2023-12-19T05:44:25.502" v="1751" actId="2711"/>
          <ac:spMkLst>
            <pc:docMk/>
            <pc:sldMk cId="3555731665" sldId="544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6:54.551" v="2740" actId="113"/>
          <ac:spMkLst>
            <pc:docMk/>
            <pc:sldMk cId="3555731665" sldId="544"/>
            <ac:spMk id="7" creationId="{8D7A2054-BF31-18D6-1F8E-652833F89AC7}"/>
          </ac:spMkLst>
        </pc:spChg>
        <pc:spChg chg="mod">
          <ac:chgData name="Hieu Do" userId="8091c26b-a61d-4e97-addd-a670c191ef7c" providerId="ADAL" clId="{C76B7F66-37CE-3741-9738-AC7A21FA7DB6}" dt="2023-12-19T05:44:25.502" v="1751" actId="2711"/>
          <ac:spMkLst>
            <pc:docMk/>
            <pc:sldMk cId="3555731665" sldId="544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5:44:25.502" v="1751" actId="2711"/>
          <ac:spMkLst>
            <pc:docMk/>
            <pc:sldMk cId="3555731665" sldId="544"/>
            <ac:spMk id="10" creationId="{CFA3A952-21E4-65C7-23D3-29DB6D79B2BE}"/>
          </ac:spMkLst>
        </pc:spChg>
        <pc:spChg chg="mod">
          <ac:chgData name="Hieu Do" userId="8091c26b-a61d-4e97-addd-a670c191ef7c" providerId="ADAL" clId="{C76B7F66-37CE-3741-9738-AC7A21FA7DB6}" dt="2023-12-19T05:44:25.502" v="1751" actId="2711"/>
          <ac:spMkLst>
            <pc:docMk/>
            <pc:sldMk cId="3555731665" sldId="544"/>
            <ac:spMk id="11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5:44:25.502" v="1751" actId="2711"/>
          <ac:spMkLst>
            <pc:docMk/>
            <pc:sldMk cId="3555731665" sldId="544"/>
            <ac:spMk id="14" creationId="{9ECFC048-FE3A-55FF-8A45-EFACC2D05B28}"/>
          </ac:spMkLst>
        </pc:spChg>
        <pc:spChg chg="mod">
          <ac:chgData name="Hieu Do" userId="8091c26b-a61d-4e97-addd-a670c191ef7c" providerId="ADAL" clId="{C76B7F66-37CE-3741-9738-AC7A21FA7DB6}" dt="2023-12-19T05:44:25.502" v="1751" actId="2711"/>
          <ac:spMkLst>
            <pc:docMk/>
            <pc:sldMk cId="3555731665" sldId="544"/>
            <ac:spMk id="17" creationId="{66B15CEE-F060-25BF-1CF0-54171FAB2C87}"/>
          </ac:spMkLst>
        </pc:spChg>
        <pc:spChg chg="mod">
          <ac:chgData name="Hieu Do" userId="8091c26b-a61d-4e97-addd-a670c191ef7c" providerId="ADAL" clId="{C76B7F66-37CE-3741-9738-AC7A21FA7DB6}" dt="2023-12-19T05:44:25.502" v="1751" actId="2711"/>
          <ac:spMkLst>
            <pc:docMk/>
            <pc:sldMk cId="3555731665" sldId="544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5:44:25.502" v="1751" actId="2711"/>
          <ac:spMkLst>
            <pc:docMk/>
            <pc:sldMk cId="3555731665" sldId="544"/>
            <ac:spMk id="24" creationId="{00000000-0000-0000-0000-000000000000}"/>
          </ac:spMkLst>
        </pc:spChg>
      </pc:sldChg>
      <pc:sldChg chg="addSp modSp mod ord modAnim">
        <pc:chgData name="Hieu Do" userId="8091c26b-a61d-4e97-addd-a670c191ef7c" providerId="ADAL" clId="{C76B7F66-37CE-3741-9738-AC7A21FA7DB6}" dt="2023-12-19T08:27:20.685" v="3158"/>
        <pc:sldMkLst>
          <pc:docMk/>
          <pc:sldMk cId="2293674485" sldId="545"/>
        </pc:sldMkLst>
        <pc:spChg chg="mod">
          <ac:chgData name="Hieu Do" userId="8091c26b-a61d-4e97-addd-a670c191ef7c" providerId="ADAL" clId="{C76B7F66-37CE-3741-9738-AC7A21FA7DB6}" dt="2023-12-19T07:54:44.434" v="2728" actId="2711"/>
          <ac:spMkLst>
            <pc:docMk/>
            <pc:sldMk cId="2293674485" sldId="545"/>
            <ac:spMk id="3" creationId="{BF1CA01F-5424-AD89-D514-DC2B77C779E7}"/>
          </ac:spMkLst>
        </pc:spChg>
        <pc:spChg chg="mod">
          <ac:chgData name="Hieu Do" userId="8091c26b-a61d-4e97-addd-a670c191ef7c" providerId="ADAL" clId="{C76B7F66-37CE-3741-9738-AC7A21FA7DB6}" dt="2023-12-19T07:54:44.434" v="2728" actId="2711"/>
          <ac:spMkLst>
            <pc:docMk/>
            <pc:sldMk cId="2293674485" sldId="545"/>
            <ac:spMk id="4" creationId="{00000000-0000-0000-0000-000000000000}"/>
          </ac:spMkLst>
        </pc:spChg>
        <pc:spChg chg="add mod">
          <ac:chgData name="Hieu Do" userId="8091c26b-a61d-4e97-addd-a670c191ef7c" providerId="ADAL" clId="{C76B7F66-37CE-3741-9738-AC7A21FA7DB6}" dt="2023-12-19T08:27:07.774" v="3156" actId="164"/>
          <ac:spMkLst>
            <pc:docMk/>
            <pc:sldMk cId="2293674485" sldId="545"/>
            <ac:spMk id="5" creationId="{8151B987-4BCC-A78E-0290-9B774071A7B6}"/>
          </ac:spMkLst>
        </pc:spChg>
        <pc:spChg chg="mod">
          <ac:chgData name="Hieu Do" userId="8091c26b-a61d-4e97-addd-a670c191ef7c" providerId="ADAL" clId="{C76B7F66-37CE-3741-9738-AC7A21FA7DB6}" dt="2023-12-19T07:55:41.652" v="2736" actId="14100"/>
          <ac:spMkLst>
            <pc:docMk/>
            <pc:sldMk cId="2293674485" sldId="545"/>
            <ac:spMk id="6" creationId="{81D441AB-0ACB-CF35-8628-DC7B1DD075DF}"/>
          </ac:spMkLst>
        </pc:spChg>
        <pc:spChg chg="mod">
          <ac:chgData name="Hieu Do" userId="8091c26b-a61d-4e97-addd-a670c191ef7c" providerId="ADAL" clId="{C76B7F66-37CE-3741-9738-AC7A21FA7DB6}" dt="2023-12-19T07:54:44.434" v="2728" actId="2711"/>
          <ac:spMkLst>
            <pc:docMk/>
            <pc:sldMk cId="2293674485" sldId="545"/>
            <ac:spMk id="7" creationId="{AD2FC940-03E0-A9C1-2F6E-0D7554EC8FF2}"/>
          </ac:spMkLst>
        </pc:spChg>
        <pc:spChg chg="add mod">
          <ac:chgData name="Hieu Do" userId="8091c26b-a61d-4e97-addd-a670c191ef7c" providerId="ADAL" clId="{C76B7F66-37CE-3741-9738-AC7A21FA7DB6}" dt="2023-12-19T08:27:07.774" v="3156" actId="164"/>
          <ac:spMkLst>
            <pc:docMk/>
            <pc:sldMk cId="2293674485" sldId="545"/>
            <ac:spMk id="8" creationId="{A3BBDBC6-130B-EF41-AC78-D7A4E4FC22DB}"/>
          </ac:spMkLst>
        </pc:spChg>
        <pc:spChg chg="add mod">
          <ac:chgData name="Hieu Do" userId="8091c26b-a61d-4e97-addd-a670c191ef7c" providerId="ADAL" clId="{C76B7F66-37CE-3741-9738-AC7A21FA7DB6}" dt="2023-12-19T07:54:44.434" v="2728" actId="2711"/>
          <ac:spMkLst>
            <pc:docMk/>
            <pc:sldMk cId="2293674485" sldId="545"/>
            <ac:spMk id="9" creationId="{C3DD5439-890D-9683-5455-87F9A6D77551}"/>
          </ac:spMkLst>
        </pc:spChg>
        <pc:spChg chg="mod">
          <ac:chgData name="Hieu Do" userId="8091c26b-a61d-4e97-addd-a670c191ef7c" providerId="ADAL" clId="{C76B7F66-37CE-3741-9738-AC7A21FA7DB6}" dt="2023-12-19T07:54:44.434" v="2728" actId="2711"/>
          <ac:spMkLst>
            <pc:docMk/>
            <pc:sldMk cId="2293674485" sldId="545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4:44.434" v="2728" actId="2711"/>
          <ac:spMkLst>
            <pc:docMk/>
            <pc:sldMk cId="2293674485" sldId="545"/>
            <ac:spMk id="24" creationId="{00000000-0000-0000-0000-000000000000}"/>
          </ac:spMkLst>
        </pc:spChg>
        <pc:grpChg chg="add mod">
          <ac:chgData name="Hieu Do" userId="8091c26b-a61d-4e97-addd-a670c191ef7c" providerId="ADAL" clId="{C76B7F66-37CE-3741-9738-AC7A21FA7DB6}" dt="2023-12-19T08:27:07.774" v="3156" actId="164"/>
          <ac:grpSpMkLst>
            <pc:docMk/>
            <pc:sldMk cId="2293674485" sldId="545"/>
            <ac:grpSpMk id="10" creationId="{FD99336E-D13E-0E4E-889E-5EE2F2E08437}"/>
          </ac:grpSpMkLst>
        </pc:grpChg>
      </pc:sldChg>
      <pc:sldChg chg="modSp mod">
        <pc:chgData name="Hieu Do" userId="8091c26b-a61d-4e97-addd-a670c191ef7c" providerId="ADAL" clId="{C76B7F66-37CE-3741-9738-AC7A21FA7DB6}" dt="2023-12-19T07:07:31.620" v="1990" actId="207"/>
        <pc:sldMkLst>
          <pc:docMk/>
          <pc:sldMk cId="2088937197" sldId="546"/>
        </pc:sldMkLst>
        <pc:spChg chg="mod">
          <ac:chgData name="Hieu Do" userId="8091c26b-a61d-4e97-addd-a670c191ef7c" providerId="ADAL" clId="{C76B7F66-37CE-3741-9738-AC7A21FA7DB6}" dt="2023-12-19T07:03:47.112" v="1924" actId="2711"/>
          <ac:spMkLst>
            <pc:docMk/>
            <pc:sldMk cId="2088937197" sldId="546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07:31.620" v="1990" actId="207"/>
          <ac:spMkLst>
            <pc:docMk/>
            <pc:sldMk cId="2088937197" sldId="546"/>
            <ac:spMk id="5" creationId="{41401664-E04C-35B8-43CD-6EC4584B7DEF}"/>
          </ac:spMkLst>
        </pc:spChg>
        <pc:spChg chg="mod">
          <ac:chgData name="Hieu Do" userId="8091c26b-a61d-4e97-addd-a670c191ef7c" providerId="ADAL" clId="{C76B7F66-37CE-3741-9738-AC7A21FA7DB6}" dt="2023-12-19T07:05:41.813" v="1976" actId="1076"/>
          <ac:spMkLst>
            <pc:docMk/>
            <pc:sldMk cId="2088937197" sldId="546"/>
            <ac:spMk id="8" creationId="{9D6B1083-DC06-86BB-2689-3A73BDB0B29E}"/>
          </ac:spMkLst>
        </pc:spChg>
        <pc:spChg chg="mod">
          <ac:chgData name="Hieu Do" userId="8091c26b-a61d-4e97-addd-a670c191ef7c" providerId="ADAL" clId="{C76B7F66-37CE-3741-9738-AC7A21FA7DB6}" dt="2023-12-19T07:06:24.964" v="1984" actId="1037"/>
          <ac:spMkLst>
            <pc:docMk/>
            <pc:sldMk cId="2088937197" sldId="546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03:47.112" v="1924" actId="2711"/>
          <ac:spMkLst>
            <pc:docMk/>
            <pc:sldMk cId="2088937197" sldId="546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03:47.112" v="1924" actId="2711"/>
          <ac:spMkLst>
            <pc:docMk/>
            <pc:sldMk cId="2088937197" sldId="546"/>
            <ac:spMk id="18" creationId="{CCA2C88E-4C4E-E34D-AF74-6F601B6FFB74}"/>
          </ac:spMkLst>
        </pc:spChg>
        <pc:spChg chg="mod">
          <ac:chgData name="Hieu Do" userId="8091c26b-a61d-4e97-addd-a670c191ef7c" providerId="ADAL" clId="{C76B7F66-37CE-3741-9738-AC7A21FA7DB6}" dt="2023-12-19T07:03:47.112" v="1924" actId="2711"/>
          <ac:spMkLst>
            <pc:docMk/>
            <pc:sldMk cId="2088937197" sldId="546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03:47.112" v="1924" actId="2711"/>
          <ac:spMkLst>
            <pc:docMk/>
            <pc:sldMk cId="2088937197" sldId="546"/>
            <ac:spMk id="22" creationId="{5EBDC158-38F0-008A-1E8D-32CAC520377D}"/>
          </ac:spMkLst>
        </pc:spChg>
        <pc:spChg chg="mod">
          <ac:chgData name="Hieu Do" userId="8091c26b-a61d-4e97-addd-a670c191ef7c" providerId="ADAL" clId="{C76B7F66-37CE-3741-9738-AC7A21FA7DB6}" dt="2023-12-19T07:03:47.112" v="1924" actId="2711"/>
          <ac:spMkLst>
            <pc:docMk/>
            <pc:sldMk cId="2088937197" sldId="546"/>
            <ac:spMk id="24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7:17:00.869" v="2062" actId="20577"/>
        <pc:sldMkLst>
          <pc:docMk/>
          <pc:sldMk cId="1541591014" sldId="547"/>
        </pc:sldMkLst>
        <pc:spChg chg="mod">
          <ac:chgData name="Hieu Do" userId="8091c26b-a61d-4e97-addd-a670c191ef7c" providerId="ADAL" clId="{C76B7F66-37CE-3741-9738-AC7A21FA7DB6}" dt="2023-12-19T07:08:22.897" v="1996" actId="2711"/>
          <ac:spMkLst>
            <pc:docMk/>
            <pc:sldMk cId="1541591014" sldId="547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6:58.248" v="2059" actId="20577"/>
          <ac:spMkLst>
            <pc:docMk/>
            <pc:sldMk cId="1541591014" sldId="547"/>
            <ac:spMk id="7" creationId="{47F59FEA-9718-1BD1-8305-C6495376DFF1}"/>
          </ac:spMkLst>
        </pc:spChg>
        <pc:spChg chg="mod">
          <ac:chgData name="Hieu Do" userId="8091c26b-a61d-4e97-addd-a670c191ef7c" providerId="ADAL" clId="{C76B7F66-37CE-3741-9738-AC7A21FA7DB6}" dt="2023-12-19T07:08:22.897" v="1996" actId="2711"/>
          <ac:spMkLst>
            <pc:docMk/>
            <pc:sldMk cId="1541591014" sldId="547"/>
            <ac:spMk id="9" creationId="{C9C76D1E-0413-CEC0-C00B-732A426A9A33}"/>
          </ac:spMkLst>
        </pc:spChg>
        <pc:spChg chg="mod">
          <ac:chgData name="Hieu Do" userId="8091c26b-a61d-4e97-addd-a670c191ef7c" providerId="ADAL" clId="{C76B7F66-37CE-3741-9738-AC7A21FA7DB6}" dt="2023-12-19T07:16:55.125" v="2057" actId="20577"/>
          <ac:spMkLst>
            <pc:docMk/>
            <pc:sldMk cId="1541591014" sldId="547"/>
            <ac:spMk id="11" creationId="{32343678-D3F3-C51C-531A-47741B775DEA}"/>
          </ac:spMkLst>
        </pc:spChg>
        <pc:spChg chg="mod">
          <ac:chgData name="Hieu Do" userId="8091c26b-a61d-4e97-addd-a670c191ef7c" providerId="ADAL" clId="{C76B7F66-37CE-3741-9738-AC7A21FA7DB6}" dt="2023-12-19T07:08:22.897" v="1996" actId="2711"/>
          <ac:spMkLst>
            <pc:docMk/>
            <pc:sldMk cId="1541591014" sldId="547"/>
            <ac:spMk id="12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08:22.897" v="1996" actId="2711"/>
          <ac:spMkLst>
            <pc:docMk/>
            <pc:sldMk cId="1541591014" sldId="547"/>
            <ac:spMk id="13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08:22.897" v="1996" actId="2711"/>
          <ac:spMkLst>
            <pc:docMk/>
            <pc:sldMk cId="1541591014" sldId="547"/>
            <ac:spMk id="14" creationId="{F73E52EE-66EE-87BD-5045-53DDE94D7BD6}"/>
          </ac:spMkLst>
        </pc:spChg>
        <pc:spChg chg="mod">
          <ac:chgData name="Hieu Do" userId="8091c26b-a61d-4e97-addd-a670c191ef7c" providerId="ADAL" clId="{C76B7F66-37CE-3741-9738-AC7A21FA7DB6}" dt="2023-12-19T07:08:22.897" v="1996" actId="2711"/>
          <ac:spMkLst>
            <pc:docMk/>
            <pc:sldMk cId="1541591014" sldId="547"/>
            <ac:spMk id="15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7:00.869" v="2062" actId="20577"/>
          <ac:spMkLst>
            <pc:docMk/>
            <pc:sldMk cId="1541591014" sldId="547"/>
            <ac:spMk id="16" creationId="{994D447B-F40D-90BB-9274-DAADE10EB140}"/>
          </ac:spMkLst>
        </pc:spChg>
        <pc:spChg chg="mod">
          <ac:chgData name="Hieu Do" userId="8091c26b-a61d-4e97-addd-a670c191ef7c" providerId="ADAL" clId="{C76B7F66-37CE-3741-9738-AC7A21FA7DB6}" dt="2023-12-19T07:08:22.897" v="1996" actId="2711"/>
          <ac:spMkLst>
            <pc:docMk/>
            <pc:sldMk cId="1541591014" sldId="547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08:22.897" v="1996" actId="2711"/>
          <ac:spMkLst>
            <pc:docMk/>
            <pc:sldMk cId="1541591014" sldId="547"/>
            <ac:spMk id="21" creationId="{54348821-805C-5CF6-C4F6-796F76285017}"/>
          </ac:spMkLst>
        </pc:spChg>
        <pc:spChg chg="mod">
          <ac:chgData name="Hieu Do" userId="8091c26b-a61d-4e97-addd-a670c191ef7c" providerId="ADAL" clId="{C76B7F66-37CE-3741-9738-AC7A21FA7DB6}" dt="2023-12-19T07:08:22.897" v="1996" actId="2711"/>
          <ac:spMkLst>
            <pc:docMk/>
            <pc:sldMk cId="1541591014" sldId="547"/>
            <ac:spMk id="24" creationId="{00000000-0000-0000-0000-000000000000}"/>
          </ac:spMkLst>
        </pc:spChg>
      </pc:sldChg>
      <pc:sldChg chg="modSp mod">
        <pc:chgData name="Hieu Do" userId="8091c26b-a61d-4e97-addd-a670c191ef7c" providerId="ADAL" clId="{C76B7F66-37CE-3741-9738-AC7A21FA7DB6}" dt="2023-12-19T07:17:09.398" v="2067" actId="20577"/>
        <pc:sldMkLst>
          <pc:docMk/>
          <pc:sldMk cId="1052562305" sldId="548"/>
        </pc:sldMkLst>
        <pc:spChg chg="mod">
          <ac:chgData name="Hieu Do" userId="8091c26b-a61d-4e97-addd-a670c191ef7c" providerId="ADAL" clId="{C76B7F66-37CE-3741-9738-AC7A21FA7DB6}" dt="2023-12-19T07:17:06.559" v="2065" actId="20577"/>
          <ac:spMkLst>
            <pc:docMk/>
            <pc:sldMk cId="1052562305" sldId="548"/>
            <ac:spMk id="3" creationId="{2A20E4FD-ADF6-6E95-E908-475918AC280E}"/>
          </ac:spMkLst>
        </pc:spChg>
        <pc:spChg chg="mod">
          <ac:chgData name="Hieu Do" userId="8091c26b-a61d-4e97-addd-a670c191ef7c" providerId="ADAL" clId="{C76B7F66-37CE-3741-9738-AC7A21FA7DB6}" dt="2023-12-19T07:09:17.575" v="1997" actId="2711"/>
          <ac:spMkLst>
            <pc:docMk/>
            <pc:sldMk cId="1052562305" sldId="548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09:17.575" v="1997" actId="2711"/>
          <ac:spMkLst>
            <pc:docMk/>
            <pc:sldMk cId="1052562305" sldId="548"/>
            <ac:spMk id="5" creationId="{433E774F-2951-C91B-C511-6D61DED36771}"/>
          </ac:spMkLst>
        </pc:spChg>
        <pc:spChg chg="mod">
          <ac:chgData name="Hieu Do" userId="8091c26b-a61d-4e97-addd-a670c191ef7c" providerId="ADAL" clId="{C76B7F66-37CE-3741-9738-AC7A21FA7DB6}" dt="2023-12-19T07:13:34.688" v="2029" actId="1037"/>
          <ac:spMkLst>
            <pc:docMk/>
            <pc:sldMk cId="1052562305" sldId="548"/>
            <ac:spMk id="6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09:17.575" v="1997" actId="2711"/>
          <ac:spMkLst>
            <pc:docMk/>
            <pc:sldMk cId="1052562305" sldId="548"/>
            <ac:spMk id="8" creationId="{3D7B4123-E484-8EAE-7A0E-F14FB86226AC}"/>
          </ac:spMkLst>
        </pc:spChg>
        <pc:spChg chg="mod">
          <ac:chgData name="Hieu Do" userId="8091c26b-a61d-4e97-addd-a670c191ef7c" providerId="ADAL" clId="{C76B7F66-37CE-3741-9738-AC7A21FA7DB6}" dt="2023-12-19T07:09:17.575" v="1997" actId="2711"/>
          <ac:spMkLst>
            <pc:docMk/>
            <pc:sldMk cId="1052562305" sldId="548"/>
            <ac:spMk id="10" creationId="{602E4F82-C35A-4136-7DBF-F1E485DED067}"/>
          </ac:spMkLst>
        </pc:spChg>
        <pc:spChg chg="mod">
          <ac:chgData name="Hieu Do" userId="8091c26b-a61d-4e97-addd-a670c191ef7c" providerId="ADAL" clId="{C76B7F66-37CE-3741-9738-AC7A21FA7DB6}" dt="2023-12-19T07:09:17.575" v="1997" actId="2711"/>
          <ac:spMkLst>
            <pc:docMk/>
            <pc:sldMk cId="1052562305" sldId="548"/>
            <ac:spMk id="12" creationId="{5897E477-B752-92FA-0A9A-7A29C15A9C92}"/>
          </ac:spMkLst>
        </pc:spChg>
        <pc:spChg chg="mod">
          <ac:chgData name="Hieu Do" userId="8091c26b-a61d-4e97-addd-a670c191ef7c" providerId="ADAL" clId="{C76B7F66-37CE-3741-9738-AC7A21FA7DB6}" dt="2023-12-19T07:09:17.575" v="1997" actId="2711"/>
          <ac:spMkLst>
            <pc:docMk/>
            <pc:sldMk cId="1052562305" sldId="548"/>
            <ac:spMk id="14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7:09.398" v="2067" actId="20577"/>
          <ac:spMkLst>
            <pc:docMk/>
            <pc:sldMk cId="1052562305" sldId="548"/>
            <ac:spMk id="17" creationId="{AE0DB7B9-1F6A-3F2B-64C8-FA908670E5E4}"/>
          </ac:spMkLst>
        </pc:spChg>
        <pc:spChg chg="mod">
          <ac:chgData name="Hieu Do" userId="8091c26b-a61d-4e97-addd-a670c191ef7c" providerId="ADAL" clId="{C76B7F66-37CE-3741-9738-AC7A21FA7DB6}" dt="2023-12-19T07:09:17.575" v="1997" actId="2711"/>
          <ac:spMkLst>
            <pc:docMk/>
            <pc:sldMk cId="1052562305" sldId="548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09:17.575" v="1997" actId="2711"/>
          <ac:spMkLst>
            <pc:docMk/>
            <pc:sldMk cId="1052562305" sldId="548"/>
            <ac:spMk id="22" creationId="{2EC80A38-8EF0-5C56-E778-0A21B3797DCD}"/>
          </ac:spMkLst>
        </pc:spChg>
        <pc:spChg chg="mod">
          <ac:chgData name="Hieu Do" userId="8091c26b-a61d-4e97-addd-a670c191ef7c" providerId="ADAL" clId="{C76B7F66-37CE-3741-9738-AC7A21FA7DB6}" dt="2023-12-19T07:09:17.575" v="1997" actId="2711"/>
          <ac:spMkLst>
            <pc:docMk/>
            <pc:sldMk cId="1052562305" sldId="548"/>
            <ac:spMk id="24" creationId="{00000000-0000-0000-0000-000000000000}"/>
          </ac:spMkLst>
        </pc:spChg>
        <pc:grpChg chg="mod">
          <ac:chgData name="Hieu Do" userId="8091c26b-a61d-4e97-addd-a670c191ef7c" providerId="ADAL" clId="{C76B7F66-37CE-3741-9738-AC7A21FA7DB6}" dt="2023-12-19T07:09:17.575" v="1997" actId="2711"/>
          <ac:grpSpMkLst>
            <pc:docMk/>
            <pc:sldMk cId="1052562305" sldId="548"/>
            <ac:grpSpMk id="2" creationId="{00000000-0000-0000-0000-000000000000}"/>
          </ac:grpSpMkLst>
        </pc:grpChg>
      </pc:sldChg>
      <pc:sldChg chg="modSp mod modAnim">
        <pc:chgData name="Hieu Do" userId="8091c26b-a61d-4e97-addd-a670c191ef7c" providerId="ADAL" clId="{C76B7F66-37CE-3741-9738-AC7A21FA7DB6}" dt="2023-12-19T07:17:41.186" v="2077" actId="20577"/>
        <pc:sldMkLst>
          <pc:docMk/>
          <pc:sldMk cId="2228039463" sldId="550"/>
        </pc:sldMkLst>
        <pc:spChg chg="mod">
          <ac:chgData name="Hieu Do" userId="8091c26b-a61d-4e97-addd-a670c191ef7c" providerId="ADAL" clId="{C76B7F66-37CE-3741-9738-AC7A21FA7DB6}" dt="2023-12-19T07:17:41.186" v="2077" actId="20577"/>
          <ac:spMkLst>
            <pc:docMk/>
            <pc:sldMk cId="2228039463" sldId="550"/>
            <ac:spMk id="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7:35.833" v="2075" actId="20577"/>
          <ac:spMkLst>
            <pc:docMk/>
            <pc:sldMk cId="2228039463" sldId="550"/>
            <ac:spMk id="3" creationId="{2A20E4FD-ADF6-6E95-E908-475918AC280E}"/>
          </ac:spMkLst>
        </pc:spChg>
        <pc:spChg chg="mod">
          <ac:chgData name="Hieu Do" userId="8091c26b-a61d-4e97-addd-a670c191ef7c" providerId="ADAL" clId="{C76B7F66-37CE-3741-9738-AC7A21FA7DB6}" dt="2023-12-19T07:11:44.472" v="2008" actId="2711"/>
          <ac:spMkLst>
            <pc:docMk/>
            <pc:sldMk cId="2228039463" sldId="550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2:16.575" v="2012" actId="1076"/>
          <ac:spMkLst>
            <pc:docMk/>
            <pc:sldMk cId="2228039463" sldId="550"/>
            <ac:spMk id="8" creationId="{2EC80A38-8EF0-5C56-E778-0A21B3797DCD}"/>
          </ac:spMkLst>
        </pc:spChg>
        <pc:spChg chg="mod">
          <ac:chgData name="Hieu Do" userId="8091c26b-a61d-4e97-addd-a670c191ef7c" providerId="ADAL" clId="{C76B7F66-37CE-3741-9738-AC7A21FA7DB6}" dt="2023-12-19T07:11:44.472" v="2008" actId="2711"/>
          <ac:spMkLst>
            <pc:docMk/>
            <pc:sldMk cId="2228039463" sldId="550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2:16.575" v="2012" actId="1076"/>
          <ac:spMkLst>
            <pc:docMk/>
            <pc:sldMk cId="2228039463" sldId="550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1:44.472" v="2008" actId="2711"/>
          <ac:spMkLst>
            <pc:docMk/>
            <pc:sldMk cId="2228039463" sldId="550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1:44.472" v="2008" actId="2711"/>
          <ac:spMkLst>
            <pc:docMk/>
            <pc:sldMk cId="2228039463" sldId="550"/>
            <ac:spMk id="24" creationId="{00000000-0000-0000-0000-000000000000}"/>
          </ac:spMkLst>
        </pc:spChg>
      </pc:sldChg>
      <pc:sldChg chg="modSp mod">
        <pc:chgData name="Hieu Do" userId="8091c26b-a61d-4e97-addd-a670c191ef7c" providerId="ADAL" clId="{C76B7F66-37CE-3741-9738-AC7A21FA7DB6}" dt="2023-12-19T07:18:01.681" v="2084" actId="1035"/>
        <pc:sldMkLst>
          <pc:docMk/>
          <pc:sldMk cId="229951594" sldId="551"/>
        </pc:sldMkLst>
        <pc:spChg chg="mod">
          <ac:chgData name="Hieu Do" userId="8091c26b-a61d-4e97-addd-a670c191ef7c" providerId="ADAL" clId="{C76B7F66-37CE-3741-9738-AC7A21FA7DB6}" dt="2023-12-19T07:15:18.726" v="2050" actId="2711"/>
          <ac:spMkLst>
            <pc:docMk/>
            <pc:sldMk cId="229951594" sldId="551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7:50.246" v="2079" actId="20577"/>
          <ac:spMkLst>
            <pc:docMk/>
            <pc:sldMk cId="229951594" sldId="551"/>
            <ac:spMk id="6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7:54.226" v="2081" actId="20577"/>
          <ac:spMkLst>
            <pc:docMk/>
            <pc:sldMk cId="229951594" sldId="551"/>
            <ac:spMk id="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5:18.726" v="2050" actId="2711"/>
          <ac:spMkLst>
            <pc:docMk/>
            <pc:sldMk cId="229951594" sldId="551"/>
            <ac:spMk id="10" creationId="{2EC80A38-8EF0-5C56-E778-0A21B3797DCD}"/>
          </ac:spMkLst>
        </pc:spChg>
        <pc:spChg chg="mod">
          <ac:chgData name="Hieu Do" userId="8091c26b-a61d-4e97-addd-a670c191ef7c" providerId="ADAL" clId="{C76B7F66-37CE-3741-9738-AC7A21FA7DB6}" dt="2023-12-19T07:15:18.726" v="2050" actId="2711"/>
          <ac:spMkLst>
            <pc:docMk/>
            <pc:sldMk cId="229951594" sldId="551"/>
            <ac:spMk id="13" creationId="{2EC80A38-8EF0-5C56-E778-0A21B3797DCD}"/>
          </ac:spMkLst>
        </pc:spChg>
        <pc:spChg chg="mod">
          <ac:chgData name="Hieu Do" userId="8091c26b-a61d-4e97-addd-a670c191ef7c" providerId="ADAL" clId="{C76B7F66-37CE-3741-9738-AC7A21FA7DB6}" dt="2023-12-19T07:15:18.726" v="2050" actId="2711"/>
          <ac:spMkLst>
            <pc:docMk/>
            <pc:sldMk cId="229951594" sldId="551"/>
            <ac:spMk id="14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8:01.681" v="2084" actId="1035"/>
          <ac:spMkLst>
            <pc:docMk/>
            <pc:sldMk cId="229951594" sldId="551"/>
            <ac:spMk id="15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5:18.726" v="2050" actId="2711"/>
          <ac:spMkLst>
            <pc:docMk/>
            <pc:sldMk cId="229951594" sldId="551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5:18.726" v="2050" actId="2711"/>
          <ac:spMkLst>
            <pc:docMk/>
            <pc:sldMk cId="229951594" sldId="551"/>
            <ac:spMk id="24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7:18:18.503" v="2096" actId="20577"/>
        <pc:sldMkLst>
          <pc:docMk/>
          <pc:sldMk cId="4016856520" sldId="552"/>
        </pc:sldMkLst>
        <pc:spChg chg="mod">
          <ac:chgData name="Hieu Do" userId="8091c26b-a61d-4e97-addd-a670c191ef7c" providerId="ADAL" clId="{C76B7F66-37CE-3741-9738-AC7A21FA7DB6}" dt="2023-12-19T07:18:15.165" v="2090" actId="20577"/>
          <ac:spMkLst>
            <pc:docMk/>
            <pc:sldMk cId="4016856520" sldId="552"/>
            <ac:spMk id="3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6:03.329" v="2051" actId="2711"/>
          <ac:spMkLst>
            <pc:docMk/>
            <pc:sldMk cId="4016856520" sldId="552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8:11.133" v="2086" actId="20577"/>
          <ac:spMkLst>
            <pc:docMk/>
            <pc:sldMk cId="4016856520" sldId="552"/>
            <ac:spMk id="5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6:03.329" v="2051" actId="2711"/>
          <ac:spMkLst>
            <pc:docMk/>
            <pc:sldMk cId="4016856520" sldId="552"/>
            <ac:spMk id="7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6:03.329" v="2051" actId="2711"/>
          <ac:spMkLst>
            <pc:docMk/>
            <pc:sldMk cId="4016856520" sldId="552"/>
            <ac:spMk id="11" creationId="{2EC80A38-8EF0-5C56-E778-0A21B3797DCD}"/>
          </ac:spMkLst>
        </pc:spChg>
        <pc:spChg chg="mod">
          <ac:chgData name="Hieu Do" userId="8091c26b-a61d-4e97-addd-a670c191ef7c" providerId="ADAL" clId="{C76B7F66-37CE-3741-9738-AC7A21FA7DB6}" dt="2023-12-19T07:16:03.329" v="2051" actId="2711"/>
          <ac:spMkLst>
            <pc:docMk/>
            <pc:sldMk cId="4016856520" sldId="552"/>
            <ac:spMk id="17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6:03.329" v="2051" actId="2711"/>
          <ac:spMkLst>
            <pc:docMk/>
            <pc:sldMk cId="4016856520" sldId="552"/>
            <ac:spMk id="18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6:03.329" v="2051" actId="2711"/>
          <ac:spMkLst>
            <pc:docMk/>
            <pc:sldMk cId="4016856520" sldId="552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8:18.503" v="2096" actId="20577"/>
          <ac:spMkLst>
            <pc:docMk/>
            <pc:sldMk cId="4016856520" sldId="552"/>
            <ac:spMk id="2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6:03.329" v="2051" actId="2711"/>
          <ac:spMkLst>
            <pc:docMk/>
            <pc:sldMk cId="4016856520" sldId="552"/>
            <ac:spMk id="21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6:03.329" v="2051" actId="2711"/>
          <ac:spMkLst>
            <pc:docMk/>
            <pc:sldMk cId="4016856520" sldId="552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6:03.329" v="2051" actId="2711"/>
          <ac:spMkLst>
            <pc:docMk/>
            <pc:sldMk cId="4016856520" sldId="552"/>
            <ac:spMk id="25" creationId="{AD2FC940-03E0-A9C1-2F6E-0D7554EC8FF2}"/>
          </ac:spMkLst>
        </pc:spChg>
      </pc:sldChg>
      <pc:sldChg chg="addSp delSp modSp mod delAnim modAnim">
        <pc:chgData name="Hieu Do" userId="8091c26b-a61d-4e97-addd-a670c191ef7c" providerId="ADAL" clId="{C76B7F66-37CE-3741-9738-AC7A21FA7DB6}" dt="2023-12-19T08:10:44.236" v="2897" actId="1076"/>
        <pc:sldMkLst>
          <pc:docMk/>
          <pc:sldMk cId="2313481619" sldId="553"/>
        </pc:sldMkLst>
        <pc:spChg chg="add del mod">
          <ac:chgData name="Hieu Do" userId="8091c26b-a61d-4e97-addd-a670c191ef7c" providerId="ADAL" clId="{C76B7F66-37CE-3741-9738-AC7A21FA7DB6}" dt="2023-12-19T08:00:16.347" v="2742"/>
          <ac:spMkLst>
            <pc:docMk/>
            <pc:sldMk cId="2313481619" sldId="553"/>
            <ac:spMk id="2" creationId="{6557A652-BBF6-0146-7364-E0696DC76EB4}"/>
          </ac:spMkLst>
        </pc:spChg>
        <pc:spChg chg="mod">
          <ac:chgData name="Hieu Do" userId="8091c26b-a61d-4e97-addd-a670c191ef7c" providerId="ADAL" clId="{C76B7F66-37CE-3741-9738-AC7A21FA7DB6}" dt="2023-12-19T08:09:33.184" v="2884" actId="1076"/>
          <ac:spMkLst>
            <pc:docMk/>
            <pc:sldMk cId="2313481619" sldId="553"/>
            <ac:spMk id="3" creationId="{00000000-0000-0000-0000-000000000000}"/>
          </ac:spMkLst>
        </pc:spChg>
        <pc:spChg chg="add mod">
          <ac:chgData name="Hieu Do" userId="8091c26b-a61d-4e97-addd-a670c191ef7c" providerId="ADAL" clId="{C76B7F66-37CE-3741-9738-AC7A21FA7DB6}" dt="2023-12-19T08:00:29.947" v="2764" actId="20577"/>
          <ac:spMkLst>
            <pc:docMk/>
            <pc:sldMk cId="2313481619" sldId="553"/>
            <ac:spMk id="4" creationId="{9EFC4F98-954A-CAD1-E325-1652D66FC422}"/>
          </ac:spMkLst>
        </pc:spChg>
        <pc:spChg chg="mod">
          <ac:chgData name="Hieu Do" userId="8091c26b-a61d-4e97-addd-a670c191ef7c" providerId="ADAL" clId="{C76B7F66-37CE-3741-9738-AC7A21FA7DB6}" dt="2023-12-19T08:01:32.795" v="2767"/>
          <ac:spMkLst>
            <pc:docMk/>
            <pc:sldMk cId="2313481619" sldId="553"/>
            <ac:spMk id="8" creationId="{DE901E0B-94BB-9AD7-16FA-175A1B558D70}"/>
          </ac:spMkLst>
        </pc:spChg>
        <pc:spChg chg="mod">
          <ac:chgData name="Hieu Do" userId="8091c26b-a61d-4e97-addd-a670c191ef7c" providerId="ADAL" clId="{C76B7F66-37CE-3741-9738-AC7A21FA7DB6}" dt="2023-12-19T08:01:32.795" v="2767"/>
          <ac:spMkLst>
            <pc:docMk/>
            <pc:sldMk cId="2313481619" sldId="553"/>
            <ac:spMk id="9" creationId="{8EF0900B-BC9B-51AD-F211-0C8D7FFCB1FE}"/>
          </ac:spMkLst>
        </pc:spChg>
        <pc:spChg chg="mod">
          <ac:chgData name="Hieu Do" userId="8091c26b-a61d-4e97-addd-a670c191ef7c" providerId="ADAL" clId="{C76B7F66-37CE-3741-9738-AC7A21FA7DB6}" dt="2023-12-19T08:09:33.184" v="2884" actId="1076"/>
          <ac:spMkLst>
            <pc:docMk/>
            <pc:sldMk cId="2313481619" sldId="553"/>
            <ac:spMk id="1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8:01:32.795" v="2767"/>
          <ac:spMkLst>
            <pc:docMk/>
            <pc:sldMk cId="2313481619" sldId="553"/>
            <ac:spMk id="11" creationId="{740FCC89-A75B-A14D-0780-E6784EFB29BD}"/>
          </ac:spMkLst>
        </pc:spChg>
        <pc:spChg chg="mod">
          <ac:chgData name="Hieu Do" userId="8091c26b-a61d-4e97-addd-a670c191ef7c" providerId="ADAL" clId="{C76B7F66-37CE-3741-9738-AC7A21FA7DB6}" dt="2023-12-19T08:10:44.236" v="2897" actId="1076"/>
          <ac:spMkLst>
            <pc:docMk/>
            <pc:sldMk cId="2313481619" sldId="553"/>
            <ac:spMk id="13" creationId="{6CD10950-AF94-4656-8C49-03AC157D618C}"/>
          </ac:spMkLst>
        </pc:spChg>
        <pc:spChg chg="mod">
          <ac:chgData name="Hieu Do" userId="8091c26b-a61d-4e97-addd-a670c191ef7c" providerId="ADAL" clId="{C76B7F66-37CE-3741-9738-AC7A21FA7DB6}" dt="2023-12-19T08:10:44.236" v="2897" actId="1076"/>
          <ac:spMkLst>
            <pc:docMk/>
            <pc:sldMk cId="2313481619" sldId="553"/>
            <ac:spMk id="15" creationId="{02B10F83-C488-9604-B06E-889F4CD26154}"/>
          </ac:spMkLst>
        </pc:spChg>
        <pc:spChg chg="mod">
          <ac:chgData name="Hieu Do" userId="8091c26b-a61d-4e97-addd-a670c191ef7c" providerId="ADAL" clId="{C76B7F66-37CE-3741-9738-AC7A21FA7DB6}" dt="2023-12-19T08:10:44.236" v="2897" actId="1076"/>
          <ac:spMkLst>
            <pc:docMk/>
            <pc:sldMk cId="2313481619" sldId="553"/>
            <ac:spMk id="17" creationId="{7B9DA27B-3C59-00ED-A3F8-A8ABF61EE7C7}"/>
          </ac:spMkLst>
        </pc:spChg>
        <pc:spChg chg="mod">
          <ac:chgData name="Hieu Do" userId="8091c26b-a61d-4e97-addd-a670c191ef7c" providerId="ADAL" clId="{C76B7F66-37CE-3741-9738-AC7A21FA7DB6}" dt="2023-12-19T08:10:44.236" v="2897" actId="1076"/>
          <ac:spMkLst>
            <pc:docMk/>
            <pc:sldMk cId="2313481619" sldId="553"/>
            <ac:spMk id="20" creationId="{511E9919-42A4-654F-CF31-7115AC2D3752}"/>
          </ac:spMkLst>
        </pc:spChg>
        <pc:spChg chg="mod">
          <ac:chgData name="Hieu Do" userId="8091c26b-a61d-4e97-addd-a670c191ef7c" providerId="ADAL" clId="{C76B7F66-37CE-3741-9738-AC7A21FA7DB6}" dt="2023-12-19T08:10:44.236" v="2897" actId="1076"/>
          <ac:spMkLst>
            <pc:docMk/>
            <pc:sldMk cId="2313481619" sldId="553"/>
            <ac:spMk id="21" creationId="{50EE54D1-E1DD-554E-A188-2B64C35C7739}"/>
          </ac:spMkLst>
        </pc:spChg>
        <pc:spChg chg="del">
          <ac:chgData name="Hieu Do" userId="8091c26b-a61d-4e97-addd-a670c191ef7c" providerId="ADAL" clId="{C76B7F66-37CE-3741-9738-AC7A21FA7DB6}" dt="2023-12-19T08:00:18.827" v="2743" actId="478"/>
          <ac:spMkLst>
            <pc:docMk/>
            <pc:sldMk cId="2313481619" sldId="553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8:09:33.184" v="2884" actId="1076"/>
          <ac:spMkLst>
            <pc:docMk/>
            <pc:sldMk cId="2313481619" sldId="553"/>
            <ac:spMk id="26" creationId="{00000000-0000-0000-0000-000000000000}"/>
          </ac:spMkLst>
        </pc:spChg>
        <pc:spChg chg="del mod">
          <ac:chgData name="Hieu Do" userId="8091c26b-a61d-4e97-addd-a670c191ef7c" providerId="ADAL" clId="{C76B7F66-37CE-3741-9738-AC7A21FA7DB6}" dt="2023-12-19T08:08:48.644" v="2825" actId="478"/>
          <ac:spMkLst>
            <pc:docMk/>
            <pc:sldMk cId="2313481619" sldId="553"/>
            <ac:spMk id="28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8:09:33.184" v="2884" actId="1076"/>
          <ac:spMkLst>
            <pc:docMk/>
            <pc:sldMk cId="2313481619" sldId="553"/>
            <ac:spMk id="2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8:09:37.926" v="2885" actId="1076"/>
          <ac:spMkLst>
            <pc:docMk/>
            <pc:sldMk cId="2313481619" sldId="553"/>
            <ac:spMk id="31" creationId="{00000000-0000-0000-0000-000000000000}"/>
          </ac:spMkLst>
        </pc:spChg>
        <pc:spChg chg="add del mod">
          <ac:chgData name="Hieu Do" userId="8091c26b-a61d-4e97-addd-a670c191ef7c" providerId="ADAL" clId="{C76B7F66-37CE-3741-9738-AC7A21FA7DB6}" dt="2023-12-19T08:05:13.748" v="2783"/>
          <ac:spMkLst>
            <pc:docMk/>
            <pc:sldMk cId="2313481619" sldId="553"/>
            <ac:spMk id="32" creationId="{A828D65E-E6BB-A802-0B5C-58E9A373F544}"/>
          </ac:spMkLst>
        </pc:spChg>
        <pc:spChg chg="add del mod">
          <ac:chgData name="Hieu Do" userId="8091c26b-a61d-4e97-addd-a670c191ef7c" providerId="ADAL" clId="{C76B7F66-37CE-3741-9738-AC7A21FA7DB6}" dt="2023-12-19T08:05:13.748" v="2783"/>
          <ac:spMkLst>
            <pc:docMk/>
            <pc:sldMk cId="2313481619" sldId="553"/>
            <ac:spMk id="34" creationId="{F9EF5E29-C9AC-145D-019E-9D9F6057EE33}"/>
          </ac:spMkLst>
        </pc:spChg>
        <pc:spChg chg="add del mod">
          <ac:chgData name="Hieu Do" userId="8091c26b-a61d-4e97-addd-a670c191ef7c" providerId="ADAL" clId="{C76B7F66-37CE-3741-9738-AC7A21FA7DB6}" dt="2023-12-19T08:05:13.748" v="2783"/>
          <ac:spMkLst>
            <pc:docMk/>
            <pc:sldMk cId="2313481619" sldId="553"/>
            <ac:spMk id="35" creationId="{1961A2DF-573E-E8B4-AA37-82E80E694AC8}"/>
          </ac:spMkLst>
        </pc:spChg>
        <pc:spChg chg="add del mod">
          <ac:chgData name="Hieu Do" userId="8091c26b-a61d-4e97-addd-a670c191ef7c" providerId="ADAL" clId="{C76B7F66-37CE-3741-9738-AC7A21FA7DB6}" dt="2023-12-19T08:05:13.748" v="2783"/>
          <ac:spMkLst>
            <pc:docMk/>
            <pc:sldMk cId="2313481619" sldId="553"/>
            <ac:spMk id="37" creationId="{EB51D4A1-7535-6724-5A73-FCCF60DAC64D}"/>
          </ac:spMkLst>
        </pc:spChg>
        <pc:spChg chg="add del mod">
          <ac:chgData name="Hieu Do" userId="8091c26b-a61d-4e97-addd-a670c191ef7c" providerId="ADAL" clId="{C76B7F66-37CE-3741-9738-AC7A21FA7DB6}" dt="2023-12-19T08:05:13.748" v="2783"/>
          <ac:spMkLst>
            <pc:docMk/>
            <pc:sldMk cId="2313481619" sldId="553"/>
            <ac:spMk id="38" creationId="{53EE551E-07B8-484E-86D3-5286F72CFD82}"/>
          </ac:spMkLst>
        </pc:spChg>
        <pc:spChg chg="add del mod">
          <ac:chgData name="Hieu Do" userId="8091c26b-a61d-4e97-addd-a670c191ef7c" providerId="ADAL" clId="{C76B7F66-37CE-3741-9738-AC7A21FA7DB6}" dt="2023-12-19T08:05:13.748" v="2783"/>
          <ac:spMkLst>
            <pc:docMk/>
            <pc:sldMk cId="2313481619" sldId="553"/>
            <ac:spMk id="39" creationId="{68290DBE-ACD3-33FC-5C20-A5EB14CFFB5A}"/>
          </ac:spMkLst>
        </pc:spChg>
        <pc:spChg chg="add mod">
          <ac:chgData name="Hieu Do" userId="8091c26b-a61d-4e97-addd-a670c191ef7c" providerId="ADAL" clId="{C76B7F66-37CE-3741-9738-AC7A21FA7DB6}" dt="2023-12-19T08:09:43.377" v="2886" actId="1076"/>
          <ac:spMkLst>
            <pc:docMk/>
            <pc:sldMk cId="2313481619" sldId="553"/>
            <ac:spMk id="40" creationId="{BC1F8A0E-7895-FC9E-86A7-5967703E9032}"/>
          </ac:spMkLst>
        </pc:spChg>
        <pc:spChg chg="add mod">
          <ac:chgData name="Hieu Do" userId="8091c26b-a61d-4e97-addd-a670c191ef7c" providerId="ADAL" clId="{C76B7F66-37CE-3741-9738-AC7A21FA7DB6}" dt="2023-12-19T08:09:48.928" v="2887" actId="1076"/>
          <ac:spMkLst>
            <pc:docMk/>
            <pc:sldMk cId="2313481619" sldId="553"/>
            <ac:spMk id="42" creationId="{49638581-7FFA-384E-D6DC-313D3CD8E7D6}"/>
          </ac:spMkLst>
        </pc:spChg>
        <pc:spChg chg="add mod">
          <ac:chgData name="Hieu Do" userId="8091c26b-a61d-4e97-addd-a670c191ef7c" providerId="ADAL" clId="{C76B7F66-37CE-3741-9738-AC7A21FA7DB6}" dt="2023-12-19T08:09:48.928" v="2887" actId="1076"/>
          <ac:spMkLst>
            <pc:docMk/>
            <pc:sldMk cId="2313481619" sldId="553"/>
            <ac:spMk id="43" creationId="{8C562E6D-25F6-AF2D-6A6D-763E2AB191FD}"/>
          </ac:spMkLst>
        </pc:spChg>
        <pc:spChg chg="add mod">
          <ac:chgData name="Hieu Do" userId="8091c26b-a61d-4e97-addd-a670c191ef7c" providerId="ADAL" clId="{C76B7F66-37CE-3741-9738-AC7A21FA7DB6}" dt="2023-12-19T08:09:52.239" v="2888" actId="1076"/>
          <ac:spMkLst>
            <pc:docMk/>
            <pc:sldMk cId="2313481619" sldId="553"/>
            <ac:spMk id="44" creationId="{4CC58336-433E-4FE3-6E80-8D1ED8A87ADA}"/>
          </ac:spMkLst>
        </pc:spChg>
        <pc:spChg chg="add mod">
          <ac:chgData name="Hieu Do" userId="8091c26b-a61d-4e97-addd-a670c191ef7c" providerId="ADAL" clId="{C76B7F66-37CE-3741-9738-AC7A21FA7DB6}" dt="2023-12-19T08:09:03.588" v="2876" actId="1035"/>
          <ac:spMkLst>
            <pc:docMk/>
            <pc:sldMk cId="2313481619" sldId="553"/>
            <ac:spMk id="45" creationId="{719DC2CC-352B-0B80-0105-A1DCA6278370}"/>
          </ac:spMkLst>
        </pc:spChg>
        <pc:spChg chg="add mod">
          <ac:chgData name="Hieu Do" userId="8091c26b-a61d-4e97-addd-a670c191ef7c" providerId="ADAL" clId="{C76B7F66-37CE-3741-9738-AC7A21FA7DB6}" dt="2023-12-19T08:10:33.777" v="2896" actId="1076"/>
          <ac:spMkLst>
            <pc:docMk/>
            <pc:sldMk cId="2313481619" sldId="553"/>
            <ac:spMk id="52" creationId="{278F02F0-E32E-7370-7C98-4DC7716DFFD5}"/>
          </ac:spMkLst>
        </pc:spChg>
        <pc:spChg chg="add mod">
          <ac:chgData name="Hieu Do" userId="8091c26b-a61d-4e97-addd-a670c191ef7c" providerId="ADAL" clId="{C76B7F66-37CE-3741-9738-AC7A21FA7DB6}" dt="2023-12-19T08:10:20.382" v="2893" actId="403"/>
          <ac:spMkLst>
            <pc:docMk/>
            <pc:sldMk cId="2313481619" sldId="553"/>
            <ac:spMk id="53" creationId="{6DF9A966-FC5B-7B3D-7658-D7A050C2664D}"/>
          </ac:spMkLst>
        </pc:spChg>
        <pc:grpChg chg="add del mod">
          <ac:chgData name="Hieu Do" userId="8091c26b-a61d-4e97-addd-a670c191ef7c" providerId="ADAL" clId="{C76B7F66-37CE-3741-9738-AC7A21FA7DB6}" dt="2023-12-19T08:01:35.714" v="2768"/>
          <ac:grpSpMkLst>
            <pc:docMk/>
            <pc:sldMk cId="2313481619" sldId="553"/>
            <ac:grpSpMk id="5" creationId="{C235092F-7ADC-EA14-DAF4-0782D0EBE84B}"/>
          </ac:grpSpMkLst>
        </pc:grpChg>
        <pc:grpChg chg="del mod">
          <ac:chgData name="Hieu Do" userId="8091c26b-a61d-4e97-addd-a670c191ef7c" providerId="ADAL" clId="{C76B7F66-37CE-3741-9738-AC7A21FA7DB6}" dt="2023-12-19T08:03:18.736" v="2772" actId="478"/>
          <ac:grpSpMkLst>
            <pc:docMk/>
            <pc:sldMk cId="2313481619" sldId="553"/>
            <ac:grpSpMk id="6" creationId="{00000000-0000-0000-0000-000000000000}"/>
          </ac:grpSpMkLst>
        </pc:grpChg>
        <pc:grpChg chg="add mod">
          <ac:chgData name="Hieu Do" userId="8091c26b-a61d-4e97-addd-a670c191ef7c" providerId="ADAL" clId="{C76B7F66-37CE-3741-9738-AC7A21FA7DB6}" dt="2023-12-19T08:10:44.236" v="2897" actId="1076"/>
          <ac:grpSpMkLst>
            <pc:docMk/>
            <pc:sldMk cId="2313481619" sldId="553"/>
            <ac:grpSpMk id="12" creationId="{32689992-B50F-9D8E-02A2-F98CCB898841}"/>
          </ac:grpSpMkLst>
        </pc:grpChg>
        <pc:grpChg chg="mod">
          <ac:chgData name="Hieu Do" userId="8091c26b-a61d-4e97-addd-a670c191ef7c" providerId="ADAL" clId="{C76B7F66-37CE-3741-9738-AC7A21FA7DB6}" dt="2023-12-19T08:09:33.184" v="2884" actId="1076"/>
          <ac:grpSpMkLst>
            <pc:docMk/>
            <pc:sldMk cId="2313481619" sldId="553"/>
            <ac:grpSpMk id="14" creationId="{00000000-0000-0000-0000-000000000000}"/>
          </ac:grpSpMkLst>
        </pc:grpChg>
        <pc:grpChg chg="mod">
          <ac:chgData name="Hieu Do" userId="8091c26b-a61d-4e97-addd-a670c191ef7c" providerId="ADAL" clId="{C76B7F66-37CE-3741-9738-AC7A21FA7DB6}" dt="2023-12-19T08:10:44.236" v="2897" actId="1076"/>
          <ac:grpSpMkLst>
            <pc:docMk/>
            <pc:sldMk cId="2313481619" sldId="553"/>
            <ac:grpSpMk id="16" creationId="{B1049465-BEE3-53EA-C31D-6F43F1CA4747}"/>
          </ac:grpSpMkLst>
        </pc:grpChg>
        <pc:graphicFrameChg chg="mod">
          <ac:chgData name="Hieu Do" userId="8091c26b-a61d-4e97-addd-a670c191ef7c" providerId="ADAL" clId="{C76B7F66-37CE-3741-9738-AC7A21FA7DB6}" dt="2023-12-19T08:09:33.184" v="2884" actId="1076"/>
          <ac:graphicFrameMkLst>
            <pc:docMk/>
            <pc:sldMk cId="2313481619" sldId="553"/>
            <ac:graphicFrameMk id="27" creationId="{56677FD0-DC50-4C77-9AF6-C5EF1A43EB1C}"/>
          </ac:graphicFrameMkLst>
        </pc:graphicFrameChg>
        <pc:graphicFrameChg chg="add del mod">
          <ac:chgData name="Hieu Do" userId="8091c26b-a61d-4e97-addd-a670c191ef7c" providerId="ADAL" clId="{C76B7F66-37CE-3741-9738-AC7A21FA7DB6}" dt="2023-12-19T08:05:13.748" v="2783"/>
          <ac:graphicFrameMkLst>
            <pc:docMk/>
            <pc:sldMk cId="2313481619" sldId="553"/>
            <ac:graphicFrameMk id="33" creationId="{EE44A0C6-3EC2-1F1B-3BCE-24ADFD5BBB2E}"/>
          </ac:graphicFrameMkLst>
        </pc:graphicFrameChg>
        <pc:graphicFrameChg chg="add del mod">
          <ac:chgData name="Hieu Do" userId="8091c26b-a61d-4e97-addd-a670c191ef7c" providerId="ADAL" clId="{C76B7F66-37CE-3741-9738-AC7A21FA7DB6}" dt="2023-12-19T08:05:13.748" v="2783"/>
          <ac:graphicFrameMkLst>
            <pc:docMk/>
            <pc:sldMk cId="2313481619" sldId="553"/>
            <ac:graphicFrameMk id="36" creationId="{82CB5895-651B-3BC7-12EF-421A3640D9F3}"/>
          </ac:graphicFrameMkLst>
        </pc:graphicFrameChg>
        <pc:graphicFrameChg chg="add mod">
          <ac:chgData name="Hieu Do" userId="8091c26b-a61d-4e97-addd-a670c191ef7c" providerId="ADAL" clId="{C76B7F66-37CE-3741-9738-AC7A21FA7DB6}" dt="2023-12-19T08:09:48.928" v="2887" actId="1076"/>
          <ac:graphicFrameMkLst>
            <pc:docMk/>
            <pc:sldMk cId="2313481619" sldId="553"/>
            <ac:graphicFrameMk id="41" creationId="{D0EFA2C0-BE0F-951B-018A-96E6EF4A5610}"/>
          </ac:graphicFrameMkLst>
        </pc:graphicFrameChg>
        <pc:graphicFrameChg chg="add mod">
          <ac:chgData name="Hieu Do" userId="8091c26b-a61d-4e97-addd-a670c191ef7c" providerId="ADAL" clId="{C76B7F66-37CE-3741-9738-AC7A21FA7DB6}" dt="2023-12-19T08:10:28.706" v="2895" actId="1076"/>
          <ac:graphicFrameMkLst>
            <pc:docMk/>
            <pc:sldMk cId="2313481619" sldId="553"/>
            <ac:graphicFrameMk id="51" creationId="{4749A4F7-B9C4-A47A-1F48-335FCB28D6D2}"/>
          </ac:graphicFrameMkLst>
        </pc:graphicFrameChg>
        <pc:cxnChg chg="mod">
          <ac:chgData name="Hieu Do" userId="8091c26b-a61d-4e97-addd-a670c191ef7c" providerId="ADAL" clId="{C76B7F66-37CE-3741-9738-AC7A21FA7DB6}" dt="2023-12-19T08:09:33.184" v="2884" actId="1076"/>
          <ac:cxnSpMkLst>
            <pc:docMk/>
            <pc:sldMk cId="2313481619" sldId="553"/>
            <ac:cxnSpMk id="7" creationId="{00000000-0000-0000-0000-000000000000}"/>
          </ac:cxnSpMkLst>
        </pc:cxnChg>
        <pc:cxnChg chg="mod">
          <ac:chgData name="Hieu Do" userId="8091c26b-a61d-4e97-addd-a670c191ef7c" providerId="ADAL" clId="{C76B7F66-37CE-3741-9738-AC7A21FA7DB6}" dt="2023-12-19T08:09:37.926" v="2885" actId="1076"/>
          <ac:cxnSpMkLst>
            <pc:docMk/>
            <pc:sldMk cId="2313481619" sldId="553"/>
            <ac:cxnSpMk id="18" creationId="{00000000-0000-0000-0000-000000000000}"/>
          </ac:cxnSpMkLst>
        </pc:cxnChg>
      </pc:sldChg>
      <pc:sldChg chg="modSp mod">
        <pc:chgData name="Hieu Do" userId="8091c26b-a61d-4e97-addd-a670c191ef7c" providerId="ADAL" clId="{C76B7F66-37CE-3741-9738-AC7A21FA7DB6}" dt="2023-12-19T07:17:24.243" v="2071" actId="20577"/>
        <pc:sldMkLst>
          <pc:docMk/>
          <pc:sldMk cId="493834393" sldId="554"/>
        </pc:sldMkLst>
        <pc:spChg chg="mod">
          <ac:chgData name="Hieu Do" userId="8091c26b-a61d-4e97-addd-a670c191ef7c" providerId="ADAL" clId="{C76B7F66-37CE-3741-9738-AC7A21FA7DB6}" dt="2023-12-19T07:17:21.261" v="2069" actId="20577"/>
          <ac:spMkLst>
            <pc:docMk/>
            <pc:sldMk cId="493834393" sldId="554"/>
            <ac:spMk id="3" creationId="{2A20E4FD-ADF6-6E95-E908-475918AC280E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5" creationId="{433E774F-2951-C91B-C511-6D61DED36771}"/>
          </ac:spMkLst>
        </pc:spChg>
        <pc:spChg chg="mod">
          <ac:chgData name="Hieu Do" userId="8091c26b-a61d-4e97-addd-a670c191ef7c" providerId="ADAL" clId="{C76B7F66-37CE-3741-9738-AC7A21FA7DB6}" dt="2023-12-19T07:10:55.747" v="2007" actId="1038"/>
          <ac:spMkLst>
            <pc:docMk/>
            <pc:sldMk cId="493834393" sldId="554"/>
            <ac:spMk id="6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7" creationId="{ECFE614A-88B4-F763-4B7A-719679D1ABB8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8" creationId="{3D7B4123-E484-8EAE-7A0E-F14FB86226AC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9" creationId="{EC2A7956-E9AF-CAD9-CB76-3A7D341DBFC6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10" creationId="{602E4F82-C35A-4136-7DBF-F1E485DED067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11" creationId="{E5EA2746-211F-B136-0D99-CCC821CCD499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12" creationId="{5897E477-B752-92FA-0A9A-7A29C15A9C92}"/>
          </ac:spMkLst>
        </pc:spChg>
        <pc:spChg chg="mod">
          <ac:chgData name="Hieu Do" userId="8091c26b-a61d-4e97-addd-a670c191ef7c" providerId="ADAL" clId="{C76B7F66-37CE-3741-9738-AC7A21FA7DB6}" dt="2023-12-19T07:14:32.458" v="2049" actId="1038"/>
          <ac:spMkLst>
            <pc:docMk/>
            <pc:sldMk cId="493834393" sldId="554"/>
            <ac:spMk id="14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7:24.243" v="2071" actId="20577"/>
          <ac:spMkLst>
            <pc:docMk/>
            <pc:sldMk cId="493834393" sldId="554"/>
            <ac:spMk id="17" creationId="{AE0DB7B9-1F6A-3F2B-64C8-FA908670E5E4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4:22.530" v="2038" actId="1035"/>
          <ac:spMkLst>
            <pc:docMk/>
            <pc:sldMk cId="493834393" sldId="554"/>
            <ac:spMk id="22" creationId="{2EC80A38-8EF0-5C56-E778-0A21B3797DCD}"/>
          </ac:spMkLst>
        </pc:spChg>
        <pc:spChg chg="mod">
          <ac:chgData name="Hieu Do" userId="8091c26b-a61d-4e97-addd-a670c191ef7c" providerId="ADAL" clId="{C76B7F66-37CE-3741-9738-AC7A21FA7DB6}" dt="2023-12-19T07:10:49.516" v="1998" actId="2711"/>
          <ac:spMkLst>
            <pc:docMk/>
            <pc:sldMk cId="493834393" sldId="554"/>
            <ac:spMk id="24" creationId="{00000000-0000-0000-0000-000000000000}"/>
          </ac:spMkLst>
        </pc:spChg>
        <pc:grpChg chg="mod">
          <ac:chgData name="Hieu Do" userId="8091c26b-a61d-4e97-addd-a670c191ef7c" providerId="ADAL" clId="{C76B7F66-37CE-3741-9738-AC7A21FA7DB6}" dt="2023-12-19T07:10:49.516" v="1998" actId="2711"/>
          <ac:grpSpMkLst>
            <pc:docMk/>
            <pc:sldMk cId="493834393" sldId="554"/>
            <ac:grpSpMk id="2" creationId="{00000000-0000-0000-0000-000000000000}"/>
          </ac:grpSpMkLst>
        </pc:grpChg>
      </pc:sldChg>
      <pc:sldChg chg="delSp modSp mod">
        <pc:chgData name="Hieu Do" userId="8091c26b-a61d-4e97-addd-a670c191ef7c" providerId="ADAL" clId="{C76B7F66-37CE-3741-9738-AC7A21FA7DB6}" dt="2023-12-19T07:37:53.436" v="2444" actId="20577"/>
        <pc:sldMkLst>
          <pc:docMk/>
          <pc:sldMk cId="2732869977" sldId="555"/>
        </pc:sldMkLst>
        <pc:spChg chg="del mod">
          <ac:chgData name="Hieu Do" userId="8091c26b-a61d-4e97-addd-a670c191ef7c" providerId="ADAL" clId="{C76B7F66-37CE-3741-9738-AC7A21FA7DB6}" dt="2023-12-19T07:22:35.742" v="2177" actId="478"/>
          <ac:spMkLst>
            <pc:docMk/>
            <pc:sldMk cId="2732869977" sldId="555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1:33.217" v="2122" actId="1035"/>
          <ac:spMkLst>
            <pc:docMk/>
            <pc:sldMk cId="2732869977" sldId="555"/>
            <ac:spMk id="1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2:20.285" v="2173" actId="14100"/>
          <ac:spMkLst>
            <pc:docMk/>
            <pc:sldMk cId="2732869977" sldId="555"/>
            <ac:spMk id="16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1:03.610" v="2112" actId="2711"/>
          <ac:spMkLst>
            <pc:docMk/>
            <pc:sldMk cId="2732869977" sldId="555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7:53.436" v="2444" actId="20577"/>
          <ac:spMkLst>
            <pc:docMk/>
            <pc:sldMk cId="2732869977" sldId="555"/>
            <ac:spMk id="2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1:03.610" v="2112" actId="2711"/>
          <ac:spMkLst>
            <pc:docMk/>
            <pc:sldMk cId="2732869977" sldId="555"/>
            <ac:spMk id="23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1:03.610" v="2112" actId="2711"/>
          <ac:spMkLst>
            <pc:docMk/>
            <pc:sldMk cId="2732869977" sldId="555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1:03.610" v="2112" actId="2711"/>
          <ac:spMkLst>
            <pc:docMk/>
            <pc:sldMk cId="2732869977" sldId="555"/>
            <ac:spMk id="26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21:48.577" v="2156" actId="20577"/>
          <ac:spMkLst>
            <pc:docMk/>
            <pc:sldMk cId="2732869977" sldId="555"/>
            <ac:spMk id="27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2:08.668" v="2171" actId="20577"/>
          <ac:spMkLst>
            <pc:docMk/>
            <pc:sldMk cId="2732869977" sldId="555"/>
            <ac:spMk id="28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3:06.987" v="2255" actId="1037"/>
          <ac:spMkLst>
            <pc:docMk/>
            <pc:sldMk cId="2732869977" sldId="555"/>
            <ac:spMk id="2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2:59.964" v="2236" actId="1036"/>
          <ac:spMkLst>
            <pc:docMk/>
            <pc:sldMk cId="2732869977" sldId="555"/>
            <ac:spMk id="3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2:47.431" v="2196" actId="1038"/>
          <ac:spMkLst>
            <pc:docMk/>
            <pc:sldMk cId="2732869977" sldId="555"/>
            <ac:spMk id="31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1:41.756" v="2151" actId="1038"/>
          <ac:spMkLst>
            <pc:docMk/>
            <pc:sldMk cId="2732869977" sldId="555"/>
            <ac:spMk id="3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21:57.677" v="2163" actId="1037"/>
          <ac:spMkLst>
            <pc:docMk/>
            <pc:sldMk cId="2732869977" sldId="555"/>
            <ac:spMk id="33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7:52:36.957" v="2574" actId="2711"/>
        <pc:sldMkLst>
          <pc:docMk/>
          <pc:sldMk cId="2600217172" sldId="556"/>
        </pc:sldMkLst>
        <pc:spChg chg="mod">
          <ac:chgData name="Hieu Do" userId="8091c26b-a61d-4e97-addd-a670c191ef7c" providerId="ADAL" clId="{C76B7F66-37CE-3741-9738-AC7A21FA7DB6}" dt="2023-12-19T07:52:36.957" v="2574" actId="2711"/>
          <ac:spMkLst>
            <pc:docMk/>
            <pc:sldMk cId="2600217172" sldId="556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36.957" v="2574" actId="2711"/>
          <ac:spMkLst>
            <pc:docMk/>
            <pc:sldMk cId="2600217172" sldId="556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36.957" v="2574" actId="2711"/>
          <ac:spMkLst>
            <pc:docMk/>
            <pc:sldMk cId="2600217172" sldId="556"/>
            <ac:spMk id="2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36.957" v="2574" actId="2711"/>
          <ac:spMkLst>
            <pc:docMk/>
            <pc:sldMk cId="2600217172" sldId="556"/>
            <ac:spMk id="21" creationId="{29BA0DCF-E029-D60D-0A58-941AD428EBBE}"/>
          </ac:spMkLst>
        </pc:spChg>
        <pc:spChg chg="mod">
          <ac:chgData name="Hieu Do" userId="8091c26b-a61d-4e97-addd-a670c191ef7c" providerId="ADAL" clId="{C76B7F66-37CE-3741-9738-AC7A21FA7DB6}" dt="2023-12-19T07:52:36.957" v="2574" actId="2711"/>
          <ac:spMkLst>
            <pc:docMk/>
            <pc:sldMk cId="2600217172" sldId="556"/>
            <ac:spMk id="2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36.957" v="2574" actId="2711"/>
          <ac:spMkLst>
            <pc:docMk/>
            <pc:sldMk cId="2600217172" sldId="556"/>
            <ac:spMk id="23" creationId="{DA510DF6-9893-F817-9662-F81D79174A7D}"/>
          </ac:spMkLst>
        </pc:spChg>
        <pc:spChg chg="mod">
          <ac:chgData name="Hieu Do" userId="8091c26b-a61d-4e97-addd-a670c191ef7c" providerId="ADAL" clId="{C76B7F66-37CE-3741-9738-AC7A21FA7DB6}" dt="2023-12-19T07:52:36.957" v="2574" actId="2711"/>
          <ac:spMkLst>
            <pc:docMk/>
            <pc:sldMk cId="2600217172" sldId="556"/>
            <ac:spMk id="2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36.957" v="2574" actId="2711"/>
          <ac:spMkLst>
            <pc:docMk/>
            <pc:sldMk cId="2600217172" sldId="556"/>
            <ac:spMk id="25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2:36.957" v="2574" actId="2711"/>
          <ac:spMkLst>
            <pc:docMk/>
            <pc:sldMk cId="2600217172" sldId="556"/>
            <ac:spMk id="26" creationId="{AD2FC940-03E0-A9C1-2F6E-0D7554EC8FF2}"/>
          </ac:spMkLst>
        </pc:spChg>
      </pc:sldChg>
      <pc:sldChg chg="modSp">
        <pc:chgData name="Hieu Do" userId="8091c26b-a61d-4e97-addd-a670c191ef7c" providerId="ADAL" clId="{C76B7F66-37CE-3741-9738-AC7A21FA7DB6}" dt="2023-12-19T07:51:48.315" v="2570" actId="2711"/>
        <pc:sldMkLst>
          <pc:docMk/>
          <pc:sldMk cId="3030696344" sldId="557"/>
        </pc:sldMkLst>
        <pc:spChg chg="mod">
          <ac:chgData name="Hieu Do" userId="8091c26b-a61d-4e97-addd-a670c191ef7c" providerId="ADAL" clId="{C76B7F66-37CE-3741-9738-AC7A21FA7DB6}" dt="2023-12-19T07:51:48.315" v="2570" actId="2711"/>
          <ac:spMkLst>
            <pc:docMk/>
            <pc:sldMk cId="3030696344" sldId="557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1:48.315" v="2570" actId="2711"/>
          <ac:spMkLst>
            <pc:docMk/>
            <pc:sldMk cId="3030696344" sldId="557"/>
            <ac:spMk id="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1:48.315" v="2570" actId="2711"/>
          <ac:spMkLst>
            <pc:docMk/>
            <pc:sldMk cId="3030696344" sldId="557"/>
            <ac:spMk id="1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1:48.315" v="2570" actId="2711"/>
          <ac:spMkLst>
            <pc:docMk/>
            <pc:sldMk cId="3030696344" sldId="557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1:48.315" v="2570" actId="2711"/>
          <ac:spMkLst>
            <pc:docMk/>
            <pc:sldMk cId="3030696344" sldId="557"/>
            <ac:spMk id="24" creationId="{00000000-0000-0000-0000-000000000000}"/>
          </ac:spMkLst>
        </pc:spChg>
      </pc:sldChg>
      <pc:sldChg chg="modSp">
        <pc:chgData name="Hieu Do" userId="8091c26b-a61d-4e97-addd-a670c191ef7c" providerId="ADAL" clId="{C76B7F66-37CE-3741-9738-AC7A21FA7DB6}" dt="2023-12-19T07:52:15.746" v="2572" actId="2711"/>
        <pc:sldMkLst>
          <pc:docMk/>
          <pc:sldMk cId="3633583428" sldId="558"/>
        </pc:sldMkLst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5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10" creationId="{C7E1388B-288E-4A04-85C5-3C0C18F1FA96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12" creationId="{AB91228D-D1A8-A2BC-B326-B91595BD5560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13" creationId="{5599661C-5A09-2E60-56FA-59039AA1AF5D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14" creationId="{F7970B6A-41FB-2293-70EB-8D397BC4E39F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16" creationId="{8668B706-23EF-CEC4-E9E2-A1315E7E7ED0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17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20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2:15.746" v="2572" actId="2711"/>
          <ac:spMkLst>
            <pc:docMk/>
            <pc:sldMk cId="3633583428" sldId="558"/>
            <ac:spMk id="24" creationId="{00000000-0000-0000-0000-000000000000}"/>
          </ac:spMkLst>
        </pc:spChg>
        <pc:grpChg chg="mod">
          <ac:chgData name="Hieu Do" userId="8091c26b-a61d-4e97-addd-a670c191ef7c" providerId="ADAL" clId="{C76B7F66-37CE-3741-9738-AC7A21FA7DB6}" dt="2023-12-19T07:52:15.746" v="2572" actId="2711"/>
          <ac:grpSpMkLst>
            <pc:docMk/>
            <pc:sldMk cId="3633583428" sldId="558"/>
            <ac:grpSpMk id="6" creationId="{00000000-0000-0000-0000-000000000000}"/>
          </ac:grpSpMkLst>
        </pc:grpChg>
        <pc:picChg chg="mod">
          <ac:chgData name="Hieu Do" userId="8091c26b-a61d-4e97-addd-a670c191ef7c" providerId="ADAL" clId="{C76B7F66-37CE-3741-9738-AC7A21FA7DB6}" dt="2023-12-19T07:52:15.746" v="2572" actId="2711"/>
          <ac:picMkLst>
            <pc:docMk/>
            <pc:sldMk cId="3633583428" sldId="558"/>
            <ac:picMk id="11" creationId="{26900836-FE27-666F-6C43-77F15EF781D3}"/>
          </ac:picMkLst>
        </pc:picChg>
      </pc:sldChg>
      <pc:sldChg chg="modSp">
        <pc:chgData name="Hieu Do" userId="8091c26b-a61d-4e97-addd-a670c191ef7c" providerId="ADAL" clId="{C76B7F66-37CE-3741-9738-AC7A21FA7DB6}" dt="2023-12-19T07:53:02.607" v="2577" actId="2711"/>
        <pc:sldMkLst>
          <pc:docMk/>
          <pc:sldMk cId="2594997121" sldId="559"/>
        </pc:sldMkLst>
        <pc:spChg chg="mod">
          <ac:chgData name="Hieu Do" userId="8091c26b-a61d-4e97-addd-a670c191ef7c" providerId="ADAL" clId="{C76B7F66-37CE-3741-9738-AC7A21FA7DB6}" dt="2023-12-19T07:53:02.607" v="2577" actId="2711"/>
          <ac:spMkLst>
            <pc:docMk/>
            <pc:sldMk cId="2594997121" sldId="559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3:02.607" v="2577" actId="2711"/>
          <ac:spMkLst>
            <pc:docMk/>
            <pc:sldMk cId="2594997121" sldId="559"/>
            <ac:spMk id="15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3:02.607" v="2577" actId="2711"/>
          <ac:spMkLst>
            <pc:docMk/>
            <pc:sldMk cId="2594997121" sldId="559"/>
            <ac:spMk id="16" creationId="{DA510DF6-9893-F817-9662-F81D79174A7D}"/>
          </ac:spMkLst>
        </pc:spChg>
        <pc:spChg chg="mod">
          <ac:chgData name="Hieu Do" userId="8091c26b-a61d-4e97-addd-a670c191ef7c" providerId="ADAL" clId="{C76B7F66-37CE-3741-9738-AC7A21FA7DB6}" dt="2023-12-19T07:53:02.607" v="2577" actId="2711"/>
          <ac:spMkLst>
            <pc:docMk/>
            <pc:sldMk cId="2594997121" sldId="559"/>
            <ac:spMk id="17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53:02.607" v="2577" actId="2711"/>
          <ac:spMkLst>
            <pc:docMk/>
            <pc:sldMk cId="2594997121" sldId="559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53:02.607" v="2577" actId="2711"/>
          <ac:spMkLst>
            <pc:docMk/>
            <pc:sldMk cId="2594997121" sldId="559"/>
            <ac:spMk id="24" creationId="{00000000-0000-0000-0000-000000000000}"/>
          </ac:spMkLst>
        </pc:spChg>
      </pc:sldChg>
      <pc:sldChg chg="new del">
        <pc:chgData name="Hieu Do" userId="8091c26b-a61d-4e97-addd-a670c191ef7c" providerId="ADAL" clId="{C76B7F66-37CE-3741-9738-AC7A21FA7DB6}" dt="2023-12-19T00:51:47.832" v="41" actId="680"/>
        <pc:sldMkLst>
          <pc:docMk/>
          <pc:sldMk cId="1488030607" sldId="561"/>
        </pc:sldMkLst>
      </pc:sldChg>
      <pc:sldChg chg="addSp delSp modSp add mod delAnim modAnim">
        <pc:chgData name="Hieu Do" userId="8091c26b-a61d-4e97-addd-a670c191ef7c" providerId="ADAL" clId="{C76B7F66-37CE-3741-9738-AC7A21FA7DB6}" dt="2023-12-19T08:25:48.662" v="3155" actId="1036"/>
        <pc:sldMkLst>
          <pc:docMk/>
          <pc:sldMk cId="3914550599" sldId="561"/>
        </pc:sldMkLst>
        <pc:spChg chg="add del">
          <ac:chgData name="Hieu Do" userId="8091c26b-a61d-4e97-addd-a670c191ef7c" providerId="ADAL" clId="{C76B7F66-37CE-3741-9738-AC7A21FA7DB6}" dt="2023-12-19T00:52:10" v="44"/>
          <ac:spMkLst>
            <pc:docMk/>
            <pc:sldMk cId="3914550599" sldId="561"/>
            <ac:spMk id="2" creationId="{1E1FC5EE-C9C2-BCA6-46E5-A97DBE1EE3A6}"/>
          </ac:spMkLst>
        </pc:spChg>
        <pc:spChg chg="mod">
          <ac:chgData name="Hieu Do" userId="8091c26b-a61d-4e97-addd-a670c191ef7c" providerId="ADAL" clId="{C76B7F66-37CE-3741-9738-AC7A21FA7DB6}" dt="2023-12-19T03:39:30.237" v="982" actId="2711"/>
          <ac:spMkLst>
            <pc:docMk/>
            <pc:sldMk cId="3914550599" sldId="561"/>
            <ac:spMk id="4" creationId="{00000000-0000-0000-0000-000000000000}"/>
          </ac:spMkLst>
        </pc:spChg>
        <pc:spChg chg="add del">
          <ac:chgData name="Hieu Do" userId="8091c26b-a61d-4e97-addd-a670c191ef7c" providerId="ADAL" clId="{C76B7F66-37CE-3741-9738-AC7A21FA7DB6}" dt="2023-12-19T00:52:10" v="44"/>
          <ac:spMkLst>
            <pc:docMk/>
            <pc:sldMk cId="3914550599" sldId="561"/>
            <ac:spMk id="5" creationId="{CA9D1590-B834-A85E-10C9-A6CD515C6CDE}"/>
          </ac:spMkLst>
        </pc:spChg>
        <pc:spChg chg="mod">
          <ac:chgData name="Hieu Do" userId="8091c26b-a61d-4e97-addd-a670c191ef7c" providerId="ADAL" clId="{C76B7F66-37CE-3741-9738-AC7A21FA7DB6}" dt="2023-12-19T05:29:30.598" v="1345" actId="14100"/>
          <ac:spMkLst>
            <pc:docMk/>
            <pc:sldMk cId="3914550599" sldId="561"/>
            <ac:spMk id="6" creationId="{1F1F291F-60CA-0838-35FB-A68643866D2D}"/>
          </ac:spMkLst>
        </pc:spChg>
        <pc:spChg chg="mod">
          <ac:chgData name="Hieu Do" userId="8091c26b-a61d-4e97-addd-a670c191ef7c" providerId="ADAL" clId="{C76B7F66-37CE-3741-9738-AC7A21FA7DB6}" dt="2023-12-19T03:39:30.237" v="982" actId="2711"/>
          <ac:spMkLst>
            <pc:docMk/>
            <pc:sldMk cId="3914550599" sldId="561"/>
            <ac:spMk id="7" creationId="{240A9E62-FAD5-4F84-21CB-4324B71085A8}"/>
          </ac:spMkLst>
        </pc:spChg>
        <pc:spChg chg="add del">
          <ac:chgData name="Hieu Do" userId="8091c26b-a61d-4e97-addd-a670c191ef7c" providerId="ADAL" clId="{C76B7F66-37CE-3741-9738-AC7A21FA7DB6}" dt="2023-12-19T00:52:24.130" v="46"/>
          <ac:spMkLst>
            <pc:docMk/>
            <pc:sldMk cId="3914550599" sldId="561"/>
            <ac:spMk id="8" creationId="{CC06108B-426B-68E9-0E9B-E2F7CF9122F3}"/>
          </ac:spMkLst>
        </pc:spChg>
        <pc:spChg chg="mod">
          <ac:chgData name="Hieu Do" userId="8091c26b-a61d-4e97-addd-a670c191ef7c" providerId="ADAL" clId="{C76B7F66-37CE-3741-9738-AC7A21FA7DB6}" dt="2023-12-19T03:39:30.237" v="982" actId="2711"/>
          <ac:spMkLst>
            <pc:docMk/>
            <pc:sldMk cId="3914550599" sldId="561"/>
            <ac:spMk id="10" creationId="{AD2FC940-03E0-A9C1-2F6E-0D7554EC8FF2}"/>
          </ac:spMkLst>
        </pc:spChg>
        <pc:spChg chg="del">
          <ac:chgData name="Hieu Do" userId="8091c26b-a61d-4e97-addd-a670c191ef7c" providerId="ADAL" clId="{C76B7F66-37CE-3741-9738-AC7A21FA7DB6}" dt="2023-12-19T00:59:05.204" v="363" actId="478"/>
          <ac:spMkLst>
            <pc:docMk/>
            <pc:sldMk cId="3914550599" sldId="561"/>
            <ac:spMk id="11" creationId="{0CED3900-8B75-647E-C9F9-F534F336F223}"/>
          </ac:spMkLst>
        </pc:spChg>
        <pc:spChg chg="mod">
          <ac:chgData name="Hieu Do" userId="8091c26b-a61d-4e97-addd-a670c191ef7c" providerId="ADAL" clId="{C76B7F66-37CE-3741-9738-AC7A21FA7DB6}" dt="2023-12-19T05:29:24.048" v="1344" actId="1076"/>
          <ac:spMkLst>
            <pc:docMk/>
            <pc:sldMk cId="3914550599" sldId="561"/>
            <ac:spMk id="12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8:21:55.457" v="3047" actId="164"/>
          <ac:spMkLst>
            <pc:docMk/>
            <pc:sldMk cId="3914550599" sldId="561"/>
            <ac:spMk id="13" creationId="{D3D45D2C-2795-8E56-A3A4-5E76B720482F}"/>
          </ac:spMkLst>
        </pc:spChg>
        <pc:spChg chg="add del">
          <ac:chgData name="Hieu Do" userId="8091c26b-a61d-4e97-addd-a670c191ef7c" providerId="ADAL" clId="{C76B7F66-37CE-3741-9738-AC7A21FA7DB6}" dt="2023-12-19T00:52:24.130" v="46"/>
          <ac:spMkLst>
            <pc:docMk/>
            <pc:sldMk cId="3914550599" sldId="561"/>
            <ac:spMk id="14" creationId="{9A028C48-9F5D-9908-2F75-C1D96AF5D2C9}"/>
          </ac:spMkLst>
        </pc:spChg>
        <pc:spChg chg="add del mod">
          <ac:chgData name="Hieu Do" userId="8091c26b-a61d-4e97-addd-a670c191ef7c" providerId="ADAL" clId="{C76B7F66-37CE-3741-9738-AC7A21FA7DB6}" dt="2023-12-19T01:06:17.851" v="701" actId="478"/>
          <ac:spMkLst>
            <pc:docMk/>
            <pc:sldMk cId="3914550599" sldId="561"/>
            <ac:spMk id="15" creationId="{9A6EA138-5F0C-AEC6-D4C6-D6CA8693C665}"/>
          </ac:spMkLst>
        </pc:spChg>
        <pc:spChg chg="add del mod">
          <ac:chgData name="Hieu Do" userId="8091c26b-a61d-4e97-addd-a670c191ef7c" providerId="ADAL" clId="{C76B7F66-37CE-3741-9738-AC7A21FA7DB6}" dt="2023-12-19T01:06:12.876" v="699" actId="478"/>
          <ac:spMkLst>
            <pc:docMk/>
            <pc:sldMk cId="3914550599" sldId="561"/>
            <ac:spMk id="17" creationId="{4B35EAA4-3CDD-AB35-738F-DD812EACACCF}"/>
          </ac:spMkLst>
        </pc:spChg>
        <pc:spChg chg="add mod">
          <ac:chgData name="Hieu Do" userId="8091c26b-a61d-4e97-addd-a670c191ef7c" providerId="ADAL" clId="{C76B7F66-37CE-3741-9738-AC7A21FA7DB6}" dt="2023-12-19T08:21:55.457" v="3047" actId="164"/>
          <ac:spMkLst>
            <pc:docMk/>
            <pc:sldMk cId="3914550599" sldId="561"/>
            <ac:spMk id="18" creationId="{2CB424EA-A544-B19F-AEAF-AB53B4F6BA73}"/>
          </ac:spMkLst>
        </pc:spChg>
        <pc:spChg chg="mod">
          <ac:chgData name="Hieu Do" userId="8091c26b-a61d-4e97-addd-a670c191ef7c" providerId="ADAL" clId="{C76B7F66-37CE-3741-9738-AC7A21FA7DB6}" dt="2023-12-19T03:39:30.237" v="982" actId="2711"/>
          <ac:spMkLst>
            <pc:docMk/>
            <pc:sldMk cId="3914550599" sldId="561"/>
            <ac:spMk id="19" creationId="{00000000-0000-0000-0000-000000000000}"/>
          </ac:spMkLst>
        </pc:spChg>
        <pc:spChg chg="add mod">
          <ac:chgData name="Hieu Do" userId="8091c26b-a61d-4e97-addd-a670c191ef7c" providerId="ADAL" clId="{C76B7F66-37CE-3741-9738-AC7A21FA7DB6}" dt="2023-12-19T08:22:18.517" v="3052" actId="164"/>
          <ac:spMkLst>
            <pc:docMk/>
            <pc:sldMk cId="3914550599" sldId="561"/>
            <ac:spMk id="21" creationId="{1BC588DE-FE00-FFE1-8468-2BDA33ABB403}"/>
          </ac:spMkLst>
        </pc:spChg>
        <pc:spChg chg="add mod">
          <ac:chgData name="Hieu Do" userId="8091c26b-a61d-4e97-addd-a670c191ef7c" providerId="ADAL" clId="{C76B7F66-37CE-3741-9738-AC7A21FA7DB6}" dt="2023-12-19T08:25:33.130" v="3104" actId="20577"/>
          <ac:spMkLst>
            <pc:docMk/>
            <pc:sldMk cId="3914550599" sldId="561"/>
            <ac:spMk id="22" creationId="{CC8E744C-EFB4-5819-F1AA-72863EEC5358}"/>
          </ac:spMkLst>
        </pc:spChg>
        <pc:spChg chg="add mod">
          <ac:chgData name="Hieu Do" userId="8091c26b-a61d-4e97-addd-a670c191ef7c" providerId="ADAL" clId="{C76B7F66-37CE-3741-9738-AC7A21FA7DB6}" dt="2023-12-19T08:25:48.662" v="3155" actId="1036"/>
          <ac:spMkLst>
            <pc:docMk/>
            <pc:sldMk cId="3914550599" sldId="561"/>
            <ac:spMk id="23" creationId="{27F810C9-393B-7A41-D942-9D3C377AE56C}"/>
          </ac:spMkLst>
        </pc:spChg>
        <pc:spChg chg="mod">
          <ac:chgData name="Hieu Do" userId="8091c26b-a61d-4e97-addd-a670c191ef7c" providerId="ADAL" clId="{C76B7F66-37CE-3741-9738-AC7A21FA7DB6}" dt="2023-12-19T03:39:30.237" v="982" actId="2711"/>
          <ac:spMkLst>
            <pc:docMk/>
            <pc:sldMk cId="3914550599" sldId="561"/>
            <ac:spMk id="24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1:08:24.771" v="791" actId="478"/>
          <ac:spMkLst>
            <pc:docMk/>
            <pc:sldMk cId="3914550599" sldId="561"/>
            <ac:spMk id="26" creationId="{D3AB0A9B-29E5-4556-5754-8320A7AB9F89}"/>
          </ac:spMkLst>
        </pc:spChg>
        <pc:grpChg chg="add mod">
          <ac:chgData name="Hieu Do" userId="8091c26b-a61d-4e97-addd-a670c191ef7c" providerId="ADAL" clId="{C76B7F66-37CE-3741-9738-AC7A21FA7DB6}" dt="2023-12-19T08:21:55.457" v="3047" actId="164"/>
          <ac:grpSpMkLst>
            <pc:docMk/>
            <pc:sldMk cId="3914550599" sldId="561"/>
            <ac:grpSpMk id="25" creationId="{C68A87C5-D22F-62AF-D71D-F929D3D5066A}"/>
          </ac:grpSpMkLst>
        </pc:grpChg>
        <pc:grpChg chg="add mod">
          <ac:chgData name="Hieu Do" userId="8091c26b-a61d-4e97-addd-a670c191ef7c" providerId="ADAL" clId="{C76B7F66-37CE-3741-9738-AC7A21FA7DB6}" dt="2023-12-19T08:22:18.517" v="3052" actId="164"/>
          <ac:grpSpMkLst>
            <pc:docMk/>
            <pc:sldMk cId="3914550599" sldId="561"/>
            <ac:grpSpMk id="27" creationId="{EDE0AFD9-4568-5B10-2E0F-8F9D6B7379B6}"/>
          </ac:grpSpMkLst>
        </pc:grpChg>
        <pc:graphicFrameChg chg="add del">
          <ac:chgData name="Hieu Do" userId="8091c26b-a61d-4e97-addd-a670c191ef7c" providerId="ADAL" clId="{C76B7F66-37CE-3741-9738-AC7A21FA7DB6}" dt="2023-12-19T00:52:10" v="44"/>
          <ac:graphicFrameMkLst>
            <pc:docMk/>
            <pc:sldMk cId="3914550599" sldId="561"/>
            <ac:graphicFrameMk id="3" creationId="{29A1F4EC-CAFB-F894-5B15-2886A8814A3C}"/>
          </ac:graphicFrameMkLst>
        </pc:graphicFrameChg>
        <pc:graphicFrameChg chg="add del">
          <ac:chgData name="Hieu Do" userId="8091c26b-a61d-4e97-addd-a670c191ef7c" providerId="ADAL" clId="{C76B7F66-37CE-3741-9738-AC7A21FA7DB6}" dt="2023-12-19T00:52:24.130" v="46"/>
          <ac:graphicFrameMkLst>
            <pc:docMk/>
            <pc:sldMk cId="3914550599" sldId="561"/>
            <ac:graphicFrameMk id="9" creationId="{A9EE83CE-5083-87BB-1D35-E129BC3DCDFF}"/>
          </ac:graphicFrameMkLst>
        </pc:graphicFrameChg>
        <pc:graphicFrameChg chg="add del mod">
          <ac:chgData name="Hieu Do" userId="8091c26b-a61d-4e97-addd-a670c191ef7c" providerId="ADAL" clId="{C76B7F66-37CE-3741-9738-AC7A21FA7DB6}" dt="2023-12-19T01:06:15.350" v="700" actId="478"/>
          <ac:graphicFrameMkLst>
            <pc:docMk/>
            <pc:sldMk cId="3914550599" sldId="561"/>
            <ac:graphicFrameMk id="16" creationId="{C910F4E8-4FD4-6138-7771-C1439B84A58A}"/>
          </ac:graphicFrameMkLst>
        </pc:graphicFrameChg>
      </pc:sldChg>
      <pc:sldChg chg="addSp delSp modSp add mod delAnim modAnim">
        <pc:chgData name="Hieu Do" userId="8091c26b-a61d-4e97-addd-a670c191ef7c" providerId="ADAL" clId="{C76B7F66-37CE-3741-9738-AC7A21FA7DB6}" dt="2023-12-19T08:29:45.072" v="3175"/>
        <pc:sldMkLst>
          <pc:docMk/>
          <pc:sldMk cId="336400945" sldId="562"/>
        </pc:sldMkLst>
        <pc:spChg chg="del">
          <ac:chgData name="Hieu Do" userId="8091c26b-a61d-4e97-addd-a670c191ef7c" providerId="ADAL" clId="{C76B7F66-37CE-3741-9738-AC7A21FA7DB6}" dt="2023-12-19T05:46:01.943" v="1782" actId="478"/>
          <ac:spMkLst>
            <pc:docMk/>
            <pc:sldMk cId="336400945" sldId="562"/>
            <ac:spMk id="7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5:46:00.532" v="1781" actId="478"/>
          <ac:spMkLst>
            <pc:docMk/>
            <pc:sldMk cId="336400945" sldId="562"/>
            <ac:spMk id="8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5:46:05.298" v="1784" actId="478"/>
          <ac:spMkLst>
            <pc:docMk/>
            <pc:sldMk cId="336400945" sldId="562"/>
            <ac:spMk id="9" creationId="{281E4388-66D3-4D80-A89B-ACE3EA031814}"/>
          </ac:spMkLst>
        </pc:spChg>
        <pc:spChg chg="del">
          <ac:chgData name="Hieu Do" userId="8091c26b-a61d-4e97-addd-a670c191ef7c" providerId="ADAL" clId="{C76B7F66-37CE-3741-9738-AC7A21FA7DB6}" dt="2023-12-19T05:45:58.080" v="1780" actId="478"/>
          <ac:spMkLst>
            <pc:docMk/>
            <pc:sldMk cId="336400945" sldId="562"/>
            <ac:spMk id="10" creationId="{B15369AA-BA8D-457C-9CCC-AEEA64F4F6E4}"/>
          </ac:spMkLst>
        </pc:spChg>
        <pc:spChg chg="mod">
          <ac:chgData name="Hieu Do" userId="8091c26b-a61d-4e97-addd-a670c191ef7c" providerId="ADAL" clId="{C76B7F66-37CE-3741-9738-AC7A21FA7DB6}" dt="2023-12-19T08:11:05.983" v="2899" actId="1076"/>
          <ac:spMkLst>
            <pc:docMk/>
            <pc:sldMk cId="336400945" sldId="562"/>
            <ac:spMk id="11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8:11:05.983" v="2899" actId="1076"/>
          <ac:spMkLst>
            <pc:docMk/>
            <pc:sldMk cId="336400945" sldId="562"/>
            <ac:spMk id="12" creationId="{69EB1985-CC8D-4B4B-97DB-4133D1DEA35C}"/>
          </ac:spMkLst>
        </pc:spChg>
        <pc:spChg chg="add mod">
          <ac:chgData name="Hieu Do" userId="8091c26b-a61d-4e97-addd-a670c191ef7c" providerId="ADAL" clId="{C76B7F66-37CE-3741-9738-AC7A21FA7DB6}" dt="2023-12-19T08:12:24.998" v="2903" actId="1076"/>
          <ac:spMkLst>
            <pc:docMk/>
            <pc:sldMk cId="336400945" sldId="562"/>
            <ac:spMk id="14" creationId="{0A2FAC9B-115F-0222-071B-1FD90D4DFB6D}"/>
          </ac:spMkLst>
        </pc:spChg>
        <pc:spChg chg="add mod">
          <ac:chgData name="Hieu Do" userId="8091c26b-a61d-4e97-addd-a670c191ef7c" providerId="ADAL" clId="{C76B7F66-37CE-3741-9738-AC7A21FA7DB6}" dt="2023-12-19T08:29:39.347" v="3171" actId="164"/>
          <ac:spMkLst>
            <pc:docMk/>
            <pc:sldMk cId="336400945" sldId="562"/>
            <ac:spMk id="15" creationId="{A216C35B-1E29-A838-5D84-ECEB28AA306F}"/>
          </ac:spMkLst>
        </pc:spChg>
        <pc:spChg chg="add mod">
          <ac:chgData name="Hieu Do" userId="8091c26b-a61d-4e97-addd-a670c191ef7c" providerId="ADAL" clId="{C76B7F66-37CE-3741-9738-AC7A21FA7DB6}" dt="2023-12-19T08:29:05.191" v="3167" actId="164"/>
          <ac:spMkLst>
            <pc:docMk/>
            <pc:sldMk cId="336400945" sldId="562"/>
            <ac:spMk id="17" creationId="{7505BB3C-94EC-8999-DB3B-237C29685E86}"/>
          </ac:spMkLst>
        </pc:spChg>
        <pc:spChg chg="add mod">
          <ac:chgData name="Hieu Do" userId="8091c26b-a61d-4e97-addd-a670c191ef7c" providerId="ADAL" clId="{C76B7F66-37CE-3741-9738-AC7A21FA7DB6}" dt="2023-12-19T08:29:18.641" v="3169" actId="164"/>
          <ac:spMkLst>
            <pc:docMk/>
            <pc:sldMk cId="336400945" sldId="562"/>
            <ac:spMk id="20" creationId="{A7459EB3-7773-7631-B1EA-F9C51525A5D2}"/>
          </ac:spMkLst>
        </pc:spChg>
        <pc:spChg chg="mod">
          <ac:chgData name="Hieu Do" userId="8091c26b-a61d-4e97-addd-a670c191ef7c" providerId="ADAL" clId="{C76B7F66-37CE-3741-9738-AC7A21FA7DB6}" dt="2023-12-19T05:48:09.918" v="1839" actId="20577"/>
          <ac:spMkLst>
            <pc:docMk/>
            <pc:sldMk cId="336400945" sldId="562"/>
            <ac:spMk id="24" creationId="{00000000-0000-0000-0000-000000000000}"/>
          </ac:spMkLst>
        </pc:spChg>
        <pc:grpChg chg="del">
          <ac:chgData name="Hieu Do" userId="8091c26b-a61d-4e97-addd-a670c191ef7c" providerId="ADAL" clId="{C76B7F66-37CE-3741-9738-AC7A21FA7DB6}" dt="2023-12-19T05:46:03.241" v="1783" actId="478"/>
          <ac:grpSpMkLst>
            <pc:docMk/>
            <pc:sldMk cId="336400945" sldId="562"/>
            <ac:grpSpMk id="2" creationId="{00000000-0000-0000-0000-000000000000}"/>
          </ac:grpSpMkLst>
        </pc:grpChg>
        <pc:grpChg chg="mod">
          <ac:chgData name="Hieu Do" userId="8091c26b-a61d-4e97-addd-a670c191ef7c" providerId="ADAL" clId="{C76B7F66-37CE-3741-9738-AC7A21FA7DB6}" dt="2023-12-19T08:11:05.983" v="2899" actId="1076"/>
          <ac:grpSpMkLst>
            <pc:docMk/>
            <pc:sldMk cId="336400945" sldId="562"/>
            <ac:grpSpMk id="3" creationId="{00000000-0000-0000-0000-000000000000}"/>
          </ac:grpSpMkLst>
        </pc:grpChg>
        <pc:grpChg chg="add mod">
          <ac:chgData name="Hieu Do" userId="8091c26b-a61d-4e97-addd-a670c191ef7c" providerId="ADAL" clId="{C76B7F66-37CE-3741-9738-AC7A21FA7DB6}" dt="2023-12-19T08:29:05.191" v="3167" actId="164"/>
          <ac:grpSpMkLst>
            <pc:docMk/>
            <pc:sldMk cId="336400945" sldId="562"/>
            <ac:grpSpMk id="22" creationId="{2F9BF1BE-0CFC-5837-67E5-1E227F9EF0D6}"/>
          </ac:grpSpMkLst>
        </pc:grpChg>
        <pc:grpChg chg="add mod">
          <ac:chgData name="Hieu Do" userId="8091c26b-a61d-4e97-addd-a670c191ef7c" providerId="ADAL" clId="{C76B7F66-37CE-3741-9738-AC7A21FA7DB6}" dt="2023-12-19T08:29:18.641" v="3169" actId="164"/>
          <ac:grpSpMkLst>
            <pc:docMk/>
            <pc:sldMk cId="336400945" sldId="562"/>
            <ac:grpSpMk id="23" creationId="{28E996BA-7C58-5167-034B-8AD6FA580FE9}"/>
          </ac:grpSpMkLst>
        </pc:grpChg>
        <pc:grpChg chg="add mod">
          <ac:chgData name="Hieu Do" userId="8091c26b-a61d-4e97-addd-a670c191ef7c" providerId="ADAL" clId="{C76B7F66-37CE-3741-9738-AC7A21FA7DB6}" dt="2023-12-19T08:29:39.347" v="3171" actId="164"/>
          <ac:grpSpMkLst>
            <pc:docMk/>
            <pc:sldMk cId="336400945" sldId="562"/>
            <ac:grpSpMk id="25" creationId="{A00C83AC-E613-BDDF-6ADB-C7DA6F561C0C}"/>
          </ac:grpSpMkLst>
        </pc:grpChg>
        <pc:graphicFrameChg chg="mod">
          <ac:chgData name="Hieu Do" userId="8091c26b-a61d-4e97-addd-a670c191ef7c" providerId="ADAL" clId="{C76B7F66-37CE-3741-9738-AC7A21FA7DB6}" dt="2023-12-19T08:29:39.347" v="3171" actId="164"/>
          <ac:graphicFrameMkLst>
            <pc:docMk/>
            <pc:sldMk cId="336400945" sldId="562"/>
            <ac:graphicFrameMk id="13" creationId="{438A38EB-3BFB-48A1-A906-A65F83B5D264}"/>
          </ac:graphicFrameMkLst>
        </pc:graphicFrameChg>
        <pc:graphicFrameChg chg="add mod">
          <ac:chgData name="Hieu Do" userId="8091c26b-a61d-4e97-addd-a670c191ef7c" providerId="ADAL" clId="{C76B7F66-37CE-3741-9738-AC7A21FA7DB6}" dt="2023-12-19T08:13:44.701" v="2941" actId="1076"/>
          <ac:graphicFrameMkLst>
            <pc:docMk/>
            <pc:sldMk cId="336400945" sldId="562"/>
            <ac:graphicFrameMk id="16" creationId="{80A6E567-E0AB-731D-9805-A709053B3CC5}"/>
          </ac:graphicFrameMkLst>
        </pc:graphicFrameChg>
        <pc:graphicFrameChg chg="add mod">
          <ac:chgData name="Hieu Do" userId="8091c26b-a61d-4e97-addd-a670c191ef7c" providerId="ADAL" clId="{C76B7F66-37CE-3741-9738-AC7A21FA7DB6}" dt="2023-12-19T08:29:05.191" v="3167" actId="164"/>
          <ac:graphicFrameMkLst>
            <pc:docMk/>
            <pc:sldMk cId="336400945" sldId="562"/>
            <ac:graphicFrameMk id="18" creationId="{DBFE718F-84B0-98A6-F673-758ED29B8E5A}"/>
          </ac:graphicFrameMkLst>
        </pc:graphicFrameChg>
        <pc:graphicFrameChg chg="add mod">
          <ac:chgData name="Hieu Do" userId="8091c26b-a61d-4e97-addd-a670c191ef7c" providerId="ADAL" clId="{C76B7F66-37CE-3741-9738-AC7A21FA7DB6}" dt="2023-12-19T08:29:18.641" v="3169" actId="164"/>
          <ac:graphicFrameMkLst>
            <pc:docMk/>
            <pc:sldMk cId="336400945" sldId="562"/>
            <ac:graphicFrameMk id="21" creationId="{8E48D0AD-9465-7C8C-C43B-1B5452DF3F6C}"/>
          </ac:graphicFrameMkLst>
        </pc:graphicFrameChg>
      </pc:sldChg>
      <pc:sldChg chg="modSp add mod">
        <pc:chgData name="Hieu Do" userId="8091c26b-a61d-4e97-addd-a670c191ef7c" providerId="ADAL" clId="{C76B7F66-37CE-3741-9738-AC7A21FA7DB6}" dt="2023-12-19T07:16:51.499" v="2055" actId="20577"/>
        <pc:sldMkLst>
          <pc:docMk/>
          <pc:sldMk cId="3393605015" sldId="563"/>
        </pc:sldMkLst>
        <pc:spChg chg="mod">
          <ac:chgData name="Hieu Do" userId="8091c26b-a61d-4e97-addd-a670c191ef7c" providerId="ADAL" clId="{C76B7F66-37CE-3741-9738-AC7A21FA7DB6}" dt="2023-12-19T07:07:57.759" v="1991" actId="2711"/>
          <ac:spMkLst>
            <pc:docMk/>
            <pc:sldMk cId="3393605015" sldId="563"/>
            <ac:spMk id="4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16:49.041" v="2053" actId="20577"/>
          <ac:spMkLst>
            <pc:docMk/>
            <pc:sldMk cId="3393605015" sldId="563"/>
            <ac:spMk id="5" creationId="{41401664-E04C-35B8-43CD-6EC4584B7DEF}"/>
          </ac:spMkLst>
        </pc:spChg>
        <pc:spChg chg="mod">
          <ac:chgData name="Hieu Do" userId="8091c26b-a61d-4e97-addd-a670c191ef7c" providerId="ADAL" clId="{C76B7F66-37CE-3741-9738-AC7A21FA7DB6}" dt="2023-12-19T07:08:06.986" v="1995" actId="1036"/>
          <ac:spMkLst>
            <pc:docMk/>
            <pc:sldMk cId="3393605015" sldId="563"/>
            <ac:spMk id="8" creationId="{9D6B1083-DC06-86BB-2689-3A73BDB0B29E}"/>
          </ac:spMkLst>
        </pc:spChg>
        <pc:spChg chg="mod">
          <ac:chgData name="Hieu Do" userId="8091c26b-a61d-4e97-addd-a670c191ef7c" providerId="ADAL" clId="{C76B7F66-37CE-3741-9738-AC7A21FA7DB6}" dt="2023-12-19T07:08:06.986" v="1995" actId="1036"/>
          <ac:spMkLst>
            <pc:docMk/>
            <pc:sldMk cId="3393605015" sldId="563"/>
            <ac:spMk id="9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07:57.759" v="1991" actId="2711"/>
          <ac:spMkLst>
            <pc:docMk/>
            <pc:sldMk cId="3393605015" sldId="563"/>
            <ac:spMk id="10" creationId="{AD2FC940-03E0-A9C1-2F6E-0D7554EC8FF2}"/>
          </ac:spMkLst>
        </pc:spChg>
        <pc:spChg chg="mod">
          <ac:chgData name="Hieu Do" userId="8091c26b-a61d-4e97-addd-a670c191ef7c" providerId="ADAL" clId="{C76B7F66-37CE-3741-9738-AC7A21FA7DB6}" dt="2023-12-19T07:16:51.499" v="2055" actId="20577"/>
          <ac:spMkLst>
            <pc:docMk/>
            <pc:sldMk cId="3393605015" sldId="563"/>
            <ac:spMk id="18" creationId="{CCA2C88E-4C4E-E34D-AF74-6F601B6FFB74}"/>
          </ac:spMkLst>
        </pc:spChg>
        <pc:spChg chg="mod">
          <ac:chgData name="Hieu Do" userId="8091c26b-a61d-4e97-addd-a670c191ef7c" providerId="ADAL" clId="{C76B7F66-37CE-3741-9738-AC7A21FA7DB6}" dt="2023-12-19T07:07:57.759" v="1991" actId="2711"/>
          <ac:spMkLst>
            <pc:docMk/>
            <pc:sldMk cId="3393605015" sldId="563"/>
            <ac:spMk id="19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07:57.759" v="1991" actId="2711"/>
          <ac:spMkLst>
            <pc:docMk/>
            <pc:sldMk cId="3393605015" sldId="563"/>
            <ac:spMk id="22" creationId="{5EBDC158-38F0-008A-1E8D-32CAC520377D}"/>
          </ac:spMkLst>
        </pc:spChg>
        <pc:spChg chg="mod">
          <ac:chgData name="Hieu Do" userId="8091c26b-a61d-4e97-addd-a670c191ef7c" providerId="ADAL" clId="{C76B7F66-37CE-3741-9738-AC7A21FA7DB6}" dt="2023-12-19T07:07:57.759" v="1991" actId="2711"/>
          <ac:spMkLst>
            <pc:docMk/>
            <pc:sldMk cId="3393605015" sldId="563"/>
            <ac:spMk id="24" creationId="{00000000-0000-0000-0000-000000000000}"/>
          </ac:spMkLst>
        </pc:spChg>
      </pc:sldChg>
      <pc:sldChg chg="addSp delSp modSp add mod ord delAnim modAnim">
        <pc:chgData name="Hieu Do" userId="8091c26b-a61d-4e97-addd-a670c191ef7c" providerId="ADAL" clId="{C76B7F66-37CE-3741-9738-AC7A21FA7DB6}" dt="2023-12-19T07:37:47.062" v="2442" actId="20577"/>
        <pc:sldMkLst>
          <pc:docMk/>
          <pc:sldMk cId="2633109393" sldId="564"/>
        </pc:sldMkLst>
        <pc:spChg chg="add mod">
          <ac:chgData name="Hieu Do" userId="8091c26b-a61d-4e97-addd-a670c191ef7c" providerId="ADAL" clId="{C76B7F66-37CE-3741-9738-AC7A21FA7DB6}" dt="2023-12-19T07:37:47.062" v="2442" actId="20577"/>
          <ac:spMkLst>
            <pc:docMk/>
            <pc:sldMk cId="2633109393" sldId="564"/>
            <ac:spMk id="2" creationId="{DF0ECD28-5EEC-CD9B-A30B-308E22ED6068}"/>
          </ac:spMkLst>
        </pc:spChg>
        <pc:spChg chg="add del mod">
          <ac:chgData name="Hieu Do" userId="8091c26b-a61d-4e97-addd-a670c191ef7c" providerId="ADAL" clId="{C76B7F66-37CE-3741-9738-AC7A21FA7DB6}" dt="2023-12-19T07:31:31.748" v="2319"/>
          <ac:spMkLst>
            <pc:docMk/>
            <pc:sldMk cId="2633109393" sldId="564"/>
            <ac:spMk id="3" creationId="{957A5DB1-83EB-E87B-760E-928987D3079D}"/>
          </ac:spMkLst>
        </pc:spChg>
        <pc:spChg chg="add mod">
          <ac:chgData name="Hieu Do" userId="8091c26b-a61d-4e97-addd-a670c191ef7c" providerId="ADAL" clId="{C76B7F66-37CE-3741-9738-AC7A21FA7DB6}" dt="2023-12-19T07:37:02.428" v="2428" actId="1076"/>
          <ac:spMkLst>
            <pc:docMk/>
            <pc:sldMk cId="2633109393" sldId="564"/>
            <ac:spMk id="5" creationId="{93ABBAB1-B0EA-1D92-2A47-1D8698DBB501}"/>
          </ac:spMkLst>
        </pc:spChg>
        <pc:spChg chg="add mod">
          <ac:chgData name="Hieu Do" userId="8091c26b-a61d-4e97-addd-a670c191ef7c" providerId="ADAL" clId="{C76B7F66-37CE-3741-9738-AC7A21FA7DB6}" dt="2023-12-19T07:37:13.707" v="2432" actId="1035"/>
          <ac:spMkLst>
            <pc:docMk/>
            <pc:sldMk cId="2633109393" sldId="564"/>
            <ac:spMk id="6" creationId="{A6306531-6B85-A3D4-AF21-20F9093F0B07}"/>
          </ac:spMkLst>
        </pc:spChg>
        <pc:spChg chg="del">
          <ac:chgData name="Hieu Do" userId="8091c26b-a61d-4e97-addd-a670c191ef7c" providerId="ADAL" clId="{C76B7F66-37CE-3741-9738-AC7A21FA7DB6}" dt="2023-12-19T07:19:21.561" v="2098" actId="478"/>
          <ac:spMkLst>
            <pc:docMk/>
            <pc:sldMk cId="2633109393" sldId="564"/>
            <ac:spMk id="14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7:19:38.983" v="2103" actId="478"/>
          <ac:spMkLst>
            <pc:docMk/>
            <pc:sldMk cId="2633109393" sldId="564"/>
            <ac:spMk id="16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7:44.685" v="2440" actId="20577"/>
          <ac:spMkLst>
            <pc:docMk/>
            <pc:sldMk cId="2633109393" sldId="564"/>
            <ac:spMk id="22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7:34.163" v="2438" actId="1035"/>
          <ac:spMkLst>
            <pc:docMk/>
            <pc:sldMk cId="2633109393" sldId="564"/>
            <ac:spMk id="23" creationId="{00000000-0000-0000-0000-000000000000}"/>
          </ac:spMkLst>
        </pc:spChg>
        <pc:spChg chg="mod">
          <ac:chgData name="Hieu Do" userId="8091c26b-a61d-4e97-addd-a670c191ef7c" providerId="ADAL" clId="{C76B7F66-37CE-3741-9738-AC7A21FA7DB6}" dt="2023-12-19T07:37:34.163" v="2438" actId="1035"/>
          <ac:spMkLst>
            <pc:docMk/>
            <pc:sldMk cId="2633109393" sldId="564"/>
            <ac:spMk id="26" creationId="{AD2FC940-03E0-A9C1-2F6E-0D7554EC8FF2}"/>
          </ac:spMkLst>
        </pc:spChg>
        <pc:spChg chg="del">
          <ac:chgData name="Hieu Do" userId="8091c26b-a61d-4e97-addd-a670c191ef7c" providerId="ADAL" clId="{C76B7F66-37CE-3741-9738-AC7A21FA7DB6}" dt="2023-12-19T07:19:25.700" v="2100" actId="478"/>
          <ac:spMkLst>
            <pc:docMk/>
            <pc:sldMk cId="2633109393" sldId="564"/>
            <ac:spMk id="27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7:19:23.687" v="2099" actId="478"/>
          <ac:spMkLst>
            <pc:docMk/>
            <pc:sldMk cId="2633109393" sldId="564"/>
            <ac:spMk id="28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7:19:40.662" v="2104" actId="478"/>
          <ac:spMkLst>
            <pc:docMk/>
            <pc:sldMk cId="2633109393" sldId="564"/>
            <ac:spMk id="29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7:19:43.585" v="2106" actId="478"/>
          <ac:spMkLst>
            <pc:docMk/>
            <pc:sldMk cId="2633109393" sldId="564"/>
            <ac:spMk id="30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7:19:42.808" v="2105" actId="478"/>
          <ac:spMkLst>
            <pc:docMk/>
            <pc:sldMk cId="2633109393" sldId="564"/>
            <ac:spMk id="31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7:19:37.079" v="2102" actId="478"/>
          <ac:spMkLst>
            <pc:docMk/>
            <pc:sldMk cId="2633109393" sldId="564"/>
            <ac:spMk id="32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7:19:35.825" v="2101" actId="478"/>
          <ac:spMkLst>
            <pc:docMk/>
            <pc:sldMk cId="2633109393" sldId="564"/>
            <ac:spMk id="33" creationId="{00000000-0000-0000-0000-000000000000}"/>
          </ac:spMkLst>
        </pc:spChg>
      </pc:sldChg>
      <pc:sldChg chg="addSp delSp modSp add del mod delAnim modAnim">
        <pc:chgData name="Hieu Do" userId="8091c26b-a61d-4e97-addd-a670c191ef7c" providerId="ADAL" clId="{C76B7F66-37CE-3741-9738-AC7A21FA7DB6}" dt="2023-12-19T08:11:00.706" v="2898" actId="2696"/>
        <pc:sldMkLst>
          <pc:docMk/>
          <pc:sldMk cId="3000856822" sldId="565"/>
        </pc:sldMkLst>
        <pc:spChg chg="add mod">
          <ac:chgData name="Hieu Do" userId="8091c26b-a61d-4e97-addd-a670c191ef7c" providerId="ADAL" clId="{C76B7F66-37CE-3741-9738-AC7A21FA7DB6}" dt="2023-12-19T08:05:36.272" v="2791"/>
          <ac:spMkLst>
            <pc:docMk/>
            <pc:sldMk cId="3000856822" sldId="565"/>
            <ac:spMk id="2" creationId="{71D2283A-1D38-7D38-04EF-32DBA5AC2167}"/>
          </ac:spMkLst>
        </pc:spChg>
        <pc:spChg chg="add mod">
          <ac:chgData name="Hieu Do" userId="8091c26b-a61d-4e97-addd-a670c191ef7c" providerId="ADAL" clId="{C76B7F66-37CE-3741-9738-AC7A21FA7DB6}" dt="2023-12-19T08:05:36.272" v="2791"/>
          <ac:spMkLst>
            <pc:docMk/>
            <pc:sldMk cId="3000856822" sldId="565"/>
            <ac:spMk id="6" creationId="{1389812F-EBB2-E90A-D93F-7D2A44F8C4D6}"/>
          </ac:spMkLst>
        </pc:spChg>
        <pc:spChg chg="add mod">
          <ac:chgData name="Hieu Do" userId="8091c26b-a61d-4e97-addd-a670c191ef7c" providerId="ADAL" clId="{C76B7F66-37CE-3741-9738-AC7A21FA7DB6}" dt="2023-12-19T08:05:36.272" v="2791"/>
          <ac:spMkLst>
            <pc:docMk/>
            <pc:sldMk cId="3000856822" sldId="565"/>
            <ac:spMk id="8" creationId="{53C850DC-4560-6FB8-C136-74471D1842E9}"/>
          </ac:spMkLst>
        </pc:spChg>
        <pc:spChg chg="add mod">
          <ac:chgData name="Hieu Do" userId="8091c26b-a61d-4e97-addd-a670c191ef7c" providerId="ADAL" clId="{C76B7F66-37CE-3741-9738-AC7A21FA7DB6}" dt="2023-12-19T08:05:36.272" v="2791"/>
          <ac:spMkLst>
            <pc:docMk/>
            <pc:sldMk cId="3000856822" sldId="565"/>
            <ac:spMk id="11" creationId="{B85684BD-3372-F13C-06B3-CFC2ED885D08}"/>
          </ac:spMkLst>
        </pc:spChg>
        <pc:spChg chg="add mod">
          <ac:chgData name="Hieu Do" userId="8091c26b-a61d-4e97-addd-a670c191ef7c" providerId="ADAL" clId="{C76B7F66-37CE-3741-9738-AC7A21FA7DB6}" dt="2023-12-19T08:05:36.272" v="2791"/>
          <ac:spMkLst>
            <pc:docMk/>
            <pc:sldMk cId="3000856822" sldId="565"/>
            <ac:spMk id="22" creationId="{432ABDA9-82F3-D809-BDD1-A53CCAD6721F}"/>
          </ac:spMkLst>
        </pc:spChg>
        <pc:spChg chg="add mod">
          <ac:chgData name="Hieu Do" userId="8091c26b-a61d-4e97-addd-a670c191ef7c" providerId="ADAL" clId="{C76B7F66-37CE-3741-9738-AC7A21FA7DB6}" dt="2023-12-19T08:05:36.272" v="2791"/>
          <ac:spMkLst>
            <pc:docMk/>
            <pc:sldMk cId="3000856822" sldId="565"/>
            <ac:spMk id="23" creationId="{A012EC61-91C3-191B-C3E2-4488FBF69387}"/>
          </ac:spMkLst>
        </pc:spChg>
        <pc:spChg chg="del mod">
          <ac:chgData name="Hieu Do" userId="8091c26b-a61d-4e97-addd-a670c191ef7c" providerId="ADAL" clId="{C76B7F66-37CE-3741-9738-AC7A21FA7DB6}" dt="2023-12-19T08:05:33.664" v="2789" actId="478"/>
          <ac:spMkLst>
            <pc:docMk/>
            <pc:sldMk cId="3000856822" sldId="565"/>
            <ac:spMk id="26" creationId="{00000000-0000-0000-0000-000000000000}"/>
          </ac:spMkLst>
        </pc:spChg>
        <pc:spChg chg="del">
          <ac:chgData name="Hieu Do" userId="8091c26b-a61d-4e97-addd-a670c191ef7c" providerId="ADAL" clId="{C76B7F66-37CE-3741-9738-AC7A21FA7DB6}" dt="2023-12-19T08:05:31.740" v="2787" actId="478"/>
          <ac:spMkLst>
            <pc:docMk/>
            <pc:sldMk cId="3000856822" sldId="565"/>
            <ac:spMk id="31" creationId="{00000000-0000-0000-0000-000000000000}"/>
          </ac:spMkLst>
        </pc:spChg>
        <pc:grpChg chg="del">
          <ac:chgData name="Hieu Do" userId="8091c26b-a61d-4e97-addd-a670c191ef7c" providerId="ADAL" clId="{C76B7F66-37CE-3741-9738-AC7A21FA7DB6}" dt="2023-12-19T08:05:26.065" v="2785" actId="478"/>
          <ac:grpSpMkLst>
            <pc:docMk/>
            <pc:sldMk cId="3000856822" sldId="565"/>
            <ac:grpSpMk id="12" creationId="{32689992-B50F-9D8E-02A2-F98CCB898841}"/>
          </ac:grpSpMkLst>
        </pc:grpChg>
        <pc:grpChg chg="del">
          <ac:chgData name="Hieu Do" userId="8091c26b-a61d-4e97-addd-a670c191ef7c" providerId="ADAL" clId="{C76B7F66-37CE-3741-9738-AC7A21FA7DB6}" dt="2023-12-19T08:05:30.499" v="2786" actId="478"/>
          <ac:grpSpMkLst>
            <pc:docMk/>
            <pc:sldMk cId="3000856822" sldId="565"/>
            <ac:grpSpMk id="14" creationId="{00000000-0000-0000-0000-000000000000}"/>
          </ac:grpSpMkLst>
        </pc:grpChg>
        <pc:graphicFrameChg chg="add mod">
          <ac:chgData name="Hieu Do" userId="8091c26b-a61d-4e97-addd-a670c191ef7c" providerId="ADAL" clId="{C76B7F66-37CE-3741-9738-AC7A21FA7DB6}" dt="2023-12-19T08:05:36.272" v="2791"/>
          <ac:graphicFrameMkLst>
            <pc:docMk/>
            <pc:sldMk cId="3000856822" sldId="565"/>
            <ac:graphicFrameMk id="5" creationId="{041FDE85-F09B-37AC-C8B5-BFA03B8A0147}"/>
          </ac:graphicFrameMkLst>
        </pc:graphicFrameChg>
        <pc:graphicFrameChg chg="add mod">
          <ac:chgData name="Hieu Do" userId="8091c26b-a61d-4e97-addd-a670c191ef7c" providerId="ADAL" clId="{C76B7F66-37CE-3741-9738-AC7A21FA7DB6}" dt="2023-12-19T08:05:36.272" v="2791"/>
          <ac:graphicFrameMkLst>
            <pc:docMk/>
            <pc:sldMk cId="3000856822" sldId="565"/>
            <ac:graphicFrameMk id="9" creationId="{A09E73F6-EDFE-403C-4DDD-54B247BD0987}"/>
          </ac:graphicFrameMkLst>
        </pc:graphicFrameChg>
        <pc:cxnChg chg="mod">
          <ac:chgData name="Hieu Do" userId="8091c26b-a61d-4e97-addd-a670c191ef7c" providerId="ADAL" clId="{C76B7F66-37CE-3741-9738-AC7A21FA7DB6}" dt="2023-12-19T08:05:30.499" v="2786" actId="478"/>
          <ac:cxnSpMkLst>
            <pc:docMk/>
            <pc:sldMk cId="3000856822" sldId="565"/>
            <ac:cxnSpMk id="7" creationId="{00000000-0000-0000-0000-000000000000}"/>
          </ac:cxnSpMkLst>
        </pc:cxnChg>
        <pc:cxnChg chg="del mod">
          <ac:chgData name="Hieu Do" userId="8091c26b-a61d-4e97-addd-a670c191ef7c" providerId="ADAL" clId="{C76B7F66-37CE-3741-9738-AC7A21FA7DB6}" dt="2023-12-19T08:05:34.630" v="2790" actId="478"/>
          <ac:cxnSpMkLst>
            <pc:docMk/>
            <pc:sldMk cId="3000856822" sldId="565"/>
            <ac:cxnSpMk id="18" creationId="{00000000-0000-0000-0000-000000000000}"/>
          </ac:cxnSpMkLst>
        </pc:cxnChg>
      </pc:sldChg>
    </pc:docChg>
  </pc:docChgLst>
  <pc:docChgLst>
    <pc:chgData name="Hieu Do" userId="8091c26b-a61d-4e97-addd-a670c191ef7c" providerId="ADAL" clId="{4D0DDFEC-16B5-E543-8C81-4DE67122FE3C}"/>
    <pc:docChg chg="undo custSel addSld modSld sldOrd">
      <pc:chgData name="Hieu Do" userId="8091c26b-a61d-4e97-addd-a670c191ef7c" providerId="ADAL" clId="{4D0DDFEC-16B5-E543-8C81-4DE67122FE3C}" dt="2022-06-28T11:53:49.399" v="1071" actId="114"/>
      <pc:docMkLst>
        <pc:docMk/>
      </pc:docMkLst>
      <pc:sldChg chg="addSp delSp modSp mod">
        <pc:chgData name="Hieu Do" userId="8091c26b-a61d-4e97-addd-a670c191ef7c" providerId="ADAL" clId="{4D0DDFEC-16B5-E543-8C81-4DE67122FE3C}" dt="2022-06-28T05:49:47.966" v="91" actId="1076"/>
        <pc:sldMkLst>
          <pc:docMk/>
          <pc:sldMk cId="1632588312" sldId="534"/>
        </pc:sldMkLst>
        <pc:spChg chg="add mod">
          <ac:chgData name="Hieu Do" userId="8091c26b-a61d-4e97-addd-a670c191ef7c" providerId="ADAL" clId="{4D0DDFEC-16B5-E543-8C81-4DE67122FE3C}" dt="2022-06-28T05:49:47.966" v="91" actId="1076"/>
          <ac:spMkLst>
            <pc:docMk/>
            <pc:sldMk cId="1632588312" sldId="534"/>
            <ac:spMk id="6" creationId="{CDD4C873-10D7-2B81-CAD0-6B70B1497B58}"/>
          </ac:spMkLst>
        </pc:spChg>
        <pc:spChg chg="add mod">
          <ac:chgData name="Hieu Do" userId="8091c26b-a61d-4e97-addd-a670c191ef7c" providerId="ADAL" clId="{4D0DDFEC-16B5-E543-8C81-4DE67122FE3C}" dt="2022-06-28T05:49:43.702" v="90"/>
          <ac:spMkLst>
            <pc:docMk/>
            <pc:sldMk cId="1632588312" sldId="534"/>
            <ac:spMk id="7" creationId="{76B45F72-B7D9-8C2D-7F9D-267F14FACF91}"/>
          </ac:spMkLst>
        </pc:spChg>
        <pc:spChg chg="mod">
          <ac:chgData name="Hieu Do" userId="8091c26b-a61d-4e97-addd-a670c191ef7c" providerId="ADAL" clId="{4D0DDFEC-16B5-E543-8C81-4DE67122FE3C}" dt="2022-06-28T04:44:24.736" v="3" actId="207"/>
          <ac:spMkLst>
            <pc:docMk/>
            <pc:sldMk cId="1632588312" sldId="534"/>
            <ac:spMk id="14" creationId="{00000000-0000-0000-0000-000000000000}"/>
          </ac:spMkLst>
        </pc:spChg>
        <pc:spChg chg="del mod">
          <ac:chgData name="Hieu Do" userId="8091c26b-a61d-4e97-addd-a670c191ef7c" providerId="ADAL" clId="{4D0DDFEC-16B5-E543-8C81-4DE67122FE3C}" dt="2022-06-28T05:49:42.848" v="89" actId="478"/>
          <ac:spMkLst>
            <pc:docMk/>
            <pc:sldMk cId="1632588312" sldId="534"/>
            <ac:spMk id="24" creationId="{00000000-0000-0000-0000-000000000000}"/>
          </ac:spMkLst>
        </pc:spChg>
      </pc:sldChg>
      <pc:sldChg chg="addSp delSp modSp add mod">
        <pc:chgData name="Hieu Do" userId="8091c26b-a61d-4e97-addd-a670c191ef7c" providerId="ADAL" clId="{4D0DDFEC-16B5-E543-8C81-4DE67122FE3C}" dt="2022-06-28T05:54:53.194" v="150" actId="20577"/>
        <pc:sldMkLst>
          <pc:docMk/>
          <pc:sldMk cId="1406802015" sldId="535"/>
        </pc:sldMkLst>
        <pc:spChg chg="del">
          <ac:chgData name="Hieu Do" userId="8091c26b-a61d-4e97-addd-a670c191ef7c" providerId="ADAL" clId="{4D0DDFEC-16B5-E543-8C81-4DE67122FE3C}" dt="2022-06-28T05:49:15.117" v="79" actId="478"/>
          <ac:spMkLst>
            <pc:docMk/>
            <pc:sldMk cId="1406802015" sldId="535"/>
            <ac:spMk id="6" creationId="{CDD4C873-10D7-2B81-CAD0-6B70B1497B58}"/>
          </ac:spMkLst>
        </pc:spChg>
        <pc:spChg chg="add mod">
          <ac:chgData name="Hieu Do" userId="8091c26b-a61d-4e97-addd-a670c191ef7c" providerId="ADAL" clId="{4D0DDFEC-16B5-E543-8C81-4DE67122FE3C}" dt="2022-06-28T05:53:54.285" v="129" actId="12"/>
          <ac:spMkLst>
            <pc:docMk/>
            <pc:sldMk cId="1406802015" sldId="535"/>
            <ac:spMk id="7" creationId="{1EDD7E2A-23CE-66C2-43BD-66064F4C0AE7}"/>
          </ac:spMkLst>
        </pc:spChg>
        <pc:spChg chg="add del mod">
          <ac:chgData name="Hieu Do" userId="8091c26b-a61d-4e97-addd-a670c191ef7c" providerId="ADAL" clId="{4D0DDFEC-16B5-E543-8C81-4DE67122FE3C}" dt="2022-06-28T05:54:53.194" v="150" actId="20577"/>
          <ac:spMkLst>
            <pc:docMk/>
            <pc:sldMk cId="1406802015" sldId="535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5:52:39.509" v="123" actId="1076"/>
          <ac:graphicFrameMkLst>
            <pc:docMk/>
            <pc:sldMk cId="1406802015" sldId="535"/>
            <ac:graphicFrameMk id="8" creationId="{545B1EEA-9840-468A-7B3B-F4BB657E106C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01:30.900" v="180" actId="20577"/>
        <pc:sldMkLst>
          <pc:docMk/>
          <pc:sldMk cId="3637287449" sldId="536"/>
        </pc:sldMkLst>
        <pc:spChg chg="del">
          <ac:chgData name="Hieu Do" userId="8091c26b-a61d-4e97-addd-a670c191ef7c" providerId="ADAL" clId="{4D0DDFEC-16B5-E543-8C81-4DE67122FE3C}" dt="2022-06-28T05:56:12.991" v="152" actId="478"/>
          <ac:spMkLst>
            <pc:docMk/>
            <pc:sldMk cId="3637287449" sldId="536"/>
            <ac:spMk id="7" creationId="{1EDD7E2A-23CE-66C2-43BD-66064F4C0AE7}"/>
          </ac:spMkLst>
        </pc:spChg>
        <pc:spChg chg="add mod">
          <ac:chgData name="Hieu Do" userId="8091c26b-a61d-4e97-addd-a670c191ef7c" providerId="ADAL" clId="{4D0DDFEC-16B5-E543-8C81-4DE67122FE3C}" dt="2022-06-28T06:01:30.900" v="180" actId="20577"/>
          <ac:spMkLst>
            <pc:docMk/>
            <pc:sldMk cId="3637287449" sldId="536"/>
            <ac:spMk id="9" creationId="{0BA538F7-E86C-CC57-D948-A670419A4377}"/>
          </ac:spMkLst>
        </pc:spChg>
        <pc:graphicFrameChg chg="del">
          <ac:chgData name="Hieu Do" userId="8091c26b-a61d-4e97-addd-a670c191ef7c" providerId="ADAL" clId="{4D0DDFEC-16B5-E543-8C81-4DE67122FE3C}" dt="2022-06-28T05:56:14.485" v="153" actId="478"/>
          <ac:graphicFrameMkLst>
            <pc:docMk/>
            <pc:sldMk cId="3637287449" sldId="536"/>
            <ac:graphicFrameMk id="8" creationId="{545B1EEA-9840-468A-7B3B-F4BB657E106C}"/>
          </ac:graphicFrameMkLst>
        </pc:graphicFrameChg>
        <pc:graphicFrameChg chg="add mod">
          <ac:chgData name="Hieu Do" userId="8091c26b-a61d-4e97-addd-a670c191ef7c" providerId="ADAL" clId="{4D0DDFEC-16B5-E543-8C81-4DE67122FE3C}" dt="2022-06-28T05:58:23.051" v="165" actId="14100"/>
          <ac:graphicFrameMkLst>
            <pc:docMk/>
            <pc:sldMk cId="3637287449" sldId="536"/>
            <ac:graphicFrameMk id="10" creationId="{8F8AC18D-0FFD-232C-CD55-BCB5CFA5C1C3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24:21.910" v="372" actId="1076"/>
        <pc:sldMkLst>
          <pc:docMk/>
          <pc:sldMk cId="297886410" sldId="537"/>
        </pc:sldMkLst>
        <pc:spChg chg="del">
          <ac:chgData name="Hieu Do" userId="8091c26b-a61d-4e97-addd-a670c191ef7c" providerId="ADAL" clId="{4D0DDFEC-16B5-E543-8C81-4DE67122FE3C}" dt="2022-06-28T06:02:08.289" v="182" actId="478"/>
          <ac:spMkLst>
            <pc:docMk/>
            <pc:sldMk cId="297886410" sldId="537"/>
            <ac:spMk id="9" creationId="{0BA538F7-E86C-CC57-D948-A670419A4377}"/>
          </ac:spMkLst>
        </pc:spChg>
        <pc:spChg chg="add mod">
          <ac:chgData name="Hieu Do" userId="8091c26b-a61d-4e97-addd-a670c191ef7c" providerId="ADAL" clId="{4D0DDFEC-16B5-E543-8C81-4DE67122FE3C}" dt="2022-06-28T06:22:21.320" v="353" actId="12"/>
          <ac:spMkLst>
            <pc:docMk/>
            <pc:sldMk cId="297886410" sldId="537"/>
            <ac:spMk id="11" creationId="{F5070E25-20F7-1C18-3484-9230810D2B4E}"/>
          </ac:spMkLst>
        </pc:spChg>
        <pc:spChg chg="mod">
          <ac:chgData name="Hieu Do" userId="8091c26b-a61d-4e97-addd-a670c191ef7c" providerId="ADAL" clId="{4D0DDFEC-16B5-E543-8C81-4DE67122FE3C}" dt="2022-06-28T06:22:58.731" v="366" actId="20577"/>
          <ac:spMkLst>
            <pc:docMk/>
            <pc:sldMk cId="297886410" sldId="537"/>
            <ac:spMk id="24" creationId="{00000000-0000-0000-0000-000000000000}"/>
          </ac:spMkLst>
        </pc:spChg>
        <pc:graphicFrameChg chg="del">
          <ac:chgData name="Hieu Do" userId="8091c26b-a61d-4e97-addd-a670c191ef7c" providerId="ADAL" clId="{4D0DDFEC-16B5-E543-8C81-4DE67122FE3C}" dt="2022-06-28T06:02:09.170" v="183" actId="478"/>
          <ac:graphicFrameMkLst>
            <pc:docMk/>
            <pc:sldMk cId="297886410" sldId="537"/>
            <ac:graphicFrameMk id="10" creationId="{8F8AC18D-0FFD-232C-CD55-BCB5CFA5C1C3}"/>
          </ac:graphicFrameMkLst>
        </pc:graphicFrameChg>
        <pc:picChg chg="add del mod">
          <ac:chgData name="Hieu Do" userId="8091c26b-a61d-4e97-addd-a670c191ef7c" providerId="ADAL" clId="{4D0DDFEC-16B5-E543-8C81-4DE67122FE3C}" dt="2022-06-28T06:05:38.444" v="202" actId="21"/>
          <ac:picMkLst>
            <pc:docMk/>
            <pc:sldMk cId="297886410" sldId="537"/>
            <ac:picMk id="8" creationId="{0D6946D4-6FB8-05C4-2C39-88544B3FE03D}"/>
          </ac:picMkLst>
        </pc:picChg>
        <pc:picChg chg="add mod">
          <ac:chgData name="Hieu Do" userId="8091c26b-a61d-4e97-addd-a670c191ef7c" providerId="ADAL" clId="{4D0DDFEC-16B5-E543-8C81-4DE67122FE3C}" dt="2022-06-28T06:24:21.910" v="372" actId="1076"/>
          <ac:picMkLst>
            <pc:docMk/>
            <pc:sldMk cId="297886410" sldId="537"/>
            <ac:picMk id="12" creationId="{D42F235D-AE3E-99F2-A994-0F130B8DE641}"/>
          </ac:picMkLst>
        </pc:picChg>
      </pc:sldChg>
      <pc:sldChg chg="addSp modSp add mod">
        <pc:chgData name="Hieu Do" userId="8091c26b-a61d-4e97-addd-a670c191ef7c" providerId="ADAL" clId="{4D0DDFEC-16B5-E543-8C81-4DE67122FE3C}" dt="2022-06-28T06:42:19.797" v="502" actId="1076"/>
        <pc:sldMkLst>
          <pc:docMk/>
          <pc:sldMk cId="202865914" sldId="538"/>
        </pc:sldMkLst>
        <pc:spChg chg="add mod">
          <ac:chgData name="Hieu Do" userId="8091c26b-a61d-4e97-addd-a670c191ef7c" providerId="ADAL" clId="{4D0DDFEC-16B5-E543-8C81-4DE67122FE3C}" dt="2022-06-28T06:42:15.690" v="501" actId="1076"/>
          <ac:spMkLst>
            <pc:docMk/>
            <pc:sldMk cId="202865914" sldId="538"/>
            <ac:spMk id="2" creationId="{17D66A69-3099-D6DB-2F30-6264A294FD12}"/>
          </ac:spMkLst>
        </pc:spChg>
        <pc:spChg chg="add mod">
          <ac:chgData name="Hieu Do" userId="8091c26b-a61d-4e97-addd-a670c191ef7c" providerId="ADAL" clId="{4D0DDFEC-16B5-E543-8C81-4DE67122FE3C}" dt="2022-06-28T06:42:19.797" v="502" actId="1076"/>
          <ac:spMkLst>
            <pc:docMk/>
            <pc:sldMk cId="202865914" sldId="538"/>
            <ac:spMk id="6" creationId="{32036BA4-69A3-8FB9-0C0A-23F065E6007D}"/>
          </ac:spMkLst>
        </pc:spChg>
        <pc:spChg chg="mod">
          <ac:chgData name="Hieu Do" userId="8091c26b-a61d-4e97-addd-a670c191ef7c" providerId="ADAL" clId="{4D0DDFEC-16B5-E543-8C81-4DE67122FE3C}" dt="2022-06-28T06:26:48.710" v="425" actId="20577"/>
          <ac:spMkLst>
            <pc:docMk/>
            <pc:sldMk cId="202865914" sldId="538"/>
            <ac:spMk id="24" creationId="{00000000-0000-0000-0000-000000000000}"/>
          </ac:spMkLst>
        </pc:spChg>
      </pc:sldChg>
      <pc:sldChg chg="addSp delSp modSp add mod ord">
        <pc:chgData name="Hieu Do" userId="8091c26b-a61d-4e97-addd-a670c191ef7c" providerId="ADAL" clId="{4D0DDFEC-16B5-E543-8C81-4DE67122FE3C}" dt="2022-06-28T06:14:00.468" v="274" actId="20578"/>
        <pc:sldMkLst>
          <pc:docMk/>
          <pc:sldMk cId="985001379" sldId="539"/>
        </pc:sldMkLst>
        <pc:spChg chg="add mod">
          <ac:chgData name="Hieu Do" userId="8091c26b-a61d-4e97-addd-a670c191ef7c" providerId="ADAL" clId="{4D0DDFEC-16B5-E543-8C81-4DE67122FE3C}" dt="2022-06-28T06:08:30.670" v="245" actId="1076"/>
          <ac:spMkLst>
            <pc:docMk/>
            <pc:sldMk cId="985001379" sldId="539"/>
            <ac:spMk id="6" creationId="{51358BB9-84E4-2162-2507-BE0F0D750470}"/>
          </ac:spMkLst>
        </pc:spChg>
        <pc:spChg chg="del">
          <ac:chgData name="Hieu Do" userId="8091c26b-a61d-4e97-addd-a670c191ef7c" providerId="ADAL" clId="{4D0DDFEC-16B5-E543-8C81-4DE67122FE3C}" dt="2022-06-28T06:05:33.497" v="200" actId="478"/>
          <ac:spMkLst>
            <pc:docMk/>
            <pc:sldMk cId="985001379" sldId="539"/>
            <ac:spMk id="9" creationId="{0BA538F7-E86C-CC57-D948-A670419A4377}"/>
          </ac:spMkLst>
        </pc:spChg>
        <pc:spChg chg="add mod">
          <ac:chgData name="Hieu Do" userId="8091c26b-a61d-4e97-addd-a670c191ef7c" providerId="ADAL" clId="{4D0DDFEC-16B5-E543-8C81-4DE67122FE3C}" dt="2022-06-28T06:09:05.046" v="273" actId="20577"/>
          <ac:spMkLst>
            <pc:docMk/>
            <pc:sldMk cId="985001379" sldId="539"/>
            <ac:spMk id="13" creationId="{15FB0ABE-7C10-D1EB-6927-500E36B13748}"/>
          </ac:spMkLst>
        </pc:spChg>
        <pc:graphicFrameChg chg="del">
          <ac:chgData name="Hieu Do" userId="8091c26b-a61d-4e97-addd-a670c191ef7c" providerId="ADAL" clId="{4D0DDFEC-16B5-E543-8C81-4DE67122FE3C}" dt="2022-06-28T06:05:34.867" v="201" actId="478"/>
          <ac:graphicFrameMkLst>
            <pc:docMk/>
            <pc:sldMk cId="985001379" sldId="539"/>
            <ac:graphicFrameMk id="10" creationId="{8F8AC18D-0FFD-232C-CD55-BCB5CFA5C1C3}"/>
          </ac:graphicFrameMkLst>
        </pc:graphicFrameChg>
        <pc:picChg chg="add mod">
          <ac:chgData name="Hieu Do" userId="8091c26b-a61d-4e97-addd-a670c191ef7c" providerId="ADAL" clId="{4D0DDFEC-16B5-E543-8C81-4DE67122FE3C}" dt="2022-06-28T06:08:21.991" v="244" actId="14100"/>
          <ac:picMkLst>
            <pc:docMk/>
            <pc:sldMk cId="985001379" sldId="539"/>
            <ac:picMk id="2" creationId="{FBE6EB92-C8D0-D868-1493-526D53A88198}"/>
          </ac:picMkLst>
        </pc:picChg>
        <pc:picChg chg="add del">
          <ac:chgData name="Hieu Do" userId="8091c26b-a61d-4e97-addd-a670c191ef7c" providerId="ADAL" clId="{4D0DDFEC-16B5-E543-8C81-4DE67122FE3C}" dt="2022-06-28T06:06:54.974" v="208" actId="478"/>
          <ac:picMkLst>
            <pc:docMk/>
            <pc:sldMk cId="985001379" sldId="539"/>
            <ac:picMk id="3" creationId="{2988CCC8-459E-15A2-8FF5-D7F98B0B7634}"/>
          </ac:picMkLst>
        </pc:picChg>
        <pc:picChg chg="add mod">
          <ac:chgData name="Hieu Do" userId="8091c26b-a61d-4e97-addd-a670c191ef7c" providerId="ADAL" clId="{4D0DDFEC-16B5-E543-8C81-4DE67122FE3C}" dt="2022-06-28T06:08:51.983" v="252" actId="1076"/>
          <ac:picMkLst>
            <pc:docMk/>
            <pc:sldMk cId="985001379" sldId="539"/>
            <ac:picMk id="5" creationId="{E26977D8-224B-211D-D216-B2CDD6035E67}"/>
          </ac:picMkLst>
        </pc:picChg>
        <pc:picChg chg="add mod">
          <ac:chgData name="Hieu Do" userId="8091c26b-a61d-4e97-addd-a670c191ef7c" providerId="ADAL" clId="{4D0DDFEC-16B5-E543-8C81-4DE67122FE3C}" dt="2022-06-28T06:05:43.448" v="204" actId="1076"/>
          <ac:picMkLst>
            <pc:docMk/>
            <pc:sldMk cId="985001379" sldId="539"/>
            <ac:picMk id="8" creationId="{D42B5377-8E0E-B997-A732-CC2F7E003FE0}"/>
          </ac:picMkLst>
        </pc:picChg>
      </pc:sldChg>
      <pc:sldChg chg="addSp delSp modSp add mod">
        <pc:chgData name="Hieu Do" userId="8091c26b-a61d-4e97-addd-a670c191ef7c" providerId="ADAL" clId="{4D0DDFEC-16B5-E543-8C81-4DE67122FE3C}" dt="2022-06-28T06:17:24.694" v="318" actId="114"/>
        <pc:sldMkLst>
          <pc:docMk/>
          <pc:sldMk cId="3982982208" sldId="540"/>
        </pc:sldMkLst>
        <pc:spChg chg="add mod">
          <ac:chgData name="Hieu Do" userId="8091c26b-a61d-4e97-addd-a670c191ef7c" providerId="ADAL" clId="{4D0DDFEC-16B5-E543-8C81-4DE67122FE3C}" dt="2022-06-28T06:17:24.694" v="318" actId="114"/>
          <ac:spMkLst>
            <pc:docMk/>
            <pc:sldMk cId="3982982208" sldId="540"/>
            <ac:spMk id="8" creationId="{C5CEE193-AA26-F000-0FD5-2BB2B7D983A1}"/>
          </ac:spMkLst>
        </pc:spChg>
        <pc:spChg chg="del">
          <ac:chgData name="Hieu Do" userId="8091c26b-a61d-4e97-addd-a670c191ef7c" providerId="ADAL" clId="{4D0DDFEC-16B5-E543-8C81-4DE67122FE3C}" dt="2022-06-28T06:14:12.170" v="277" actId="478"/>
          <ac:spMkLst>
            <pc:docMk/>
            <pc:sldMk cId="3982982208" sldId="540"/>
            <ac:spMk id="9" creationId="{0BA538F7-E86C-CC57-D948-A670419A4377}"/>
          </ac:spMkLst>
        </pc:spChg>
        <pc:graphicFrameChg chg="del">
          <ac:chgData name="Hieu Do" userId="8091c26b-a61d-4e97-addd-a670c191ef7c" providerId="ADAL" clId="{4D0DDFEC-16B5-E543-8C81-4DE67122FE3C}" dt="2022-06-28T06:14:09.660" v="276" actId="478"/>
          <ac:graphicFrameMkLst>
            <pc:docMk/>
            <pc:sldMk cId="3982982208" sldId="540"/>
            <ac:graphicFrameMk id="10" creationId="{8F8AC18D-0FFD-232C-CD55-BCB5CFA5C1C3}"/>
          </ac:graphicFrameMkLst>
        </pc:graphicFrameChg>
        <pc:graphicFrameChg chg="add mod">
          <ac:chgData name="Hieu Do" userId="8091c26b-a61d-4e97-addd-a670c191ef7c" providerId="ADAL" clId="{4D0DDFEC-16B5-E543-8C81-4DE67122FE3C}" dt="2022-06-28T06:16:33.515" v="304" actId="1036"/>
          <ac:graphicFrameMkLst>
            <pc:docMk/>
            <pc:sldMk cId="3982982208" sldId="540"/>
            <ac:graphicFrameMk id="11" creationId="{C908FAF2-ADDA-44CC-63CD-8FD0E0935ECA}"/>
          </ac:graphicFrameMkLst>
        </pc:graphicFrameChg>
      </pc:sldChg>
      <pc:sldChg chg="addSp modSp add mod">
        <pc:chgData name="Hieu Do" userId="8091c26b-a61d-4e97-addd-a670c191ef7c" providerId="ADAL" clId="{4D0DDFEC-16B5-E543-8C81-4DE67122FE3C}" dt="2022-06-28T07:13:50.766" v="713" actId="114"/>
        <pc:sldMkLst>
          <pc:docMk/>
          <pc:sldMk cId="3654085087" sldId="541"/>
        </pc:sldMkLst>
        <pc:spChg chg="mod">
          <ac:chgData name="Hieu Do" userId="8091c26b-a61d-4e97-addd-a670c191ef7c" providerId="ADAL" clId="{4D0DDFEC-16B5-E543-8C81-4DE67122FE3C}" dt="2022-06-28T06:59:44.865" v="658" actId="14100"/>
          <ac:spMkLst>
            <pc:docMk/>
            <pc:sldMk cId="3654085087" sldId="541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7:13:21.761" v="705" actId="207"/>
          <ac:spMkLst>
            <pc:docMk/>
            <pc:sldMk cId="3654085087" sldId="541"/>
            <ac:spMk id="6" creationId="{83EE1081-1030-91FA-C168-18C8E5BE90E1}"/>
          </ac:spMkLst>
        </pc:spChg>
        <pc:spChg chg="add mod">
          <ac:chgData name="Hieu Do" userId="8091c26b-a61d-4e97-addd-a670c191ef7c" providerId="ADAL" clId="{4D0DDFEC-16B5-E543-8C81-4DE67122FE3C}" dt="2022-06-28T07:13:50.766" v="713" actId="114"/>
          <ac:spMkLst>
            <pc:docMk/>
            <pc:sldMk cId="3654085087" sldId="541"/>
            <ac:spMk id="8" creationId="{B492014E-3204-22B7-0C07-97F1BA523895}"/>
          </ac:spMkLst>
        </pc:spChg>
        <pc:spChg chg="mod">
          <ac:chgData name="Hieu Do" userId="8091c26b-a61d-4e97-addd-a670c191ef7c" providerId="ADAL" clId="{4D0DDFEC-16B5-E543-8C81-4DE67122FE3C}" dt="2022-06-28T06:58:11.825" v="644" actId="20577"/>
          <ac:spMkLst>
            <pc:docMk/>
            <pc:sldMk cId="3654085087" sldId="541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7:07:49.431" v="704" actId="14100"/>
          <ac:graphicFrameMkLst>
            <pc:docMk/>
            <pc:sldMk cId="3654085087" sldId="541"/>
            <ac:graphicFrameMk id="9" creationId="{6533C85F-01BD-0FF1-EF4B-CD03941FBB48}"/>
          </ac:graphicFrameMkLst>
        </pc:graphicFrameChg>
        <pc:picChg chg="add mod">
          <ac:chgData name="Hieu Do" userId="8091c26b-a61d-4e97-addd-a670c191ef7c" providerId="ADAL" clId="{4D0DDFEC-16B5-E543-8C81-4DE67122FE3C}" dt="2022-06-28T07:05:39.898" v="689" actId="14100"/>
          <ac:picMkLst>
            <pc:docMk/>
            <pc:sldMk cId="3654085087" sldId="541"/>
            <ac:picMk id="7" creationId="{AC1934B2-4A95-87CB-7EE3-533E82727AE3}"/>
          </ac:picMkLst>
        </pc:picChg>
      </pc:sldChg>
      <pc:sldChg chg="addSp modSp add mod">
        <pc:chgData name="Hieu Do" userId="8091c26b-a61d-4e97-addd-a670c191ef7c" providerId="ADAL" clId="{4D0DDFEC-16B5-E543-8C81-4DE67122FE3C}" dt="2022-06-28T06:59:50.874" v="659" actId="14100"/>
        <pc:sldMkLst>
          <pc:docMk/>
          <pc:sldMk cId="1191899340" sldId="542"/>
        </pc:sldMkLst>
        <pc:spChg chg="mod">
          <ac:chgData name="Hieu Do" userId="8091c26b-a61d-4e97-addd-a670c191ef7c" providerId="ADAL" clId="{4D0DDFEC-16B5-E543-8C81-4DE67122FE3C}" dt="2022-06-28T06:59:50.874" v="659" actId="14100"/>
          <ac:spMkLst>
            <pc:docMk/>
            <pc:sldMk cId="1191899340" sldId="542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6:53:26.699" v="609" actId="1076"/>
          <ac:spMkLst>
            <pc:docMk/>
            <pc:sldMk cId="1191899340" sldId="542"/>
            <ac:spMk id="6" creationId="{BF6476A3-D636-B971-3D03-1FAD9B45C65C}"/>
          </ac:spMkLst>
        </pc:spChg>
        <pc:spChg chg="add mod">
          <ac:chgData name="Hieu Do" userId="8091c26b-a61d-4e97-addd-a670c191ef7c" providerId="ADAL" clId="{4D0DDFEC-16B5-E543-8C81-4DE67122FE3C}" dt="2022-06-28T06:53:15.665" v="608" actId="1076"/>
          <ac:spMkLst>
            <pc:docMk/>
            <pc:sldMk cId="1191899340" sldId="542"/>
            <ac:spMk id="9" creationId="{CB052804-B68F-8FA6-2649-94C950FC39A4}"/>
          </ac:spMkLst>
        </pc:spChg>
        <pc:spChg chg="mod">
          <ac:chgData name="Hieu Do" userId="8091c26b-a61d-4e97-addd-a670c191ef7c" providerId="ADAL" clId="{4D0DDFEC-16B5-E543-8C81-4DE67122FE3C}" dt="2022-06-28T06:53:47.465" v="610" actId="20577"/>
          <ac:spMkLst>
            <pc:docMk/>
            <pc:sldMk cId="1191899340" sldId="542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6:53:15.665" v="608" actId="1076"/>
          <ac:graphicFrameMkLst>
            <pc:docMk/>
            <pc:sldMk cId="1191899340" sldId="542"/>
            <ac:graphicFrameMk id="7" creationId="{5F5BBA25-F47E-BB46-5689-8D11F24A758D}"/>
          </ac:graphicFrameMkLst>
        </pc:graphicFrameChg>
        <pc:graphicFrameChg chg="add mod">
          <ac:chgData name="Hieu Do" userId="8091c26b-a61d-4e97-addd-a670c191ef7c" providerId="ADAL" clId="{4D0DDFEC-16B5-E543-8C81-4DE67122FE3C}" dt="2022-06-28T06:53:26.699" v="609" actId="1076"/>
          <ac:graphicFrameMkLst>
            <pc:docMk/>
            <pc:sldMk cId="1191899340" sldId="542"/>
            <ac:graphicFrameMk id="8" creationId="{4D39E89A-5437-B07E-8466-99C42713BA5E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38:21.384" v="498" actId="1076"/>
        <pc:sldMkLst>
          <pc:docMk/>
          <pc:sldMk cId="340596140" sldId="543"/>
        </pc:sldMkLst>
        <pc:spChg chg="add mod">
          <ac:chgData name="Hieu Do" userId="8091c26b-a61d-4e97-addd-a670c191ef7c" providerId="ADAL" clId="{4D0DDFEC-16B5-E543-8C81-4DE67122FE3C}" dt="2022-06-28T06:38:14.472" v="497" actId="14100"/>
          <ac:spMkLst>
            <pc:docMk/>
            <pc:sldMk cId="340596140" sldId="543"/>
            <ac:spMk id="2" creationId="{D833FADC-0BE0-6815-9B34-34ED6F9DD313}"/>
          </ac:spMkLst>
        </pc:spChg>
        <pc:spChg chg="mod">
          <ac:chgData name="Hieu Do" userId="8091c26b-a61d-4e97-addd-a670c191ef7c" providerId="ADAL" clId="{4D0DDFEC-16B5-E543-8C81-4DE67122FE3C}" dt="2022-06-28T06:30:15.443" v="444" actId="14100"/>
          <ac:spMkLst>
            <pc:docMk/>
            <pc:sldMk cId="340596140" sldId="543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6:34:31.388" v="474"/>
          <ac:spMkLst>
            <pc:docMk/>
            <pc:sldMk cId="340596140" sldId="543"/>
            <ac:spMk id="8" creationId="{90E271EA-DD7C-44D6-33BA-DD089E34ACD6}"/>
          </ac:spMkLst>
        </pc:spChg>
        <pc:spChg chg="del">
          <ac:chgData name="Hieu Do" userId="8091c26b-a61d-4e97-addd-a670c191ef7c" providerId="ADAL" clId="{4D0DDFEC-16B5-E543-8C81-4DE67122FE3C}" dt="2022-06-28T06:34:30.507" v="473" actId="478"/>
          <ac:spMkLst>
            <pc:docMk/>
            <pc:sldMk cId="340596140" sldId="543"/>
            <ac:spMk id="24" creationId="{00000000-0000-0000-0000-000000000000}"/>
          </ac:spMkLst>
        </pc:spChg>
        <pc:picChg chg="add mod">
          <ac:chgData name="Hieu Do" userId="8091c26b-a61d-4e97-addd-a670c191ef7c" providerId="ADAL" clId="{4D0DDFEC-16B5-E543-8C81-4DE67122FE3C}" dt="2022-06-28T06:38:21.384" v="498" actId="1076"/>
          <ac:picMkLst>
            <pc:docMk/>
            <pc:sldMk cId="340596140" sldId="543"/>
            <ac:picMk id="6" creationId="{EB6B0CE6-AD46-384C-EA8A-F29853D78461}"/>
          </ac:picMkLst>
        </pc:picChg>
      </pc:sldChg>
      <pc:sldChg chg="addSp delSp modSp add mod">
        <pc:chgData name="Hieu Do" userId="8091c26b-a61d-4e97-addd-a670c191ef7c" providerId="ADAL" clId="{4D0DDFEC-16B5-E543-8C81-4DE67122FE3C}" dt="2022-06-28T11:53:49.399" v="1071" actId="114"/>
        <pc:sldMkLst>
          <pc:docMk/>
          <pc:sldMk cId="2460401529" sldId="544"/>
        </pc:sldMkLst>
        <pc:spChg chg="add mod">
          <ac:chgData name="Hieu Do" userId="8091c26b-a61d-4e97-addd-a670c191ef7c" providerId="ADAL" clId="{4D0DDFEC-16B5-E543-8C81-4DE67122FE3C}" dt="2022-06-28T11:50:17.032" v="1010" actId="20577"/>
          <ac:spMkLst>
            <pc:docMk/>
            <pc:sldMk cId="2460401529" sldId="544"/>
            <ac:spMk id="2" creationId="{B2AF0C26-53CB-34E2-E931-36481A879970}"/>
          </ac:spMkLst>
        </pc:spChg>
        <pc:spChg chg="mod">
          <ac:chgData name="Hieu Do" userId="8091c26b-a61d-4e97-addd-a670c191ef7c" providerId="ADAL" clId="{4D0DDFEC-16B5-E543-8C81-4DE67122FE3C}" dt="2022-06-28T07:00:05.664" v="661" actId="14100"/>
          <ac:spMkLst>
            <pc:docMk/>
            <pc:sldMk cId="2460401529" sldId="544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11:53:49.399" v="1071" actId="114"/>
          <ac:spMkLst>
            <pc:docMk/>
            <pc:sldMk cId="2460401529" sldId="544"/>
            <ac:spMk id="6" creationId="{9B478487-BB0C-0669-EC93-E4CB4945859C}"/>
          </ac:spMkLst>
        </pc:spChg>
        <pc:spChg chg="add del mod">
          <ac:chgData name="Hieu Do" userId="8091c26b-a61d-4e97-addd-a670c191ef7c" providerId="ADAL" clId="{4D0DDFEC-16B5-E543-8C81-4DE67122FE3C}" dt="2022-06-28T11:50:23.922" v="1011" actId="207"/>
          <ac:spMkLst>
            <pc:docMk/>
            <pc:sldMk cId="2460401529" sldId="544"/>
            <ac:spMk id="7" creationId="{C76F9EBE-C949-A922-1A94-3AC0BE1644D7}"/>
          </ac:spMkLst>
        </pc:spChg>
        <pc:spChg chg="add del mod">
          <ac:chgData name="Hieu Do" userId="8091c26b-a61d-4e97-addd-a670c191ef7c" providerId="ADAL" clId="{4D0DDFEC-16B5-E543-8C81-4DE67122FE3C}" dt="2022-06-28T11:44:54.863" v="944"/>
          <ac:spMkLst>
            <pc:docMk/>
            <pc:sldMk cId="2460401529" sldId="544"/>
            <ac:spMk id="8" creationId="{C5468CB9-D2F8-732A-9A26-461AAA7494E9}"/>
          </ac:spMkLst>
        </pc:spChg>
        <pc:spChg chg="mod">
          <ac:chgData name="Hieu Do" userId="8091c26b-a61d-4e97-addd-a670c191ef7c" providerId="ADAL" clId="{4D0DDFEC-16B5-E543-8C81-4DE67122FE3C}" dt="2022-06-28T11:41:35.830" v="877" actId="20577"/>
          <ac:spMkLst>
            <pc:docMk/>
            <pc:sldMk cId="2460401529" sldId="544"/>
            <ac:spMk id="24" creationId="{00000000-0000-0000-0000-000000000000}"/>
          </ac:spMkLst>
        </pc:spChg>
      </pc:sldChg>
      <pc:sldChg chg="addSp modSp add mod">
        <pc:chgData name="Hieu Do" userId="8091c26b-a61d-4e97-addd-a670c191ef7c" providerId="ADAL" clId="{4D0DDFEC-16B5-E543-8C81-4DE67122FE3C}" dt="2022-06-28T11:32:07.899" v="778" actId="207"/>
        <pc:sldMkLst>
          <pc:docMk/>
          <pc:sldMk cId="3663262857" sldId="545"/>
        </pc:sldMkLst>
        <pc:spChg chg="mod">
          <ac:chgData name="Hieu Do" userId="8091c26b-a61d-4e97-addd-a670c191ef7c" providerId="ADAL" clId="{4D0DDFEC-16B5-E543-8C81-4DE67122FE3C}" dt="2022-06-28T06:59:59.716" v="660" actId="14100"/>
          <ac:spMkLst>
            <pc:docMk/>
            <pc:sldMk cId="3663262857" sldId="545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11:32:07.899" v="778" actId="207"/>
          <ac:spMkLst>
            <pc:docMk/>
            <pc:sldMk cId="3663262857" sldId="545"/>
            <ac:spMk id="6" creationId="{B0A99067-B1FC-A165-4744-476F105E68E3}"/>
          </ac:spMkLst>
        </pc:spChg>
        <pc:spChg chg="mod">
          <ac:chgData name="Hieu Do" userId="8091c26b-a61d-4e97-addd-a670c191ef7c" providerId="ADAL" clId="{4D0DDFEC-16B5-E543-8C81-4DE67122FE3C}" dt="2022-06-28T07:15:01.439" v="746" actId="20577"/>
          <ac:spMkLst>
            <pc:docMk/>
            <pc:sldMk cId="3663262857" sldId="545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7:21:52.719" v="773" actId="14100"/>
          <ac:graphicFrameMkLst>
            <pc:docMk/>
            <pc:sldMk cId="3663262857" sldId="545"/>
            <ac:graphicFrameMk id="7" creationId="{CA0C1729-AB6F-7F8D-5830-1CD463169916}"/>
          </ac:graphicFrameMkLst>
        </pc:graphicFrameChg>
      </pc:sldChg>
      <pc:sldChg chg="add">
        <pc:chgData name="Hieu Do" userId="8091c26b-a61d-4e97-addd-a670c191ef7c" providerId="ADAL" clId="{4D0DDFEC-16B5-E543-8C81-4DE67122FE3C}" dt="2022-06-28T07:23:07.355" v="774" actId="2890"/>
        <pc:sldMkLst>
          <pc:docMk/>
          <pc:sldMk cId="1231918030" sldId="546"/>
        </pc:sldMkLst>
      </pc:sldChg>
      <pc:sldChg chg="add">
        <pc:chgData name="Hieu Do" userId="8091c26b-a61d-4e97-addd-a670c191ef7c" providerId="ADAL" clId="{4D0DDFEC-16B5-E543-8C81-4DE67122FE3C}" dt="2022-06-28T07:23:10.373" v="775" actId="2890"/>
        <pc:sldMkLst>
          <pc:docMk/>
          <pc:sldMk cId="1765500170" sldId="547"/>
        </pc:sldMkLst>
      </pc:sldChg>
      <pc:sldChg chg="add">
        <pc:chgData name="Hieu Do" userId="8091c26b-a61d-4e97-addd-a670c191ef7c" providerId="ADAL" clId="{4D0DDFEC-16B5-E543-8C81-4DE67122FE3C}" dt="2022-06-28T07:23:13.032" v="776" actId="2890"/>
        <pc:sldMkLst>
          <pc:docMk/>
          <pc:sldMk cId="233743028" sldId="548"/>
        </pc:sldMkLst>
      </pc:sldChg>
    </pc:docChg>
  </pc:docChgLst>
  <pc:docChgLst>
    <pc:chgData name="Hieu Do" userId="8091c26b-a61d-4e97-addd-a670c191ef7c" providerId="ADAL" clId="{EA9EA914-30B3-1543-9E71-1A29E40DE6D9}"/>
    <pc:docChg chg="undo custSel addSld modSld">
      <pc:chgData name="Hieu Do" userId="8091c26b-a61d-4e97-addd-a670c191ef7c" providerId="ADAL" clId="{EA9EA914-30B3-1543-9E71-1A29E40DE6D9}" dt="2023-05-27T01:44:58.720" v="1163" actId="20577"/>
      <pc:docMkLst>
        <pc:docMk/>
      </pc:docMkLst>
      <pc:sldChg chg="modSp">
        <pc:chgData name="Hieu Do" userId="8091c26b-a61d-4e97-addd-a670c191ef7c" providerId="ADAL" clId="{EA9EA914-30B3-1543-9E71-1A29E40DE6D9}" dt="2023-05-27T01:37:30.568" v="1157" actId="20577"/>
        <pc:sldMkLst>
          <pc:docMk/>
          <pc:sldMk cId="1565931806" sldId="496"/>
        </pc:sldMkLst>
        <pc:spChg chg="mod">
          <ac:chgData name="Hieu Do" userId="8091c26b-a61d-4e97-addd-a670c191ef7c" providerId="ADAL" clId="{EA9EA914-30B3-1543-9E71-1A29E40DE6D9}" dt="2023-05-27T01:37:30.568" v="1157" actId="20577"/>
          <ac:spMkLst>
            <pc:docMk/>
            <pc:sldMk cId="1565931806" sldId="496"/>
            <ac:spMk id="29" creationId="{2586C662-11B1-5248-C16F-A95D19BD75CC}"/>
          </ac:spMkLst>
        </pc:spChg>
      </pc:sldChg>
      <pc:sldChg chg="modSp mod">
        <pc:chgData name="Hieu Do" userId="8091c26b-a61d-4e97-addd-a670c191ef7c" providerId="ADAL" clId="{EA9EA914-30B3-1543-9E71-1A29E40DE6D9}" dt="2023-05-27T01:39:34.258" v="1161" actId="20577"/>
        <pc:sldMkLst>
          <pc:docMk/>
          <pc:sldMk cId="2101933026" sldId="497"/>
        </pc:sldMkLst>
        <pc:spChg chg="mod">
          <ac:chgData name="Hieu Do" userId="8091c26b-a61d-4e97-addd-a670c191ef7c" providerId="ADAL" clId="{EA9EA914-30B3-1543-9E71-1A29E40DE6D9}" dt="2023-05-27T01:39:32.295" v="1159" actId="20577"/>
          <ac:spMkLst>
            <pc:docMk/>
            <pc:sldMk cId="2101933026" sldId="497"/>
            <ac:spMk id="21" creationId="{00000000-0000-0000-0000-000000000000}"/>
          </ac:spMkLst>
        </pc:spChg>
        <pc:spChg chg="mod">
          <ac:chgData name="Hieu Do" userId="8091c26b-a61d-4e97-addd-a670c191ef7c" providerId="ADAL" clId="{EA9EA914-30B3-1543-9E71-1A29E40DE6D9}" dt="2023-05-27T01:39:34.258" v="1161" actId="20577"/>
          <ac:spMkLst>
            <pc:docMk/>
            <pc:sldMk cId="2101933026" sldId="497"/>
            <ac:spMk id="36" creationId="{00000000-0000-0000-0000-000000000000}"/>
          </ac:spMkLst>
        </pc:spChg>
      </pc:sldChg>
      <pc:sldChg chg="modSp mod">
        <pc:chgData name="Hieu Do" userId="8091c26b-a61d-4e97-addd-a670c191ef7c" providerId="ADAL" clId="{EA9EA914-30B3-1543-9E71-1A29E40DE6D9}" dt="2023-05-27T01:44:58.720" v="1163" actId="20577"/>
        <pc:sldMkLst>
          <pc:docMk/>
          <pc:sldMk cId="4137679841" sldId="498"/>
        </pc:sldMkLst>
        <pc:spChg chg="mod">
          <ac:chgData name="Hieu Do" userId="8091c26b-a61d-4e97-addd-a670c191ef7c" providerId="ADAL" clId="{EA9EA914-30B3-1543-9E71-1A29E40DE6D9}" dt="2023-05-27T01:44:58.720" v="1163" actId="20577"/>
          <ac:spMkLst>
            <pc:docMk/>
            <pc:sldMk cId="4137679841" sldId="498"/>
            <ac:spMk id="15" creationId="{00000000-0000-0000-0000-000000000000}"/>
          </ac:spMkLst>
        </pc:spChg>
      </pc:sldChg>
      <pc:sldChg chg="modSp">
        <pc:chgData name="Hieu Do" userId="8091c26b-a61d-4e97-addd-a670c191ef7c" providerId="ADAL" clId="{EA9EA914-30B3-1543-9E71-1A29E40DE6D9}" dt="2023-05-11T05:19:16.379" v="1140" actId="20577"/>
        <pc:sldMkLst>
          <pc:docMk/>
          <pc:sldMk cId="2228039463" sldId="550"/>
        </pc:sldMkLst>
        <pc:spChg chg="mod">
          <ac:chgData name="Hieu Do" userId="8091c26b-a61d-4e97-addd-a670c191ef7c" providerId="ADAL" clId="{EA9EA914-30B3-1543-9E71-1A29E40DE6D9}" dt="2023-05-11T05:19:16.379" v="1140" actId="20577"/>
          <ac:spMkLst>
            <pc:docMk/>
            <pc:sldMk cId="2228039463" sldId="550"/>
            <ac:spMk id="2" creationId="{00000000-0000-0000-0000-000000000000}"/>
          </ac:spMkLst>
        </pc:spChg>
        <pc:spChg chg="mod">
          <ac:chgData name="Hieu Do" userId="8091c26b-a61d-4e97-addd-a670c191ef7c" providerId="ADAL" clId="{EA9EA914-30B3-1543-9E71-1A29E40DE6D9}" dt="2023-05-11T05:19:14.318" v="1138" actId="20577"/>
          <ac:spMkLst>
            <pc:docMk/>
            <pc:sldMk cId="2228039463" sldId="550"/>
            <ac:spMk id="3" creationId="{2A20E4FD-ADF6-6E95-E908-475918AC280E}"/>
          </ac:spMkLst>
        </pc:spChg>
      </pc:sldChg>
      <pc:sldChg chg="modSp">
        <pc:chgData name="Hieu Do" userId="8091c26b-a61d-4e97-addd-a670c191ef7c" providerId="ADAL" clId="{EA9EA914-30B3-1543-9E71-1A29E40DE6D9}" dt="2023-05-11T05:19:22.717" v="1144" actId="20577"/>
        <pc:sldMkLst>
          <pc:docMk/>
          <pc:sldMk cId="229951594" sldId="551"/>
        </pc:sldMkLst>
        <pc:spChg chg="mod">
          <ac:chgData name="Hieu Do" userId="8091c26b-a61d-4e97-addd-a670c191ef7c" providerId="ADAL" clId="{EA9EA914-30B3-1543-9E71-1A29E40DE6D9}" dt="2023-05-11T05:19:20.379" v="1142" actId="20577"/>
          <ac:spMkLst>
            <pc:docMk/>
            <pc:sldMk cId="229951594" sldId="551"/>
            <ac:spMk id="6" creationId="{00000000-0000-0000-0000-000000000000}"/>
          </ac:spMkLst>
        </pc:spChg>
        <pc:spChg chg="mod">
          <ac:chgData name="Hieu Do" userId="8091c26b-a61d-4e97-addd-a670c191ef7c" providerId="ADAL" clId="{EA9EA914-30B3-1543-9E71-1A29E40DE6D9}" dt="2023-05-11T05:19:22.717" v="1144" actId="20577"/>
          <ac:spMkLst>
            <pc:docMk/>
            <pc:sldMk cId="229951594" sldId="551"/>
            <ac:spMk id="9" creationId="{00000000-0000-0000-0000-000000000000}"/>
          </ac:spMkLst>
        </pc:spChg>
      </pc:sldChg>
      <pc:sldChg chg="modSp">
        <pc:chgData name="Hieu Do" userId="8091c26b-a61d-4e97-addd-a670c191ef7c" providerId="ADAL" clId="{EA9EA914-30B3-1543-9E71-1A29E40DE6D9}" dt="2023-05-11T05:19:43.159" v="1150" actId="20577"/>
        <pc:sldMkLst>
          <pc:docMk/>
          <pc:sldMk cId="4016856520" sldId="552"/>
        </pc:sldMkLst>
        <pc:spChg chg="mod">
          <ac:chgData name="Hieu Do" userId="8091c26b-a61d-4e97-addd-a670c191ef7c" providerId="ADAL" clId="{EA9EA914-30B3-1543-9E71-1A29E40DE6D9}" dt="2023-05-11T05:19:39.716" v="1148" actId="20577"/>
          <ac:spMkLst>
            <pc:docMk/>
            <pc:sldMk cId="4016856520" sldId="552"/>
            <ac:spMk id="3" creationId="{00000000-0000-0000-0000-000000000000}"/>
          </ac:spMkLst>
        </pc:spChg>
        <pc:spChg chg="mod">
          <ac:chgData name="Hieu Do" userId="8091c26b-a61d-4e97-addd-a670c191ef7c" providerId="ADAL" clId="{EA9EA914-30B3-1543-9E71-1A29E40DE6D9}" dt="2023-05-11T05:19:36.931" v="1146" actId="20577"/>
          <ac:spMkLst>
            <pc:docMk/>
            <pc:sldMk cId="4016856520" sldId="552"/>
            <ac:spMk id="5" creationId="{00000000-0000-0000-0000-000000000000}"/>
          </ac:spMkLst>
        </pc:spChg>
        <pc:spChg chg="mod">
          <ac:chgData name="Hieu Do" userId="8091c26b-a61d-4e97-addd-a670c191ef7c" providerId="ADAL" clId="{EA9EA914-30B3-1543-9E71-1A29E40DE6D9}" dt="2023-05-11T05:19:43.159" v="1150" actId="20577"/>
          <ac:spMkLst>
            <pc:docMk/>
            <pc:sldMk cId="4016856520" sldId="552"/>
            <ac:spMk id="20" creationId="{00000000-0000-0000-0000-000000000000}"/>
          </ac:spMkLst>
        </pc:spChg>
      </pc:sldChg>
      <pc:sldChg chg="addSp modSp add mod modAnim">
        <pc:chgData name="Hieu Do" userId="8091c26b-a61d-4e97-addd-a670c191ef7c" providerId="ADAL" clId="{EA9EA914-30B3-1543-9E71-1A29E40DE6D9}" dt="2023-05-11T05:19:08.770" v="1136" actId="20577"/>
        <pc:sldMkLst>
          <pc:docMk/>
          <pc:sldMk cId="493834393" sldId="554"/>
        </pc:sldMkLst>
        <pc:spChg chg="mod">
          <ac:chgData name="Hieu Do" userId="8091c26b-a61d-4e97-addd-a670c191ef7c" providerId="ADAL" clId="{EA9EA914-30B3-1543-9E71-1A29E40DE6D9}" dt="2023-05-11T05:19:06.857" v="1134" actId="20577"/>
          <ac:spMkLst>
            <pc:docMk/>
            <pc:sldMk cId="493834393" sldId="554"/>
            <ac:spMk id="3" creationId="{2A20E4FD-ADF6-6E95-E908-475918AC280E}"/>
          </ac:spMkLst>
        </pc:spChg>
        <pc:spChg chg="mod">
          <ac:chgData name="Hieu Do" userId="8091c26b-a61d-4e97-addd-a670c191ef7c" providerId="ADAL" clId="{EA9EA914-30B3-1543-9E71-1A29E40DE6D9}" dt="2023-05-11T05:03:51.030" v="843" actId="57"/>
          <ac:spMkLst>
            <pc:docMk/>
            <pc:sldMk cId="493834393" sldId="554"/>
            <ac:spMk id="5" creationId="{433E774F-2951-C91B-C511-6D61DED36771}"/>
          </ac:spMkLst>
        </pc:spChg>
        <pc:spChg chg="mod">
          <ac:chgData name="Hieu Do" userId="8091c26b-a61d-4e97-addd-a670c191ef7c" providerId="ADAL" clId="{EA9EA914-30B3-1543-9E71-1A29E40DE6D9}" dt="2023-05-11T02:51:33.099" v="316" actId="1038"/>
          <ac:spMkLst>
            <pc:docMk/>
            <pc:sldMk cId="493834393" sldId="554"/>
            <ac:spMk id="6" creationId="{AD2FC940-03E0-A9C1-2F6E-0D7554EC8FF2}"/>
          </ac:spMkLst>
        </pc:spChg>
        <pc:spChg chg="add mod">
          <ac:chgData name="Hieu Do" userId="8091c26b-a61d-4e97-addd-a670c191ef7c" providerId="ADAL" clId="{EA9EA914-30B3-1543-9E71-1A29E40DE6D9}" dt="2023-05-11T05:04:34.487" v="863" actId="207"/>
          <ac:spMkLst>
            <pc:docMk/>
            <pc:sldMk cId="493834393" sldId="554"/>
            <ac:spMk id="7" creationId="{ECFE614A-88B4-F763-4B7A-719679D1ABB8}"/>
          </ac:spMkLst>
        </pc:spChg>
        <pc:spChg chg="mod">
          <ac:chgData name="Hieu Do" userId="8091c26b-a61d-4e97-addd-a670c191ef7c" providerId="ADAL" clId="{EA9EA914-30B3-1543-9E71-1A29E40DE6D9}" dt="2023-05-11T05:03:55.073" v="844" actId="57"/>
          <ac:spMkLst>
            <pc:docMk/>
            <pc:sldMk cId="493834393" sldId="554"/>
            <ac:spMk id="8" creationId="{3D7B4123-E484-8EAE-7A0E-F14FB86226AC}"/>
          </ac:spMkLst>
        </pc:spChg>
        <pc:spChg chg="add mod">
          <ac:chgData name="Hieu Do" userId="8091c26b-a61d-4e97-addd-a670c191ef7c" providerId="ADAL" clId="{EA9EA914-30B3-1543-9E71-1A29E40DE6D9}" dt="2023-05-11T05:16:52.118" v="1090" actId="1037"/>
          <ac:spMkLst>
            <pc:docMk/>
            <pc:sldMk cId="493834393" sldId="554"/>
            <ac:spMk id="9" creationId="{EC2A7956-E9AF-CAD9-CB76-3A7D341DBFC6}"/>
          </ac:spMkLst>
        </pc:spChg>
        <pc:spChg chg="mod">
          <ac:chgData name="Hieu Do" userId="8091c26b-a61d-4e97-addd-a670c191ef7c" providerId="ADAL" clId="{EA9EA914-30B3-1543-9E71-1A29E40DE6D9}" dt="2023-05-11T05:03:59.376" v="845" actId="57"/>
          <ac:spMkLst>
            <pc:docMk/>
            <pc:sldMk cId="493834393" sldId="554"/>
            <ac:spMk id="10" creationId="{602E4F82-C35A-4136-7DBF-F1E485DED067}"/>
          </ac:spMkLst>
        </pc:spChg>
        <pc:spChg chg="add mod">
          <ac:chgData name="Hieu Do" userId="8091c26b-a61d-4e97-addd-a670c191ef7c" providerId="ADAL" clId="{EA9EA914-30B3-1543-9E71-1A29E40DE6D9}" dt="2023-05-11T05:17:03.382" v="1118" actId="1036"/>
          <ac:spMkLst>
            <pc:docMk/>
            <pc:sldMk cId="493834393" sldId="554"/>
            <ac:spMk id="11" creationId="{E5EA2746-211F-B136-0D99-CCC821CCD499}"/>
          </ac:spMkLst>
        </pc:spChg>
        <pc:spChg chg="mod">
          <ac:chgData name="Hieu Do" userId="8091c26b-a61d-4e97-addd-a670c191ef7c" providerId="ADAL" clId="{EA9EA914-30B3-1543-9E71-1A29E40DE6D9}" dt="2023-05-11T05:10:31.374" v="976" actId="57"/>
          <ac:spMkLst>
            <pc:docMk/>
            <pc:sldMk cId="493834393" sldId="554"/>
            <ac:spMk id="12" creationId="{5897E477-B752-92FA-0A9A-7A29C15A9C92}"/>
          </ac:spMkLst>
        </pc:spChg>
        <pc:spChg chg="mod">
          <ac:chgData name="Hieu Do" userId="8091c26b-a61d-4e97-addd-a670c191ef7c" providerId="ADAL" clId="{EA9EA914-30B3-1543-9E71-1A29E40DE6D9}" dt="2023-05-11T05:09:14.402" v="934" actId="1037"/>
          <ac:spMkLst>
            <pc:docMk/>
            <pc:sldMk cId="493834393" sldId="554"/>
            <ac:spMk id="14" creationId="{AD2FC940-03E0-A9C1-2F6E-0D7554EC8FF2}"/>
          </ac:spMkLst>
        </pc:spChg>
        <pc:spChg chg="mod">
          <ac:chgData name="Hieu Do" userId="8091c26b-a61d-4e97-addd-a670c191ef7c" providerId="ADAL" clId="{EA9EA914-30B3-1543-9E71-1A29E40DE6D9}" dt="2023-05-11T05:19:08.770" v="1136" actId="20577"/>
          <ac:spMkLst>
            <pc:docMk/>
            <pc:sldMk cId="493834393" sldId="554"/>
            <ac:spMk id="17" creationId="{AE0DB7B9-1F6A-3F2B-64C8-FA908670E5E4}"/>
          </ac:spMkLst>
        </pc:spChg>
        <pc:spChg chg="mod">
          <ac:chgData name="Hieu Do" userId="8091c26b-a61d-4e97-addd-a670c191ef7c" providerId="ADAL" clId="{EA9EA914-30B3-1543-9E71-1A29E40DE6D9}" dt="2023-05-11T05:10:12.522" v="975" actId="57"/>
          <ac:spMkLst>
            <pc:docMk/>
            <pc:sldMk cId="493834393" sldId="554"/>
            <ac:spMk id="22" creationId="{2EC80A38-8EF0-5C56-E778-0A21B3797DCD}"/>
          </ac:spMkLst>
        </pc:spChg>
      </pc:sldChg>
    </pc:docChg>
  </pc:docChgLst>
  <pc:docChgLst>
    <pc:chgData name="Hieu Do" userId="8091c26b-a61d-4e97-addd-a670c191ef7c" providerId="ADAL" clId="{C9902785-F06B-A548-9813-D3AE98CA83E9}"/>
    <pc:docChg chg="undo redo custSel addSld delSld modSld">
      <pc:chgData name="Hieu Do" userId="8091c26b-a61d-4e97-addd-a670c191ef7c" providerId="ADAL" clId="{C9902785-F06B-A548-9813-D3AE98CA83E9}" dt="2022-06-20T08:37:23.604" v="5301" actId="403"/>
      <pc:docMkLst>
        <pc:docMk/>
      </pc:docMkLst>
      <pc:sldChg chg="modSp mod">
        <pc:chgData name="Hieu Do" userId="8091c26b-a61d-4e97-addd-a670c191ef7c" providerId="ADAL" clId="{C9902785-F06B-A548-9813-D3AE98CA83E9}" dt="2022-06-20T02:09:29.850" v="123" actId="207"/>
        <pc:sldMkLst>
          <pc:docMk/>
          <pc:sldMk cId="2175107412" sldId="256"/>
        </pc:sldMkLst>
        <pc:spChg chg="mod">
          <ac:chgData name="Hieu Do" userId="8091c26b-a61d-4e97-addd-a670c191ef7c" providerId="ADAL" clId="{C9902785-F06B-A548-9813-D3AE98CA83E9}" dt="2022-06-20T02:09:29.850" v="123" actId="207"/>
          <ac:spMkLst>
            <pc:docMk/>
            <pc:sldMk cId="2175107412" sldId="256"/>
            <ac:spMk id="42" creationId="{00000000-0000-0000-0000-000000000000}"/>
          </ac:spMkLst>
        </pc:spChg>
      </pc:sldChg>
      <pc:sldChg chg="addSp delSp modSp mod">
        <pc:chgData name="Hieu Do" userId="8091c26b-a61d-4e97-addd-a670c191ef7c" providerId="ADAL" clId="{C9902785-F06B-A548-9813-D3AE98CA83E9}" dt="2022-06-20T02:34:30.585" v="345" actId="1035"/>
        <pc:sldMkLst>
          <pc:docMk/>
          <pc:sldMk cId="1632588312" sldId="534"/>
        </pc:sldMkLst>
        <pc:spChg chg="add mod">
          <ac:chgData name="Hieu Do" userId="8091c26b-a61d-4e97-addd-a670c191ef7c" providerId="ADAL" clId="{C9902785-F06B-A548-9813-D3AE98CA83E9}" dt="2022-06-20T02:34:30.585" v="345" actId="1035"/>
          <ac:spMkLst>
            <pc:docMk/>
            <pc:sldMk cId="1632588312" sldId="534"/>
            <ac:spMk id="2" creationId="{A52B815E-735D-39D1-4D8B-6ED971B35263}"/>
          </ac:spMkLst>
        </pc:spChg>
        <pc:spChg chg="del mod">
          <ac:chgData name="Hieu Do" userId="8091c26b-a61d-4e97-addd-a670c191ef7c" providerId="ADAL" clId="{C9902785-F06B-A548-9813-D3AE98CA83E9}" dt="2022-06-20T02:18:16.061" v="173" actId="478"/>
          <ac:spMkLst>
            <pc:docMk/>
            <pc:sldMk cId="1632588312" sldId="534"/>
            <ac:spMk id="5" creationId="{BF7B7F28-9CF2-3222-D872-C618B1A7EAF4}"/>
          </ac:spMkLst>
        </pc:spChg>
        <pc:spChg chg="del">
          <ac:chgData name="Hieu Do" userId="8091c26b-a61d-4e97-addd-a670c191ef7c" providerId="ADAL" clId="{C9902785-F06B-A548-9813-D3AE98CA83E9}" dt="2022-06-20T02:05:36.992" v="36" actId="478"/>
          <ac:spMkLst>
            <pc:docMk/>
            <pc:sldMk cId="1632588312" sldId="534"/>
            <ac:spMk id="6" creationId="{7162734D-D60F-B12B-D991-BA2C10F35C49}"/>
          </ac:spMkLst>
        </pc:spChg>
        <pc:spChg chg="add mod">
          <ac:chgData name="Hieu Do" userId="8091c26b-a61d-4e97-addd-a670c191ef7c" providerId="ADAL" clId="{C9902785-F06B-A548-9813-D3AE98CA83E9}" dt="2022-06-20T02:34:17.301" v="333" actId="1076"/>
          <ac:spMkLst>
            <pc:docMk/>
            <pc:sldMk cId="1632588312" sldId="534"/>
            <ac:spMk id="7" creationId="{3969CD7A-D51A-E798-58D8-658848B422C8}"/>
          </ac:spMkLst>
        </pc:spChg>
        <pc:spChg chg="add mod">
          <ac:chgData name="Hieu Do" userId="8091c26b-a61d-4e97-addd-a670c191ef7c" providerId="ADAL" clId="{C9902785-F06B-A548-9813-D3AE98CA83E9}" dt="2022-06-20T02:34:24.118" v="342" actId="1037"/>
          <ac:spMkLst>
            <pc:docMk/>
            <pc:sldMk cId="1632588312" sldId="534"/>
            <ac:spMk id="8" creationId="{69C20EB9-BCE6-D413-AC0B-FF29ECCA1EFE}"/>
          </ac:spMkLst>
        </pc:spChg>
        <pc:spChg chg="add mod">
          <ac:chgData name="Hieu Do" userId="8091c26b-a61d-4e97-addd-a670c191ef7c" providerId="ADAL" clId="{C9902785-F06B-A548-9813-D3AE98CA83E9}" dt="2022-06-20T02:33:32.262" v="325" actId="20577"/>
          <ac:spMkLst>
            <pc:docMk/>
            <pc:sldMk cId="1632588312" sldId="534"/>
            <ac:spMk id="11" creationId="{5F844C01-9E2F-92F1-B1F4-0BC16D9B5004}"/>
          </ac:spMkLst>
        </pc:spChg>
        <pc:spChg chg="add del mod">
          <ac:chgData name="Hieu Do" userId="8091c26b-a61d-4e97-addd-a670c191ef7c" providerId="ADAL" clId="{C9902785-F06B-A548-9813-D3AE98CA83E9}" dt="2022-06-20T02:22:04.181" v="178" actId="478"/>
          <ac:spMkLst>
            <pc:docMk/>
            <pc:sldMk cId="1632588312" sldId="534"/>
            <ac:spMk id="12" creationId="{C553B88C-F5AD-5816-2BA0-ED310EAEBB11}"/>
          </ac:spMkLst>
        </pc:spChg>
        <pc:spChg chg="add mod">
          <ac:chgData name="Hieu Do" userId="8091c26b-a61d-4e97-addd-a670c191ef7c" providerId="ADAL" clId="{C9902785-F06B-A548-9813-D3AE98CA83E9}" dt="2022-06-20T02:32:37.951" v="310" actId="948"/>
          <ac:spMkLst>
            <pc:docMk/>
            <pc:sldMk cId="1632588312" sldId="534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2:10:18.875" v="131" actId="207"/>
          <ac:spMkLst>
            <pc:docMk/>
            <pc:sldMk cId="1632588312" sldId="534"/>
            <ac:spMk id="1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39.060" v="37" actId="478"/>
          <ac:spMkLst>
            <pc:docMk/>
            <pc:sldMk cId="1632588312" sldId="534"/>
            <ac:spMk id="21" creationId="{1F87450A-C351-64ED-7AED-FD3C3EFA0CFC}"/>
          </ac:spMkLst>
        </pc:spChg>
        <pc:spChg chg="mod">
          <ac:chgData name="Hieu Do" userId="8091c26b-a61d-4e97-addd-a670c191ef7c" providerId="ADAL" clId="{C9902785-F06B-A548-9813-D3AE98CA83E9}" dt="2022-06-20T02:13:07.421" v="164" actId="6549"/>
          <ac:spMkLst>
            <pc:docMk/>
            <pc:sldMk cId="1632588312" sldId="534"/>
            <ac:spMk id="2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40.688" v="38" actId="478"/>
          <ac:spMkLst>
            <pc:docMk/>
            <pc:sldMk cId="1632588312" sldId="534"/>
            <ac:spMk id="25" creationId="{72542FA7-2743-F3CE-D8EE-94C5419241FE}"/>
          </ac:spMkLst>
        </pc:spChg>
        <pc:spChg chg="del">
          <ac:chgData name="Hieu Do" userId="8091c26b-a61d-4e97-addd-a670c191ef7c" providerId="ADAL" clId="{C9902785-F06B-A548-9813-D3AE98CA83E9}" dt="2022-06-20T02:05:42.963" v="39" actId="478"/>
          <ac:spMkLst>
            <pc:docMk/>
            <pc:sldMk cId="1632588312" sldId="534"/>
            <ac:spMk id="26" creationId="{C1EE2E60-C2D6-C538-3FF2-D5E03BDD0056}"/>
          </ac:spMkLst>
        </pc:spChg>
        <pc:grpChg chg="add mod">
          <ac:chgData name="Hieu Do" userId="8091c26b-a61d-4e97-addd-a670c191ef7c" providerId="ADAL" clId="{C9902785-F06B-A548-9813-D3AE98CA83E9}" dt="2022-06-20T02:32:45.196" v="315" actId="1036"/>
          <ac:grpSpMkLst>
            <pc:docMk/>
            <pc:sldMk cId="1632588312" sldId="534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31:52.540" v="303" actId="1035"/>
          <ac:picMkLst>
            <pc:docMk/>
            <pc:sldMk cId="1632588312" sldId="534"/>
            <ac:picMk id="15" creationId="{D9637473-F57D-DF8A-3277-E5D05E28287F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6" creationId="{BF46560D-04ED-6F20-AB48-190209AC3C66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7" creationId="{E16CC99B-9BEC-10CE-658F-D90CCEFDD444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8:08.244" v="2978" actId="20577"/>
        <pc:sldMkLst>
          <pc:docMk/>
          <pc:sldMk cId="3797559898" sldId="535"/>
        </pc:sldMkLst>
        <pc:spChg chg="del">
          <ac:chgData name="Hieu Do" userId="8091c26b-a61d-4e97-addd-a670c191ef7c" providerId="ADAL" clId="{C9902785-F06B-A548-9813-D3AE98CA83E9}" dt="2022-06-20T02:34:58.952" v="348" actId="478"/>
          <ac:spMkLst>
            <pc:docMk/>
            <pc:sldMk cId="3797559898" sldId="535"/>
            <ac:spMk id="2" creationId="{A52B815E-735D-39D1-4D8B-6ED971B35263}"/>
          </ac:spMkLst>
        </pc:spChg>
        <pc:spChg chg="add mod">
          <ac:chgData name="Hieu Do" userId="8091c26b-a61d-4e97-addd-a670c191ef7c" providerId="ADAL" clId="{C9902785-F06B-A548-9813-D3AE98CA83E9}" dt="2022-06-20T03:30:38.552" v="1500" actId="1038"/>
          <ac:spMkLst>
            <pc:docMk/>
            <pc:sldMk cId="3797559898" sldId="535"/>
            <ac:spMk id="5" creationId="{7973F630-03A2-FA95-93B6-0BB8312D901D}"/>
          </ac:spMkLst>
        </pc:spChg>
        <pc:spChg chg="del">
          <ac:chgData name="Hieu Do" userId="8091c26b-a61d-4e97-addd-a670c191ef7c" providerId="ADAL" clId="{C9902785-F06B-A548-9813-D3AE98CA83E9}" dt="2022-06-20T02:35:00.150" v="349" actId="478"/>
          <ac:spMkLst>
            <pc:docMk/>
            <pc:sldMk cId="3797559898" sldId="535"/>
            <ac:spMk id="7" creationId="{3969CD7A-D51A-E798-58D8-658848B422C8}"/>
          </ac:spMkLst>
        </pc:spChg>
        <pc:spChg chg="del">
          <ac:chgData name="Hieu Do" userId="8091c26b-a61d-4e97-addd-a670c191ef7c" providerId="ADAL" clId="{C9902785-F06B-A548-9813-D3AE98CA83E9}" dt="2022-06-20T02:34:55.803" v="347" actId="478"/>
          <ac:spMkLst>
            <pc:docMk/>
            <pc:sldMk cId="3797559898" sldId="535"/>
            <ac:spMk id="8" creationId="{69C20EB9-BCE6-D413-AC0B-FF29ECCA1EFE}"/>
          </ac:spMkLst>
        </pc:spChg>
        <pc:spChg chg="del">
          <ac:chgData name="Hieu Do" userId="8091c26b-a61d-4e97-addd-a670c191ef7c" providerId="ADAL" clId="{C9902785-F06B-A548-9813-D3AE98CA83E9}" dt="2022-06-20T02:35:05.032" v="352" actId="478"/>
          <ac:spMkLst>
            <pc:docMk/>
            <pc:sldMk cId="3797559898" sldId="535"/>
            <ac:spMk id="11" creationId="{5F844C01-9E2F-92F1-B1F4-0BC16D9B5004}"/>
          </ac:spMkLst>
        </pc:spChg>
        <pc:spChg chg="del">
          <ac:chgData name="Hieu Do" userId="8091c26b-a61d-4e97-addd-a670c191ef7c" providerId="ADAL" clId="{C9902785-F06B-A548-9813-D3AE98CA83E9}" dt="2022-06-20T02:35:02.847" v="351" actId="478"/>
          <ac:spMkLst>
            <pc:docMk/>
            <pc:sldMk cId="3797559898" sldId="535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7:07:49.884" v="2914" actId="1076"/>
          <ac:spMkLst>
            <pc:docMk/>
            <pc:sldMk cId="3797559898" sldId="535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28:03.174" v="1485" actId="1037"/>
          <ac:spMkLst>
            <pc:docMk/>
            <pc:sldMk cId="3797559898" sldId="535"/>
            <ac:spMk id="20" creationId="{008F2B62-0F87-F790-2538-D038DC1C440C}"/>
          </ac:spMkLst>
        </pc:spChg>
        <pc:spChg chg="add mod">
          <ac:chgData name="Hieu Do" userId="8091c26b-a61d-4e97-addd-a670c191ef7c" providerId="ADAL" clId="{C9902785-F06B-A548-9813-D3AE98CA83E9}" dt="2022-06-20T03:06:24.327" v="1173" actId="115"/>
          <ac:spMkLst>
            <pc:docMk/>
            <pc:sldMk cId="3797559898" sldId="535"/>
            <ac:spMk id="21" creationId="{581BEF06-5D6A-7304-B8D2-1F5B9BFC830D}"/>
          </ac:spMkLst>
        </pc:spChg>
        <pc:spChg chg="add mod">
          <ac:chgData name="Hieu Do" userId="8091c26b-a61d-4e97-addd-a670c191ef7c" providerId="ADAL" clId="{C9902785-F06B-A548-9813-D3AE98CA83E9}" dt="2022-06-20T03:09:52.658" v="1284" actId="1076"/>
          <ac:spMkLst>
            <pc:docMk/>
            <pc:sldMk cId="3797559898" sldId="535"/>
            <ac:spMk id="22" creationId="{D171496F-28CC-57C9-D764-2AF2B3FB6188}"/>
          </ac:spMkLst>
        </pc:spChg>
        <pc:spChg chg="add mod">
          <ac:chgData name="Hieu Do" userId="8091c26b-a61d-4e97-addd-a670c191ef7c" providerId="ADAL" clId="{C9902785-F06B-A548-9813-D3AE98CA83E9}" dt="2022-06-20T03:09:44.192" v="1282" actId="1038"/>
          <ac:spMkLst>
            <pc:docMk/>
            <pc:sldMk cId="3797559898" sldId="535"/>
            <ac:spMk id="23" creationId="{114BA031-C827-CA8E-50AA-5C3839AB776A}"/>
          </ac:spMkLst>
        </pc:spChg>
        <pc:spChg chg="mod">
          <ac:chgData name="Hieu Do" userId="8091c26b-a61d-4e97-addd-a670c191ef7c" providerId="ADAL" clId="{C9902785-F06B-A548-9813-D3AE98CA83E9}" dt="2022-06-20T07:08:08.244" v="2978" actId="20577"/>
          <ac:spMkLst>
            <pc:docMk/>
            <pc:sldMk cId="3797559898" sldId="535"/>
            <ac:spMk id="2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09:39.002" v="1277" actId="1035"/>
          <ac:spMkLst>
            <pc:docMk/>
            <pc:sldMk cId="3797559898" sldId="535"/>
            <ac:spMk id="25" creationId="{B71561E6-430A-D0A0-11FF-82FE37EDADDC}"/>
          </ac:spMkLst>
        </pc:spChg>
        <pc:spChg chg="add mod">
          <ac:chgData name="Hieu Do" userId="8091c26b-a61d-4e97-addd-a670c191ef7c" providerId="ADAL" clId="{C9902785-F06B-A548-9813-D3AE98CA83E9}" dt="2022-06-20T03:07:47.925" v="1224" actId="1076"/>
          <ac:spMkLst>
            <pc:docMk/>
            <pc:sldMk cId="3797559898" sldId="535"/>
            <ac:spMk id="26" creationId="{9C17EBFF-4639-3A57-4FBB-D0E02497E419}"/>
          </ac:spMkLst>
        </pc:spChg>
        <pc:spChg chg="add mod">
          <ac:chgData name="Hieu Do" userId="8091c26b-a61d-4e97-addd-a670c191ef7c" providerId="ADAL" clId="{C9902785-F06B-A548-9813-D3AE98CA83E9}" dt="2022-06-20T03:09:00.840" v="1270" actId="1076"/>
          <ac:spMkLst>
            <pc:docMk/>
            <pc:sldMk cId="3797559898" sldId="535"/>
            <ac:spMk id="27" creationId="{C658D9F5-2EFF-F5ED-4DF8-26A412AFBB0F}"/>
          </ac:spMkLst>
        </pc:spChg>
        <pc:grpChg chg="del">
          <ac:chgData name="Hieu Do" userId="8091c26b-a61d-4e97-addd-a670c191ef7c" providerId="ADAL" clId="{C9902785-F06B-A548-9813-D3AE98CA83E9}" dt="2022-06-20T02:35:00.920" v="350" actId="478"/>
          <ac:grpSpMkLst>
            <pc:docMk/>
            <pc:sldMk cId="3797559898" sldId="535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59:43.633" v="952" actId="14100"/>
          <ac:picMkLst>
            <pc:docMk/>
            <pc:sldMk cId="3797559898" sldId="535"/>
            <ac:picMk id="18" creationId="{C1AFF280-B24B-08C6-6806-A36E2BA1EE1A}"/>
          </ac:picMkLst>
        </pc:picChg>
        <pc:picChg chg="add mod">
          <ac:chgData name="Hieu Do" userId="8091c26b-a61d-4e97-addd-a670c191ef7c" providerId="ADAL" clId="{C9902785-F06B-A548-9813-D3AE98CA83E9}" dt="2022-06-20T02:59:12.853" v="948" actId="1076"/>
          <ac:picMkLst>
            <pc:docMk/>
            <pc:sldMk cId="3797559898" sldId="535"/>
            <ac:picMk id="28" creationId="{5A3C2C04-927E-5237-8E64-B23D26195910}"/>
          </ac:picMkLst>
        </pc:picChg>
        <pc:picChg chg="add mod">
          <ac:chgData name="Hieu Do" userId="8091c26b-a61d-4e97-addd-a670c191ef7c" providerId="ADAL" clId="{C9902785-F06B-A548-9813-D3AE98CA83E9}" dt="2022-06-20T03:07:49.801" v="1225" actId="1076"/>
          <ac:picMkLst>
            <pc:docMk/>
            <pc:sldMk cId="3797559898" sldId="535"/>
            <ac:picMk id="29" creationId="{3D910568-5FFF-29F6-FA16-79DCF04DA7E6}"/>
          </ac:picMkLst>
        </pc:picChg>
        <pc:picChg chg="add mod">
          <ac:chgData name="Hieu Do" userId="8091c26b-a61d-4e97-addd-a670c191ef7c" providerId="ADAL" clId="{C9902785-F06B-A548-9813-D3AE98CA83E9}" dt="2022-06-20T02:55:45.240" v="823"/>
          <ac:picMkLst>
            <pc:docMk/>
            <pc:sldMk cId="3797559898" sldId="535"/>
            <ac:picMk id="30" creationId="{DB1D00D5-BFF7-E80C-D86E-51FCE637CFA4}"/>
          </ac:picMkLst>
        </pc:picChg>
      </pc:sldChg>
      <pc:sldChg chg="del">
        <pc:chgData name="Hieu Do" userId="8091c26b-a61d-4e97-addd-a670c191ef7c" providerId="ADAL" clId="{C9902785-F06B-A548-9813-D3AE98CA83E9}" dt="2022-06-20T02:04:32.527" v="0" actId="2696"/>
        <pc:sldMkLst>
          <pc:docMk/>
          <pc:sldMk cId="479427900" sldId="536"/>
        </pc:sldMkLst>
      </pc:sldChg>
      <pc:sldChg chg="addSp delSp modSp add mod">
        <pc:chgData name="Hieu Do" userId="8091c26b-a61d-4e97-addd-a670c191ef7c" providerId="ADAL" clId="{C9902785-F06B-A548-9813-D3AE98CA83E9}" dt="2022-06-20T07:08:24.820" v="2980"/>
        <pc:sldMkLst>
          <pc:docMk/>
          <pc:sldMk cId="2707577957" sldId="536"/>
        </pc:sldMkLst>
        <pc:spChg chg="add mod">
          <ac:chgData name="Hieu Do" userId="8091c26b-a61d-4e97-addd-a670c191ef7c" providerId="ADAL" clId="{C9902785-F06B-A548-9813-D3AE98CA83E9}" dt="2022-06-20T03:34:16.688" v="1613" actId="1076"/>
          <ac:spMkLst>
            <pc:docMk/>
            <pc:sldMk cId="2707577957" sldId="536"/>
            <ac:spMk id="2" creationId="{5F1154BE-93C3-782A-70ED-BA11D127A91B}"/>
          </ac:spMkLst>
        </pc:spChg>
        <pc:spChg chg="add del mod">
          <ac:chgData name="Hieu Do" userId="8091c26b-a61d-4e97-addd-a670c191ef7c" providerId="ADAL" clId="{C9902785-F06B-A548-9813-D3AE98CA83E9}" dt="2022-06-20T07:08:24.199" v="2979" actId="478"/>
          <ac:spMkLst>
            <pc:docMk/>
            <pc:sldMk cId="2707577957" sldId="536"/>
            <ac:spMk id="6" creationId="{BBDA92D8-A95A-3795-8CE8-797001118350}"/>
          </ac:spMkLst>
        </pc:spChg>
        <pc:spChg chg="add mod">
          <ac:chgData name="Hieu Do" userId="8091c26b-a61d-4e97-addd-a670c191ef7c" providerId="ADAL" clId="{C9902785-F06B-A548-9813-D3AE98CA83E9}" dt="2022-06-20T03:24:45.198" v="1452" actId="403"/>
          <ac:spMkLst>
            <pc:docMk/>
            <pc:sldMk cId="2707577957" sldId="536"/>
            <ac:spMk id="7" creationId="{1BDB8C74-8AE7-BFE3-9775-A49373DA9323}"/>
          </ac:spMkLst>
        </pc:spChg>
        <pc:spChg chg="add mod">
          <ac:chgData name="Hieu Do" userId="8091c26b-a61d-4e97-addd-a670c191ef7c" providerId="ADAL" clId="{C9902785-F06B-A548-9813-D3AE98CA83E9}" dt="2022-06-20T03:24:54.841" v="1453" actId="2711"/>
          <ac:spMkLst>
            <pc:docMk/>
            <pc:sldMk cId="2707577957" sldId="536"/>
            <ac:spMk id="8" creationId="{950001B9-1EA0-0E86-66CD-31CF00CE0F24}"/>
          </ac:spMkLst>
        </pc:spChg>
        <pc:spChg chg="add mod">
          <ac:chgData name="Hieu Do" userId="8091c26b-a61d-4e97-addd-a670c191ef7c" providerId="ADAL" clId="{C9902785-F06B-A548-9813-D3AE98CA83E9}" dt="2022-06-20T03:26:09.691" v="1468" actId="20577"/>
          <ac:spMkLst>
            <pc:docMk/>
            <pc:sldMk cId="2707577957" sldId="536"/>
            <ac:spMk id="11" creationId="{B3C9C48C-9422-A462-AF24-F77F3887B026}"/>
          </ac:spMkLst>
        </pc:spChg>
        <pc:spChg chg="add mod">
          <ac:chgData name="Hieu Do" userId="8091c26b-a61d-4e97-addd-a670c191ef7c" providerId="ADAL" clId="{C9902785-F06B-A548-9813-D3AE98CA83E9}" dt="2022-06-20T07:08:24.820" v="2980"/>
          <ac:spMkLst>
            <pc:docMk/>
            <pc:sldMk cId="2707577957" sldId="536"/>
            <ac:spMk id="13" creationId="{64FE1033-314B-FE62-EC6C-5838723BA07D}"/>
          </ac:spMkLst>
        </pc:spChg>
        <pc:spChg chg="del">
          <ac:chgData name="Hieu Do" userId="8091c26b-a61d-4e97-addd-a670c191ef7c" providerId="ADAL" clId="{C9902785-F06B-A548-9813-D3AE98CA83E9}" dt="2022-06-20T03:10:55.839" v="1285" actId="478"/>
          <ac:spMkLst>
            <pc:docMk/>
            <pc:sldMk cId="2707577957" sldId="536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24:14.488" v="1448" actId="1076"/>
          <ac:picMkLst>
            <pc:docMk/>
            <pc:sldMk cId="2707577957" sldId="536"/>
            <ac:picMk id="9" creationId="{172B5FD8-2A1D-3070-9695-C8B3D16EA6B4}"/>
          </ac:picMkLst>
        </pc:picChg>
        <pc:picChg chg="add mod">
          <ac:chgData name="Hieu Do" userId="8091c26b-a61d-4e97-addd-a670c191ef7c" providerId="ADAL" clId="{C9902785-F06B-A548-9813-D3AE98CA83E9}" dt="2022-06-20T03:25:58.089" v="1462" actId="1076"/>
          <ac:picMkLst>
            <pc:docMk/>
            <pc:sldMk cId="2707577957" sldId="536"/>
            <ac:picMk id="10" creationId="{47AE4D98-7BBD-BD95-2976-32F611603CDD}"/>
          </ac:picMkLst>
        </pc:picChg>
      </pc:sldChg>
      <pc:sldChg chg="del">
        <pc:chgData name="Hieu Do" userId="8091c26b-a61d-4e97-addd-a670c191ef7c" providerId="ADAL" clId="{C9902785-F06B-A548-9813-D3AE98CA83E9}" dt="2022-06-20T02:04:35.866" v="3" actId="2696"/>
        <pc:sldMkLst>
          <pc:docMk/>
          <pc:sldMk cId="453114556" sldId="537"/>
        </pc:sldMkLst>
      </pc:sldChg>
      <pc:sldChg chg="addSp delSp modSp add mod delAnim modAnim">
        <pc:chgData name="Hieu Do" userId="8091c26b-a61d-4e97-addd-a670c191ef7c" providerId="ADAL" clId="{C9902785-F06B-A548-9813-D3AE98CA83E9}" dt="2022-06-20T07:09:06.609" v="3058" actId="1035"/>
        <pc:sldMkLst>
          <pc:docMk/>
          <pc:sldMk cId="1787656675" sldId="537"/>
        </pc:sldMkLst>
        <pc:spChg chg="add mod">
          <ac:chgData name="Hieu Do" userId="8091c26b-a61d-4e97-addd-a670c191ef7c" providerId="ADAL" clId="{C9902785-F06B-A548-9813-D3AE98CA83E9}" dt="2022-06-20T03:44:16.424" v="1838" actId="1076"/>
          <ac:spMkLst>
            <pc:docMk/>
            <pc:sldMk cId="1787656675" sldId="537"/>
            <ac:spMk id="2" creationId="{F082005C-8CFD-AF72-7E78-ADEE969610BB}"/>
          </ac:spMkLst>
        </pc:spChg>
        <pc:spChg chg="add mod">
          <ac:chgData name="Hieu Do" userId="8091c26b-a61d-4e97-addd-a670c191ef7c" providerId="ADAL" clId="{C9902785-F06B-A548-9813-D3AE98CA83E9}" dt="2022-06-20T03:44:11.703" v="1837" actId="1076"/>
          <ac:spMkLst>
            <pc:docMk/>
            <pc:sldMk cId="1787656675" sldId="537"/>
            <ac:spMk id="3" creationId="{E8F8B92C-8A40-3BCF-FEEF-215C1907B334}"/>
          </ac:spMkLst>
        </pc:spChg>
        <pc:spChg chg="add mod">
          <ac:chgData name="Hieu Do" userId="8091c26b-a61d-4e97-addd-a670c191ef7c" providerId="ADAL" clId="{C9902785-F06B-A548-9813-D3AE98CA83E9}" dt="2022-06-20T03:45:11.967" v="1844" actId="113"/>
          <ac:spMkLst>
            <pc:docMk/>
            <pc:sldMk cId="1787656675" sldId="537"/>
            <ac:spMk id="5" creationId="{AA68F669-3182-2A72-CC75-49BC23956373}"/>
          </ac:spMkLst>
        </pc:spChg>
        <pc:spChg chg="add mod">
          <ac:chgData name="Hieu Do" userId="8091c26b-a61d-4e97-addd-a670c191ef7c" providerId="ADAL" clId="{C9902785-F06B-A548-9813-D3AE98CA83E9}" dt="2022-06-20T07:08:56.651" v="3052" actId="20577"/>
          <ac:spMkLst>
            <pc:docMk/>
            <pc:sldMk cId="1787656675" sldId="537"/>
            <ac:spMk id="6" creationId="{EC68ECC6-602F-06EB-5C2E-5FACCF2AF9D3}"/>
          </ac:spMkLst>
        </pc:spChg>
        <pc:spChg chg="add mod">
          <ac:chgData name="Hieu Do" userId="8091c26b-a61d-4e97-addd-a670c191ef7c" providerId="ADAL" clId="{C9902785-F06B-A548-9813-D3AE98CA83E9}" dt="2022-06-20T03:41:47.890" v="1786" actId="1076"/>
          <ac:spMkLst>
            <pc:docMk/>
            <pc:sldMk cId="1787656675" sldId="537"/>
            <ac:spMk id="7" creationId="{BE6A09D6-5C0A-9F02-AD94-2FB400427D84}"/>
          </ac:spMkLst>
        </pc:spChg>
        <pc:spChg chg="add mod">
          <ac:chgData name="Hieu Do" userId="8091c26b-a61d-4e97-addd-a670c191ef7c" providerId="ADAL" clId="{C9902785-F06B-A548-9813-D3AE98CA83E9}" dt="2022-06-20T04:10:39.526" v="2207" actId="207"/>
          <ac:spMkLst>
            <pc:docMk/>
            <pc:sldMk cId="1787656675" sldId="537"/>
            <ac:spMk id="13" creationId="{D17D50EE-CA1F-2521-50B0-168D76F0ED34}"/>
          </ac:spMkLst>
        </pc:spChg>
        <pc:spChg chg="mod">
          <ac:chgData name="Hieu Do" userId="8091c26b-a61d-4e97-addd-a670c191ef7c" providerId="ADAL" clId="{C9902785-F06B-A548-9813-D3AE98CA83E9}" dt="2022-06-20T07:09:06.609" v="3058" actId="1035"/>
          <ac:spMkLst>
            <pc:docMk/>
            <pc:sldMk cId="1787656675" sldId="537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4:10:42.965" v="2208" actId="207"/>
          <ac:spMkLst>
            <pc:docMk/>
            <pc:sldMk cId="1787656675" sldId="537"/>
            <ac:spMk id="15" creationId="{3995C064-7E65-D028-61D5-E7E2A7F647A8}"/>
          </ac:spMkLst>
        </pc:spChg>
        <pc:spChg chg="add mod">
          <ac:chgData name="Hieu Do" userId="8091c26b-a61d-4e97-addd-a670c191ef7c" providerId="ADAL" clId="{C9902785-F06B-A548-9813-D3AE98CA83E9}" dt="2022-06-20T03:47:55.985" v="1883" actId="20577"/>
          <ac:spMkLst>
            <pc:docMk/>
            <pc:sldMk cId="1787656675" sldId="537"/>
            <ac:spMk id="16" creationId="{7D4D7418-7237-B9F6-6BDC-104F73E96DA3}"/>
          </ac:spMkLst>
        </pc:spChg>
        <pc:spChg chg="add mod">
          <ac:chgData name="Hieu Do" userId="8091c26b-a61d-4e97-addd-a670c191ef7c" providerId="ADAL" clId="{C9902785-F06B-A548-9813-D3AE98CA83E9}" dt="2022-06-20T03:46:55.180" v="1855" actId="1076"/>
          <ac:spMkLst>
            <pc:docMk/>
            <pc:sldMk cId="1787656675" sldId="537"/>
            <ac:spMk id="17" creationId="{345AB2D6-4ED1-4BF7-5C9E-80ACC3940CD9}"/>
          </ac:spMkLst>
        </pc:spChg>
        <pc:spChg chg="add del mod">
          <ac:chgData name="Hieu Do" userId="8091c26b-a61d-4e97-addd-a670c191ef7c" providerId="ADAL" clId="{C9902785-F06B-A548-9813-D3AE98CA83E9}" dt="2022-06-20T03:46:01.618" v="1847" actId="478"/>
          <ac:spMkLst>
            <pc:docMk/>
            <pc:sldMk cId="1787656675" sldId="537"/>
            <ac:spMk id="18" creationId="{B98C61BB-B1EA-0315-0E01-89DA9FD3DAE6}"/>
          </ac:spMkLst>
        </pc:spChg>
        <pc:spChg chg="add mod">
          <ac:chgData name="Hieu Do" userId="8091c26b-a61d-4e97-addd-a670c191ef7c" providerId="ADAL" clId="{C9902785-F06B-A548-9813-D3AE98CA83E9}" dt="2022-06-20T03:47:59.449" v="1885" actId="20577"/>
          <ac:spMkLst>
            <pc:docMk/>
            <pc:sldMk cId="1787656675" sldId="537"/>
            <ac:spMk id="20" creationId="{226E8FCD-29D3-F970-F32A-8E269275E2AC}"/>
          </ac:spMkLst>
        </pc:spChg>
        <pc:spChg chg="add mod">
          <ac:chgData name="Hieu Do" userId="8091c26b-a61d-4e97-addd-a670c191ef7c" providerId="ADAL" clId="{C9902785-F06B-A548-9813-D3AE98CA83E9}" dt="2022-06-20T03:48:16.533" v="1890" actId="20577"/>
          <ac:spMkLst>
            <pc:docMk/>
            <pc:sldMk cId="1787656675" sldId="537"/>
            <ac:spMk id="21" creationId="{D8F6D553-7292-2A3F-974F-B4C135AE21B8}"/>
          </ac:spMkLst>
        </pc:spChg>
        <pc:spChg chg="del">
          <ac:chgData name="Hieu Do" userId="8091c26b-a61d-4e97-addd-a670c191ef7c" providerId="ADAL" clId="{C9902785-F06B-A548-9813-D3AE98CA83E9}" dt="2022-06-20T03:30:08.928" v="1486" actId="478"/>
          <ac:spMkLst>
            <pc:docMk/>
            <pc:sldMk cId="1787656675" sldId="537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42:00.596" v="1789" actId="1076"/>
          <ac:picMkLst>
            <pc:docMk/>
            <pc:sldMk cId="1787656675" sldId="537"/>
            <ac:picMk id="11" creationId="{AAC12C47-9103-22CE-81C4-6D0A64DA3492}"/>
          </ac:picMkLst>
        </pc:picChg>
        <pc:picChg chg="add mod">
          <ac:chgData name="Hieu Do" userId="8091c26b-a61d-4e97-addd-a670c191ef7c" providerId="ADAL" clId="{C9902785-F06B-A548-9813-D3AE98CA83E9}" dt="2022-06-20T04:10:48.212" v="2212" actId="1038"/>
          <ac:picMkLst>
            <pc:docMk/>
            <pc:sldMk cId="1787656675" sldId="537"/>
            <ac:picMk id="12" creationId="{372DC767-49BD-8E32-4D30-616D119A72E7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9:35.771" v="3061" actId="20577"/>
        <pc:sldMkLst>
          <pc:docMk/>
          <pc:sldMk cId="916353257" sldId="538"/>
        </pc:sldMkLst>
        <pc:spChg chg="add mod">
          <ac:chgData name="Hieu Do" userId="8091c26b-a61d-4e97-addd-a670c191ef7c" providerId="ADAL" clId="{C9902785-F06B-A548-9813-D3AE98CA83E9}" dt="2022-06-20T07:09:35.771" v="3061" actId="20577"/>
          <ac:spMkLst>
            <pc:docMk/>
            <pc:sldMk cId="916353257" sldId="538"/>
            <ac:spMk id="6" creationId="{6CED21B1-78B8-0FF7-658B-DCDB63599B08}"/>
          </ac:spMkLst>
        </pc:spChg>
        <pc:spChg chg="add mod">
          <ac:chgData name="Hieu Do" userId="8091c26b-a61d-4e97-addd-a670c191ef7c" providerId="ADAL" clId="{C9902785-F06B-A548-9813-D3AE98CA83E9}" dt="2022-06-20T06:35:03.383" v="2299" actId="20577"/>
          <ac:spMkLst>
            <pc:docMk/>
            <pc:sldMk cId="916353257" sldId="538"/>
            <ac:spMk id="7" creationId="{8AEAED07-4086-26DD-782E-5FC43AF7000B}"/>
          </ac:spMkLst>
        </pc:spChg>
        <pc:spChg chg="add mod">
          <ac:chgData name="Hieu Do" userId="8091c26b-a61d-4e97-addd-a670c191ef7c" providerId="ADAL" clId="{C9902785-F06B-A548-9813-D3AE98CA83E9}" dt="2022-06-20T07:07:32.349" v="2912" actId="1076"/>
          <ac:spMkLst>
            <pc:docMk/>
            <pc:sldMk cId="916353257" sldId="538"/>
            <ac:spMk id="8" creationId="{25901A83-3868-3916-87DF-7C86962AAFD4}"/>
          </ac:spMkLst>
        </pc:spChg>
        <pc:spChg chg="add mod">
          <ac:chgData name="Hieu Do" userId="8091c26b-a61d-4e97-addd-a670c191ef7c" providerId="ADAL" clId="{C9902785-F06B-A548-9813-D3AE98CA83E9}" dt="2022-06-20T04:09:47.171" v="2206" actId="1076"/>
          <ac:spMkLst>
            <pc:docMk/>
            <pc:sldMk cId="916353257" sldId="538"/>
            <ac:spMk id="9" creationId="{28D1C83F-C229-0A3F-7550-038EFC4D43A5}"/>
          </ac:spMkLst>
        </pc:spChg>
        <pc:spChg chg="del">
          <ac:chgData name="Hieu Do" userId="8091c26b-a61d-4e97-addd-a670c191ef7c" providerId="ADAL" clId="{C9902785-F06B-A548-9813-D3AE98CA83E9}" dt="2022-06-20T03:53:08.404" v="1902" actId="478"/>
          <ac:spMkLst>
            <pc:docMk/>
            <pc:sldMk cId="916353257" sldId="538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3.377" v="1" actId="2696"/>
        <pc:sldMkLst>
          <pc:docMk/>
          <pc:sldMk cId="2601966689" sldId="538"/>
        </pc:sldMkLst>
      </pc:sldChg>
      <pc:sldChg chg="addSp modSp add mod">
        <pc:chgData name="Hieu Do" userId="8091c26b-a61d-4e97-addd-a670c191ef7c" providerId="ADAL" clId="{C9902785-F06B-A548-9813-D3AE98CA83E9}" dt="2022-06-20T08:00:34.196" v="4189" actId="115"/>
        <pc:sldMkLst>
          <pc:docMk/>
          <pc:sldMk cId="182321172" sldId="539"/>
        </pc:sldMkLst>
        <pc:spChg chg="add mod">
          <ac:chgData name="Hieu Do" userId="8091c26b-a61d-4e97-addd-a670c191ef7c" providerId="ADAL" clId="{C9902785-F06B-A548-9813-D3AE98CA83E9}" dt="2022-06-20T07:59:25.640" v="4179" actId="1076"/>
          <ac:spMkLst>
            <pc:docMk/>
            <pc:sldMk cId="182321172" sldId="539"/>
            <ac:spMk id="6" creationId="{59E7EA7E-4C37-CFA7-8C92-DF852D3B872C}"/>
          </ac:spMkLst>
        </pc:spChg>
        <pc:spChg chg="add mod">
          <ac:chgData name="Hieu Do" userId="8091c26b-a61d-4e97-addd-a670c191ef7c" providerId="ADAL" clId="{C9902785-F06B-A548-9813-D3AE98CA83E9}" dt="2022-06-20T07:59:29.468" v="4180" actId="1076"/>
          <ac:spMkLst>
            <pc:docMk/>
            <pc:sldMk cId="182321172" sldId="539"/>
            <ac:spMk id="7" creationId="{65EA8776-FB6F-6D9A-14EE-6E72BD4A375A}"/>
          </ac:spMkLst>
        </pc:spChg>
        <pc:spChg chg="add mod">
          <ac:chgData name="Hieu Do" userId="8091c26b-a61d-4e97-addd-a670c191ef7c" providerId="ADAL" clId="{C9902785-F06B-A548-9813-D3AE98CA83E9}" dt="2022-06-20T08:00:07.351" v="4185" actId="115"/>
          <ac:spMkLst>
            <pc:docMk/>
            <pc:sldMk cId="182321172" sldId="539"/>
            <ac:spMk id="8" creationId="{E95EB06B-AEEA-4203-1C3C-8BE459C197B9}"/>
          </ac:spMkLst>
        </pc:spChg>
        <pc:spChg chg="add mod">
          <ac:chgData name="Hieu Do" userId="8091c26b-a61d-4e97-addd-a670c191ef7c" providerId="ADAL" clId="{C9902785-F06B-A548-9813-D3AE98CA83E9}" dt="2022-06-20T07:59:38.667" v="4182" actId="1076"/>
          <ac:spMkLst>
            <pc:docMk/>
            <pc:sldMk cId="182321172" sldId="539"/>
            <ac:spMk id="9" creationId="{4EC3A887-587E-DF09-EB01-A93EDA252B3B}"/>
          </ac:spMkLst>
        </pc:spChg>
        <pc:spChg chg="add mod">
          <ac:chgData name="Hieu Do" userId="8091c26b-a61d-4e97-addd-a670c191ef7c" providerId="ADAL" clId="{C9902785-F06B-A548-9813-D3AE98CA83E9}" dt="2022-06-20T08:00:34.196" v="4189" actId="115"/>
          <ac:spMkLst>
            <pc:docMk/>
            <pc:sldMk cId="182321172" sldId="539"/>
            <ac:spMk id="10" creationId="{4624013E-41BC-7835-7948-64287D8B5CD2}"/>
          </ac:spMkLst>
        </pc:spChg>
        <pc:spChg chg="mod">
          <ac:chgData name="Hieu Do" userId="8091c26b-a61d-4e97-addd-a670c191ef7c" providerId="ADAL" clId="{C9902785-F06B-A548-9813-D3AE98CA83E9}" dt="2022-06-20T07:11:30.895" v="3222" actId="20577"/>
          <ac:spMkLst>
            <pc:docMk/>
            <pc:sldMk cId="182321172" sldId="539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5.630" v="2" actId="2696"/>
        <pc:sldMkLst>
          <pc:docMk/>
          <pc:sldMk cId="1730692921" sldId="539"/>
        </pc:sldMkLst>
      </pc:sldChg>
      <pc:sldChg chg="del">
        <pc:chgData name="Hieu Do" userId="8091c26b-a61d-4e97-addd-a670c191ef7c" providerId="ADAL" clId="{C9902785-F06B-A548-9813-D3AE98CA83E9}" dt="2022-06-20T02:04:36.569" v="6" actId="2696"/>
        <pc:sldMkLst>
          <pc:docMk/>
          <pc:sldMk cId="2628323466" sldId="540"/>
        </pc:sldMkLst>
      </pc:sldChg>
      <pc:sldChg chg="addSp delSp modSp add mod">
        <pc:chgData name="Hieu Do" userId="8091c26b-a61d-4e97-addd-a670c191ef7c" providerId="ADAL" clId="{C9902785-F06B-A548-9813-D3AE98CA83E9}" dt="2022-06-20T07:10:39.789" v="3130" actId="20577"/>
        <pc:sldMkLst>
          <pc:docMk/>
          <pc:sldMk cId="2957382706" sldId="540"/>
        </pc:sldMkLst>
        <pc:spChg chg="add mod">
          <ac:chgData name="Hieu Do" userId="8091c26b-a61d-4e97-addd-a670c191ef7c" providerId="ADAL" clId="{C9902785-F06B-A548-9813-D3AE98CA83E9}" dt="2022-06-20T06:42:45.016" v="2561" actId="207"/>
          <ac:spMkLst>
            <pc:docMk/>
            <pc:sldMk cId="2957382706" sldId="540"/>
            <ac:spMk id="7" creationId="{55AE45D5-4EF9-FAC1-55F7-FEFF252D7586}"/>
          </ac:spMkLst>
        </pc:spChg>
        <pc:spChg chg="add mod">
          <ac:chgData name="Hieu Do" userId="8091c26b-a61d-4e97-addd-a670c191ef7c" providerId="ADAL" clId="{C9902785-F06B-A548-9813-D3AE98CA83E9}" dt="2022-06-20T07:10:39.789" v="3130" actId="20577"/>
          <ac:spMkLst>
            <pc:docMk/>
            <pc:sldMk cId="2957382706" sldId="540"/>
            <ac:spMk id="8" creationId="{497B24E2-E5F8-5FA6-1471-354CB4C40663}"/>
          </ac:spMkLst>
        </pc:spChg>
        <pc:spChg chg="add mod">
          <ac:chgData name="Hieu Do" userId="8091c26b-a61d-4e97-addd-a670c191ef7c" providerId="ADAL" clId="{C9902785-F06B-A548-9813-D3AE98CA83E9}" dt="2022-06-20T06:45:15.971" v="2606" actId="255"/>
          <ac:spMkLst>
            <pc:docMk/>
            <pc:sldMk cId="2957382706" sldId="540"/>
            <ac:spMk id="9" creationId="{240EE13B-A554-DBDD-CB94-1FF038AD6067}"/>
          </ac:spMkLst>
        </pc:spChg>
        <pc:spChg chg="add mod">
          <ac:chgData name="Hieu Do" userId="8091c26b-a61d-4e97-addd-a670c191ef7c" providerId="ADAL" clId="{C9902785-F06B-A548-9813-D3AE98CA83E9}" dt="2022-06-20T06:54:08.932" v="2638" actId="114"/>
          <ac:spMkLst>
            <pc:docMk/>
            <pc:sldMk cId="2957382706" sldId="540"/>
            <ac:spMk id="10" creationId="{364D791F-FE63-F3F5-BC49-B7198F33CE86}"/>
          </ac:spMkLst>
        </pc:spChg>
        <pc:spChg chg="add mod">
          <ac:chgData name="Hieu Do" userId="8091c26b-a61d-4e97-addd-a670c191ef7c" providerId="ADAL" clId="{C9902785-F06B-A548-9813-D3AE98CA83E9}" dt="2022-06-20T06:59:44.224" v="2778" actId="114"/>
          <ac:spMkLst>
            <pc:docMk/>
            <pc:sldMk cId="2957382706" sldId="540"/>
            <ac:spMk id="11" creationId="{AE17DDDF-1007-B744-666B-E9B1220FFC3C}"/>
          </ac:spMkLst>
        </pc:spChg>
        <pc:spChg chg="add mod">
          <ac:chgData name="Hieu Do" userId="8091c26b-a61d-4e97-addd-a670c191ef7c" providerId="ADAL" clId="{C9902785-F06B-A548-9813-D3AE98CA83E9}" dt="2022-06-20T06:58:02.029" v="2708" actId="114"/>
          <ac:spMkLst>
            <pc:docMk/>
            <pc:sldMk cId="2957382706" sldId="540"/>
            <ac:spMk id="12" creationId="{6E774AAC-2051-336E-C91A-6F4B1432FED3}"/>
          </ac:spMkLst>
        </pc:spChg>
        <pc:spChg chg="add mod">
          <ac:chgData name="Hieu Do" userId="8091c26b-a61d-4e97-addd-a670c191ef7c" providerId="ADAL" clId="{C9902785-F06B-A548-9813-D3AE98CA83E9}" dt="2022-06-20T06:59:37.132" v="2776" actId="114"/>
          <ac:spMkLst>
            <pc:docMk/>
            <pc:sldMk cId="2957382706" sldId="540"/>
            <ac:spMk id="13" creationId="{7E8FF762-CEE2-0707-CF26-F8735C54399B}"/>
          </ac:spMkLst>
        </pc:spChg>
        <pc:spChg chg="add mod">
          <ac:chgData name="Hieu Do" userId="8091c26b-a61d-4e97-addd-a670c191ef7c" providerId="ADAL" clId="{C9902785-F06B-A548-9813-D3AE98CA83E9}" dt="2022-06-20T06:59:40.293" v="2777" actId="114"/>
          <ac:spMkLst>
            <pc:docMk/>
            <pc:sldMk cId="2957382706" sldId="540"/>
            <ac:spMk id="15" creationId="{34CDF40C-10EC-0DCC-5265-67724845BF5C}"/>
          </ac:spMkLst>
        </pc:spChg>
        <pc:spChg chg="add mod">
          <ac:chgData name="Hieu Do" userId="8091c26b-a61d-4e97-addd-a670c191ef7c" providerId="ADAL" clId="{C9902785-F06B-A548-9813-D3AE98CA83E9}" dt="2022-06-20T06:42:51.012" v="2562" actId="1076"/>
          <ac:spMkLst>
            <pc:docMk/>
            <pc:sldMk cId="2957382706" sldId="540"/>
            <ac:spMk id="16" creationId="{DD646A4C-6F5A-35DD-AC89-CC4CF8A126A9}"/>
          </ac:spMkLst>
        </pc:spChg>
        <pc:spChg chg="del">
          <ac:chgData name="Hieu Do" userId="8091c26b-a61d-4e97-addd-a670c191ef7c" providerId="ADAL" clId="{C9902785-F06B-A548-9813-D3AE98CA83E9}" dt="2022-06-20T04:14:41.031" v="2265" actId="478"/>
          <ac:spMkLst>
            <pc:docMk/>
            <pc:sldMk cId="2957382706" sldId="540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6:46:00.788" v="2607" actId="14100"/>
          <ac:picMkLst>
            <pc:docMk/>
            <pc:sldMk cId="2957382706" sldId="540"/>
            <ac:picMk id="6" creationId="{831966E5-670A-4A05-E59E-F0F734D5111F}"/>
          </ac:picMkLst>
        </pc:picChg>
      </pc:sldChg>
      <pc:sldChg chg="addSp modSp add mod">
        <pc:chgData name="Hieu Do" userId="8091c26b-a61d-4e97-addd-a670c191ef7c" providerId="ADAL" clId="{C9902785-F06B-A548-9813-D3AE98CA83E9}" dt="2022-06-20T08:25:55.444" v="5298" actId="1076"/>
        <pc:sldMkLst>
          <pc:docMk/>
          <pc:sldMk cId="1785046417" sldId="541"/>
        </pc:sldMkLst>
        <pc:spChg chg="add mod">
          <ac:chgData name="Hieu Do" userId="8091c26b-a61d-4e97-addd-a670c191ef7c" providerId="ADAL" clId="{C9902785-F06B-A548-9813-D3AE98CA83E9}" dt="2022-06-20T08:19:23.084" v="4825" actId="14100"/>
          <ac:spMkLst>
            <pc:docMk/>
            <pc:sldMk cId="1785046417" sldId="541"/>
            <ac:spMk id="6" creationId="{0FAB4308-EAD6-425D-4713-2FBEFCC1999F}"/>
          </ac:spMkLst>
        </pc:spChg>
        <pc:spChg chg="add mod">
          <ac:chgData name="Hieu Do" userId="8091c26b-a61d-4e97-addd-a670c191ef7c" providerId="ADAL" clId="{C9902785-F06B-A548-9813-D3AE98CA83E9}" dt="2022-06-20T08:21:11.855" v="4986" actId="20577"/>
          <ac:spMkLst>
            <pc:docMk/>
            <pc:sldMk cId="1785046417" sldId="541"/>
            <ac:spMk id="7" creationId="{5D131ABF-F3E5-BB0D-C00C-43DF8F9D6A3C}"/>
          </ac:spMkLst>
        </pc:spChg>
        <pc:spChg chg="add mod">
          <ac:chgData name="Hieu Do" userId="8091c26b-a61d-4e97-addd-a670c191ef7c" providerId="ADAL" clId="{C9902785-F06B-A548-9813-D3AE98CA83E9}" dt="2022-06-20T08:21:33.651" v="5024" actId="1036"/>
          <ac:spMkLst>
            <pc:docMk/>
            <pc:sldMk cId="1785046417" sldId="541"/>
            <ac:spMk id="8" creationId="{EC8FDD7D-04FB-5278-150C-B3B140A1180B}"/>
          </ac:spMkLst>
        </pc:spChg>
        <pc:spChg chg="add mod">
          <ac:chgData name="Hieu Do" userId="8091c26b-a61d-4e97-addd-a670c191ef7c" providerId="ADAL" clId="{C9902785-F06B-A548-9813-D3AE98CA83E9}" dt="2022-06-20T08:22:01.920" v="5049" actId="1076"/>
          <ac:spMkLst>
            <pc:docMk/>
            <pc:sldMk cId="1785046417" sldId="541"/>
            <ac:spMk id="9" creationId="{FC66E90E-0521-E9DD-9D0C-88CA80F1504F}"/>
          </ac:spMkLst>
        </pc:spChg>
        <pc:spChg chg="add mod">
          <ac:chgData name="Hieu Do" userId="8091c26b-a61d-4e97-addd-a670c191ef7c" providerId="ADAL" clId="{C9902785-F06B-A548-9813-D3AE98CA83E9}" dt="2022-06-20T08:22:31.678" v="5093" actId="1076"/>
          <ac:spMkLst>
            <pc:docMk/>
            <pc:sldMk cId="1785046417" sldId="541"/>
            <ac:spMk id="10" creationId="{31B4D0E1-1B11-C7BB-87EA-68FCBA12150B}"/>
          </ac:spMkLst>
        </pc:spChg>
        <pc:spChg chg="add mod">
          <ac:chgData name="Hieu Do" userId="8091c26b-a61d-4e97-addd-a670c191ef7c" providerId="ADAL" clId="{C9902785-F06B-A548-9813-D3AE98CA83E9}" dt="2022-06-20T08:24:26.459" v="5218" actId="1035"/>
          <ac:spMkLst>
            <pc:docMk/>
            <pc:sldMk cId="1785046417" sldId="541"/>
            <ac:spMk id="11" creationId="{BC28E3B1-AF33-1415-2573-12D8399FC259}"/>
          </ac:spMkLst>
        </pc:spChg>
        <pc:spChg chg="add mod">
          <ac:chgData name="Hieu Do" userId="8091c26b-a61d-4e97-addd-a670c191ef7c" providerId="ADAL" clId="{C9902785-F06B-A548-9813-D3AE98CA83E9}" dt="2022-06-20T08:25:44.759" v="5296" actId="1076"/>
          <ac:spMkLst>
            <pc:docMk/>
            <pc:sldMk cId="1785046417" sldId="541"/>
            <ac:spMk id="12" creationId="{65972387-1F6A-C380-EF4F-086013FCF5F1}"/>
          </ac:spMkLst>
        </pc:spChg>
        <pc:spChg chg="add mod">
          <ac:chgData name="Hieu Do" userId="8091c26b-a61d-4e97-addd-a670c191ef7c" providerId="ADAL" clId="{C9902785-F06B-A548-9813-D3AE98CA83E9}" dt="2022-06-20T08:25:41.657" v="5295" actId="1076"/>
          <ac:spMkLst>
            <pc:docMk/>
            <pc:sldMk cId="1785046417" sldId="541"/>
            <ac:spMk id="13" creationId="{B8444DE1-2327-D5A9-3006-35E8812A61F0}"/>
          </ac:spMkLst>
        </pc:spChg>
        <pc:spChg chg="mod">
          <ac:chgData name="Hieu Do" userId="8091c26b-a61d-4e97-addd-a670c191ef7c" providerId="ADAL" clId="{C9902785-F06B-A548-9813-D3AE98CA83E9}" dt="2022-06-20T08:18:04.996" v="4703" actId="1076"/>
          <ac:spMkLst>
            <pc:docMk/>
            <pc:sldMk cId="1785046417" sldId="541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8:25:51.045" v="5297" actId="1076"/>
          <ac:spMkLst>
            <pc:docMk/>
            <pc:sldMk cId="1785046417" sldId="541"/>
            <ac:spMk id="15" creationId="{351D5C5B-1EE3-6D21-1D2A-2297561B7BF7}"/>
          </ac:spMkLst>
        </pc:spChg>
        <pc:spChg chg="add mod">
          <ac:chgData name="Hieu Do" userId="8091c26b-a61d-4e97-addd-a670c191ef7c" providerId="ADAL" clId="{C9902785-F06B-A548-9813-D3AE98CA83E9}" dt="2022-06-20T08:25:55.444" v="5298" actId="1076"/>
          <ac:spMkLst>
            <pc:docMk/>
            <pc:sldMk cId="1785046417" sldId="541"/>
            <ac:spMk id="16" creationId="{FD7C1DA0-4805-E672-FE80-07D19A708B8C}"/>
          </ac:spMkLst>
        </pc:spChg>
        <pc:spChg chg="mod">
          <ac:chgData name="Hieu Do" userId="8091c26b-a61d-4e97-addd-a670c191ef7c" providerId="ADAL" clId="{C9902785-F06B-A548-9813-D3AE98CA83E9}" dt="2022-06-20T08:18:33.192" v="4805" actId="20577"/>
          <ac:spMkLst>
            <pc:docMk/>
            <pc:sldMk cId="1785046417" sldId="541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6.065" v="4" actId="2696"/>
        <pc:sldMkLst>
          <pc:docMk/>
          <pc:sldMk cId="3317354375" sldId="541"/>
        </pc:sldMkLst>
      </pc:sldChg>
      <pc:sldChg chg="addSp delSp modSp add mod">
        <pc:chgData name="Hieu Do" userId="8091c26b-a61d-4e97-addd-a670c191ef7c" providerId="ADAL" clId="{C9902785-F06B-A548-9813-D3AE98CA83E9}" dt="2022-06-20T08:37:23.604" v="5301" actId="403"/>
        <pc:sldMkLst>
          <pc:docMk/>
          <pc:sldMk cId="1822782119" sldId="542"/>
        </pc:sldMkLst>
        <pc:spChg chg="add mod">
          <ac:chgData name="Hieu Do" userId="8091c26b-a61d-4e97-addd-a670c191ef7c" providerId="ADAL" clId="{C9902785-F06B-A548-9813-D3AE98CA83E9}" dt="2022-06-20T08:17:41.747" v="4699" actId="114"/>
          <ac:spMkLst>
            <pc:docMk/>
            <pc:sldMk cId="1822782119" sldId="542"/>
            <ac:spMk id="8" creationId="{E0EF47E7-77D0-C00A-3094-9E4CCFAE32CB}"/>
          </ac:spMkLst>
        </pc:spChg>
        <pc:spChg chg="add mod">
          <ac:chgData name="Hieu Do" userId="8091c26b-a61d-4e97-addd-a670c191ef7c" providerId="ADAL" clId="{C9902785-F06B-A548-9813-D3AE98CA83E9}" dt="2022-06-20T08:17:34.436" v="4697" actId="115"/>
          <ac:spMkLst>
            <pc:docMk/>
            <pc:sldMk cId="1822782119" sldId="542"/>
            <ac:spMk id="9" creationId="{89E8D1AC-68A9-F167-6C5C-E36837003193}"/>
          </ac:spMkLst>
        </pc:spChg>
        <pc:spChg chg="add del mod">
          <ac:chgData name="Hieu Do" userId="8091c26b-a61d-4e97-addd-a670c191ef7c" providerId="ADAL" clId="{C9902785-F06B-A548-9813-D3AE98CA83E9}" dt="2022-06-20T08:12:10.782" v="4560" actId="478"/>
          <ac:spMkLst>
            <pc:docMk/>
            <pc:sldMk cId="1822782119" sldId="542"/>
            <ac:spMk id="10" creationId="{E77AC3E3-36B6-91FB-4693-EAF418A44ABB}"/>
          </ac:spMkLst>
        </pc:spChg>
        <pc:spChg chg="add mod">
          <ac:chgData name="Hieu Do" userId="8091c26b-a61d-4e97-addd-a670c191ef7c" providerId="ADAL" clId="{C9902785-F06B-A548-9813-D3AE98CA83E9}" dt="2022-06-20T08:16:48.414" v="4690" actId="20577"/>
          <ac:spMkLst>
            <pc:docMk/>
            <pc:sldMk cId="1822782119" sldId="542"/>
            <ac:spMk id="11" creationId="{6B2BD673-6D91-421A-307D-A7BBC25CA600}"/>
          </ac:spMkLst>
        </pc:spChg>
        <pc:spChg chg="add mod">
          <ac:chgData name="Hieu Do" userId="8091c26b-a61d-4e97-addd-a670c191ef7c" providerId="ADAL" clId="{C9902785-F06B-A548-9813-D3AE98CA83E9}" dt="2022-06-20T08:16:32.280" v="4676" actId="255"/>
          <ac:spMkLst>
            <pc:docMk/>
            <pc:sldMk cId="1822782119" sldId="542"/>
            <ac:spMk id="12" creationId="{8662E7A9-C62A-7E1B-F905-9B0FC0118667}"/>
          </ac:spMkLst>
        </pc:spChg>
        <pc:spChg chg="add mod">
          <ac:chgData name="Hieu Do" userId="8091c26b-a61d-4e97-addd-a670c191ef7c" providerId="ADAL" clId="{C9902785-F06B-A548-9813-D3AE98CA83E9}" dt="2022-06-20T08:37:23.604" v="5301" actId="403"/>
          <ac:spMkLst>
            <pc:docMk/>
            <pc:sldMk cId="1822782119" sldId="542"/>
            <ac:spMk id="13" creationId="{A7D4F6E3-0D1E-4913-3BCB-6E76D0E8AF96}"/>
          </ac:spMkLst>
        </pc:spChg>
        <pc:spChg chg="add mod">
          <ac:chgData name="Hieu Do" userId="8091c26b-a61d-4e97-addd-a670c191ef7c" providerId="ADAL" clId="{C9902785-F06B-A548-9813-D3AE98CA83E9}" dt="2022-06-20T08:16:57.482" v="4691" actId="1076"/>
          <ac:spMkLst>
            <pc:docMk/>
            <pc:sldMk cId="1822782119" sldId="542"/>
            <ac:spMk id="15" creationId="{CC157256-01E1-1BDD-DE48-7EB36BDFCC5A}"/>
          </ac:spMkLst>
        </pc:spChg>
        <pc:spChg chg="add mod">
          <ac:chgData name="Hieu Do" userId="8091c26b-a61d-4e97-addd-a670c191ef7c" providerId="ADAL" clId="{C9902785-F06B-A548-9813-D3AE98CA83E9}" dt="2022-06-20T08:16:59.548" v="4692" actId="1076"/>
          <ac:spMkLst>
            <pc:docMk/>
            <pc:sldMk cId="1822782119" sldId="542"/>
            <ac:spMk id="16" creationId="{546E0D91-3911-01F7-0492-F2D97C9DABD0}"/>
          </ac:spMkLst>
        </pc:spChg>
        <pc:spChg chg="add mod">
          <ac:chgData name="Hieu Do" userId="8091c26b-a61d-4e97-addd-a670c191ef7c" providerId="ADAL" clId="{C9902785-F06B-A548-9813-D3AE98CA83E9}" dt="2022-06-20T08:17:02.349" v="4693" actId="1076"/>
          <ac:spMkLst>
            <pc:docMk/>
            <pc:sldMk cId="1822782119" sldId="542"/>
            <ac:spMk id="17" creationId="{FB9B0B9C-6BF5-A574-ED37-D89428346227}"/>
          </ac:spMkLst>
        </pc:spChg>
        <pc:spChg chg="mod">
          <ac:chgData name="Hieu Do" userId="8091c26b-a61d-4e97-addd-a670c191ef7c" providerId="ADAL" clId="{C9902785-F06B-A548-9813-D3AE98CA83E9}" dt="2022-06-20T08:02:35.186" v="4246" actId="20577"/>
          <ac:spMkLst>
            <pc:docMk/>
            <pc:sldMk cId="1822782119" sldId="542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8:17:47.766" v="4700" actId="1076"/>
          <ac:picMkLst>
            <pc:docMk/>
            <pc:sldMk cId="1822782119" sldId="542"/>
            <ac:picMk id="6" creationId="{CC3543AA-42AA-44F1-46A2-9A50AB8D2298}"/>
          </ac:picMkLst>
        </pc:picChg>
        <pc:picChg chg="add mod">
          <ac:chgData name="Hieu Do" userId="8091c26b-a61d-4e97-addd-a670c191ef7c" providerId="ADAL" clId="{C9902785-F06B-A548-9813-D3AE98CA83E9}" dt="2022-06-20T08:12:30.163" v="4566" actId="1076"/>
          <ac:picMkLst>
            <pc:docMk/>
            <pc:sldMk cId="1822782119" sldId="542"/>
            <ac:picMk id="7" creationId="{859B9607-078D-BE4B-3E80-D2B718483E4A}"/>
          </ac:picMkLst>
        </pc:picChg>
      </pc:sldChg>
      <pc:sldChg chg="del">
        <pc:chgData name="Hieu Do" userId="8091c26b-a61d-4e97-addd-a670c191ef7c" providerId="ADAL" clId="{C9902785-F06B-A548-9813-D3AE98CA83E9}" dt="2022-06-20T02:04:36.239" v="5" actId="2696"/>
        <pc:sldMkLst>
          <pc:docMk/>
          <pc:sldMk cId="2533182628" sldId="542"/>
        </pc:sldMkLst>
      </pc:sldChg>
      <pc:sldChg chg="del">
        <pc:chgData name="Hieu Do" userId="8091c26b-a61d-4e97-addd-a670c191ef7c" providerId="ADAL" clId="{C9902785-F06B-A548-9813-D3AE98CA83E9}" dt="2022-06-20T02:04:36.781" v="7" actId="2696"/>
        <pc:sldMkLst>
          <pc:docMk/>
          <pc:sldMk cId="160845018" sldId="543"/>
        </pc:sldMkLst>
      </pc:sldChg>
      <pc:sldChg chg="add">
        <pc:chgData name="Hieu Do" userId="8091c26b-a61d-4e97-addd-a670c191ef7c" providerId="ADAL" clId="{C9902785-F06B-A548-9813-D3AE98CA83E9}" dt="2022-06-20T08:17:57.452" v="4701" actId="2890"/>
        <pc:sldMkLst>
          <pc:docMk/>
          <pc:sldMk cId="477466948" sldId="543"/>
        </pc:sldMkLst>
      </pc:sldChg>
      <pc:sldChg chg="del">
        <pc:chgData name="Hieu Do" userId="8091c26b-a61d-4e97-addd-a670c191ef7c" providerId="ADAL" clId="{C9902785-F06B-A548-9813-D3AE98CA83E9}" dt="2022-06-20T02:04:38.083" v="12" actId="2696"/>
        <pc:sldMkLst>
          <pc:docMk/>
          <pc:sldMk cId="95881556" sldId="544"/>
        </pc:sldMkLst>
      </pc:sldChg>
      <pc:sldChg chg="del">
        <pc:chgData name="Hieu Do" userId="8091c26b-a61d-4e97-addd-a670c191ef7c" providerId="ADAL" clId="{C9902785-F06B-A548-9813-D3AE98CA83E9}" dt="2022-06-20T02:04:37.872" v="11" actId="2696"/>
        <pc:sldMkLst>
          <pc:docMk/>
          <pc:sldMk cId="3195466115" sldId="545"/>
        </pc:sldMkLst>
      </pc:sldChg>
      <pc:sldChg chg="del">
        <pc:chgData name="Hieu Do" userId="8091c26b-a61d-4e97-addd-a670c191ef7c" providerId="ADAL" clId="{C9902785-F06B-A548-9813-D3AE98CA83E9}" dt="2022-06-20T02:04:37.645" v="10" actId="2696"/>
        <pc:sldMkLst>
          <pc:docMk/>
          <pc:sldMk cId="1360407124" sldId="546"/>
        </pc:sldMkLst>
      </pc:sldChg>
      <pc:sldChg chg="del">
        <pc:chgData name="Hieu Do" userId="8091c26b-a61d-4e97-addd-a670c191ef7c" providerId="ADAL" clId="{C9902785-F06B-A548-9813-D3AE98CA83E9}" dt="2022-06-20T02:04:36.957" v="8" actId="2696"/>
        <pc:sldMkLst>
          <pc:docMk/>
          <pc:sldMk cId="3555926662" sldId="547"/>
        </pc:sldMkLst>
      </pc:sldChg>
      <pc:sldChg chg="del">
        <pc:chgData name="Hieu Do" userId="8091c26b-a61d-4e97-addd-a670c191ef7c" providerId="ADAL" clId="{C9902785-F06B-A548-9813-D3AE98CA83E9}" dt="2022-06-20T02:04:37.132" v="9" actId="2696"/>
        <pc:sldMkLst>
          <pc:docMk/>
          <pc:sldMk cId="2972956599" sldId="548"/>
        </pc:sldMkLst>
      </pc:sldChg>
      <pc:sldChg chg="del">
        <pc:chgData name="Hieu Do" userId="8091c26b-a61d-4e97-addd-a670c191ef7c" providerId="ADAL" clId="{C9902785-F06B-A548-9813-D3AE98CA83E9}" dt="2022-06-20T02:04:38.262" v="13" actId="2696"/>
        <pc:sldMkLst>
          <pc:docMk/>
          <pc:sldMk cId="1012886757" sldId="549"/>
        </pc:sldMkLst>
      </pc:sldChg>
      <pc:sldChg chg="del">
        <pc:chgData name="Hieu Do" userId="8091c26b-a61d-4e97-addd-a670c191ef7c" providerId="ADAL" clId="{C9902785-F06B-A548-9813-D3AE98CA83E9}" dt="2022-06-20T02:04:40.272" v="21" actId="2696"/>
        <pc:sldMkLst>
          <pc:docMk/>
          <pc:sldMk cId="2382158402" sldId="550"/>
        </pc:sldMkLst>
      </pc:sldChg>
      <pc:sldChg chg="del">
        <pc:chgData name="Hieu Do" userId="8091c26b-a61d-4e97-addd-a670c191ef7c" providerId="ADAL" clId="{C9902785-F06B-A548-9813-D3AE98CA83E9}" dt="2022-06-20T02:04:38.686" v="15" actId="2696"/>
        <pc:sldMkLst>
          <pc:docMk/>
          <pc:sldMk cId="2760436217" sldId="551"/>
        </pc:sldMkLst>
      </pc:sldChg>
      <pc:sldChg chg="del">
        <pc:chgData name="Hieu Do" userId="8091c26b-a61d-4e97-addd-a670c191ef7c" providerId="ADAL" clId="{C9902785-F06B-A548-9813-D3AE98CA83E9}" dt="2022-06-20T02:04:39.084" v="17" actId="2696"/>
        <pc:sldMkLst>
          <pc:docMk/>
          <pc:sldMk cId="1087519252" sldId="552"/>
        </pc:sldMkLst>
      </pc:sldChg>
      <pc:sldChg chg="del">
        <pc:chgData name="Hieu Do" userId="8091c26b-a61d-4e97-addd-a670c191ef7c" providerId="ADAL" clId="{C9902785-F06B-A548-9813-D3AE98CA83E9}" dt="2022-06-20T02:04:38.446" v="14" actId="2696"/>
        <pc:sldMkLst>
          <pc:docMk/>
          <pc:sldMk cId="3866283393" sldId="553"/>
        </pc:sldMkLst>
      </pc:sldChg>
      <pc:sldChg chg="del">
        <pc:chgData name="Hieu Do" userId="8091c26b-a61d-4e97-addd-a670c191ef7c" providerId="ADAL" clId="{C9902785-F06B-A548-9813-D3AE98CA83E9}" dt="2022-06-20T02:04:38.903" v="16" actId="2696"/>
        <pc:sldMkLst>
          <pc:docMk/>
          <pc:sldMk cId="3607643248" sldId="554"/>
        </pc:sldMkLst>
      </pc:sldChg>
      <pc:sldChg chg="del">
        <pc:chgData name="Hieu Do" userId="8091c26b-a61d-4e97-addd-a670c191ef7c" providerId="ADAL" clId="{C9902785-F06B-A548-9813-D3AE98CA83E9}" dt="2022-06-20T02:04:39.490" v="18" actId="2696"/>
        <pc:sldMkLst>
          <pc:docMk/>
          <pc:sldMk cId="3808147081" sldId="555"/>
        </pc:sldMkLst>
      </pc:sldChg>
      <pc:sldChg chg="del">
        <pc:chgData name="Hieu Do" userId="8091c26b-a61d-4e97-addd-a670c191ef7c" providerId="ADAL" clId="{C9902785-F06B-A548-9813-D3AE98CA83E9}" dt="2022-06-20T02:04:40.891" v="24" actId="2696"/>
        <pc:sldMkLst>
          <pc:docMk/>
          <pc:sldMk cId="3166484182" sldId="556"/>
        </pc:sldMkLst>
      </pc:sldChg>
      <pc:sldChg chg="del">
        <pc:chgData name="Hieu Do" userId="8091c26b-a61d-4e97-addd-a670c191ef7c" providerId="ADAL" clId="{C9902785-F06B-A548-9813-D3AE98CA83E9}" dt="2022-06-20T02:04:39.722" v="19" actId="2696"/>
        <pc:sldMkLst>
          <pc:docMk/>
          <pc:sldMk cId="3724969017" sldId="557"/>
        </pc:sldMkLst>
      </pc:sldChg>
      <pc:sldChg chg="del">
        <pc:chgData name="Hieu Do" userId="8091c26b-a61d-4e97-addd-a670c191ef7c" providerId="ADAL" clId="{C9902785-F06B-A548-9813-D3AE98CA83E9}" dt="2022-06-20T02:04:39.912" v="20" actId="2696"/>
        <pc:sldMkLst>
          <pc:docMk/>
          <pc:sldMk cId="2389209577" sldId="558"/>
        </pc:sldMkLst>
      </pc:sldChg>
      <pc:sldChg chg="del">
        <pc:chgData name="Hieu Do" userId="8091c26b-a61d-4e97-addd-a670c191ef7c" providerId="ADAL" clId="{C9902785-F06B-A548-9813-D3AE98CA83E9}" dt="2022-06-20T02:04:40.486" v="22" actId="2696"/>
        <pc:sldMkLst>
          <pc:docMk/>
          <pc:sldMk cId="44966325" sldId="559"/>
        </pc:sldMkLst>
      </pc:sldChg>
      <pc:sldChg chg="del">
        <pc:chgData name="Hieu Do" userId="8091c26b-a61d-4e97-addd-a670c191ef7c" providerId="ADAL" clId="{C9902785-F06B-A548-9813-D3AE98CA83E9}" dt="2022-06-20T02:04:41.085" v="25" actId="2696"/>
        <pc:sldMkLst>
          <pc:docMk/>
          <pc:sldMk cId="3360809749" sldId="560"/>
        </pc:sldMkLst>
      </pc:sldChg>
      <pc:sldChg chg="del">
        <pc:chgData name="Hieu Do" userId="8091c26b-a61d-4e97-addd-a670c191ef7c" providerId="ADAL" clId="{C9902785-F06B-A548-9813-D3AE98CA83E9}" dt="2022-06-20T02:04:41.275" v="26" actId="2696"/>
        <pc:sldMkLst>
          <pc:docMk/>
          <pc:sldMk cId="2956700533" sldId="561"/>
        </pc:sldMkLst>
      </pc:sldChg>
      <pc:sldChg chg="del">
        <pc:chgData name="Hieu Do" userId="8091c26b-a61d-4e97-addd-a670c191ef7c" providerId="ADAL" clId="{C9902785-F06B-A548-9813-D3AE98CA83E9}" dt="2022-06-20T02:04:41.451" v="27" actId="2696"/>
        <pc:sldMkLst>
          <pc:docMk/>
          <pc:sldMk cId="1811797956" sldId="562"/>
        </pc:sldMkLst>
      </pc:sldChg>
      <pc:sldChg chg="del">
        <pc:chgData name="Hieu Do" userId="8091c26b-a61d-4e97-addd-a670c191ef7c" providerId="ADAL" clId="{C9902785-F06B-A548-9813-D3AE98CA83E9}" dt="2022-06-20T02:04:40.716" v="23" actId="2696"/>
        <pc:sldMkLst>
          <pc:docMk/>
          <pc:sldMk cId="898695266" sldId="563"/>
        </pc:sldMkLst>
      </pc:sldChg>
      <pc:sldChg chg="del">
        <pc:chgData name="Hieu Do" userId="8091c26b-a61d-4e97-addd-a670c191ef7c" providerId="ADAL" clId="{C9902785-F06B-A548-9813-D3AE98CA83E9}" dt="2022-06-20T02:04:41.683" v="28" actId="2696"/>
        <pc:sldMkLst>
          <pc:docMk/>
          <pc:sldMk cId="2014479424" sldId="565"/>
        </pc:sldMkLst>
      </pc:sldChg>
      <pc:sldChg chg="del">
        <pc:chgData name="Hieu Do" userId="8091c26b-a61d-4e97-addd-a670c191ef7c" providerId="ADAL" clId="{C9902785-F06B-A548-9813-D3AE98CA83E9}" dt="2022-06-20T02:04:42.191" v="30" actId="2696"/>
        <pc:sldMkLst>
          <pc:docMk/>
          <pc:sldMk cId="260629253" sldId="566"/>
        </pc:sldMkLst>
      </pc:sldChg>
      <pc:sldChg chg="del">
        <pc:chgData name="Hieu Do" userId="8091c26b-a61d-4e97-addd-a670c191ef7c" providerId="ADAL" clId="{C9902785-F06B-A548-9813-D3AE98CA83E9}" dt="2022-06-20T02:04:42.809" v="32" actId="2696"/>
        <pc:sldMkLst>
          <pc:docMk/>
          <pc:sldMk cId="2722667016" sldId="567"/>
        </pc:sldMkLst>
      </pc:sldChg>
      <pc:sldChg chg="del">
        <pc:chgData name="Hieu Do" userId="8091c26b-a61d-4e97-addd-a670c191ef7c" providerId="ADAL" clId="{C9902785-F06B-A548-9813-D3AE98CA83E9}" dt="2022-06-20T02:04:41.934" v="29" actId="2696"/>
        <pc:sldMkLst>
          <pc:docMk/>
          <pc:sldMk cId="322890662" sldId="568"/>
        </pc:sldMkLst>
      </pc:sldChg>
      <pc:sldChg chg="del">
        <pc:chgData name="Hieu Do" userId="8091c26b-a61d-4e97-addd-a670c191ef7c" providerId="ADAL" clId="{C9902785-F06B-A548-9813-D3AE98CA83E9}" dt="2022-06-20T02:04:43.855" v="35" actId="2696"/>
        <pc:sldMkLst>
          <pc:docMk/>
          <pc:sldMk cId="2288138841" sldId="569"/>
        </pc:sldMkLst>
      </pc:sldChg>
      <pc:sldChg chg="del">
        <pc:chgData name="Hieu Do" userId="8091c26b-a61d-4e97-addd-a670c191ef7c" providerId="ADAL" clId="{C9902785-F06B-A548-9813-D3AE98CA83E9}" dt="2022-06-20T02:04:42.505" v="31" actId="2696"/>
        <pc:sldMkLst>
          <pc:docMk/>
          <pc:sldMk cId="1120131306" sldId="570"/>
        </pc:sldMkLst>
      </pc:sldChg>
      <pc:sldChg chg="del">
        <pc:chgData name="Hieu Do" userId="8091c26b-a61d-4e97-addd-a670c191ef7c" providerId="ADAL" clId="{C9902785-F06B-A548-9813-D3AE98CA83E9}" dt="2022-06-20T02:04:43.595" v="34" actId="2696"/>
        <pc:sldMkLst>
          <pc:docMk/>
          <pc:sldMk cId="1502466028" sldId="571"/>
        </pc:sldMkLst>
      </pc:sldChg>
      <pc:sldChg chg="del">
        <pc:chgData name="Hieu Do" userId="8091c26b-a61d-4e97-addd-a670c191ef7c" providerId="ADAL" clId="{C9902785-F06B-A548-9813-D3AE98CA83E9}" dt="2022-06-20T02:04:43.348" v="33" actId="2696"/>
        <pc:sldMkLst>
          <pc:docMk/>
          <pc:sldMk cId="3796234869" sldId="572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4" Type="http://schemas.openxmlformats.org/officeDocument/2006/relationships/image" Target="../media/image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8C8E-03B8-4368-86A2-3F9C4FBD9FE4}" type="datetimeFigureOut">
              <a:rPr lang="en-US" smtClean="0"/>
              <a:t>12/22/2023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663B-431B-423B-9A93-E685BED1D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4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95A99-AFDC-4489-AD5A-232A2B8B5E9F}" type="datetimeFigureOut">
              <a:rPr lang="en-US" smtClean="0"/>
              <a:t>12/22/2023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77909-1D86-4682-89B5-4CE904D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9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6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09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98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15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23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96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23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95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62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21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0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18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67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60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6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04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86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03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28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14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453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728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763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15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794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81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599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289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402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726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693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815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367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062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861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675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889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622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087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049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336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74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2629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4995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334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760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938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631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219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0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838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2315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273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4464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246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7083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368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526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5690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182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62832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808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2609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9636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4419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29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17A66-7196-4C84-BBB2-CA73672618B6}" type="datetime1">
              <a:rPr lang="en-US" smtClean="0"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3513-0F9E-43EB-89A4-D9AE8DDAC043}" type="datetime1">
              <a:rPr lang="en-US" smtClean="0"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A7EA-CC7C-4398-AFC7-D25B506E424B}" type="datetime1">
              <a:rPr lang="en-US" smtClean="0"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408A-A315-4CDF-8E0E-95F46864F100}" type="datetime1">
              <a:rPr lang="en-US" smtClean="0"/>
              <a:t>12/22/2023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3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7088-E694-4A1C-A3F1-541B68AEB691}" type="datetime1">
              <a:rPr lang="en-US" smtClean="0"/>
              <a:t>12/22/2023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1F3D-CE55-4CE9-A057-45171E04E0AD}" type="datetime1">
              <a:rPr lang="en-US" smtClean="0"/>
              <a:t>12/22/2023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77DF-599A-4B91-B412-44B30AFAC672}" type="datetime1">
              <a:rPr lang="en-US" smtClean="0"/>
              <a:t>12/22/2023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CCED-B603-48AC-9C36-5B8DDA8ED4F0}" type="datetime1">
              <a:rPr lang="en-US" smtClean="0"/>
              <a:t>12/22/2023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C8C3-C964-4CC9-B864-27C034D90A92}" type="datetime1">
              <a:rPr lang="en-US" smtClean="0"/>
              <a:t>12/22/2023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8042-F3E1-4971-9A68-5CC7D80BFD79}" type="datetime1">
              <a:rPr lang="en-US" smtClean="0"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22B7-44FB-432C-A03F-62DA8464667C}" type="datetime1">
              <a:rPr lang="en-US" smtClean="0"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1D6C-011E-4005-9578-EB92E29D72B9}" type="datetime1">
              <a:rPr lang="en-US" smtClean="0"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4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6.bin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3.bin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2.bin"/><Relationship Id="rId3" Type="http://schemas.openxmlformats.org/officeDocument/2006/relationships/notesSlide" Target="../notesSlides/notesSlide21.xml"/><Relationship Id="rId21" Type="http://schemas.openxmlformats.org/officeDocument/2006/relationships/image" Target="../media/image1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6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2.wmf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1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png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0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0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notesSlide" Target="../notesSlides/notesSlide34.xml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0.png"/><Relationship Id="rId5" Type="http://schemas.openxmlformats.org/officeDocument/2006/relationships/image" Target="../media/image310.png"/><Relationship Id="rId4" Type="http://schemas.openxmlformats.org/officeDocument/2006/relationships/image" Target="../media/image29.png"/><Relationship Id="rId9" Type="http://schemas.openxmlformats.org/officeDocument/2006/relationships/image" Target="../media/image3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0.png"/><Relationship Id="rId5" Type="http://schemas.openxmlformats.org/officeDocument/2006/relationships/image" Target="../media/image37.png"/><Relationship Id="rId4" Type="http://schemas.openxmlformats.org/officeDocument/2006/relationships/image" Target="../media/image36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0.png"/><Relationship Id="rId4" Type="http://schemas.openxmlformats.org/officeDocument/2006/relationships/image" Target="../media/image49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0.png"/><Relationship Id="rId4" Type="http://schemas.openxmlformats.org/officeDocument/2006/relationships/image" Target="../media/image5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notesSlide" Target="../notesSlides/notesSlide52.xml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0.png"/><Relationship Id="rId5" Type="http://schemas.openxmlformats.org/officeDocument/2006/relationships/image" Target="../media/image37.wmf"/><Relationship Id="rId10" Type="http://schemas.openxmlformats.org/officeDocument/2006/relationships/image" Target="../media/image39.wmf"/><Relationship Id="rId4" Type="http://schemas.openxmlformats.org/officeDocument/2006/relationships/oleObject" Target="../embeddings/oleObject23.bin"/><Relationship Id="rId9" Type="http://schemas.openxmlformats.org/officeDocument/2006/relationships/oleObject" Target="../embeddings/oleObject25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43.wmf"/><Relationship Id="rId3" Type="http://schemas.openxmlformats.org/officeDocument/2006/relationships/notesSlide" Target="../notesSlides/notesSlide53.xml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42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7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notesSlide" Target="../notesSlides/notesSlide55.xml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6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F4A910-118B-E89E-555C-15918BF29739}"/>
              </a:ext>
            </a:extLst>
          </p:cNvPr>
          <p:cNvSpPr/>
          <p:nvPr/>
        </p:nvSpPr>
        <p:spPr>
          <a:xfrm>
            <a:off x="0" y="6184234"/>
            <a:ext cx="12192000" cy="64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2" name="Rectangle 41"/>
          <p:cNvSpPr/>
          <p:nvPr/>
        </p:nvSpPr>
        <p:spPr>
          <a:xfrm>
            <a:off x="0" y="3024102"/>
            <a:ext cx="12192000" cy="135421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Ôn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tập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Thi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Cuối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Kỳ</a:t>
            </a:r>
            <a:endParaRPr lang="vi-VN" sz="36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" y="-2"/>
            <a:ext cx="1201458" cy="118872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480215" y="122231"/>
            <a:ext cx="9366583" cy="10878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412708" y="1863286"/>
            <a:ext cx="9366583" cy="681474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85729" y="5530987"/>
            <a:ext cx="49555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TS.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Đặng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endParaRPr lang="en-US" sz="2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Office: 112B2 or 804H3 Building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dvhan@hcmut.edu.vn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0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508498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" name="TextBox 5"/>
          <p:cNvSpPr txBox="1"/>
          <p:nvPr/>
        </p:nvSpPr>
        <p:spPr>
          <a:xfrm>
            <a:off x="300823" y="1079559"/>
            <a:ext cx="79303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4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6FDC4-B951-9278-1F10-BCAFC2CCD2AB}"/>
              </a:ext>
            </a:extLst>
          </p:cNvPr>
          <p:cNvSpPr txBox="1"/>
          <p:nvPr/>
        </p:nvSpPr>
        <p:spPr>
          <a:xfrm>
            <a:off x="1006057" y="2535794"/>
            <a:ext cx="80220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14421-EE6F-7EAD-55C6-1C6F4D87383C}"/>
              </a:ext>
            </a:extLst>
          </p:cNvPr>
          <p:cNvSpPr txBox="1"/>
          <p:nvPr/>
        </p:nvSpPr>
        <p:spPr>
          <a:xfrm>
            <a:off x="1730811" y="3992029"/>
            <a:ext cx="76562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14421-EE6F-7EAD-55C6-1C6F4D87383C}"/>
              </a:ext>
            </a:extLst>
          </p:cNvPr>
          <p:cNvSpPr txBox="1"/>
          <p:nvPr/>
        </p:nvSpPr>
        <p:spPr>
          <a:xfrm>
            <a:off x="2315473" y="5448264"/>
            <a:ext cx="70715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– Dung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522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DD52A74-3BD8-6703-93E1-9D4F031165A1}"/>
              </a:ext>
            </a:extLst>
          </p:cNvPr>
          <p:cNvSpPr txBox="1">
            <a:spLocks noChangeArrowheads="1"/>
          </p:cNvSpPr>
          <p:nvPr/>
        </p:nvSpPr>
        <p:spPr>
          <a:xfrm>
            <a:off x="3947168" y="1055224"/>
            <a:ext cx="8062596" cy="2000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2013" indent="-4635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altLang="en-US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13C6F-1CB9-5FE7-2AD9-15D70CC16D13}"/>
              </a:ext>
            </a:extLst>
          </p:cNvPr>
          <p:cNvSpPr txBox="1">
            <a:spLocks noChangeArrowheads="1"/>
          </p:cNvSpPr>
          <p:nvPr/>
        </p:nvSpPr>
        <p:spPr>
          <a:xfrm>
            <a:off x="3947168" y="3348693"/>
            <a:ext cx="8062596" cy="15457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2013" indent="-4635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3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altLang="en-US" sz="3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EE4A80-67F8-6548-C74B-DBDAFAFBFBEE}"/>
              </a:ext>
            </a:extLst>
          </p:cNvPr>
          <p:cNvGrpSpPr/>
          <p:nvPr/>
        </p:nvGrpSpPr>
        <p:grpSpPr>
          <a:xfrm>
            <a:off x="530812" y="756616"/>
            <a:ext cx="3645533" cy="6028042"/>
            <a:chOff x="530812" y="756616"/>
            <a:chExt cx="3645533" cy="60280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2FA744-83A7-0863-DFC7-D21E665DAA6D}"/>
                </a:ext>
              </a:extLst>
            </p:cNvPr>
            <p:cNvSpPr txBox="1"/>
            <p:nvPr/>
          </p:nvSpPr>
          <p:spPr>
            <a:xfrm>
              <a:off x="1422526" y="756616"/>
              <a:ext cx="23616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Domain of thermodynamics (Initial &amp; Final States)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D640D7B-4F4D-877B-D017-9EF9F5536609}"/>
                </a:ext>
              </a:extLst>
            </p:cNvPr>
            <p:cNvGrpSpPr/>
            <p:nvPr/>
          </p:nvGrpSpPr>
          <p:grpSpPr>
            <a:xfrm>
              <a:off x="530812" y="1604015"/>
              <a:ext cx="3645533" cy="5180643"/>
              <a:chOff x="530812" y="1604015"/>
              <a:chExt cx="3645533" cy="518064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5F54FAA-E210-31D0-A131-B1607B0C5F90}"/>
                  </a:ext>
                </a:extLst>
              </p:cNvPr>
              <p:cNvGrpSpPr/>
              <p:nvPr/>
            </p:nvGrpSpPr>
            <p:grpSpPr>
              <a:xfrm>
                <a:off x="530812" y="2039813"/>
                <a:ext cx="3645533" cy="4744845"/>
                <a:chOff x="530812" y="2039813"/>
                <a:chExt cx="3645533" cy="4744845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B4F6C9A-E5E7-FAED-EC4E-89234993DC64}"/>
                    </a:ext>
                  </a:extLst>
                </p:cNvPr>
                <p:cNvSpPr txBox="1"/>
                <p:nvPr/>
              </p:nvSpPr>
              <p:spPr>
                <a:xfrm>
                  <a:off x="1753924" y="6415326"/>
                  <a:ext cx="1884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Reaction progress</a:t>
                  </a: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D18C3B5-43A9-2A15-F259-CF6C7ECCFA02}"/>
                    </a:ext>
                  </a:extLst>
                </p:cNvPr>
                <p:cNvGrpSpPr/>
                <p:nvPr/>
              </p:nvGrpSpPr>
              <p:grpSpPr>
                <a:xfrm>
                  <a:off x="530812" y="2039813"/>
                  <a:ext cx="3645533" cy="4377204"/>
                  <a:chOff x="530812" y="2039813"/>
                  <a:chExt cx="3645533" cy="4377204"/>
                </a:xfrm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10787FEA-08E3-9B55-45C8-04C9F0BBB045}"/>
                      </a:ext>
                    </a:extLst>
                  </p:cNvPr>
                  <p:cNvGrpSpPr/>
                  <p:nvPr/>
                </p:nvGrpSpPr>
                <p:grpSpPr>
                  <a:xfrm>
                    <a:off x="1204545" y="2039813"/>
                    <a:ext cx="2926082" cy="4058050"/>
                    <a:chOff x="4958862" y="1728089"/>
                    <a:chExt cx="3326075" cy="4589584"/>
                  </a:xfrm>
                </p:grpSpPr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5524D275-4937-8EDD-F2EE-847075BFE6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8862" y="1745674"/>
                      <a:ext cx="3326075" cy="4571999"/>
                    </a:xfrm>
                    <a:prstGeom prst="rect">
                      <a:avLst/>
                    </a:prstGeom>
                    <a:scene3d>
                      <a:camera prst="orthographicFront"/>
                      <a:lightRig rig="threePt" dir="t"/>
                    </a:scene3d>
                    <a:sp3d>
                      <a:bevelT prst="angle"/>
                    </a:sp3d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64107F70-7C22-3009-091B-D5E2647867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8260" y="1756768"/>
                      <a:ext cx="1247278" cy="4488074"/>
                    </a:xfrm>
                    <a:prstGeom prst="rect">
                      <a:avLst/>
                    </a:prstGeom>
                    <a:ln w="38100">
                      <a:noFill/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2F423F2A-EA1F-594F-45DF-63B2B160D01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6010473" y="1728089"/>
                      <a:ext cx="2922" cy="4514451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B214FB93-2CA5-B4D0-EA28-5192B82A22A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215926" y="1736881"/>
                      <a:ext cx="18638" cy="4505658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454C5CB3-6045-ADE9-40BC-B5143C96955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068719" y="4840063"/>
                      <a:ext cx="935458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9E194488-13D3-405C-4062-C9F5080BB43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235475" y="5696997"/>
                      <a:ext cx="935458" cy="5861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1FF654D4-F079-BCAA-1F68-0F4CDF28292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58825" y="6415326"/>
                    <a:ext cx="3017520" cy="169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E5ACED2B-BEAC-CECC-6C69-6178D223E75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06232" y="2070985"/>
                    <a:ext cx="623" cy="3960446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C0CB972-BC90-F137-AF60-8E644556B35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99082" y="3864653"/>
                    <a:ext cx="83279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/>
                      <a:t>Energy</a:t>
                    </a:r>
                  </a:p>
                </p:txBody>
              </p:sp>
            </p:grpSp>
          </p:grp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74DEA20-40B2-4ABA-0991-69F300972662}"/>
                  </a:ext>
                </a:extLst>
              </p:cNvPr>
              <p:cNvCxnSpPr/>
              <p:nvPr/>
            </p:nvCxnSpPr>
            <p:spPr>
              <a:xfrm flipH="1">
                <a:off x="1585546" y="1604015"/>
                <a:ext cx="200114" cy="43468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2BC1C91D-D617-4A96-FC65-FC4B6362E51B}"/>
                  </a:ext>
                </a:extLst>
              </p:cNvPr>
              <p:cNvCxnSpPr/>
              <p:nvPr/>
            </p:nvCxnSpPr>
            <p:spPr>
              <a:xfrm>
                <a:off x="3356059" y="1633383"/>
                <a:ext cx="280378" cy="40986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311A2F-B517-8545-B464-5BB3E2851D49}"/>
                  </a:ext>
                </a:extLst>
              </p:cNvPr>
              <p:cNvSpPr txBox="1"/>
              <p:nvPr/>
            </p:nvSpPr>
            <p:spPr>
              <a:xfrm>
                <a:off x="2030597" y="1997409"/>
                <a:ext cx="12727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Domain of</a:t>
                </a:r>
              </a:p>
              <a:p>
                <a:pPr algn="ctr"/>
                <a:r>
                  <a:rPr lang="en-US" b="1" dirty="0"/>
                  <a:t>kinetics</a:t>
                </a: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6D4331A7-D9AF-A05C-F423-A0EFB28B4D89}"/>
                  </a:ext>
                </a:extLst>
              </p:cNvPr>
              <p:cNvSpPr/>
              <p:nvPr/>
            </p:nvSpPr>
            <p:spPr>
              <a:xfrm>
                <a:off x="2154115" y="2858106"/>
                <a:ext cx="1046285" cy="2689833"/>
              </a:xfrm>
              <a:custGeom>
                <a:avLst/>
                <a:gdLst>
                  <a:gd name="connsiteX0" fmla="*/ 0 w 1046285"/>
                  <a:gd name="connsiteY0" fmla="*/ 1942487 h 2689833"/>
                  <a:gd name="connsiteX1" fmla="*/ 316523 w 1046285"/>
                  <a:gd name="connsiteY1" fmla="*/ 254364 h 2689833"/>
                  <a:gd name="connsiteX2" fmla="*/ 641839 w 1046285"/>
                  <a:gd name="connsiteY2" fmla="*/ 263156 h 2689833"/>
                  <a:gd name="connsiteX3" fmla="*/ 1046285 w 1046285"/>
                  <a:gd name="connsiteY3" fmla="*/ 2689833 h 2689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285" h="2689833">
                    <a:moveTo>
                      <a:pt x="0" y="1942487"/>
                    </a:moveTo>
                    <a:cubicBezTo>
                      <a:pt x="104775" y="1238369"/>
                      <a:pt x="209550" y="534252"/>
                      <a:pt x="316523" y="254364"/>
                    </a:cubicBezTo>
                    <a:cubicBezTo>
                      <a:pt x="423496" y="-25524"/>
                      <a:pt x="520212" y="-142755"/>
                      <a:pt x="641839" y="263156"/>
                    </a:cubicBezTo>
                    <a:cubicBezTo>
                      <a:pt x="763466" y="669067"/>
                      <a:pt x="904875" y="1679450"/>
                      <a:pt x="1046285" y="2689833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C035C1-77FD-9948-C533-E261673451D9}"/>
                  </a:ext>
                </a:extLst>
              </p:cNvPr>
              <p:cNvSpPr txBox="1"/>
              <p:nvPr/>
            </p:nvSpPr>
            <p:spPr>
              <a:xfrm>
                <a:off x="1178168" y="4457216"/>
                <a:ext cx="101771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Reactants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E16108-95CA-1984-8D70-72F57F7F2705}"/>
                  </a:ext>
                </a:extLst>
              </p:cNvPr>
              <p:cNvSpPr txBox="1"/>
              <p:nvPr/>
            </p:nvSpPr>
            <p:spPr>
              <a:xfrm>
                <a:off x="3175788" y="5213106"/>
                <a:ext cx="93557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Products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1B5CB9B-B5C6-4953-F004-7D18FDAB9C30}"/>
              </a:ext>
            </a:extLst>
          </p:cNvPr>
          <p:cNvSpPr txBox="1"/>
          <p:nvPr/>
        </p:nvSpPr>
        <p:spPr>
          <a:xfrm>
            <a:off x="4948381" y="4994060"/>
            <a:ext cx="6434775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x-none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x-none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ốc độ phản ứng hoá học</a:t>
            </a:r>
            <a:r>
              <a:rPr lang="x-none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x-none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x-none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chỉnh tốc độ (nhanh hay chậm) phản ứng;</a:t>
            </a:r>
            <a:endParaRPr lang="x-none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x-none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Cơ chế tốc độ phản ứng</a:t>
            </a:r>
            <a:r>
              <a:rPr lang="x-none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標題 1"/>
          <p:cNvSpPr txBox="1">
            <a:spLocks/>
          </p:cNvSpPr>
          <p:nvPr/>
        </p:nvSpPr>
        <p:spPr>
          <a:xfrm>
            <a:off x="181609" y="122260"/>
            <a:ext cx="1167933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4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vs.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41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7933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4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vs.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5" name="TextBox 14"/>
          <p:cNvSpPr txBox="1"/>
          <p:nvPr/>
        </p:nvSpPr>
        <p:spPr>
          <a:xfrm>
            <a:off x="181610" y="843803"/>
            <a:ext cx="117084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P, V,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U, enthalpy H, entropy S,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G, …)</a:t>
            </a:r>
          </a:p>
        </p:txBody>
      </p:sp>
      <p:graphicFrame>
        <p:nvGraphicFramePr>
          <p:cNvPr id="20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875757"/>
              </p:ext>
            </p:extLst>
          </p:nvPr>
        </p:nvGraphicFramePr>
        <p:xfrm>
          <a:off x="1807058" y="2639077"/>
          <a:ext cx="82788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4" imgW="2908080" imgH="253800" progId="Equation.3">
                  <p:embed/>
                </p:oleObj>
              </mc:Choice>
              <mc:Fallback>
                <p:oleObj name="Equation" r:id="rId4" imgW="2908080" imgH="253800" progId="Equation.3">
                  <p:embed/>
                  <p:pic>
                    <p:nvPicPr>
                      <p:cNvPr id="2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058" y="2639077"/>
                        <a:ext cx="8278813" cy="723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2494" y="3404702"/>
            <a:ext cx="11708455" cy="165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16137" y="6048700"/>
            <a:ext cx="4525758" cy="599411"/>
            <a:chOff x="916137" y="6048700"/>
            <a:chExt cx="4525758" cy="59941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D01FE0-2651-F5C8-8E15-45497F023CB3}"/>
                </a:ext>
              </a:extLst>
            </p:cNvPr>
            <p:cNvSpPr txBox="1"/>
            <p:nvPr/>
          </p:nvSpPr>
          <p:spPr>
            <a:xfrm>
              <a:off x="916137" y="6063336"/>
              <a:ext cx="24160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Wingdings" pitchFamily="2" charset="2"/>
                <a:buChar char="q"/>
              </a:pPr>
              <a:r>
                <a:rPr lang="x-none" sz="32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x-none" sz="32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sz="32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x-none" sz="32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x-none" sz="32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160D655-3803-CAF1-0D26-F6B8AE9B14F1}"/>
                </a:ext>
              </a:extLst>
            </p:cNvPr>
            <p:cNvSpPr txBox="1"/>
            <p:nvPr/>
          </p:nvSpPr>
          <p:spPr>
            <a:xfrm>
              <a:off x="3569266" y="6048700"/>
              <a:ext cx="1872629" cy="584775"/>
            </a:xfrm>
            <a:prstGeom prst="rect">
              <a:avLst/>
            </a:prstGeom>
            <a:noFill/>
            <a:ln>
              <a:solidFill>
                <a:srgbClr val="CC00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x-none" sz="32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 = mc△t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916137" y="5275518"/>
            <a:ext cx="10183164" cy="584775"/>
            <a:chOff x="916137" y="5275518"/>
            <a:chExt cx="10183164" cy="58477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B27B15-93FD-9E90-2A16-70BA43FEC55D}"/>
                </a:ext>
              </a:extLst>
            </p:cNvPr>
            <p:cNvSpPr txBox="1"/>
            <p:nvPr/>
          </p:nvSpPr>
          <p:spPr>
            <a:xfrm>
              <a:off x="3569266" y="5275518"/>
              <a:ext cx="3358996" cy="58477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x-none" sz="32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= P△V = △nRT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7D01FE0-2651-F5C8-8E15-45497F023CB3}"/>
                </a:ext>
              </a:extLst>
            </p:cNvPr>
            <p:cNvSpPr txBox="1"/>
            <p:nvPr/>
          </p:nvSpPr>
          <p:spPr>
            <a:xfrm>
              <a:off x="916137" y="5275518"/>
              <a:ext cx="24160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Wingdings" pitchFamily="2" charset="2"/>
                <a:buChar char="q"/>
              </a:pPr>
              <a:r>
                <a:rPr lang="x-none" sz="3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Công (A)</a:t>
              </a:r>
              <a:r>
                <a:rPr lang="x-none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7056207" y="5344713"/>
                  <a:ext cx="404309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just"/>
                  <a:r>
                    <a:rPr lang="en-US" altLang="en-US" sz="2400" b="1" dirty="0">
                      <a:latin typeface="Arial" panose="020B0604020202020204" pitchFamily="34" charset="0"/>
                      <a:cs typeface="Arial" panose="020B0604020202020204" pitchFamily="34" charset="0"/>
                      <a:sym typeface="Symbol" panose="05050102010706020507" pitchFamily="18" charset="2"/>
                    </a:rPr>
                    <a:t>chất </a:t>
                  </a:r>
                  <a:r>
                    <a:rPr lang="en-US" altLang="en-US" sz="2400" b="1" dirty="0" err="1">
                      <a:latin typeface="Arial" panose="020B0604020202020204" pitchFamily="34" charset="0"/>
                      <a:cs typeface="Arial" panose="020B0604020202020204" pitchFamily="34" charset="0"/>
                      <a:sym typeface="Symbol" panose="05050102010706020507" pitchFamily="18" charset="2"/>
                    </a:rPr>
                    <a:t>lỏng</a:t>
                  </a:r>
                  <a:r>
                    <a:rPr lang="en-US" altLang="en-US" sz="2400" b="1" dirty="0">
                      <a:latin typeface="Arial" panose="020B0604020202020204" pitchFamily="34" charset="0"/>
                      <a:cs typeface="Arial" panose="020B0604020202020204" pitchFamily="34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400" b="1" dirty="0" err="1">
                      <a:latin typeface="Arial" panose="020B0604020202020204" pitchFamily="34" charset="0"/>
                      <a:cs typeface="Arial" panose="020B0604020202020204" pitchFamily="34" charset="0"/>
                      <a:sym typeface="Symbol" panose="05050102010706020507" pitchFamily="18" charset="2"/>
                    </a:rPr>
                    <a:t>và</a:t>
                  </a:r>
                  <a:r>
                    <a:rPr lang="en-US" altLang="en-US" sz="2400" b="1" dirty="0">
                      <a:latin typeface="Arial" panose="020B0604020202020204" pitchFamily="34" charset="0"/>
                      <a:cs typeface="Arial" panose="020B0604020202020204" pitchFamily="34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400" b="1" dirty="0" err="1">
                      <a:latin typeface="Arial" panose="020B0604020202020204" pitchFamily="34" charset="0"/>
                      <a:cs typeface="Arial" panose="020B0604020202020204" pitchFamily="34" charset="0"/>
                      <a:sym typeface="Symbol" panose="05050102010706020507" pitchFamily="18" charset="2"/>
                    </a:rPr>
                    <a:t>rắn</a:t>
                  </a:r>
                  <a:r>
                    <a:rPr lang="en-US" altLang="en-US" sz="2400" b="1" dirty="0">
                      <a:latin typeface="Arial" panose="020B0604020202020204" pitchFamily="34" charset="0"/>
                      <a:cs typeface="Arial" panose="020B0604020202020204" pitchFamily="34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400" b="1" dirty="0" err="1">
                      <a:latin typeface="Arial" panose="020B0604020202020204" pitchFamily="34" charset="0"/>
                      <a:cs typeface="Arial" panose="020B0604020202020204" pitchFamily="34" charset="0"/>
                      <a:sym typeface="Symbol" panose="05050102010706020507" pitchFamily="18" charset="2"/>
                    </a:rPr>
                    <a:t>thì</a:t>
                  </a:r>
                  <a:r>
                    <a:rPr lang="en-US" altLang="en-US" sz="2400" b="1" dirty="0">
                      <a:latin typeface="Arial" panose="020B0604020202020204" pitchFamily="34" charset="0"/>
                      <a:cs typeface="Arial" panose="020B0604020202020204" pitchFamily="34" charset="0"/>
                      <a:sym typeface="Symbol" panose="05050102010706020507" pitchFamily="18" charset="2"/>
                    </a:rPr>
                    <a:t> V </a:t>
                  </a:r>
                  <a14:m>
                    <m:oMath xmlns:m="http://schemas.openxmlformats.org/officeDocument/2006/math">
                      <m:r>
                        <a:rPr lang="en-US" alt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~</m:t>
                      </m:r>
                    </m:oMath>
                  </a14:m>
                  <a:r>
                    <a:rPr lang="x-none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0</a:t>
                  </a: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6207" y="5344713"/>
                  <a:ext cx="4043094" cy="46166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2413" t="-10667" r="-1357"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71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4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76744" y="834717"/>
            <a:ext cx="105979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x-none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Nội năng (U) là một hệ tổng năng lượng tồn tại trong hệ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7B86E0C6-17E2-DEC1-3A3F-2E08B9FC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646" y="1704332"/>
            <a:ext cx="3419235" cy="70788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b="1" dirty="0">
                <a:latin typeface="Arial" panose="020B0604020202020204" pitchFamily="34" charset="0"/>
                <a:sym typeface="Symbol" panose="05050102010706020507" pitchFamily="18" charset="2"/>
              </a:rPr>
              <a:t>U = Q - A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63752-7256-7C45-1896-1D4B455E9605}"/>
              </a:ext>
            </a:extLst>
          </p:cNvPr>
          <p:cNvSpPr/>
          <p:nvPr/>
        </p:nvSpPr>
        <p:spPr>
          <a:xfrm>
            <a:off x="0" y="2552217"/>
            <a:ext cx="649087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36538" indent="-23653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 (Q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∆H</a:t>
            </a: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thu nhiệt (Q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∆H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0)</a:t>
            </a:r>
          </a:p>
          <a:p>
            <a:pPr marL="406400" algn="just">
              <a:lnSpc>
                <a:spcPct val="150000"/>
              </a:lnSpc>
            </a:pP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toả nhiệt (Q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∆H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 0)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824D9C-F5D0-58FF-263B-0C494C0379AD}"/>
              </a:ext>
            </a:extLst>
          </p:cNvPr>
          <p:cNvSpPr/>
          <p:nvPr/>
        </p:nvSpPr>
        <p:spPr>
          <a:xfrm>
            <a:off x="6112902" y="2552217"/>
            <a:ext cx="5693610" cy="1307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667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(A):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sinh công (A &gt; 0)</a:t>
            </a:r>
          </a:p>
          <a:p>
            <a:pPr marL="406400" algn="just">
              <a:lnSpc>
                <a:spcPct val="150000"/>
              </a:lnSpc>
            </a:pP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Hệ nhận công (A &lt; 0)</a:t>
            </a:r>
          </a:p>
        </p:txBody>
      </p:sp>
      <p:sp>
        <p:nvSpPr>
          <p:cNvPr id="18" name="矩形 4">
            <a:extLst>
              <a:ext uri="{FF2B5EF4-FFF2-40B4-BE49-F238E27FC236}">
                <a16:creationId xmlns:a16="http://schemas.microsoft.com/office/drawing/2014/main" id="{2586C662-11B1-5248-C16F-A95D19BD75CC}"/>
              </a:ext>
            </a:extLst>
          </p:cNvPr>
          <p:cNvSpPr/>
          <p:nvPr/>
        </p:nvSpPr>
        <p:spPr>
          <a:xfrm>
            <a:off x="0" y="4190717"/>
            <a:ext cx="71578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800"/>
              </a:spcAft>
              <a:buFont typeface="Wingdings" pitchFamily="2" charset="2"/>
              <a:buChar char="v"/>
            </a:pP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Quá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đẳng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tích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V = 0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A = 0</a:t>
            </a:r>
            <a:endParaRPr lang="en-US" altLang="zh-TW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7B86E0C6-17E2-DEC1-3A3F-2E08B9FC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491" y="4190717"/>
            <a:ext cx="2306774" cy="646331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3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U</a:t>
            </a:r>
            <a:endParaRPr lang="en-US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Notched Right Arrow 21">
            <a:extLst>
              <a:ext uri="{FF2B5EF4-FFF2-40B4-BE49-F238E27FC236}">
                <a16:creationId xmlns:a16="http://schemas.microsoft.com/office/drawing/2014/main" id="{D1765337-ACC6-83CF-6D11-782738F71F6E}"/>
              </a:ext>
            </a:extLst>
          </p:cNvPr>
          <p:cNvSpPr/>
          <p:nvPr/>
        </p:nvSpPr>
        <p:spPr>
          <a:xfrm>
            <a:off x="7161831" y="4330714"/>
            <a:ext cx="379786" cy="30477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4">
            <a:extLst>
              <a:ext uri="{FF2B5EF4-FFF2-40B4-BE49-F238E27FC236}">
                <a16:creationId xmlns:a16="http://schemas.microsoft.com/office/drawing/2014/main" id="{2586C662-11B1-5248-C16F-A95D19BD75CC}"/>
              </a:ext>
            </a:extLst>
          </p:cNvPr>
          <p:cNvSpPr/>
          <p:nvPr/>
        </p:nvSpPr>
        <p:spPr>
          <a:xfrm>
            <a:off x="0" y="5231099"/>
            <a:ext cx="90592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800"/>
              </a:spcAft>
              <a:buFont typeface="Wingdings" pitchFamily="2" charset="2"/>
              <a:buChar char="v"/>
            </a:pP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Quá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đẳng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áp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P = 0 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A = P∆V = ∆</a:t>
            </a:r>
            <a:r>
              <a:rPr 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nRT</a:t>
            </a:r>
            <a:endParaRPr lang="en-US" altLang="zh-TW" sz="32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7B86E0C6-17E2-DEC1-3A3F-2E08B9FC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0092" y="5231099"/>
            <a:ext cx="2306774" cy="646331"/>
          </a:xfrm>
          <a:prstGeom prst="rect">
            <a:avLst/>
          </a:prstGeom>
          <a:noFill/>
          <a:ln w="25400">
            <a:solidFill>
              <a:srgbClr val="CC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36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H</a:t>
            </a:r>
            <a:endParaRPr lang="en-US" altLang="en-US" sz="36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Notched Right Arrow 30">
            <a:extLst>
              <a:ext uri="{FF2B5EF4-FFF2-40B4-BE49-F238E27FC236}">
                <a16:creationId xmlns:a16="http://schemas.microsoft.com/office/drawing/2014/main" id="{D1765337-ACC6-83CF-6D11-782738F71F6E}"/>
              </a:ext>
            </a:extLst>
          </p:cNvPr>
          <p:cNvSpPr/>
          <p:nvPr/>
        </p:nvSpPr>
        <p:spPr>
          <a:xfrm>
            <a:off x="9059260" y="5426628"/>
            <a:ext cx="379786" cy="30477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27778" y="5994586"/>
            <a:ext cx="10699853" cy="798582"/>
            <a:chOff x="727778" y="5994586"/>
            <a:chExt cx="10699853" cy="798582"/>
          </a:xfrm>
        </p:grpSpPr>
        <p:sp>
          <p:nvSpPr>
            <p:cNvPr id="32" name="TextBox 1">
              <a:extLst>
                <a:ext uri="{FF2B5EF4-FFF2-40B4-BE49-F238E27FC236}">
                  <a16:creationId xmlns:a16="http://schemas.microsoft.com/office/drawing/2014/main" id="{7B86E0C6-17E2-DEC1-3A3F-2E08B9FC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528" y="6146837"/>
              <a:ext cx="6161196" cy="646331"/>
            </a:xfrm>
            <a:prstGeom prst="rect">
              <a:avLst/>
            </a:prstGeom>
            <a:noFill/>
            <a:ln w="25400">
              <a:solidFill>
                <a:srgbClr val="703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H = U + PV = U + </a:t>
              </a:r>
              <a:r>
                <a:rPr lang="en-US" alt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nRT</a:t>
              </a:r>
              <a:r>
                <a:rPr lang="en-US" alt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urved Right Arrow 1"/>
            <p:cNvSpPr/>
            <p:nvPr/>
          </p:nvSpPr>
          <p:spPr>
            <a:xfrm>
              <a:off x="727778" y="5994586"/>
              <a:ext cx="232757" cy="43067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TextBox 1">
              <a:extLst>
                <a:ext uri="{FF2B5EF4-FFF2-40B4-BE49-F238E27FC236}">
                  <a16:creationId xmlns:a16="http://schemas.microsoft.com/office/drawing/2014/main" id="{7B86E0C6-17E2-DEC1-3A3F-2E08B9FC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2552" y="6146837"/>
              <a:ext cx="3495079" cy="646331"/>
            </a:xfrm>
            <a:prstGeom prst="rect">
              <a:avLst/>
            </a:prstGeom>
            <a:noFill/>
            <a:ln w="25400">
              <a:solidFill>
                <a:srgbClr val="A27B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1" dirty="0" err="1">
                  <a:solidFill>
                    <a:srgbClr val="A27B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r>
                <a:rPr lang="en-US" altLang="en-US" sz="3600" b="1" baseline="-25000" dirty="0" err="1">
                  <a:solidFill>
                    <a:srgbClr val="A27B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lang="en-US" altLang="en-US" sz="3600" b="1" dirty="0">
                  <a:solidFill>
                    <a:srgbClr val="A27B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= Q</a:t>
              </a:r>
              <a:r>
                <a:rPr lang="en-US" altLang="en-US" sz="3600" b="1" baseline="-25000" dirty="0">
                  <a:solidFill>
                    <a:srgbClr val="A27B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en-US" sz="3600" b="1" dirty="0">
                  <a:solidFill>
                    <a:srgbClr val="A27B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+ </a:t>
              </a:r>
              <a:r>
                <a:rPr lang="en-US" altLang="en-US" sz="3600" b="1" dirty="0" err="1">
                  <a:solidFill>
                    <a:srgbClr val="A27B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nRT</a:t>
              </a:r>
              <a:r>
                <a:rPr lang="en-US" altLang="en-US" sz="3600" b="1" dirty="0">
                  <a:solidFill>
                    <a:srgbClr val="A27B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en-US" sz="3600" b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593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6" grpId="0"/>
      <p:bldP spid="17" grpId="0"/>
      <p:bldP spid="18" grpId="0"/>
      <p:bldP spid="21" grpId="0" animBg="1"/>
      <p:bldP spid="22" grpId="0" animBg="1"/>
      <p:bldP spid="29" grpId="0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4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∆H 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vs. </a:t>
            </a:r>
            <a:r>
              <a:rPr lang="en-US" altLang="zh-TW" sz="40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endParaRPr lang="zh-TW" altLang="en-US" sz="4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44203" y="1017493"/>
            <a:ext cx="11224945" cy="649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en-US" sz="3200" b="1" dirty="0" err="1">
                <a:cs typeface="Times New Roman" panose="02020603050405020304" pitchFamily="18" charset="0"/>
              </a:rPr>
              <a:t>Xét</a:t>
            </a:r>
            <a:r>
              <a:rPr lang="en-US" altLang="en-US" sz="3200" b="1" dirty="0"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cs typeface="Times New Roman" panose="02020603050405020304" pitchFamily="18" charset="0"/>
              </a:rPr>
              <a:t>tổng</a:t>
            </a:r>
            <a:r>
              <a:rPr lang="en-US" altLang="en-US" sz="3200" b="1" dirty="0"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cs typeface="Times New Roman" panose="02020603050405020304" pitchFamily="18" charset="0"/>
              </a:rPr>
              <a:t>quát</a:t>
            </a:r>
            <a:r>
              <a:rPr lang="en-US" altLang="en-US" sz="3200" b="1" dirty="0">
                <a:cs typeface="Times New Roman" panose="02020603050405020304" pitchFamily="18" charset="0"/>
              </a:rPr>
              <a:t>: </a:t>
            </a:r>
            <a:r>
              <a:rPr lang="en-US" altLang="en-US" sz="4000" b="1" dirty="0">
                <a:solidFill>
                  <a:srgbClr val="A27B00"/>
                </a:solidFill>
                <a:cs typeface="Times New Roman" panose="02020603050405020304" pitchFamily="18" charset="0"/>
              </a:rPr>
              <a:t>A + B → C + D  </a:t>
            </a:r>
            <a:r>
              <a:rPr lang="en-US" altLang="en-US" sz="3200" dirty="0" err="1">
                <a:cs typeface="Times New Roman" panose="02020603050405020304" pitchFamily="18" charset="0"/>
              </a:rPr>
              <a:t>có</a:t>
            </a:r>
            <a:r>
              <a:rPr lang="en-US" altLang="en-US" sz="3200" b="1" dirty="0">
                <a:solidFill>
                  <a:srgbClr val="A27B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∆H</a:t>
            </a:r>
            <a:r>
              <a:rPr lang="en-US" altLang="en-US" sz="40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en-US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và</a:t>
            </a:r>
            <a:r>
              <a:rPr lang="en-US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sz="4000" b="1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1</a:t>
            </a:r>
            <a:r>
              <a:rPr lang="en-US" altLang="en-US" sz="40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     </a:t>
            </a:r>
            <a:endParaRPr lang="en-US" altLang="en-US" sz="40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294903" y="1716775"/>
            <a:ext cx="0" cy="512064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94325" y="1745804"/>
            <a:ext cx="11212556" cy="2642962"/>
            <a:chOff x="294325" y="1745804"/>
            <a:chExt cx="11212556" cy="2642962"/>
          </a:xfrm>
        </p:grpSpPr>
        <p:sp>
          <p:nvSpPr>
            <p:cNvPr id="15" name="Rectangle 2"/>
            <p:cNvSpPr>
              <a:spLocks noChangeArrowheads="1"/>
            </p:cNvSpPr>
            <p:nvPr/>
          </p:nvSpPr>
          <p:spPr bwMode="auto">
            <a:xfrm>
              <a:off x="294325" y="1745804"/>
              <a:ext cx="3053768" cy="649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US" altLang="en-US" sz="3200" u="sng" dirty="0" err="1">
                  <a:solidFill>
                    <a:srgbClr val="CC00CC"/>
                  </a:solidFill>
                  <a:cs typeface="Times New Roman" panose="02020603050405020304" pitchFamily="18" charset="0"/>
                </a:rPr>
                <a:t>Phản</a:t>
              </a:r>
              <a:r>
                <a:rPr lang="en-US" altLang="en-US" sz="3200" u="sng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CC00CC"/>
                  </a:solidFill>
                  <a:cs typeface="Times New Roman" panose="02020603050405020304" pitchFamily="18" charset="0"/>
                </a:rPr>
                <a:t>ứng</a:t>
              </a:r>
              <a:r>
                <a:rPr lang="en-US" altLang="en-US" sz="3200" u="sng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CC00CC"/>
                  </a:solidFill>
                  <a:cs typeface="Times New Roman" panose="02020603050405020304" pitchFamily="18" charset="0"/>
                </a:rPr>
                <a:t>tổng</a:t>
              </a:r>
              <a:r>
                <a:rPr lang="en-US" altLang="en-US" sz="3200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97484" y="2495718"/>
              <a:ext cx="394473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A + B → C + D       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∆H</a:t>
              </a:r>
              <a:r>
                <a:rPr lang="en-US" altLang="en-US" sz="28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97484" y="3141113"/>
              <a:ext cx="392447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C + E → B + F       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∆H</a:t>
              </a:r>
              <a:r>
                <a:rPr lang="en-US" altLang="en-US" sz="28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97484" y="3865546"/>
              <a:ext cx="589238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A + E → B + F       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∆H</a:t>
              </a:r>
              <a:r>
                <a:rPr lang="en-US" altLang="en-US" sz="28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∆H</a:t>
              </a:r>
              <a:r>
                <a:rPr lang="en-US" altLang="en-US" sz="28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∆H</a:t>
              </a:r>
              <a:r>
                <a:rPr lang="en-US" altLang="en-US" sz="28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97484" y="3786508"/>
              <a:ext cx="55487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2"/>
            <p:cNvSpPr>
              <a:spLocks noChangeArrowheads="1"/>
            </p:cNvSpPr>
            <p:nvPr/>
          </p:nvSpPr>
          <p:spPr bwMode="auto">
            <a:xfrm>
              <a:off x="6404189" y="1745804"/>
              <a:ext cx="3053768" cy="649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US" altLang="en-US" sz="3200" u="sng" dirty="0" err="1">
                  <a:solidFill>
                    <a:srgbClr val="CC00CC"/>
                  </a:solidFill>
                  <a:cs typeface="Times New Roman" panose="02020603050405020304" pitchFamily="18" charset="0"/>
                </a:rPr>
                <a:t>Phản</a:t>
              </a:r>
              <a:r>
                <a:rPr lang="en-US" altLang="en-US" sz="3200" u="sng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CC00CC"/>
                  </a:solidFill>
                  <a:cs typeface="Times New Roman" panose="02020603050405020304" pitchFamily="18" charset="0"/>
                </a:rPr>
                <a:t>ứng</a:t>
              </a:r>
              <a:r>
                <a:rPr lang="en-US" altLang="en-US" sz="3200" u="sng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CC00CC"/>
                  </a:solidFill>
                  <a:cs typeface="Times New Roman" panose="02020603050405020304" pitchFamily="18" charset="0"/>
                </a:rPr>
                <a:t>tổng</a:t>
              </a:r>
              <a:r>
                <a:rPr lang="en-US" altLang="en-US" sz="3200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710953" y="2481040"/>
              <a:ext cx="37042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A + B → C + D       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710953" y="3126435"/>
              <a:ext cx="368402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C + E → B + F       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710953" y="3850868"/>
              <a:ext cx="47959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A + E → B + F       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K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6710953" y="3771830"/>
              <a:ext cx="455665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268856" y="4378704"/>
            <a:ext cx="11772184" cy="1252266"/>
            <a:chOff x="268856" y="4378704"/>
            <a:chExt cx="11772184" cy="1252266"/>
          </a:xfrm>
        </p:grpSpPr>
        <p:sp>
          <p:nvSpPr>
            <p:cNvPr id="29" name="Rectangle 2"/>
            <p:cNvSpPr>
              <a:spLocks noChangeArrowheads="1"/>
            </p:cNvSpPr>
            <p:nvPr/>
          </p:nvSpPr>
          <p:spPr bwMode="auto">
            <a:xfrm>
              <a:off x="268856" y="4378704"/>
              <a:ext cx="4569150" cy="649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Thay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đổi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hệ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số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tỉ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lượng</a:t>
              </a:r>
              <a:r>
                <a:rPr lang="en-US" altLang="en-US" sz="3200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97484" y="5107750"/>
              <a:ext cx="56695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2A + 2B → 2C + 2D    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∆H</a:t>
              </a:r>
              <a:r>
                <a:rPr lang="en-US" altLang="en-US" sz="28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2∆H</a:t>
              </a:r>
              <a:r>
                <a:rPr lang="en-US" altLang="en-US" sz="28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2"/>
            <p:cNvSpPr>
              <a:spLocks noChangeArrowheads="1"/>
            </p:cNvSpPr>
            <p:nvPr/>
          </p:nvSpPr>
          <p:spPr bwMode="auto">
            <a:xfrm>
              <a:off x="6404189" y="4378704"/>
              <a:ext cx="4569150" cy="649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Thay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đổi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hệ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số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tỉ</a:t>
              </a:r>
              <a:r>
                <a:rPr lang="en-US" altLang="en-US" sz="3200" u="sng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00B050"/>
                  </a:solidFill>
                  <a:cs typeface="Times New Roman" panose="02020603050405020304" pitchFamily="18" charset="0"/>
                </a:rPr>
                <a:t>lượng</a:t>
              </a:r>
              <a:r>
                <a:rPr lang="en-US" altLang="en-US" sz="3200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712915" y="5107750"/>
              <a:ext cx="532812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2A + 2B → 2C + 2D    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(K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r>
                <a:rPr lang="en-US" altLang="en-US" sz="2800" baseline="30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68855" y="5576805"/>
            <a:ext cx="11604537" cy="1198101"/>
            <a:chOff x="268855" y="5576805"/>
            <a:chExt cx="11604537" cy="1198101"/>
          </a:xfrm>
        </p:grpSpPr>
        <p:sp>
          <p:nvSpPr>
            <p:cNvPr id="31" name="Rectangle 2"/>
            <p:cNvSpPr>
              <a:spLocks noChangeArrowheads="1"/>
            </p:cNvSpPr>
            <p:nvPr/>
          </p:nvSpPr>
          <p:spPr bwMode="auto">
            <a:xfrm>
              <a:off x="268855" y="5576805"/>
              <a:ext cx="4785281" cy="649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Thay</a:t>
              </a:r>
              <a:r>
                <a:rPr lang="en-US" altLang="en-US" sz="3200" u="sng" dirty="0">
                  <a:solidFill>
                    <a:srgbClr val="993366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đổi</a:t>
              </a:r>
              <a:r>
                <a:rPr lang="en-US" altLang="en-US" sz="3200" u="sng" dirty="0">
                  <a:solidFill>
                    <a:srgbClr val="993366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chiều</a:t>
              </a:r>
              <a:r>
                <a:rPr lang="en-US" altLang="en-US" sz="3200" u="sng" dirty="0">
                  <a:solidFill>
                    <a:srgbClr val="993366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phản</a:t>
              </a:r>
              <a:r>
                <a:rPr lang="en-US" altLang="en-US" sz="3200" u="sng" dirty="0">
                  <a:solidFill>
                    <a:srgbClr val="993366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ứng</a:t>
              </a:r>
              <a:endParaRPr lang="en-US" altLang="en-US" sz="3200" dirty="0">
                <a:solidFill>
                  <a:srgbClr val="9933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97484" y="6251686"/>
              <a:ext cx="554395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C + D → A + B            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∆H</a:t>
              </a:r>
              <a:r>
                <a:rPr lang="en-US" altLang="en-US" sz="28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-∆H</a:t>
              </a:r>
              <a:r>
                <a:rPr lang="en-US" altLang="en-US" sz="28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2"/>
            <p:cNvSpPr>
              <a:spLocks noChangeArrowheads="1"/>
            </p:cNvSpPr>
            <p:nvPr/>
          </p:nvSpPr>
          <p:spPr bwMode="auto">
            <a:xfrm>
              <a:off x="6378719" y="5576805"/>
              <a:ext cx="4785281" cy="649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Thay</a:t>
              </a:r>
              <a:r>
                <a:rPr lang="en-US" altLang="en-US" sz="3200" u="sng" dirty="0">
                  <a:solidFill>
                    <a:srgbClr val="993366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đổi</a:t>
              </a:r>
              <a:r>
                <a:rPr lang="en-US" altLang="en-US" sz="3200" u="sng" dirty="0">
                  <a:solidFill>
                    <a:srgbClr val="993366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chiều</a:t>
              </a:r>
              <a:r>
                <a:rPr lang="en-US" altLang="en-US" sz="3200" u="sng" dirty="0">
                  <a:solidFill>
                    <a:srgbClr val="993366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phản</a:t>
              </a:r>
              <a:r>
                <a:rPr lang="en-US" altLang="en-US" sz="3200" u="sng" dirty="0">
                  <a:solidFill>
                    <a:srgbClr val="993366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3200" u="sng" dirty="0" err="1">
                  <a:solidFill>
                    <a:srgbClr val="993366"/>
                  </a:solidFill>
                  <a:cs typeface="Times New Roman" panose="02020603050405020304" pitchFamily="18" charset="0"/>
                </a:rPr>
                <a:t>ứng</a:t>
              </a:r>
              <a:endParaRPr lang="en-US" altLang="en-US" sz="3200" dirty="0">
                <a:solidFill>
                  <a:srgbClr val="9933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710953" y="6251686"/>
              <a:ext cx="51624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C + D → A + B            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1/K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193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4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3" name="Group 2"/>
          <p:cNvGrpSpPr/>
          <p:nvPr/>
        </p:nvGrpSpPr>
        <p:grpSpPr>
          <a:xfrm>
            <a:off x="316204" y="785833"/>
            <a:ext cx="11723489" cy="2262666"/>
            <a:chOff x="316204" y="785833"/>
            <a:chExt cx="11723489" cy="226266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316204" y="785833"/>
              <a:ext cx="11723489" cy="742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</a:t>
              </a:r>
              <a:r>
                <a:rPr 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sz="2800" b="1" i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mol</a:t>
              </a:r>
              <a:r>
                <a:rPr lang="en-US" sz="2800" b="1" i="1" u="sng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US" sz="2800" b="1" i="1" u="sng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đơn</a:t>
              </a:r>
              <a:r>
                <a:rPr lang="en-US" sz="2800" b="1" i="1" u="sng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ở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bền</a:t>
              </a:r>
              <a:endParaRPr lang="x-none" sz="28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07AD380-7600-904D-76D8-6B521C4090F7}"/>
                    </a:ext>
                  </a:extLst>
                </p:cNvPr>
                <p:cNvSpPr txBox="1"/>
                <p:nvPr/>
              </p:nvSpPr>
              <p:spPr>
                <a:xfrm>
                  <a:off x="1679405" y="1616830"/>
                  <a:ext cx="8231350" cy="555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Na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 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1/2Cl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2(k) 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→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NaCl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(r)    </a:t>
                  </a:r>
                  <a:r>
                    <a:rPr lang="en-US" altLang="en-US" sz="28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en-US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𝒕𝒕</m:t>
                          </m:r>
                        </m:sub>
                        <m:sup>
                          <m:r>
                            <a:rPr lang="en-US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</a:t>
                  </a:r>
                  <a:endParaRPr 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07AD380-7600-904D-76D8-6B521C409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9405" y="1616830"/>
                  <a:ext cx="8231350" cy="55547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480" t="-12088" b="-241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" name="Object 102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75839569"/>
                    </p:ext>
                  </p:extLst>
                </p:nvPr>
              </p:nvGraphicFramePr>
              <p:xfrm>
                <a:off x="1679405" y="2354264"/>
                <a:ext cx="8598775" cy="69423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56" name="Equation" r:id="rId5" imgW="3149280" imgH="253800" progId="Equation.3">
                        <p:embed/>
                      </p:oleObj>
                    </mc:Choice>
                    <mc:Fallback>
                      <p:oleObj name="Equation" r:id="rId5" imgW="3149280" imgH="253800" progId="Equation.3">
                        <p:embed/>
                        <p:pic>
                          <p:nvPicPr>
                            <p:cNvPr id="7" name="Object 10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79405" y="2354264"/>
                              <a:ext cx="8598775" cy="694235"/>
                            </a:xfrm>
                            <a:prstGeom prst="rect">
                              <a:avLst/>
                            </a:prstGeom>
                            <a:solidFill>
                              <a:srgbClr val="FFFF00"/>
                            </a:solidFill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7" name="Object 102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75839569"/>
                    </p:ext>
                  </p:extLst>
                </p:nvPr>
              </p:nvGraphicFramePr>
              <p:xfrm>
                <a:off x="1679405" y="2354264"/>
                <a:ext cx="8598775" cy="69423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6264" name="Equation" r:id="rId7" imgW="3149280" imgH="253800" progId="Equation.3">
                        <p:embed/>
                      </p:oleObj>
                    </mc:Choice>
                    <mc:Fallback>
                      <p:oleObj name="Equation" r:id="rId7" imgW="3149280" imgH="2538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79405" y="2354264"/>
                              <a:ext cx="8598775" cy="694235"/>
                            </a:xfrm>
                            <a:prstGeom prst="rect">
                              <a:avLst/>
                            </a:prstGeom>
                            <a:solidFill>
                              <a:srgbClr val="FFFF00"/>
                            </a:solidFill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316204" y="3093516"/>
            <a:ext cx="12037694" cy="2324506"/>
            <a:chOff x="316204" y="3093516"/>
            <a:chExt cx="12037694" cy="232450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316204" y="3093516"/>
              <a:ext cx="12037694" cy="742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đốt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cháy</a:t>
              </a:r>
              <a:r>
                <a:rPr 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đốt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cháy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sz="2800" b="1" i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mol</a:t>
              </a:r>
              <a:r>
                <a:rPr lang="en-US" sz="2800" b="1" i="1" u="sng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US" sz="2800" b="1" i="1" u="sng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u="sng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khí</a:t>
              </a:r>
              <a:r>
                <a:rPr lang="en-US" sz="2800" b="1" u="sng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</a:t>
              </a:r>
              <a:r>
                <a:rPr lang="en-US" sz="2800" b="1" u="sng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s/p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cháy</a:t>
              </a:r>
              <a:endParaRPr lang="x-none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07AD380-7600-904D-76D8-6B521C4090F7}"/>
                    </a:ext>
                  </a:extLst>
                </p:cNvPr>
                <p:cNvSpPr txBox="1"/>
                <p:nvPr/>
              </p:nvSpPr>
              <p:spPr>
                <a:xfrm>
                  <a:off x="1679405" y="4042754"/>
                  <a:ext cx="6604029" cy="555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 (k)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 O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→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2(k)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+2H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28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28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,đ</m:t>
                          </m:r>
                          <m:r>
                            <a:rPr lang="en-US" altLang="en-US" sz="28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𝒄</m:t>
                          </m:r>
                        </m:sub>
                        <m:sup>
                          <m:r>
                            <a:rPr lang="en-US" altLang="en-US" sz="28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</a:t>
                  </a:r>
                  <a:endParaRPr 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007AD380-7600-904D-76D8-6B521C409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9405" y="4042754"/>
                  <a:ext cx="6604029" cy="555473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1845" t="-10989" b="-241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Object 102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88179696"/>
                    </p:ext>
                  </p:extLst>
                </p:nvPr>
              </p:nvGraphicFramePr>
              <p:xfrm>
                <a:off x="1752103" y="4780650"/>
                <a:ext cx="8085954" cy="63737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57" name="Equation" r:id="rId10" imgW="3225600" imgH="253800" progId="Equation.3">
                        <p:embed/>
                      </p:oleObj>
                    </mc:Choice>
                    <mc:Fallback>
                      <p:oleObj name="Equation" r:id="rId10" imgW="3225600" imgH="253800" progId="Equation.3">
                        <p:embed/>
                        <p:pic>
                          <p:nvPicPr>
                            <p:cNvPr id="10" name="Object 10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52103" y="4780650"/>
                              <a:ext cx="8085954" cy="637372"/>
                            </a:xfrm>
                            <a:prstGeom prst="rect">
                              <a:avLst/>
                            </a:prstGeom>
                            <a:solidFill>
                              <a:srgbClr val="FFC000"/>
                            </a:solidFill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" name="Object 102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88179696"/>
                    </p:ext>
                  </p:extLst>
                </p:nvPr>
              </p:nvGraphicFramePr>
              <p:xfrm>
                <a:off x="1752103" y="4780650"/>
                <a:ext cx="8085954" cy="63737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6265" name="Equation" r:id="rId12" imgW="3225600" imgH="253800" progId="Equation.3">
                        <p:embed/>
                      </p:oleObj>
                    </mc:Choice>
                    <mc:Fallback>
                      <p:oleObj name="Equation" r:id="rId12" imgW="3225600" imgH="2538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52103" y="4780650"/>
                              <a:ext cx="8085954" cy="637372"/>
                            </a:xfrm>
                            <a:prstGeom prst="rect">
                              <a:avLst/>
                            </a:prstGeom>
                            <a:solidFill>
                              <a:srgbClr val="FFC000"/>
                            </a:solidFill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4" name="Group 13"/>
          <p:cNvGrpSpPr/>
          <p:nvPr/>
        </p:nvGrpSpPr>
        <p:grpSpPr>
          <a:xfrm>
            <a:off x="316204" y="5600445"/>
            <a:ext cx="8639224" cy="1224465"/>
            <a:chOff x="316204" y="5600445"/>
            <a:chExt cx="8639224" cy="1224465"/>
          </a:xfrm>
        </p:grpSpPr>
        <p:sp>
          <p:nvSpPr>
            <p:cNvPr id="2" name="Rectangle 1"/>
            <p:cNvSpPr/>
            <p:nvPr/>
          </p:nvSpPr>
          <p:spPr>
            <a:xfrm>
              <a:off x="316204" y="5600445"/>
              <a:ext cx="349967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3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3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</a:t>
              </a:r>
              <a:r>
                <a:rPr lang="en-US" sz="3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endParaRPr lang="en-US" sz="3200" dirty="0">
                <a:solidFill>
                  <a:srgbClr val="00B05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15880" y="5600556"/>
              <a:ext cx="513954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b="1" i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H (</a:t>
              </a:r>
              <a:r>
                <a:rPr lang="en-US" altLang="en-US" sz="3200" b="1" i="1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rắn</a:t>
              </a:r>
              <a:r>
                <a:rPr lang="en-US" altLang="en-US" sz="3200" b="1" i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&lt; H (</a:t>
              </a:r>
              <a:r>
                <a:rPr lang="en-US" altLang="en-US" sz="3200" b="1" i="1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lỏng</a:t>
              </a:r>
              <a:r>
                <a:rPr lang="en-US" altLang="en-US" sz="3200" b="1" i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&lt; H (</a:t>
              </a:r>
              <a:r>
                <a:rPr lang="en-US" altLang="en-US" sz="3200" b="1" i="1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khí</a:t>
              </a:r>
              <a:r>
                <a:rPr lang="en-US" altLang="en-US" sz="3200" b="1" i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endParaRPr lang="en-US" sz="3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15880" y="6240135"/>
              <a:ext cx="486543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b="1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S (</a:t>
              </a:r>
              <a:r>
                <a:rPr lang="en-US" altLang="en-US" sz="3200" b="1" i="1" dirty="0" err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rắn</a:t>
              </a:r>
              <a:r>
                <a:rPr lang="en-US" altLang="en-US" sz="3200" b="1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&lt; S (</a:t>
              </a:r>
              <a:r>
                <a:rPr lang="en-US" altLang="en-US" sz="3200" b="1" i="1" dirty="0" err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lỏng</a:t>
              </a:r>
              <a:r>
                <a:rPr lang="en-US" altLang="en-US" sz="3200" b="1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&lt; S (</a:t>
              </a:r>
              <a:r>
                <a:rPr lang="en-US" altLang="en-US" sz="3200" b="1" i="1" dirty="0" err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khí</a:t>
              </a:r>
              <a:r>
                <a:rPr lang="en-US" altLang="en-US" sz="3200" b="1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endPara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604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4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16204" y="785833"/>
            <a:ext cx="11723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Hess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∆H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800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0" y="2361386"/>
            <a:ext cx="3408032" cy="18337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848805" y="4310038"/>
            <a:ext cx="3085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TTĐ: A  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TTC: 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181609" y="4948192"/>
            <a:ext cx="4419506" cy="58477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en-US" altLang="en-US" sz="32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H</a:t>
            </a:r>
            <a:r>
              <a:rPr lang="en-US" altLang="en-US" sz="32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H</a:t>
            </a:r>
            <a:r>
              <a:rPr lang="en-US" altLang="en-US" sz="32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H</a:t>
            </a:r>
            <a:r>
              <a:rPr lang="en-US" altLang="en-US" sz="32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32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973304" y="2394165"/>
            <a:ext cx="7066389" cy="4150287"/>
            <a:chOff x="4973304" y="2394165"/>
            <a:chExt cx="7066389" cy="4150287"/>
          </a:xfrm>
        </p:grpSpPr>
        <p:sp>
          <p:nvSpPr>
            <p:cNvPr id="15" name="Rectangle 3"/>
            <p:cNvSpPr txBox="1">
              <a:spLocks noChangeArrowheads="1"/>
            </p:cNvSpPr>
            <p:nvPr/>
          </p:nvSpPr>
          <p:spPr>
            <a:xfrm>
              <a:off x="4973304" y="2394165"/>
              <a:ext cx="7066389" cy="3830712"/>
            </a:xfrm>
            <a:prstGeom prst="rect">
              <a:avLst/>
            </a:prstGeom>
            <a:noFill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buFontTx/>
                <a:buNone/>
              </a:pP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(r)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+  2H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            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buFontTx/>
                <a:buNone/>
              </a:pP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2O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2(l)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2O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	            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buFontTx/>
                <a:buNone/>
              </a:pP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(r)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+  O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CO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	            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buFontTx/>
                <a:buNone/>
              </a:pP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+  O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(l)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 	            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buFontTx/>
                <a:buNone/>
              </a:pP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---------------------------------------------</a:t>
              </a:r>
            </a:p>
            <a:p>
              <a:pPr algn="just">
                <a:buFontTx/>
                <a:buNone/>
              </a:pP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+  2 O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CO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2(k)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+  2 H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2800" baseline="-13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(l)       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800" baseline="-130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157252" y="5959677"/>
              <a:ext cx="585609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3200" b="1" baseline="-13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3200" b="1" baseline="-13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3200" b="1" baseline="-13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3200" b="1" baseline="-13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3200" b="1" baseline="-13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urved Right Arrow 16"/>
            <p:cNvSpPr/>
            <p:nvPr/>
          </p:nvSpPr>
          <p:spPr>
            <a:xfrm rot="20402588">
              <a:off x="5683716" y="5930874"/>
              <a:ext cx="367844" cy="480565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81609" y="5932489"/>
            <a:ext cx="5090304" cy="584775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H</a:t>
            </a:r>
            <a:r>
              <a:rPr lang="en-US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298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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(T - 298)</a:t>
            </a:r>
          </a:p>
        </p:txBody>
      </p:sp>
    </p:spTree>
    <p:extLst>
      <p:ext uri="{BB962C8B-B14F-4D97-AF65-F5344CB8AC3E}">
        <p14:creationId xmlns:p14="http://schemas.microsoft.com/office/powerpoint/2010/main" val="413767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4 – Entropy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∆S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" name="TextBox 5"/>
          <p:cNvSpPr txBox="1"/>
          <p:nvPr/>
        </p:nvSpPr>
        <p:spPr>
          <a:xfrm>
            <a:off x="8046323" y="926190"/>
            <a:ext cx="3235181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∆S =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086238" y="1897896"/>
                <a:ext cx="1463862" cy="8899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num>
                      <m:den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den>
                    </m:f>
                  </m:oMath>
                </a14:m>
                <a:endPara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238" y="1897896"/>
                <a:ext cx="1463862" cy="889924"/>
              </a:xfrm>
              <a:prstGeom prst="rect">
                <a:avLst/>
              </a:prstGeom>
              <a:blipFill rotWithShape="0">
                <a:blip r:embed="rId3"/>
                <a:stretch>
                  <a:fillRect l="-12448"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266779" y="952429"/>
            <a:ext cx="7664032" cy="1802142"/>
            <a:chOff x="266779" y="952429"/>
            <a:chExt cx="7664032" cy="1802142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20FD3B2E-EE0B-42F4-8E4A-4A0C3BAE5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79" y="1649724"/>
              <a:ext cx="7140880" cy="584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vi-VN" altLang="en-US" sz="28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Entropy (S) </a:t>
              </a:r>
              <a:r>
                <a:rPr lang="en-US" altLang="en-US" sz="2800" b="1" dirty="0" err="1">
                  <a:cs typeface="Times New Roman" panose="02020603050405020304" pitchFamily="18" charset="0"/>
                </a:rPr>
                <a:t>là</a:t>
              </a:r>
              <a:r>
                <a:rPr lang="en-US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cs typeface="Times New Roman" panose="02020603050405020304" pitchFamily="18" charset="0"/>
                </a:rPr>
                <a:t>thước</a:t>
              </a:r>
              <a:r>
                <a:rPr lang="en-US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cs typeface="Times New Roman" panose="02020603050405020304" pitchFamily="18" charset="0"/>
                </a:rPr>
                <a:t>đo</a:t>
              </a:r>
              <a:r>
                <a:rPr lang="en-US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cs typeface="Times New Roman" panose="02020603050405020304" pitchFamily="18" charset="0"/>
                </a:rPr>
                <a:t>độ</a:t>
              </a:r>
              <a:r>
                <a:rPr lang="en-US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cs typeface="Times New Roman" panose="02020603050405020304" pitchFamily="18" charset="0"/>
                </a:rPr>
                <a:t>hỗn</a:t>
              </a:r>
              <a:r>
                <a:rPr lang="en-US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vi-VN" altLang="en-US" sz="2800" b="1" dirty="0">
                  <a:cs typeface="Times New Roman" panose="02020603050405020304" pitchFamily="18" charset="0"/>
                </a:rPr>
                <a:t>độn</a:t>
              </a:r>
              <a:r>
                <a:rPr lang="en-US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cs typeface="Times New Roman" panose="02020603050405020304" pitchFamily="18" charset="0"/>
                </a:rPr>
                <a:t>của</a:t>
              </a:r>
              <a:r>
                <a:rPr lang="en-US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cs typeface="Times New Roman" panose="02020603050405020304" pitchFamily="18" charset="0"/>
                </a:rPr>
                <a:t>hệ</a:t>
              </a:r>
              <a:endParaRPr lang="en-US" altLang="en-US" sz="2800" dirty="0">
                <a:cs typeface="Times New Roman" panose="02020603050405020304" pitchFamily="18" charset="0"/>
              </a:endParaRPr>
            </a:p>
          </p:txBody>
        </p:sp>
        <p:sp>
          <p:nvSpPr>
            <p:cNvPr id="2" name="Left Brace 1"/>
            <p:cNvSpPr/>
            <p:nvPr/>
          </p:nvSpPr>
          <p:spPr>
            <a:xfrm>
              <a:off x="7535484" y="952429"/>
              <a:ext cx="395327" cy="180214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Box 6">
            <a:extLst>
              <a:ext uri="{FF2B5EF4-FFF2-40B4-BE49-F238E27FC236}">
                <a16:creationId xmlns:a16="http://schemas.microsoft.com/office/drawing/2014/main" id="{DD4EAE06-CE75-4156-BA6D-B70597CE5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476340"/>
            <a:ext cx="621310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57200" eaLnBrk="1" hangingPunct="1">
              <a:lnSpc>
                <a:spcPct val="150000"/>
              </a:lnSpc>
              <a:buFontTx/>
              <a:buNone/>
            </a:pPr>
            <a:r>
              <a:rPr lang="en-US" alt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1. </a:t>
            </a:r>
            <a:r>
              <a:rPr lang="en-US" altLang="en-US" sz="28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Nhiệt</a:t>
            </a:r>
            <a:r>
              <a:rPr lang="en-US" alt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tăng</a:t>
            </a:r>
            <a:r>
              <a:rPr lang="en-US" alt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làm</a:t>
            </a:r>
            <a:r>
              <a:rPr lang="en-US" alt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tăng</a:t>
            </a:r>
            <a:r>
              <a:rPr lang="en-US" alt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entropy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4C2DDBC-AB4C-41C6-A14E-08D192561F3A}"/>
              </a:ext>
            </a:extLst>
          </p:cNvPr>
          <p:cNvSpPr txBox="1">
            <a:spLocks noChangeArrowheads="1"/>
          </p:cNvSpPr>
          <p:nvPr/>
        </p:nvSpPr>
        <p:spPr>
          <a:xfrm>
            <a:off x="787854" y="3362444"/>
            <a:ext cx="5779201" cy="577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S</a:t>
            </a:r>
            <a:r>
              <a:rPr lang="en-US" alt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&lt;  S</a:t>
            </a:r>
            <a:r>
              <a:rPr lang="en-US" alt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350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Tx/>
              <a:buNone/>
              <a:defRPr/>
            </a:pP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DD4EAE06-CE75-4156-BA6D-B70597CE5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273884"/>
            <a:ext cx="571915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57200" eaLnBrk="1" hangingPunct="1">
              <a:lnSpc>
                <a:spcPct val="150000"/>
              </a:lnSpc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3.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Áp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suất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tăng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làm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giảm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entropy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4C2DDBC-AB4C-41C6-A14E-08D192561F3A}"/>
              </a:ext>
            </a:extLst>
          </p:cNvPr>
          <p:cNvSpPr txBox="1">
            <a:spLocks noChangeArrowheads="1"/>
          </p:cNvSpPr>
          <p:nvPr/>
        </p:nvSpPr>
        <p:spPr>
          <a:xfrm>
            <a:off x="787854" y="6133062"/>
            <a:ext cx="6842816" cy="577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</a:t>
            </a: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&lt; S</a:t>
            </a: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1atm)</a:t>
            </a:r>
          </a:p>
          <a:p>
            <a:pPr marL="0" indent="0">
              <a:buNone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0" y="3821853"/>
            <a:ext cx="11822451" cy="1695650"/>
            <a:chOff x="0" y="3821853"/>
            <a:chExt cx="11822451" cy="1695650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34C2DDBC-AB4C-41C6-A14E-08D192561F3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352002" y="4675039"/>
              <a:ext cx="5488184" cy="57785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Tx/>
                <a:buNone/>
                <a:defRPr/>
              </a:pPr>
              <a:r>
                <a:rPr lang="en-US" alt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 S</a:t>
              </a:r>
              <a:r>
                <a:rPr lang="en-US" alt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298</a:t>
              </a:r>
              <a:r>
                <a:rPr lang="en-US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(NO) &lt; S</a:t>
              </a:r>
              <a:r>
                <a:rPr lang="en-US" alt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298</a:t>
              </a:r>
              <a:r>
                <a:rPr lang="en-US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</a:t>
              </a:r>
              <a:r>
                <a:rPr lang="en-US" alt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0" y="3821853"/>
              <a:ext cx="11822451" cy="1695650"/>
              <a:chOff x="0" y="3821853"/>
              <a:chExt cx="11822451" cy="1695650"/>
            </a:xfrm>
          </p:grpSpPr>
          <p:sp>
            <p:nvSpPr>
              <p:cNvPr id="10" name="Text Box 6">
                <a:extLst>
                  <a:ext uri="{FF2B5EF4-FFF2-40B4-BE49-F238E27FC236}">
                    <a16:creationId xmlns:a16="http://schemas.microsoft.com/office/drawing/2014/main" id="{DD4EAE06-CE75-4156-BA6D-B70597CE57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821853"/>
                <a:ext cx="11686236" cy="13075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465138" indent="-7938" algn="just" eaLnBrk="1" hangingPunct="1">
                  <a:lnSpc>
                    <a:spcPct val="150000"/>
                  </a:lnSpc>
                  <a:buFontTx/>
                  <a:buNone/>
                </a:pP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2.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càng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tạp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phân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tử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càng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phức</a:t>
                </a:r>
                <a:r>
                  <a:rPr lang="vi-VN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tạp</a:t>
                </a:r>
                <a:r>
                  <a:rPr lang="vi-VN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,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kích thước càng lớn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entropy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càng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lớn</a:t>
                </a:r>
                <a:r>
                  <a:rPr lang="en-US" altLang="en-US" sz="28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.</a:t>
                </a:r>
              </a:p>
            </p:txBody>
          </p:sp>
          <p:pic>
            <p:nvPicPr>
              <p:cNvPr id="15" name="Picture 5" descr="FG20_08">
                <a:extLst>
                  <a:ext uri="{FF2B5EF4-FFF2-40B4-BE49-F238E27FC236}">
                    <a16:creationId xmlns:a16="http://schemas.microsoft.com/office/drawing/2014/main" id="{008BA823-FCDE-4EFB-ABE4-325EEB8468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33147" y="4557661"/>
                <a:ext cx="4089304" cy="9598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92818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DD4EAE06-CE75-4156-BA6D-B70597CE5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844879"/>
            <a:ext cx="11686236" cy="199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1. Entropy </a:t>
            </a:r>
            <a:r>
              <a:rPr lang="en-US" altLang="en-US" sz="28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tăng</a:t>
            </a:r>
            <a:r>
              <a:rPr lang="en-US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 (∆S &gt; 0) </a:t>
            </a:r>
            <a:r>
              <a:rPr lang="en-US" altLang="en-US" sz="28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khi</a:t>
            </a:r>
            <a:r>
              <a:rPr lang="en-US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:</a:t>
            </a:r>
          </a:p>
          <a:p>
            <a:pPr indent="457200">
              <a:lnSpc>
                <a:spcPct val="150000"/>
              </a:lnSpc>
              <a:buNone/>
            </a:pPr>
            <a:r>
              <a:rPr lang="en-US" altLang="en-US" sz="2400" b="1" dirty="0">
                <a:cs typeface="Times New Roman" panose="02020603050405020304" pitchFamily="18" charset="0"/>
              </a:rPr>
              <a:t>-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Trong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pư</a:t>
            </a:r>
            <a:r>
              <a:rPr lang="en-US" altLang="en-US" sz="2400" b="1" dirty="0">
                <a:cs typeface="Times New Roman" panose="02020603050405020304" pitchFamily="18" charset="0"/>
              </a:rPr>
              <a:t>,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phân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tử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bị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phân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hủy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thành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phân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tử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nhỏ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hơn</a:t>
            </a:r>
            <a:endParaRPr lang="en-US" altLang="en-US" sz="2400" b="1" dirty="0">
              <a:cs typeface="Times New Roman" panose="02020603050405020304" pitchFamily="18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en-US" altLang="en-US" sz="2400" b="1" dirty="0">
                <a:cs typeface="Times New Roman" panose="02020603050405020304" pitchFamily="18" charset="0"/>
              </a:rPr>
              <a:t>-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Phản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ứng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có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sự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chuyển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pha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từ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Rắn</a:t>
            </a:r>
            <a:r>
              <a:rPr lang="en-US" altLang="en-US" sz="2400" b="1" dirty="0">
                <a:cs typeface="Times New Roman" panose="02020603050405020304" pitchFamily="18" charset="0"/>
              </a:rPr>
              <a:t> →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Lỏng</a:t>
            </a:r>
            <a:r>
              <a:rPr lang="en-US" altLang="en-US" sz="2400" b="1" dirty="0">
                <a:cs typeface="Times New Roman" panose="02020603050405020304" pitchFamily="18" charset="0"/>
              </a:rPr>
              <a:t> →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Khí</a:t>
            </a: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323528" y="2847437"/>
            <a:ext cx="8679427" cy="661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A19FE689-5739-4605-AC80-6CF5DC3B8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43" y="4481902"/>
            <a:ext cx="9672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baseline="-25000" dirty="0">
                <a:solidFill>
                  <a:srgbClr val="008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(k) + 3H</a:t>
            </a:r>
            <a:r>
              <a:rPr lang="en-US" altLang="en-US" sz="2400" baseline="-25000" dirty="0">
                <a:solidFill>
                  <a:srgbClr val="008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(k) =  2NH</a:t>
            </a:r>
            <a:r>
              <a:rPr lang="en-US" altLang="en-US" sz="2400" baseline="-25000" dirty="0">
                <a:solidFill>
                  <a:srgbClr val="008000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(k);           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n = -2 mol</a:t>
            </a:r>
            <a:r>
              <a:rPr lang="vi-VN" altLang="en-US" sz="2400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&lt; 0 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→ </a:t>
            </a:r>
            <a:r>
              <a:rPr lang="en-US" altLang="en-US" sz="2400" dirty="0" err="1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 err="1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pư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&lt;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296E1-424D-406F-9BCB-6F79DC8FC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281" y="5313322"/>
            <a:ext cx="101012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dirty="0">
                <a:cs typeface="Times New Roman" panose="02020603050405020304" pitchFamily="18" charset="0"/>
              </a:rPr>
              <a:t>    </a:t>
            </a:r>
            <a:r>
              <a:rPr lang="vi-VN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2HI(</a:t>
            </a:r>
            <a:r>
              <a:rPr lang="en-US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k</a:t>
            </a:r>
            <a:r>
              <a:rPr lang="vi-VN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) = H</a:t>
            </a:r>
            <a:r>
              <a:rPr lang="vi-VN" altLang="en-US" sz="2400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2</a:t>
            </a:r>
            <a:r>
              <a:rPr lang="vi-VN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k</a:t>
            </a:r>
            <a:r>
              <a:rPr lang="vi-VN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)  +  I</a:t>
            </a:r>
            <a:r>
              <a:rPr lang="vi-VN" altLang="en-US" sz="2400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2</a:t>
            </a:r>
            <a:r>
              <a:rPr lang="vi-VN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k</a:t>
            </a:r>
            <a:r>
              <a:rPr lang="vi-VN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) ; </a:t>
            </a:r>
            <a:r>
              <a:rPr lang="en-US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               </a:t>
            </a:r>
            <a:r>
              <a:rPr lang="en-US" altLang="en-US" sz="2400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n = </a:t>
            </a:r>
            <a:r>
              <a:rPr lang="en-US" altLang="en-US" sz="2400" b="1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  </a:t>
            </a:r>
            <a:r>
              <a:rPr lang="en-US" altLang="en-US" sz="2400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→ </a:t>
            </a:r>
            <a:r>
              <a:rPr lang="en-US" altLang="en-US" sz="2400" dirty="0" err="1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 err="1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pư</a:t>
            </a:r>
            <a:r>
              <a:rPr lang="en-US" altLang="en-US" sz="2400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vi-VN" altLang="en-US" sz="2400" b="1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E765D9D-A0AE-34FB-D0A4-0E04F3BD626F}"/>
              </a:ext>
            </a:extLst>
          </p:cNvPr>
          <p:cNvGrpSpPr/>
          <p:nvPr/>
        </p:nvGrpSpPr>
        <p:grpSpPr>
          <a:xfrm>
            <a:off x="838543" y="3711243"/>
            <a:ext cx="9844004" cy="461665"/>
            <a:chOff x="938296" y="4226632"/>
            <a:chExt cx="9844004" cy="461665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7516B393-3F08-4312-B1A1-CA7A1B070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296" y="4226632"/>
              <a:ext cx="9844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C(gr) + CO</a:t>
              </a:r>
              <a:r>
                <a:rPr lang="en-US" altLang="en-US" sz="2400" baseline="-250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2</a:t>
              </a:r>
              <a:r>
                <a:rPr lang="en-US" altLang="en-US" sz="24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(k) = 2CO(k);              </a:t>
              </a:r>
              <a:r>
                <a:rPr lang="en-US" altLang="en-US" sz="2400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n = 1 mol</a:t>
              </a:r>
              <a:r>
                <a:rPr lang="vi-VN" altLang="en-US" sz="2400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b="1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&gt; 0</a:t>
              </a:r>
              <a:r>
                <a:rPr lang="en-US" altLang="en-US" sz="2400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 → </a:t>
              </a:r>
              <a:r>
                <a:rPr lang="en-US" altLang="en-US" sz="2400" dirty="0" err="1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en-US" sz="2400" baseline="-25000" dirty="0" err="1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pư</a:t>
              </a:r>
              <a:r>
                <a:rPr lang="en-US" altLang="en-US" sz="2400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b="1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&gt; 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578BF3-375B-434A-BEF3-FDCCED6C302C}"/>
                </a:ext>
              </a:extLst>
            </p:cNvPr>
            <p:cNvSpPr txBox="1"/>
            <p:nvPr/>
          </p:nvSpPr>
          <p:spPr>
            <a:xfrm>
              <a:off x="5226729" y="4226632"/>
              <a:ext cx="3568137" cy="461665"/>
            </a:xfrm>
            <a:prstGeom prst="rect">
              <a:avLst/>
            </a:prstGeom>
            <a:noFill/>
            <a:ln w="3175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0B7AD81-89FC-4047-8EFC-C9D6C28CE200}"/>
              </a:ext>
            </a:extLst>
          </p:cNvPr>
          <p:cNvSpPr txBox="1"/>
          <p:nvPr/>
        </p:nvSpPr>
        <p:spPr>
          <a:xfrm>
            <a:off x="5129395" y="4479066"/>
            <a:ext cx="3724352" cy="53097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7D1CB9-0DB6-41F6-886D-BBC1B9319FB3}"/>
              </a:ext>
            </a:extLst>
          </p:cNvPr>
          <p:cNvSpPr txBox="1"/>
          <p:nvPr/>
        </p:nvSpPr>
        <p:spPr>
          <a:xfrm>
            <a:off x="5126976" y="5296697"/>
            <a:ext cx="2587235" cy="530975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23528" y="5998598"/>
            <a:ext cx="852188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8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alt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∆H &lt; 0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∆S &gt; 0  </a:t>
            </a:r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4 – Entropy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∆S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2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 animBg="1"/>
      <p:bldP spid="13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313" y="6459785"/>
            <a:ext cx="54190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4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(∆G)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" name="Rectangle 1"/>
          <p:cNvSpPr/>
          <p:nvPr/>
        </p:nvSpPr>
        <p:spPr>
          <a:xfrm>
            <a:off x="181609" y="967717"/>
            <a:ext cx="11654018" cy="1305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Hàm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trạng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thái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 = H – TS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để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đk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737047" y="2436079"/>
            <a:ext cx="2970430" cy="58477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∆G = ∆H – T∆S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63513" y="2433573"/>
            <a:ext cx="4344459" cy="5847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∆G = ∆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mG</a:t>
            </a:r>
            <a:r>
              <a:rPr lang="en-US" alt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cuối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∆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</a:t>
            </a:r>
            <a:r>
              <a:rPr lang="en-US" alt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đầu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77821" y="2433573"/>
            <a:ext cx="2547492" cy="58477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∆G = -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RTlnK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3AACF78-E269-4246-9026-BB350364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09" y="3329030"/>
            <a:ext cx="11683133" cy="130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5720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2800" b="1" u="sng" dirty="0" err="1">
                <a:cs typeface="Times New Roman" panose="02020603050405020304" pitchFamily="18" charset="0"/>
              </a:rPr>
              <a:t>Lưu</a:t>
            </a:r>
            <a:r>
              <a:rPr lang="en-US" altLang="en-US" sz="2800" b="1" u="sng" dirty="0">
                <a:cs typeface="Times New Roman" panose="02020603050405020304" pitchFamily="18" charset="0"/>
              </a:rPr>
              <a:t> ý</a:t>
            </a:r>
            <a:r>
              <a:rPr lang="en-US" altLang="en-US" sz="2800" dirty="0">
                <a:cs typeface="Times New Roman" panose="02020603050405020304" pitchFamily="18" charset="0"/>
              </a:rPr>
              <a:t>: </a:t>
            </a:r>
            <a:r>
              <a:rPr lang="en-US" altLang="en-US" sz="2800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Thế</a:t>
            </a:r>
            <a:r>
              <a:rPr lang="en-US" altLang="en-US" sz="2800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đẳng</a:t>
            </a:r>
            <a:r>
              <a:rPr lang="en-US" altLang="en-US" sz="2800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áp</a:t>
            </a:r>
            <a:r>
              <a:rPr lang="en-US" altLang="en-US" sz="2800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tạo</a:t>
            </a:r>
            <a:r>
              <a:rPr lang="en-US" altLang="en-US" sz="2800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thành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tiêu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chuẩn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CC00CC"/>
                </a:solidFill>
                <a:cs typeface="Times New Roman" panose="02020603050405020304" pitchFamily="18" charset="0"/>
              </a:rPr>
              <a:t>đơn</a:t>
            </a:r>
            <a:r>
              <a:rPr lang="en-US" altLang="en-US" sz="2800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CC00CC"/>
                </a:solidFill>
                <a:cs typeface="Times New Roman" panose="02020603050405020304" pitchFamily="18" charset="0"/>
              </a:rPr>
              <a:t>chất</a:t>
            </a:r>
            <a:r>
              <a:rPr lang="en-US" altLang="en-US" sz="2800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CC00CC"/>
                </a:solidFill>
                <a:cs typeface="Times New Roman" panose="02020603050405020304" pitchFamily="18" charset="0"/>
              </a:rPr>
              <a:t>bền</a:t>
            </a:r>
            <a:r>
              <a:rPr lang="en-US" altLang="en-US" sz="2800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 (H</a:t>
            </a:r>
            <a:r>
              <a:rPr lang="en-US" altLang="en-US" sz="2800" i="1" u="sng" baseline="-25000" dirty="0">
                <a:solidFill>
                  <a:srgbClr val="CC00CC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, O</a:t>
            </a:r>
            <a:r>
              <a:rPr lang="en-US" altLang="en-US" sz="2800" i="1" u="sng" baseline="-25000" dirty="0">
                <a:solidFill>
                  <a:srgbClr val="CC00CC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, …)</a:t>
            </a:r>
            <a:r>
              <a:rPr lang="en-US" altLang="en-US" sz="2800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và</a:t>
            </a:r>
            <a:r>
              <a:rPr lang="en-US" altLang="en-US" sz="2800" i="1" dirty="0">
                <a:solidFill>
                  <a:srgbClr val="CC00CC"/>
                </a:solidFill>
                <a:cs typeface="Times New Roman" panose="02020603050405020304" pitchFamily="18" charset="0"/>
              </a:rPr>
              <a:t> H</a:t>
            </a:r>
            <a:r>
              <a:rPr lang="en-US" altLang="en-US" sz="2800" i="1" baseline="30000" dirty="0">
                <a:solidFill>
                  <a:srgbClr val="CC00CC"/>
                </a:solidFill>
                <a:cs typeface="Times New Roman" panose="02020603050405020304" pitchFamily="18" charset="0"/>
              </a:rPr>
              <a:t>+</a:t>
            </a:r>
            <a:r>
              <a:rPr lang="en-US" altLang="en-US" sz="2800" i="1" dirty="0">
                <a:solidFill>
                  <a:srgbClr val="CC00CC"/>
                </a:solidFill>
                <a:cs typeface="Times New Roman" panose="02020603050405020304" pitchFamily="18" charset="0"/>
              </a:rPr>
              <a:t>.aq 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qui </a:t>
            </a:r>
            <a:r>
              <a:rPr lang="en-US" altLang="en-US" sz="2800" dirty="0" err="1">
                <a:cs typeface="Times New Roman" panose="02020603050405020304" pitchFamily="18" charset="0"/>
              </a:rPr>
              <a:t>ước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bằng</a:t>
            </a:r>
            <a:r>
              <a:rPr lang="en-US" altLang="en-US" sz="2800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không</a:t>
            </a:r>
            <a:r>
              <a:rPr lang="vi-VN" altLang="en-US" sz="2800" dirty="0">
                <a:cs typeface="Times New Roman" panose="02020603050405020304" pitchFamily="18" charset="0"/>
              </a:rPr>
              <a:t>.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103FAD9-8A4B-443E-8E34-4A1DE070AD96}"/>
              </a:ext>
            </a:extLst>
          </p:cNvPr>
          <p:cNvSpPr txBox="1">
            <a:spLocks noChangeArrowheads="1"/>
          </p:cNvSpPr>
          <p:nvPr/>
        </p:nvSpPr>
        <p:spPr>
          <a:xfrm>
            <a:off x="1927806" y="6125429"/>
            <a:ext cx="8330100" cy="7327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G  = 0 </a:t>
            </a:r>
            <a:r>
              <a:rPr lang="vi-VN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ở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trạng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thái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cân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bằng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hóa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học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806" y="4700041"/>
            <a:ext cx="7098418" cy="740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G &lt; 0 </a:t>
            </a:r>
            <a:r>
              <a:rPr lang="vi-V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có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khả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năng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tự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xảy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ra</a:t>
            </a:r>
            <a:r>
              <a:rPr lang="vi-V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46713" y="5441013"/>
            <a:ext cx="5700600" cy="740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G &gt; 0 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xảy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ra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9338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0A95FAF3-988F-77D1-92A1-DF6727470C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46" y="2588192"/>
                <a:ext cx="11462086" cy="8408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x-none" sz="2400" b="1" i="0" u="sng" strike="noStrike" cap="none" normalizeH="0" baseline="0" dirty="0" err="1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</a:t>
                </a:r>
                <a:r>
                  <a:rPr kumimoji="0" lang="en-US" altLang="x-none" sz="2400" b="1" i="0" u="sng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kumimoji="0" lang="en-US" altLang="x-none" sz="240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Entanpi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tạo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</a:t>
                </a:r>
                <a:r>
                  <a:rPr kumimoji="0" lang="fr-FR" altLang="x-none" sz="2400" i="0" u="none" strike="noStrike" cap="none" normalizeH="0" baseline="-3000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(k) 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ở 25</a:t>
                </a:r>
                <a:r>
                  <a:rPr kumimoji="0" lang="fr-FR" altLang="x-none" sz="240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 là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fr-FR" altLang="x-none" sz="240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0" lang="fr-FR" altLang="x-none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fr-FR" altLang="x-none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0" lang="vi-VN" altLang="x-none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a:rPr kumimoji="0" lang="vi-VN" altLang="x-none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fr-FR" altLang="x-none" sz="24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kumimoji="0" lang="fr-FR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:endParaRPr kumimoji="0" lang="fr-FR" altLang="x-none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0A95FAF3-988F-77D1-92A1-DF6727470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146" y="2588192"/>
                <a:ext cx="11462086" cy="840808"/>
              </a:xfrm>
              <a:prstGeom prst="rect">
                <a:avLst/>
              </a:prstGeom>
              <a:blipFill>
                <a:blip r:embed="rId3"/>
                <a:stretch>
                  <a:fillRect l="-886" t="-4478" r="-1550" b="-164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3">
            <a:extLst>
              <a:ext uri="{FF2B5EF4-FFF2-40B4-BE49-F238E27FC236}">
                <a16:creationId xmlns:a16="http://schemas.microsoft.com/office/drawing/2014/main" id="{F2CC7D73-0CD3-4754-00C9-4827FA411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772" y="3621704"/>
            <a:ext cx="1012256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000" algn="l"/>
                <a:tab pos="3302000" algn="l"/>
                <a:tab pos="5019675" algn="l"/>
              </a:tabLst>
            </a:pP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x-none" sz="240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cương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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2(k)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	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B.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(graphite)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+ 2/3O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3(k)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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2(k)</a:t>
            </a:r>
            <a:endParaRPr kumimoji="0" lang="en-US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Symbol" pitchFamily="2" charset="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000" algn="l"/>
                <a:tab pos="3302000" algn="l"/>
                <a:tab pos="5019675" algn="l"/>
              </a:tabLst>
            </a:pP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C.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(graphite)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+ 2O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(k)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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2(k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	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D.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(graphite)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+ 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2(k)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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2(k)</a:t>
            </a:r>
            <a:endParaRPr kumimoji="0" lang="en-US" altLang="x-none" sz="24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Symbol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86E3578-467F-34D5-3FFD-A35FBE71E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47" y="4634935"/>
                <a:ext cx="11602547" cy="8408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s-ES" altLang="x-none" sz="2400" b="1" i="0" u="sng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 3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kumimoji="0" lang="es-E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x-none" sz="24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kumimoji="0" lang="es-ES" altLang="x-none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kumimoji="0" lang="es-E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x-none" sz="2400" b="0" i="0" u="none" strike="noStrike" cap="none" normalizeH="0" baseline="0" dirty="0" err="1">
                    <a:ln>
                      <a:noFill/>
                    </a:ln>
                    <a:solidFill>
                      <a:srgbClr val="9933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9933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2H</a:t>
                </a:r>
                <a:r>
                  <a:rPr kumimoji="0" lang="es-ES" altLang="x-none" sz="2400" b="0" i="0" u="none" strike="noStrike" cap="none" normalizeH="0" baseline="-2500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(k) + O</a:t>
                </a:r>
                <a:r>
                  <a:rPr kumimoji="0" lang="es-ES" altLang="x-none" sz="2400" b="0" i="0" u="none" strike="noStrike" cap="none" normalizeH="0" baseline="-3000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0" lang="es-E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(k) = </a:t>
                </a:r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2H</a:t>
                </a:r>
                <a:r>
                  <a:rPr kumimoji="0" lang="pt-BR" altLang="x-none" sz="2400" b="0" i="0" u="none" strike="noStrike" cap="none" normalizeH="0" baseline="-2500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:r>
                  <a:rPr lang="pt-BR" altLang="x-none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 </a:t>
                </a:r>
                <a:r>
                  <a:rPr kumimoji="0" lang="pt-BR" altLang="x-none" sz="2400" b="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fr-FR" altLang="x-none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0" lang="fr-FR" altLang="x-none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fr-FR" altLang="x-none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vi-VN" altLang="x-none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a:rPr kumimoji="0" lang="vi-VN" altLang="x-none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kumimoji="0" lang="vi-VN" altLang="x-none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</a:rPr>
                      <m:t>=−</m:t>
                    </m:r>
                    <m:r>
                      <a:rPr kumimoji="0" lang="vi-VN" altLang="x-none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</a:rPr>
                      <m:t>484</m:t>
                    </m:r>
                    <m:r>
                      <a:rPr kumimoji="0" lang="vi-VN" altLang="x-none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kJ</a:t>
                </a:r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kumimoji="0" lang="pt-BR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Ở</a:t>
                </a:r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đk</a:t>
                </a:r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25</a:t>
                </a:r>
                <a:r>
                  <a:rPr kumimoji="0" lang="pt-BR" altLang="x-none" sz="24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0" lang="pt-BR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C,</a:t>
                </a:r>
                <a:r>
                  <a:rPr kumimoji="0" lang="pt-BR" altLang="x-none" sz="2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altLang="x-none" sz="24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kumimoji="0" lang="pt-BR" altLang="x-none" sz="2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altLang="x-none" sz="24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thu</a:t>
                </a:r>
                <a:r>
                  <a:rPr kumimoji="0" lang="pt-BR" altLang="x-none" sz="2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altLang="x-none" sz="2400" b="0" i="0" u="none" strike="noStrike" cap="none" normalizeH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kumimoji="0" lang="pt-BR" altLang="x-none" sz="2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altLang="x-none" sz="2400" b="0" i="0" u="none" strike="noStrike" cap="none" normalizeH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 mol </a:t>
                </a:r>
                <a:r>
                  <a:rPr kumimoji="0" lang="pt-BR" altLang="x-none" sz="2400" b="0" i="0" u="none" strike="noStrike" cap="none" normalizeH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kumimoji="0" lang="pt-BR" altLang="x-none" sz="2400" b="0" i="0" u="none" strike="noStrike" cap="none" normalizeH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altLang="x-none" sz="24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hơi</a:t>
                </a:r>
                <a:r>
                  <a:rPr lang="pt-BR" altLang="x-none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</a:t>
                </a:r>
                <a:r>
                  <a:rPr lang="pt-BR" altLang="x-none" sz="24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altLang="x-none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pt-BR" altLang="x-none" sz="24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pt-BR" altLang="x-none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altLang="x-none" sz="24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pt-BR" altLang="x-none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altLang="x-none" sz="24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pt-BR" altLang="x-none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altLang="x-none" sz="24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pt-BR" altLang="x-none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kumimoji="0" lang="pt-BR" altLang="x-none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86E3578-467F-34D5-3FFD-A35FBE71E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147" y="4634935"/>
                <a:ext cx="11602547" cy="840808"/>
              </a:xfrm>
              <a:prstGeom prst="rect">
                <a:avLst/>
              </a:prstGeom>
              <a:blipFill>
                <a:blip r:embed="rId4"/>
                <a:stretch>
                  <a:fillRect l="-874" t="-2941" b="-161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9BA0DCF-E029-D60D-0A58-941AD428EBBE}"/>
              </a:ext>
            </a:extLst>
          </p:cNvPr>
          <p:cNvSpPr txBox="1"/>
          <p:nvPr/>
        </p:nvSpPr>
        <p:spPr>
          <a:xfrm>
            <a:off x="932773" y="5513456"/>
            <a:ext cx="10122569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000" algn="l"/>
                <a:tab pos="3302000" algn="l"/>
                <a:tab pos="5019675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Lượng nhiệt tỏa ra là 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242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kJ.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Lượng nhiệt thu vào là 242 kJ.</a:t>
            </a:r>
            <a:endParaRPr lang="vi-VN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000" algn="l"/>
                <a:tab pos="3302000" algn="l"/>
                <a:tab pos="5019675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Lượng nhiệt tỏa ra là 484 kJ.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Lượng nhiệt thu vào là 484 kJ.</a:t>
            </a:r>
            <a:endParaRPr kumimoji="0" lang="vi-VN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6F748E-7FC0-B6FC-2E29-AB14487CAE3C}"/>
              </a:ext>
            </a:extLst>
          </p:cNvPr>
          <p:cNvSpPr txBox="1"/>
          <p:nvPr/>
        </p:nvSpPr>
        <p:spPr>
          <a:xfrm>
            <a:off x="437146" y="937050"/>
            <a:ext cx="11369366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x-none" sz="2400" dirty="0">
              <a:solidFill>
                <a:srgbClr val="CC00CC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8F258C-0AEE-F387-13B7-7A3833271929}"/>
              </a:ext>
            </a:extLst>
          </p:cNvPr>
          <p:cNvSpPr txBox="1"/>
          <p:nvPr/>
        </p:nvSpPr>
        <p:spPr>
          <a:xfrm>
            <a:off x="932775" y="1464603"/>
            <a:ext cx="101225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000" algn="l"/>
                <a:tab pos="3302000" algn="l"/>
                <a:tab pos="4972050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Enthalpy, Nhiệt dung đẳng áp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Nhiệt, công.</a:t>
            </a:r>
            <a:endParaRPr kumimoji="0" lang="vi-VN" altLang="x-none" sz="24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000" algn="l"/>
                <a:tab pos="3302000" algn="l"/>
                <a:tab pos="4972050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vi-VN" altLang="x-none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 độ, áp suất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 năng, thế đẳng áp nhiệt</a:t>
            </a:r>
            <a:endParaRPr kumimoji="0" lang="vi-VN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5863662" y="1584278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5921602" y="3994572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06396" y="5619151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71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9" grpId="0"/>
      <p:bldP spid="13" grpId="0"/>
      <p:bldP spid="15" grpId="0"/>
      <p:bldP spid="16" grpId="0"/>
      <p:bldP spid="11" grpId="0" animBg="1"/>
      <p:bldP spid="12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4CF6B8-CC81-3F9C-5B3F-FBF7176753E9}"/>
              </a:ext>
            </a:extLst>
          </p:cNvPr>
          <p:cNvSpPr txBox="1"/>
          <p:nvPr/>
        </p:nvSpPr>
        <p:spPr>
          <a:xfrm>
            <a:off x="152494" y="1000841"/>
            <a:ext cx="11654018" cy="315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kiện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25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pt-BR" sz="2400" b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pt-BR" sz="24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+ ½ O</a:t>
            </a:r>
            <a:r>
              <a:rPr lang="pt-BR" sz="2400" b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pt-BR" sz="24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H</a:t>
            </a:r>
            <a:r>
              <a:rPr lang="pt-BR" sz="2400" b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ℓ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x-none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pt-B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241.8 kJ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suy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đốt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cháy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chuẩn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25</a:t>
            </a:r>
            <a:r>
              <a:rPr lang="pt-BR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khí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hydro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-241,8 kJ/mol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chuẩn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25</a:t>
            </a:r>
            <a:r>
              <a:rPr lang="pt-BR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hơi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-241,8 kJ/mol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25</a:t>
            </a:r>
            <a:r>
              <a:rPr lang="pt-BR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-241,8 kJ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4)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O─H </a:t>
            </a:r>
            <a:r>
              <a:rPr lang="pt-B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pt-B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120,92 kJ/mol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C04584-D0E5-0E12-CB77-2831DAE15490}"/>
              </a:ext>
            </a:extLst>
          </p:cNvPr>
          <p:cNvSpPr txBox="1"/>
          <p:nvPr/>
        </p:nvSpPr>
        <p:spPr>
          <a:xfrm>
            <a:off x="1034715" y="4195973"/>
            <a:ext cx="11004791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2838450" algn="l"/>
                <a:tab pos="6084888" algn="l"/>
                <a:tab pos="897255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A.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1, 3, 4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1, 2, 3, 4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1, 3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x-none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2, 4 </a:t>
            </a:r>
            <a:endParaRPr lang="x-none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6D27A-B6BD-CE6C-CC72-C92549143B66}"/>
              </a:ext>
            </a:extLst>
          </p:cNvPr>
          <p:cNvSpPr txBox="1"/>
          <p:nvPr/>
        </p:nvSpPr>
        <p:spPr>
          <a:xfrm>
            <a:off x="181609" y="4924931"/>
            <a:ext cx="11624903" cy="1838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2100"/>
              </a:spcAft>
            </a:pPr>
            <a:r>
              <a:rPr lang="vi-VN" sz="2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 5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Chọn phương án</a:t>
            </a:r>
            <a:r>
              <a:rPr lang="vi-V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 ứng: 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sz="2400" b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(k) + ½</a:t>
            </a:r>
            <a:r>
              <a:rPr lang="pt-BR" sz="2400" b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sz="2400" b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(k) = H</a:t>
            </a:r>
            <a:r>
              <a:rPr lang="pt-BR" sz="2400" b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O(k) </a:t>
            </a: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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–241,8 kJ và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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–228,6kJ</a:t>
            </a: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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(J/K)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838200" algn="l"/>
                <a:tab pos="3641725" algn="l"/>
                <a:tab pos="6924675" algn="l"/>
                <a:tab pos="9812338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+12,5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–0,528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–44,3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–0,044</a:t>
            </a:r>
            <a:endParaRPr lang="x-non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7120962" y="4297406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7101084" y="629697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0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" grpId="0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7591E-CA53-5FFA-EFCF-70DCC0B214C9}"/>
              </a:ext>
            </a:extLst>
          </p:cNvPr>
          <p:cNvSpPr txBox="1"/>
          <p:nvPr/>
        </p:nvSpPr>
        <p:spPr>
          <a:xfrm>
            <a:off x="308474" y="867967"/>
            <a:ext cx="1173122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kiện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đẳng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A(r)  +  2B(k)  =  C(k)  +  2D(k)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90CEDC-55DB-5979-3EFB-93268D48933F}"/>
              </a:ext>
            </a:extLst>
          </p:cNvPr>
          <p:cNvSpPr txBox="1"/>
          <p:nvPr/>
        </p:nvSpPr>
        <p:spPr>
          <a:xfrm>
            <a:off x="1034715" y="1981579"/>
            <a:ext cx="10122569" cy="113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A.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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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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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</a:t>
            </a:r>
            <a:endParaRPr kumimoji="0" lang="vi-VN" altLang="x-none" sz="24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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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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x-none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đủ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endParaRPr lang="x-none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DFDF840-4EBD-DEC4-A832-219D9075C5E9}"/>
                  </a:ext>
                </a:extLst>
              </p:cNvPr>
              <p:cNvSpPr txBox="1"/>
              <p:nvPr/>
            </p:nvSpPr>
            <p:spPr>
              <a:xfrm>
                <a:off x="308475" y="3213177"/>
                <a:ext cx="11731219" cy="3009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2400" b="1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 7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đáp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b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x-none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vi-VN" sz="2400" b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∆</m:t>
                        </m:r>
                        <m:r>
                          <a:rPr lang="vi-V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vi-V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𝟑𝟕𝟑</m:t>
                        </m:r>
                        <m:r>
                          <a:rPr lang="vi-VN" sz="2400" b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sub>
                      <m:sup>
                        <m:r>
                          <a:rPr lang="vi-V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PƯ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s-ES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</a:t>
                </a:r>
                <a:r>
                  <a:rPr lang="es-ES" sz="2400" b="1" baseline="-250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s-ES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(k) + H</a:t>
                </a:r>
                <a:r>
                  <a:rPr lang="es-ES" sz="2400" b="1" baseline="-250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s-ES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O(k) = CO(k) + 3H</a:t>
                </a:r>
                <a:r>
                  <a:rPr lang="es-ES" sz="2400" b="1" baseline="-250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s-ES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(k)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x-none" sz="240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:r>
                  <a:rPr lang="vi-VN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x-none" sz="2400" i="1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x-none" sz="24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vi-VN" sz="24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vi-VN" sz="24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vi-VN" sz="24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298 </m:t>
                            </m:r>
                          </m:sub>
                          <m:sup>
                            <m:r>
                              <a:rPr lang="vi-VN" sz="24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</m:oMath>
                </a14:m>
                <a:r>
                  <a:rPr lang="es-ES" sz="2400" baseline="-25000" dirty="0" err="1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tt</a:t>
                </a:r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[kJ/mol]   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74,8     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241,8    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110,5</a:t>
                </a:r>
                <a:endParaRPr lang="x-none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          </m:t>
                    </m:r>
                    <m:r>
                      <a:rPr lang="vi-VN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                                         </m:t>
                    </m:r>
                    <m:d>
                      <m:dPr>
                        <m:ctrlPr>
                          <a:rPr lang="x-none" sz="2400" i="1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x-none" sz="24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vi-VN" sz="24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vi-VN" sz="24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298 </m:t>
                            </m:r>
                          </m:sub>
                          <m:sup>
                            <m:r>
                              <a:rPr lang="vi-VN" sz="24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</m:oMath>
                </a14:m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[J/</a:t>
                </a:r>
                <a:r>
                  <a:rPr lang="es-ES" sz="2400" dirty="0" err="1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mol.K</a:t>
                </a:r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      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186,2      188,7       197,6      131,0</a:t>
                </a:r>
                <a:endParaRPr lang="x-none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xem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∆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vi-VN" sz="24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vi-VN" sz="24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của phản ứng không phụ thuộc vào nhiệt độ)</a:t>
                </a:r>
                <a:endParaRPr lang="x-none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609600" algn="l"/>
                    <a:tab pos="3594100" algn="l"/>
                    <a:tab pos="6481763" algn="l"/>
                    <a:tab pos="9812338" algn="l"/>
                  </a:tabLst>
                </a:pPr>
                <a:r>
                  <a:rPr lang="es-E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s-E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80250 kJ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s-E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126 kJ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s-E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223 kJ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s-E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D. 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142 kJ</a:t>
                </a:r>
                <a:endParaRPr lang="x-none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DFDF840-4EBD-DEC4-A832-219D9075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75" y="3213177"/>
                <a:ext cx="11731219" cy="3009735"/>
              </a:xfrm>
              <a:prstGeom prst="rect">
                <a:avLst/>
              </a:prstGeom>
              <a:blipFill>
                <a:blip r:embed="rId3"/>
                <a:stretch>
                  <a:fillRect l="-865" b="-167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2528" y="6360035"/>
                <a:ext cx="10625025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u="sng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Lưu ý</a:t>
                </a:r>
                <a:r>
                  <a:rPr lang="en-U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E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u="sng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 </a:t>
                </a:r>
                <a:r>
                  <a:rPr lang="es-ES" sz="2400" i="1" u="sng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s-ES" sz="2400" i="1" u="sng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cal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u="sng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kJ </a:t>
                </a:r>
                <a:r>
                  <a:rPr lang="es-ES" sz="2400" i="1" u="sng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s-ES" sz="2400" i="1" u="sng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kcal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rồi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s-ES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sz="2400" i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28" y="6360035"/>
                <a:ext cx="10625025" cy="461665"/>
              </a:xfrm>
              <a:prstGeom prst="rect">
                <a:avLst/>
              </a:prstGeom>
              <a:blipFill>
                <a:blip r:embed="rId4"/>
                <a:stretch>
                  <a:fillRect l="-956" t="-10526" b="-2894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1034715" y="265682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867808" y="5678473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81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30" grpId="0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A9C79-292B-02FA-C23A-19A432EB63B2}"/>
              </a:ext>
            </a:extLst>
          </p:cNvPr>
          <p:cNvSpPr txBox="1"/>
          <p:nvPr/>
        </p:nvSpPr>
        <p:spPr>
          <a:xfrm>
            <a:off x="308286" y="989763"/>
            <a:ext cx="11602547" cy="217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es-E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s-E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s-E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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kiện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Aft>
                <a:spcPts val="1000"/>
              </a:spcAft>
            </a:pPr>
            <a:r>
              <a:rPr lang="es-ES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(1)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2SO</a:t>
            </a:r>
            <a:r>
              <a:rPr lang="es-E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+  O</a:t>
            </a:r>
            <a:r>
              <a:rPr lang="es-E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=  2SO</a:t>
            </a:r>
            <a:r>
              <a:rPr lang="es-E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     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E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-196 kJ</a:t>
            </a:r>
            <a:endParaRPr lang="x-none" sz="24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Aft>
                <a:spcPts val="1000"/>
              </a:spcAft>
            </a:pPr>
            <a:r>
              <a:rPr lang="es-ES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(2)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2S(r)  +  3O</a:t>
            </a:r>
            <a:r>
              <a:rPr lang="es-E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=  2SO</a:t>
            </a:r>
            <a:r>
              <a:rPr lang="es-E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        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E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-790 kJ</a:t>
            </a:r>
            <a:endParaRPr lang="x-none" sz="24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Aft>
                <a:spcPts val="1000"/>
              </a:spcAft>
            </a:pP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ính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</a:t>
            </a:r>
            <a:r>
              <a:rPr lang="fr-FR" sz="24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kiện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s-E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(3)</a:t>
            </a:r>
            <a:r>
              <a:rPr lang="es-ES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s-E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S(r)+ O</a:t>
            </a:r>
            <a:r>
              <a:rPr lang="es-ES" sz="2400" b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= SO</a:t>
            </a:r>
            <a:r>
              <a:rPr lang="es-ES" sz="2400" b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</a:t>
            </a:r>
            <a:endParaRPr lang="x-none" sz="24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510DF6-9893-F817-9662-F81D79174A7D}"/>
              </a:ext>
            </a:extLst>
          </p:cNvPr>
          <p:cNvSpPr txBox="1"/>
          <p:nvPr/>
        </p:nvSpPr>
        <p:spPr>
          <a:xfrm>
            <a:off x="611358" y="3308682"/>
            <a:ext cx="11299475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15000"/>
              </a:lnSpc>
              <a:spcAft>
                <a:spcPts val="1000"/>
              </a:spcAft>
              <a:buSzPts val="1300"/>
              <a:tabLst>
                <a:tab pos="2886075" algn="l"/>
                <a:tab pos="5773738" algn="l"/>
                <a:tab pos="866140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A.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vi-VN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-297 kJ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B.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vi-VN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-594 kJ</a:t>
            </a:r>
            <a:r>
              <a:rPr lang="x-none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C.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vi-VN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594 kJ</a:t>
            </a:r>
            <a:r>
              <a:rPr lang="x-none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D.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vi-VN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297 kJ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A562B80-DE60-1ACD-8F87-A23B1B7A1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59" y="3996670"/>
            <a:ext cx="11299474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x-none" sz="2400" b="1" i="0" u="sng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Câu</a:t>
            </a:r>
            <a:r>
              <a:rPr kumimoji="0" lang="pt-BR" altLang="x-none" sz="24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9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pt-BR" altLang="x-none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Chọn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vi-VN" altLang="x-none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đáp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án</a:t>
            </a:r>
            <a:r>
              <a:rPr kumimoji="0" lang="pt-BR" altLang="x-none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pt-BR" altLang="x-none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đúng</a:t>
            </a:r>
            <a:r>
              <a:rPr kumimoji="0" lang="vi-VN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Xét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phản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ứng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2A (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pt-BR" altLang="x-none" sz="2400" b="0" i="0" u="none" strike="noStrike" cap="none" normalizeH="0" baseline="30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+ 5/2B (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pt-BR" altLang="x-none" sz="2400" b="0" i="0" u="none" strike="noStrike" cap="none" normalizeH="0" baseline="-30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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2C (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  + 3D (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k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)</a:t>
            </a:r>
            <a:endParaRPr kumimoji="0" lang="pt-BR" altLang="x-none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Symbol" pitchFamily="2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Cho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biết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nhiệt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tạo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thành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tiêu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chuẩn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ở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25</a:t>
            </a:r>
            <a:r>
              <a:rPr kumimoji="0" lang="pt-BR" altLang="x-none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0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của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các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khí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A,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B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, C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và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D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lần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lượt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là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:</a:t>
            </a:r>
            <a:r>
              <a:rPr kumimoji="0" lang="pt-BR" altLang="x-none" sz="2400" b="0" i="0" u="none" strike="noStrike" cap="none" normalizeH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–46,3; 0; +90,4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và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–241,8 (kJ/mol).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Hãy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tính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hiệu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ứng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nhiệt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của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phản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ứng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ở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điều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kiện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chuẩn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, 25</a:t>
            </a:r>
            <a:r>
              <a:rPr kumimoji="0" lang="pt-BR" altLang="x-none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0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 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khi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có</a:t>
            </a:r>
            <a:r>
              <a:rPr kumimoji="0" lang="pt-B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1 </a:t>
            </a:r>
            <a:r>
              <a:rPr kumimoji="0" lang="pt-BR" altLang="x-none" sz="2400" b="0" i="1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gam</a:t>
            </a:r>
            <a:r>
              <a:rPr kumimoji="0" lang="pt-BR" altLang="x-none" sz="2400" b="0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pt-BR" altLang="x-none" sz="2400" i="1" dirty="0" err="1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khí</a:t>
            </a:r>
            <a:r>
              <a:rPr lang="pt-BR" altLang="x-none" sz="2400" i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A</a:t>
            </a:r>
            <a:r>
              <a:rPr kumimoji="0" lang="pt-BR" altLang="x-none" sz="2400" b="0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(M</a:t>
            </a:r>
            <a:r>
              <a:rPr kumimoji="0" lang="pt-BR" altLang="x-none" sz="2400" b="0" i="1" u="none" strike="noStrike" cap="none" normalizeH="0" baseline="-2500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A </a:t>
            </a:r>
            <a:r>
              <a:rPr kumimoji="0" lang="pt-BR" altLang="x-none" sz="2400" b="0" i="1" u="none" strike="noStrike" cap="none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= 17) </a:t>
            </a:r>
            <a:r>
              <a:rPr kumimoji="0" lang="pt-BR" altLang="x-none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tham</a:t>
            </a:r>
            <a:r>
              <a:rPr kumimoji="0" lang="pt-BR" altLang="x-none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gia</a:t>
            </a:r>
            <a:r>
              <a:rPr kumimoji="0" lang="pt-BR" altLang="x-none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kumimoji="0" lang="pt-BR" altLang="x-none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phản</a:t>
            </a:r>
            <a:r>
              <a:rPr kumimoji="0" lang="pt-BR" altLang="x-none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pt-BR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ứng</a:t>
            </a:r>
            <a:r>
              <a:rPr lang="pt-BR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:</a:t>
            </a:r>
            <a:endParaRPr kumimoji="0" lang="pt-BR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442ED97-3E84-F616-2566-36AFE64EE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58" y="6228952"/>
            <a:ext cx="111951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000" algn="l"/>
                <a:tab pos="2838450" algn="l"/>
                <a:tab pos="3302000" algn="l"/>
                <a:tab pos="5726113" algn="l"/>
                <a:tab pos="8661400" algn="l"/>
              </a:tabLst>
            </a:pP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–452,0 kJ	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–105,1 kJ	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–13,3 kJ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26,6kJ</a:t>
            </a:r>
            <a:endParaRPr kumimoji="0" lang="pt-BR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584982" y="3351678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311555" y="6238701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72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9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7146" y="860058"/>
            <a:ext cx="1136936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 10</a:t>
            </a: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Chọn phương án</a:t>
            </a:r>
            <a:r>
              <a:rPr lang="it-IT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Hãy </a:t>
            </a:r>
            <a:r>
              <a:rPr lang="it-IT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dự đoán khả năng tự phát </a:t>
            </a: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 các phản ứng ở điều kiện tiêu chuẩn.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5437188" algn="l"/>
              </a:tabLst>
            </a:pPr>
            <a:r>
              <a:rPr lang="it-IT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3A (k) 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it-IT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2B (k)</a:t>
            </a:r>
            <a:r>
              <a:rPr lang="it-IT" sz="2200" dirty="0">
                <a:solidFill>
                  <a:srgbClr val="CC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	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it-IT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it-IT" sz="22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it-IT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0: PƯ </a:t>
            </a:r>
            <a:r>
              <a:rPr lang="it-IT" sz="22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 tự phát </a:t>
            </a:r>
            <a:r>
              <a:rPr lang="it-IT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ở mọi nhiệt độ.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5437188" algn="l"/>
              </a:tabLs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C (k) + 6D (k)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4E (k) + 4F (k)</a:t>
            </a:r>
            <a:r>
              <a:rPr lang="pt-BR" sz="2200" dirty="0">
                <a:solidFill>
                  <a:srgbClr val="CC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sz="22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0: phản ứng </a:t>
            </a:r>
            <a:r>
              <a:rPr lang="pt-BR" sz="22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 phát 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ở mọi nhiệt độ.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5437188" algn="l"/>
              </a:tabLs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 G (r) </a:t>
            </a:r>
            <a:r>
              <a:rPr lang="es-E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 (r) + J (k)</a:t>
            </a:r>
            <a:r>
              <a:rPr lang="pt-BR" sz="2200" dirty="0">
                <a:solidFill>
                  <a:srgbClr val="CC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sz="22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0: phản ứng </a:t>
            </a:r>
            <a:r>
              <a:rPr lang="pt-BR" sz="22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 phát 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ở nhiệt độ cao.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5437188" algn="l"/>
              </a:tabLs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4) K (k) + ½ M (k) </a:t>
            </a:r>
            <a:r>
              <a:rPr lang="es-E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(k)</a:t>
            </a:r>
            <a:r>
              <a:rPr lang="pt-BR" sz="2200" dirty="0">
                <a:solidFill>
                  <a:srgbClr val="CC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sz="22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0: phản ứng </a:t>
            </a:r>
            <a:r>
              <a:rPr lang="pt-BR" sz="22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 phát 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ở nhiệt độ thấp.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631825" algn="l"/>
                <a:tab pos="3302000" algn="l"/>
                <a:tab pos="3308350" algn="l"/>
                <a:tab pos="6167438" algn="l"/>
                <a:tab pos="8910638" algn="l"/>
              </a:tabLst>
            </a:pP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1,3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1,3,4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2,4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11" y="4687864"/>
            <a:ext cx="11369365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fr-FR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11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Q/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hơi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vi-VN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ngưng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vi-VN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fr-F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20583" y="5362387"/>
            <a:ext cx="9192127" cy="1132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127000" algn="l"/>
                <a:tab pos="3302000" algn="l"/>
                <a:tab pos="5653088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0,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		</a:t>
            </a:r>
            <a:r>
              <a:rPr lang="fr-F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0,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0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127000" algn="l"/>
                <a:tab pos="5653088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0,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0	</a:t>
            </a:r>
            <a:r>
              <a:rPr lang="fr-F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0,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319039" y="4081146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554855" y="547222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36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147" y="1113084"/>
            <a:ext cx="6644768" cy="4830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12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entropi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932775" y="1739386"/>
            <a:ext cx="10810296" cy="1416163"/>
            <a:chOff x="932775" y="1822511"/>
            <a:chExt cx="10810296" cy="1416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932775" y="1822511"/>
                  <a:ext cx="3249159" cy="5822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775" y="1822511"/>
                  <a:ext cx="3249159" cy="582211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752" t="-937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4503767" y="1824235"/>
                  <a:ext cx="3377335" cy="5822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𝑔𝑂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𝐵𝑎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767" y="1824235"/>
                  <a:ext cx="3377335" cy="58221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791" t="-10526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8267440" y="1852152"/>
                  <a:ext cx="3475631" cy="5948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7440" y="1852152"/>
                  <a:ext cx="3475631" cy="59484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509" t="-9184" b="-163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970818" y="2656463"/>
                  <a:ext cx="2908617" cy="5822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18" y="2656463"/>
                  <a:ext cx="2908617" cy="582211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4193" t="-937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503767" y="2656462"/>
                  <a:ext cx="3208635" cy="5822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767" y="2656462"/>
                  <a:ext cx="3208635" cy="582211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3992" t="-937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8267440" y="2656462"/>
                  <a:ext cx="2486193" cy="5822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7440" y="2656462"/>
                  <a:ext cx="2486193" cy="582211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4902" t="-937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A510DF6-9893-F817-9662-F81D79174A7D}"/>
              </a:ext>
            </a:extLst>
          </p:cNvPr>
          <p:cNvSpPr txBox="1"/>
          <p:nvPr/>
        </p:nvSpPr>
        <p:spPr>
          <a:xfrm>
            <a:off x="611358" y="3308682"/>
            <a:ext cx="11299475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15000"/>
              </a:lnSpc>
              <a:spcAft>
                <a:spcPts val="1000"/>
              </a:spcAft>
              <a:buSzPts val="1300"/>
              <a:tabLst>
                <a:tab pos="2886075" algn="l"/>
                <a:tab pos="5773738" algn="l"/>
                <a:tab pos="866140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A.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1, 2, 3, 4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B.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2, 3, 6</a:t>
            </a:r>
            <a:r>
              <a:rPr lang="x-none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C.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1, 2, 3, 5, 6</a:t>
            </a:r>
            <a:r>
              <a:rPr lang="x-none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D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2, 3, 4, 6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7147" y="3942716"/>
            <a:ext cx="1104308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s-ES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13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s-E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 các phản ứng sau:	</a:t>
            </a:r>
          </a:p>
          <a:p>
            <a:pPr indent="515938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H</a:t>
            </a:r>
            <a:r>
              <a:rPr lang="es-E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(k) + I</a:t>
            </a:r>
            <a:r>
              <a:rPr lang="es-E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(k) = 2HI (k)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15938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KClO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(r) = KCl (r) + 3/2O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(k)			</a:t>
            </a:r>
          </a:p>
          <a:p>
            <a:pPr indent="515938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 C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(k) + H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(k) = C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 phản ứng có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pt-BR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lớn nhất,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pt-BR" sz="24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nhỏ nhất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(cho kết quả theo thứ tự vừa nêu).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58690" y="5156261"/>
            <a:ext cx="5883342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127000" algn="l"/>
                <a:tab pos="1714500" algn="l"/>
                <a:tab pos="3302000" algn="l"/>
                <a:tab pos="4889500" algn="l"/>
              </a:tabLst>
            </a:pP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2,3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1,2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3,2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246365" y="3342359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058468" y="5293566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9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3" grpId="0"/>
      <p:bldP spid="20" grpId="0"/>
      <p:bldP spid="21" grpId="0"/>
      <p:bldP spid="18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92371" y="890449"/>
                <a:ext cx="11333997" cy="24622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s-ES" sz="2400" b="1" u="sng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</a:t>
                </a:r>
                <a:r>
                  <a:rPr lang="es-ES" sz="2400" b="1" u="sng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13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s-ES" sz="24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b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s-ES" sz="24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hản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s-ES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vi-VN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(dd)</a:t>
                </a:r>
                <a:r>
                  <a:rPr lang="es-ES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+  B</a:t>
                </a:r>
                <a:r>
                  <a:rPr lang="vi-VN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(dd)</a:t>
                </a:r>
                <a:r>
                  <a:rPr lang="es-ES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C</a:t>
                </a:r>
                <a:r>
                  <a:rPr lang="vi-VN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(dd)</a:t>
                </a:r>
                <a:r>
                  <a:rPr lang="es-ES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+  D</a:t>
                </a:r>
                <a:r>
                  <a:rPr lang="vi-VN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(dd)</a:t>
                </a:r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es-ES" sz="2400" dirty="0" err="1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400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s-ES" sz="2400" baseline="300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+90,0 kJ </a:t>
                </a:r>
                <a:r>
                  <a:rPr lang="es-ES" sz="2400" dirty="0" err="1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400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s-ES" sz="2400" baseline="300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s-E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+100 J/K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Hãy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s-ES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s-ES" sz="24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s-ES" sz="24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115888" algn="l"/>
                    <a:tab pos="3025775" algn="l"/>
                    <a:tab pos="4889500" algn="l"/>
                    <a:tab pos="5951538" algn="l"/>
                    <a:tab pos="8794750" algn="l"/>
                  </a:tabLst>
                </a:pP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 = 900 K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 = 900</a:t>
                </a:r>
                <a:r>
                  <a:rPr lang="es-ES" sz="24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 &gt; 900 K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D. </a:t>
                </a:r>
                <a:r>
                  <a:rPr lang="es-E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 &lt; 900 K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71" y="890449"/>
                <a:ext cx="11333997" cy="2462213"/>
              </a:xfrm>
              <a:prstGeom prst="rect">
                <a:avLst/>
              </a:prstGeom>
              <a:blipFill>
                <a:blip r:embed="rId3"/>
                <a:stretch>
                  <a:fillRect l="-783" r="-783" b="-257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29094" y="3364736"/>
                <a:ext cx="1126055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0" algn="l"/>
                  </a:tabLst>
                </a:pPr>
                <a:r>
                  <a:rPr lang="es-ES" sz="2400" b="1" u="sng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 14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s-ES" sz="24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s-ES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Căn </a:t>
                </a:r>
                <a:r>
                  <a:rPr lang="es-ES" sz="24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cứ</a:t>
                </a:r>
                <a:r>
                  <a:rPr lang="es-ES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dấu</a:t>
                </a:r>
                <a:r>
                  <a:rPr lang="es-ES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298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>
                  <a:lnSpc>
                    <a:spcPct val="150000"/>
                  </a:lnSpc>
                </a:pPr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PbO</a:t>
                </a:r>
                <a:r>
                  <a:rPr lang="pt-BR" sz="24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(r) + Pb (r) = 2PbO(r);	       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298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&lt;</a:t>
                </a:r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0 </a:t>
                </a:r>
              </a:p>
              <a:p>
                <a:pPr marL="457200">
                  <a:lnSpc>
                    <a:spcPct val="150000"/>
                  </a:lnSpc>
                </a:pPr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SnO</a:t>
                </a:r>
                <a:r>
                  <a:rPr lang="pt-BR" sz="24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(r) + Sn (r) = 2SnO(r);	       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298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&gt;</a:t>
                </a:r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0 	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Trạng thái oxy hóa dương </a:t>
                </a:r>
                <a:r>
                  <a:rPr lang="pt-BR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BỀN HƠN </a:t>
                </a:r>
                <a:r>
                  <a:rPr lang="pt-BR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đối với kim loại Pb và Sn?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94" y="3364736"/>
                <a:ext cx="11260550" cy="2308324"/>
              </a:xfrm>
              <a:prstGeom prst="rect">
                <a:avLst/>
              </a:prstGeom>
              <a:blipFill>
                <a:blip r:embed="rId4"/>
                <a:stretch>
                  <a:fillRect l="-788" b="-273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9BA0DCF-E029-D60D-0A58-941AD428EBBE}"/>
              </a:ext>
            </a:extLst>
          </p:cNvPr>
          <p:cNvSpPr txBox="1"/>
          <p:nvPr/>
        </p:nvSpPr>
        <p:spPr>
          <a:xfrm>
            <a:off x="1232618" y="5623291"/>
            <a:ext cx="10122569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  <a:tab pos="5037138" algn="l"/>
              </a:tabLst>
            </a:pPr>
            <a:r>
              <a:rPr lang="en-US" alt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(+2)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(+4)</a:t>
            </a:r>
            <a:r>
              <a:rPr lang="en-US" altLang="x-none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(+2)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(+2)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  <a:tab pos="5037138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(+4)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(+2) </a:t>
            </a:r>
            <a:r>
              <a:rPr lang="en-US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(+4)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(+4) </a:t>
            </a:r>
            <a:endParaRPr kumimoji="0" lang="vi-VN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338447" y="2794882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1223826" y="5744302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08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7" grpId="0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87729" y="3744271"/>
                <a:ext cx="11212662" cy="17690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0" algn="l"/>
                  </a:tabLst>
                </a:pPr>
                <a:r>
                  <a:rPr lang="es-ES" sz="2400" b="1" u="sng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</a:t>
                </a:r>
                <a:r>
                  <a:rPr lang="es-ES" sz="2400" b="1" u="sng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16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b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s-E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fr-FR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 + 3H</a:t>
                </a:r>
                <a:r>
                  <a:rPr lang="fr-FR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 ⇌ 2NH</a:t>
                </a:r>
                <a:r>
                  <a:rPr lang="fr-FR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 </a:t>
                </a:r>
                <a:r>
                  <a:rPr lang="fr-FR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298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=−92,6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𝑘𝐽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sz="2400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</a:t>
                </a:r>
                <a:r>
                  <a:rPr lang="en-US" sz="2400" i="1" baseline="-25000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6 </a:t>
                </a:r>
                <a:r>
                  <a:rPr lang="en-US" sz="2400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</a:t>
                </a:r>
                <a:r>
                  <a:rPr lang="en-US" sz="2400" i="1" baseline="-25000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tạo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4 </a:t>
                </a:r>
                <a:r>
                  <a:rPr lang="en-US" sz="2400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NH</a:t>
                </a:r>
                <a:r>
                  <a:rPr lang="en-US" sz="2400" i="1" baseline="-25000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i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công (A)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298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(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 = 8,314 J/</a:t>
                </a:r>
                <a:r>
                  <a:rPr lang="en-US" sz="24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mol.K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29" y="3744271"/>
                <a:ext cx="11212662" cy="1769074"/>
              </a:xfrm>
              <a:prstGeom prst="rect">
                <a:avLst/>
              </a:prstGeom>
              <a:blipFill>
                <a:blip r:embed="rId3"/>
                <a:stretch>
                  <a:fillRect l="-792" r="-792" b="-428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9BA0DCF-E029-D60D-0A58-941AD428EBBE}"/>
              </a:ext>
            </a:extLst>
          </p:cNvPr>
          <p:cNvSpPr txBox="1"/>
          <p:nvPr/>
        </p:nvSpPr>
        <p:spPr>
          <a:xfrm>
            <a:off x="1323878" y="5454305"/>
            <a:ext cx="10122569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  <a:tab pos="5037138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altLang="x-none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-9,9 kJ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-175,3 kJ</a:t>
            </a:r>
            <a:r>
              <a:rPr lang="en-US" altLang="x-none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-5 kJ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-97,6 kJ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-5 kJ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-87,6 kJ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-9,9 kJ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-82,7 kJ</a:t>
            </a:r>
            <a:endParaRPr kumimoji="0" lang="vi-VN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A0DCF-E029-D60D-0A58-941AD428EBBE}"/>
              </a:ext>
            </a:extLst>
          </p:cNvPr>
          <p:cNvSpPr txBox="1"/>
          <p:nvPr/>
        </p:nvSpPr>
        <p:spPr>
          <a:xfrm>
            <a:off x="1223826" y="2271349"/>
            <a:ext cx="10122569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  <a:tab pos="5037138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= -26,5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	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= +26,5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= -1,44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= +1,44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vi-VN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7729" y="1048685"/>
            <a:ext cx="11212662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50000"/>
              </a:lnSpc>
            </a:pPr>
            <a:r>
              <a:rPr lang="fr-FR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fr-FR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15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 án</a:t>
            </a:r>
            <a:r>
              <a:rPr lang="pt-BR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pt-B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 giá trị biến đổi 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pt-BR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pt-B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khi </a:t>
            </a:r>
            <a:r>
              <a:rPr lang="pt-BR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mol </a:t>
            </a:r>
            <a:r>
              <a:rPr lang="pt-B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hơi nước </a:t>
            </a:r>
            <a:r>
              <a:rPr lang="pt-BR" sz="2400" i="1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ngưng tụ </a:t>
            </a:r>
            <a:r>
              <a:rPr lang="pt-B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 nước lỏng ở 100</a:t>
            </a:r>
            <a:r>
              <a:rPr lang="pt-BR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pt-B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C,1 atm. Biết </a:t>
            </a:r>
            <a:r>
              <a:rPr lang="pt-BR" sz="2400" i="1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 bay hơi </a:t>
            </a:r>
            <a:r>
              <a:rPr lang="pt-B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 nước ở nhiệt độ trên là </a:t>
            </a:r>
            <a:r>
              <a:rPr lang="pt-BR" sz="2400" i="1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549 cal/g</a:t>
            </a:r>
            <a:r>
              <a:rPr lang="pt-B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1194985" y="2395800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1315086" y="5578738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55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16" grpId="0"/>
      <p:bldP spid="9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5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7D57A0-3D13-7FD6-FBF6-0D7E6A97FBFA}"/>
              </a:ext>
            </a:extLst>
          </p:cNvPr>
          <p:cNvSpPr/>
          <p:nvPr/>
        </p:nvSpPr>
        <p:spPr>
          <a:xfrm>
            <a:off x="512672" y="1165817"/>
            <a:ext cx="7424020" cy="646331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  +  </a:t>
            </a:r>
            <a:r>
              <a:rPr lang="en-US" sz="3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  =   </a:t>
            </a:r>
            <a:r>
              <a:rPr lang="en-US" sz="3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  +  </a:t>
            </a:r>
            <a:r>
              <a:rPr lang="en-US" sz="3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12672" y="2084734"/>
            <a:ext cx="6232256" cy="707886"/>
            <a:chOff x="848877" y="3289382"/>
            <a:chExt cx="6232256" cy="7078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848877" y="3350938"/>
              <a:ext cx="306180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Tốc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031900" y="3289382"/>
              <a:ext cx="3049233" cy="707886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</a:t>
              </a:r>
              <a:r>
                <a:rPr lang="en-US" altLang="en-US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[A]</a:t>
              </a:r>
              <a:r>
                <a:rPr lang="en-US" altLang="en-US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[B]</a:t>
              </a:r>
              <a:r>
                <a:rPr lang="en-US" altLang="en-US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x-none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866150" y="2257265"/>
            <a:ext cx="51459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m = a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n = b: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TH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5D9227F-3E51-41B1-8919-9D57AB35B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672" y="3047176"/>
            <a:ext cx="11415843" cy="143016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65138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Phản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ứng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phức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tạp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phản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gồm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nhiều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giai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đoạn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nối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tiếp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tốc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quyết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định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bởi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tốc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của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giai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đọan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chậm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nhất</a:t>
            </a:r>
            <a:r>
              <a:rPr lang="vi-VN" altLang="en-US" sz="2800" dirty="0">
                <a:cs typeface="Times New Roman" panose="02020603050405020304" pitchFamily="18" charset="0"/>
              </a:rPr>
              <a:t>.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99A61-BF42-4F7B-852C-15340A29AF0F}"/>
              </a:ext>
            </a:extLst>
          </p:cNvPr>
          <p:cNvSpPr txBox="1"/>
          <p:nvPr/>
        </p:nvSpPr>
        <p:spPr>
          <a:xfrm>
            <a:off x="152494" y="4836365"/>
            <a:ext cx="3953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0B1D34-0DF0-4425-95BD-5272D9BFA028}"/>
                  </a:ext>
                </a:extLst>
              </p:cNvPr>
              <p:cNvSpPr txBox="1"/>
              <p:nvPr/>
            </p:nvSpPr>
            <p:spPr>
              <a:xfrm>
                <a:off x="213717" y="5721478"/>
                <a:ext cx="5882377" cy="88338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3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pư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</m:t>
                            </m:r>
                            <m: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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3200" i="1">
                        <a:solidFill>
                          <a:srgbClr val="CC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</m:t>
                            </m:r>
                            <m: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0B1D34-0DF0-4425-95BD-5272D9BFA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17" y="5721478"/>
                <a:ext cx="5882377" cy="883383"/>
              </a:xfrm>
              <a:prstGeom prst="rect">
                <a:avLst/>
              </a:prstGeom>
              <a:blipFill rotWithShape="0">
                <a:blip r:embed="rId3"/>
                <a:stretch>
                  <a:fillRect b="-9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6199A61-BF42-4F7B-852C-15340A29AF0F}"/>
              </a:ext>
            </a:extLst>
          </p:cNvPr>
          <p:cNvSpPr txBox="1"/>
          <p:nvPr/>
        </p:nvSpPr>
        <p:spPr>
          <a:xfrm>
            <a:off x="6406436" y="4837607"/>
            <a:ext cx="3953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0B1D34-0DF0-4425-95BD-5272D9BFA028}"/>
                  </a:ext>
                </a:extLst>
              </p:cNvPr>
              <p:cNvSpPr txBox="1"/>
              <p:nvPr/>
            </p:nvSpPr>
            <p:spPr>
              <a:xfrm>
                <a:off x="6283973" y="5712369"/>
                <a:ext cx="5728137" cy="80515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ư</m:t>
                        </m:r>
                      </m:sub>
                    </m:sSub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3200" i="1">
                        <a:solidFill>
                          <a:srgbClr val="CC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0B1D34-0DF0-4425-95BD-5272D9BFA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973" y="5712369"/>
                <a:ext cx="5728137" cy="805157"/>
              </a:xfrm>
              <a:prstGeom prst="rect">
                <a:avLst/>
              </a:prstGeom>
              <a:blipFill rotWithShape="0"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39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11" grpId="0"/>
      <p:bldP spid="12" grpId="0" animBg="1"/>
      <p:bldP spid="13" grpId="0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5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PƯ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PƯ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35" y="1062862"/>
            <a:ext cx="6152857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 đ</a:t>
            </a:r>
            <a:r>
              <a:rPr lang="vi-VN" altLang="en-US" dirty="0">
                <a:solidFill>
                  <a:schemeClr val="tx1"/>
                </a:solidFill>
              </a:rPr>
              <a:t>ơ</a:t>
            </a:r>
            <a:r>
              <a:rPr lang="en-US" altLang="en-US" dirty="0">
                <a:solidFill>
                  <a:schemeClr val="tx1"/>
                </a:solidFill>
              </a:rPr>
              <a:t>n </a:t>
            </a:r>
            <a:r>
              <a:rPr lang="en-US" altLang="en-US" dirty="0" err="1">
                <a:solidFill>
                  <a:schemeClr val="tx1"/>
                </a:solidFill>
              </a:rPr>
              <a:t>giản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b="1" dirty="0">
                <a:solidFill>
                  <a:srgbClr val="0000FF"/>
                </a:solidFill>
              </a:rPr>
              <a:t>A </a:t>
            </a:r>
            <a:r>
              <a:rPr lang="en-US" altLang="x-none" sz="4000" b="1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b="1" dirty="0">
                <a:solidFill>
                  <a:srgbClr val="0000FF"/>
                </a:solidFill>
              </a:rPr>
              <a:t> B + C</a:t>
            </a:r>
          </a:p>
          <a:p>
            <a:pPr marL="0" indent="0" algn="just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AF0C26-53CB-34E2-E931-36481A879970}"/>
                  </a:ext>
                </a:extLst>
              </p:cNvPr>
              <p:cNvSpPr/>
              <p:nvPr/>
            </p:nvSpPr>
            <p:spPr>
              <a:xfrm>
                <a:off x="7323003" y="1072546"/>
                <a:ext cx="229947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4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4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en-US" sz="4000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vi-VN" altLang="en-US" sz="4000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altLang="en-US" sz="4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k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4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en-US" sz="4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altLang="en-US" sz="4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endParaRPr lang="x-none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2AF0C26-53CB-34E2-E931-36481A8799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003" y="1072546"/>
                <a:ext cx="2299476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3714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896335" y="2023148"/>
            <a:ext cx="10758109" cy="669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gấp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altLang="x-none" sz="2800" dirty="0">
                <a:solidFill>
                  <a:srgbClr val="00B050"/>
                </a:solidFill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x-none" sz="28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3" name="Curved Right Arrow 2"/>
          <p:cNvSpPr/>
          <p:nvPr/>
        </p:nvSpPr>
        <p:spPr>
          <a:xfrm>
            <a:off x="309136" y="1813566"/>
            <a:ext cx="480699" cy="57891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35325" y="3047196"/>
            <a:ext cx="7013867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zh-TW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altLang="zh-TW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zh-TW" altLang="en-US" sz="3200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5143" y="3639130"/>
            <a:ext cx="11424552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x-none" sz="26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x-none" sz="2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600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432" y="2916936"/>
            <a:ext cx="4420012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b="1" u="sng" dirty="0" err="1">
                <a:solidFill>
                  <a:schemeClr val="tx1"/>
                </a:solidFill>
              </a:rPr>
              <a:t>Ví</a:t>
            </a:r>
            <a:r>
              <a:rPr lang="en-US" altLang="en-US" b="1" u="sng" dirty="0">
                <a:solidFill>
                  <a:schemeClr val="tx1"/>
                </a:solidFill>
              </a:rPr>
              <a:t> </a:t>
            </a:r>
            <a:r>
              <a:rPr lang="en-US" altLang="en-US" b="1" u="sng" dirty="0" err="1">
                <a:solidFill>
                  <a:schemeClr val="tx1"/>
                </a:solidFill>
              </a:rPr>
              <a:t>dụ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p</a:t>
            </a:r>
            <a:r>
              <a:rPr lang="vi-VN" altLang="en-US" dirty="0">
                <a:solidFill>
                  <a:schemeClr val="tx1"/>
                </a:solidFill>
              </a:rPr>
              <a:t>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sz="3600" b="1" dirty="0">
                <a:solidFill>
                  <a:srgbClr val="FF0000"/>
                </a:solidFill>
              </a:rPr>
              <a:t>A + B </a:t>
            </a:r>
            <a:r>
              <a:rPr lang="en-US" altLang="x-none" sz="3600" b="1" dirty="0">
                <a:solidFill>
                  <a:srgbClr val="FF0000"/>
                </a:solidFill>
                <a:sym typeface="Symbol" pitchFamily="2" charset="2"/>
              </a:rPr>
              <a:t></a:t>
            </a:r>
            <a:r>
              <a:rPr lang="en-US" altLang="x-none" sz="3600" b="1" dirty="0">
                <a:solidFill>
                  <a:srgbClr val="FF0000"/>
                </a:solidFill>
              </a:rPr>
              <a:t> C</a:t>
            </a:r>
            <a:endParaRPr lang="en-US" altLang="en-US" sz="2400" b="1" dirty="0">
              <a:solidFill>
                <a:srgbClr val="FF0000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5142" y="4388504"/>
            <a:ext cx="11424552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x-none" sz="26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x-none" sz="2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600" dirty="0"/>
          </a:p>
        </p:txBody>
      </p:sp>
      <p:sp>
        <p:nvSpPr>
          <p:cNvPr id="13" name="Rectangle 12"/>
          <p:cNvSpPr/>
          <p:nvPr/>
        </p:nvSpPr>
        <p:spPr>
          <a:xfrm>
            <a:off x="563113" y="5137878"/>
            <a:ext cx="11424552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x-none" sz="26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x-none" sz="2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TĐPƯ ;</a:t>
            </a:r>
            <a:endParaRPr lang="en-US" sz="2600" dirty="0"/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3E3E3EDB-A433-4A2B-882A-560C9F7C0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335" y="5887531"/>
            <a:ext cx="241013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Đơn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vị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k:</a:t>
            </a:r>
            <a:endParaRPr lang="vi-VN" altLang="en-US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80822" y="6015710"/>
            <a:ext cx="6551794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vi-VN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[k] = [mol/l]</a:t>
            </a:r>
            <a:r>
              <a:rPr lang="vi-VN" altLang="en-US" sz="36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(1-bpư) </a:t>
            </a:r>
            <a:r>
              <a:rPr lang="vi-VN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.[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vi-VN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vi-VN" altLang="en-US" sz="36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</a:t>
            </a:r>
            <a:r>
              <a:rPr lang="en-US" altLang="en-US" sz="36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1-bpư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altLang="en-US" sz="36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02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3" grpId="0" animBg="1"/>
      <p:bldP spid="9" grpId="0"/>
      <p:bldP spid="10" grpId="0"/>
      <p:bldP spid="11" grpId="0"/>
      <p:bldP spid="12" grpId="0"/>
      <p:bldP spid="13" grpId="0"/>
      <p:bldP spid="14" grpId="0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0113" y="6459785"/>
            <a:ext cx="587108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5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180696"/>
              </p:ext>
            </p:extLst>
          </p:nvPr>
        </p:nvGraphicFramePr>
        <p:xfrm>
          <a:off x="4315538" y="1378073"/>
          <a:ext cx="2743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4" imgW="685800" imgH="330120" progId="Equation.3">
                  <p:embed/>
                </p:oleObj>
              </mc:Choice>
              <mc:Fallback>
                <p:oleObj name="Equation" r:id="rId4" imgW="685800" imgH="33012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5538" y="1378073"/>
                        <a:ext cx="2743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81609" y="1987673"/>
            <a:ext cx="41791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Arrhenius: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7138" y="2792223"/>
            <a:ext cx="40829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phụ thuộc vào </a:t>
            </a:r>
            <a:r>
              <a:rPr lang="vi-VN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 độ</a:t>
            </a:r>
            <a:r>
              <a:rPr lang="en-US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7138" y="836712"/>
            <a:ext cx="4559261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 chất của p</a:t>
            </a:r>
            <a:r>
              <a:rPr lang="en-US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 </a:t>
            </a:r>
            <a:r>
              <a:rPr lang="en-US" sz="2800" dirty="0" err="1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solidFill>
                  <a:srgbClr val="33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 độ.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7138" y="1419178"/>
            <a:ext cx="481574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ăng lượng hoạt hóa của pư.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7138" y="2053559"/>
            <a:ext cx="373050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 vào xúc tác.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Left Brace 11"/>
          <p:cNvSpPr/>
          <p:nvPr/>
        </p:nvSpPr>
        <p:spPr>
          <a:xfrm>
            <a:off x="7058738" y="950596"/>
            <a:ext cx="438400" cy="274381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EB28C4-5571-B5FD-2E50-594C804485EC}"/>
                  </a:ext>
                </a:extLst>
              </p:cNvPr>
              <p:cNvSpPr txBox="1"/>
              <p:nvPr/>
            </p:nvSpPr>
            <p:spPr>
              <a:xfrm>
                <a:off x="572707" y="4776362"/>
                <a:ext cx="5133502" cy="118333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𝑙𝑛</m:t>
                    </m:r>
                    <m:f>
                      <m:fPr>
                        <m:ctrlPr>
                          <a:rPr lang="x-none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x-none" sz="4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x-none" sz="4400" i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vi-VN" sz="4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x-none" sz="4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x-none" sz="4400" i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vi-VN" sz="4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vi-VN" sz="4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vi-VN" sz="4400" dirty="0"/>
                  <a:t> </a:t>
                </a:r>
                <a14:m>
                  <m:oMath xmlns:m="http://schemas.openxmlformats.org/officeDocument/2006/math">
                    <m:r>
                      <a:rPr lang="vi-VN" sz="4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vi-VN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vi-VN" sz="4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vi-VN" sz="440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vi-VN" sz="44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vi-VN" sz="4400"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a:rPr lang="vi-VN" sz="440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vi-VN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4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vi-VN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440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vi-VN" sz="4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vi-VN" sz="4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vi-VN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4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vi-VN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440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vi-VN" sz="4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vi-VN" sz="4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x-none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AEB28C4-5571-B5FD-2E50-594C80448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07" y="4776362"/>
                <a:ext cx="5133502" cy="11833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EB28C4-5571-B5FD-2E50-594C804485EC}"/>
                  </a:ext>
                </a:extLst>
              </p:cNvPr>
              <p:cNvSpPr txBox="1"/>
              <p:nvPr/>
            </p:nvSpPr>
            <p:spPr>
              <a:xfrm>
                <a:off x="6471138" y="4818722"/>
                <a:ext cx="5266593" cy="115114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𝑙𝑛</m:t>
                    </m:r>
                    <m:f>
                      <m:fPr>
                        <m:ctrlPr>
                          <a:rPr lang="x-none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x-none" sz="4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vi-VN" sz="4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x-none" sz="4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vi-VN" sz="4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vi-VN" sz="4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vi-VN" sz="4400" dirty="0"/>
                  <a:t> </a:t>
                </a:r>
                <a14:m>
                  <m:oMath xmlns:m="http://schemas.openxmlformats.org/officeDocument/2006/math">
                    <m:r>
                      <a:rPr lang="vi-VN" sz="4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vi-VN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4400"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a:rPr lang="vi-VN" sz="440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vi-VN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4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vi-VN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440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vi-VN" sz="4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vi-VN" sz="4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vi-VN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4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vi-VN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440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vi-VN" sz="4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vi-VN" sz="4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x-none" sz="4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AEB28C4-5571-B5FD-2E50-594C80448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138" y="4818722"/>
                <a:ext cx="5266593" cy="115114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52494" y="4006734"/>
            <a:ext cx="5719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en-US" sz="3200" b="1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86676" y="4006734"/>
            <a:ext cx="5856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11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 animBg="1"/>
      <p:bldP spid="13" grpId="0" animBg="1"/>
      <p:bldP spid="14" grpId="0" animBg="1"/>
      <p:bldP spid="2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5 – A/h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(K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68" y="1174347"/>
            <a:ext cx="5938863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b="1" dirty="0">
                <a:solidFill>
                  <a:srgbClr val="0000FF"/>
                </a:solidFill>
              </a:rPr>
              <a:t>A </a:t>
            </a:r>
            <a:r>
              <a:rPr lang="en-US" altLang="x-none" sz="4000" b="1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b="1" dirty="0">
                <a:solidFill>
                  <a:srgbClr val="0000FF"/>
                </a:solidFill>
              </a:rPr>
              <a:t> </a:t>
            </a:r>
            <a:r>
              <a:rPr lang="en-US" altLang="x-none" sz="4000" b="1" dirty="0" err="1">
                <a:solidFill>
                  <a:srgbClr val="0000FF"/>
                </a:solidFill>
              </a:rPr>
              <a:t>sản</a:t>
            </a:r>
            <a:r>
              <a:rPr lang="en-US" altLang="x-none" sz="4000" b="1" dirty="0">
                <a:solidFill>
                  <a:srgbClr val="0000FF"/>
                </a:solidFill>
              </a:rPr>
              <a:t> </a:t>
            </a:r>
            <a:r>
              <a:rPr lang="en-US" altLang="x-none" sz="4000" b="1" dirty="0" err="1">
                <a:solidFill>
                  <a:srgbClr val="0000FF"/>
                </a:solidFill>
              </a:rPr>
              <a:t>phẩm</a:t>
            </a:r>
            <a:endParaRPr lang="en-US" altLang="x-none" sz="4000" b="1" dirty="0">
              <a:solidFill>
                <a:srgbClr val="0000FF"/>
              </a:solidFill>
            </a:endParaRPr>
          </a:p>
          <a:p>
            <a:pPr marL="0" indent="0" algn="ctr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ct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962763"/>
              </p:ext>
            </p:extLst>
          </p:nvPr>
        </p:nvGraphicFramePr>
        <p:xfrm>
          <a:off x="7470775" y="984250"/>
          <a:ext cx="32829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Equation" r:id="rId4" imgW="1193760" imgH="406080" progId="Equation.3">
                  <p:embed/>
                </p:oleObj>
              </mc:Choice>
              <mc:Fallback>
                <p:oleObj name="Equation" r:id="rId4" imgW="1193760" imgH="406080" progId="Equation.3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0775" y="984250"/>
                        <a:ext cx="3282950" cy="111442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50195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2494" y="2551095"/>
            <a:ext cx="3624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 PHẢN ỨNG BẬC 0: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454548"/>
              </p:ext>
            </p:extLst>
          </p:nvPr>
        </p:nvGraphicFramePr>
        <p:xfrm>
          <a:off x="3846999" y="2257858"/>
          <a:ext cx="401637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6" imgW="1460160" imgH="406080" progId="Equation.3">
                  <p:embed/>
                </p:oleObj>
              </mc:Choice>
              <mc:Fallback>
                <p:oleObj name="Equation" r:id="rId6" imgW="1460160" imgH="406080" progId="Equation.3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999" y="2257858"/>
                        <a:ext cx="4016375" cy="11144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027117"/>
              </p:ext>
            </p:extLst>
          </p:nvPr>
        </p:nvGraphicFramePr>
        <p:xfrm>
          <a:off x="8496394" y="2158344"/>
          <a:ext cx="272415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Equation" r:id="rId8" imgW="990360" imgH="495000" progId="Equation.3">
                  <p:embed/>
                </p:oleObj>
              </mc:Choice>
              <mc:Fallback>
                <p:oleObj name="Equation" r:id="rId8" imgW="990360" imgH="49500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6394" y="2158344"/>
                        <a:ext cx="2724150" cy="13589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Notched Right Arrow 1"/>
          <p:cNvSpPr/>
          <p:nvPr/>
        </p:nvSpPr>
        <p:spPr>
          <a:xfrm>
            <a:off x="8035429" y="2677310"/>
            <a:ext cx="249382" cy="27079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567231"/>
              </p:ext>
            </p:extLst>
          </p:nvPr>
        </p:nvGraphicFramePr>
        <p:xfrm>
          <a:off x="8284811" y="3641609"/>
          <a:ext cx="285273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Equation" r:id="rId10" imgW="927000" imgH="228600" progId="Equation.3">
                  <p:embed/>
                </p:oleObj>
              </mc:Choice>
              <mc:Fallback>
                <p:oleObj name="Equation" r:id="rId10" imgW="927000" imgH="228600" progId="Equation.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284811" y="3641609"/>
                        <a:ext cx="2852738" cy="70167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Notched Right Arrow 11"/>
          <p:cNvSpPr/>
          <p:nvPr/>
        </p:nvSpPr>
        <p:spPr>
          <a:xfrm flipH="1" flipV="1">
            <a:off x="7548520" y="3800402"/>
            <a:ext cx="486909" cy="35083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837236"/>
              </p:ext>
            </p:extLst>
          </p:nvPr>
        </p:nvGraphicFramePr>
        <p:xfrm>
          <a:off x="4953263" y="3641609"/>
          <a:ext cx="24003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Equation" r:id="rId12" imgW="787320" imgH="266400" progId="Equation.3">
                  <p:embed/>
                </p:oleObj>
              </mc:Choice>
              <mc:Fallback>
                <p:oleObj name="Equation" r:id="rId12" imgW="787320" imgH="266400" progId="Equation.3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263" y="3641609"/>
                        <a:ext cx="2400300" cy="701675"/>
                      </a:xfrm>
                      <a:prstGeom prst="rect">
                        <a:avLst/>
                      </a:prstGeom>
                      <a:solidFill>
                        <a:srgbClr val="00B0F0">
                          <a:alpha val="50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rved Left Arrow 2"/>
          <p:cNvSpPr/>
          <p:nvPr/>
        </p:nvSpPr>
        <p:spPr>
          <a:xfrm>
            <a:off x="11332506" y="3144054"/>
            <a:ext cx="334948" cy="74637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1609" y="4905072"/>
            <a:ext cx="3624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PHẢN ỨNG BẬC 1:</a:t>
            </a:r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529317"/>
              </p:ext>
            </p:extLst>
          </p:nvPr>
        </p:nvGraphicFramePr>
        <p:xfrm>
          <a:off x="3860894" y="4607409"/>
          <a:ext cx="44704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Equation" r:id="rId14" imgW="1625400" imgH="406080" progId="Equation.3">
                  <p:embed/>
                </p:oleObj>
              </mc:Choice>
              <mc:Fallback>
                <p:oleObj name="Equation" r:id="rId14" imgW="1625400" imgH="406080" progId="Equation.3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94" y="4607409"/>
                        <a:ext cx="4470400" cy="11144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94296"/>
              </p:ext>
            </p:extLst>
          </p:nvPr>
        </p:nvGraphicFramePr>
        <p:xfrm>
          <a:off x="8879407" y="4441076"/>
          <a:ext cx="2480296" cy="1191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Equation" r:id="rId16" imgW="1028520" imgH="495000" progId="Equation.3">
                  <p:embed/>
                </p:oleObj>
              </mc:Choice>
              <mc:Fallback>
                <p:oleObj name="Equation" r:id="rId16" imgW="1028520" imgH="495000" progId="Equation.3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9407" y="4441076"/>
                        <a:ext cx="2480296" cy="1191433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urved Left Arrow 17"/>
          <p:cNvSpPr/>
          <p:nvPr/>
        </p:nvSpPr>
        <p:spPr>
          <a:xfrm>
            <a:off x="11173583" y="5632509"/>
            <a:ext cx="372240" cy="769482"/>
          </a:xfrm>
          <a:prstGeom prst="curved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876230"/>
              </p:ext>
            </p:extLst>
          </p:nvPr>
        </p:nvGraphicFramePr>
        <p:xfrm>
          <a:off x="8496394" y="5730302"/>
          <a:ext cx="2255396" cy="1127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Equation" r:id="rId18" imgW="965160" imgH="482400" progId="Equation.3">
                  <p:embed/>
                </p:oleObj>
              </mc:Choice>
              <mc:Fallback>
                <p:oleObj name="Equation" r:id="rId18" imgW="965160" imgH="482400" progId="Equation.3">
                  <p:embed/>
                  <p:pic>
                    <p:nvPicPr>
                      <p:cNvPr id="20" name="Object 1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496394" y="5730302"/>
                        <a:ext cx="2255396" cy="1127698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Notched Right Arrow 20"/>
          <p:cNvSpPr/>
          <p:nvPr/>
        </p:nvSpPr>
        <p:spPr>
          <a:xfrm>
            <a:off x="8430784" y="5022229"/>
            <a:ext cx="249382" cy="270790"/>
          </a:xfrm>
          <a:prstGeom prst="notch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Notched Right Arrow 21"/>
          <p:cNvSpPr/>
          <p:nvPr/>
        </p:nvSpPr>
        <p:spPr>
          <a:xfrm flipH="1" flipV="1">
            <a:off x="7777417" y="6101725"/>
            <a:ext cx="486909" cy="350837"/>
          </a:xfrm>
          <a:prstGeom prst="notch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438221"/>
              </p:ext>
            </p:extLst>
          </p:nvPr>
        </p:nvGraphicFramePr>
        <p:xfrm>
          <a:off x="4402937" y="5730302"/>
          <a:ext cx="3133502" cy="1127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20" imgW="1206360" imgH="393480" progId="Equation.3">
                  <p:embed/>
                </p:oleObj>
              </mc:Choice>
              <mc:Fallback>
                <p:oleObj name="Equation" r:id="rId20" imgW="1206360" imgH="393480" progId="Equation.3">
                  <p:embed/>
                  <p:pic>
                    <p:nvPicPr>
                      <p:cNvPr id="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937" y="5730302"/>
                        <a:ext cx="3133502" cy="1127698"/>
                      </a:xfrm>
                      <a:prstGeom prst="rect">
                        <a:avLst/>
                      </a:prstGeom>
                      <a:solidFill>
                        <a:schemeClr val="accent4">
                          <a:alpha val="5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112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2" grpId="0" animBg="1"/>
      <p:bldP spid="12" grpId="0" animBg="1"/>
      <p:bldP spid="3" grpId="0" animBg="1"/>
      <p:bldP spid="15" grpId="0"/>
      <p:bldP spid="18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68" y="1174347"/>
            <a:ext cx="5938863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b="1" dirty="0">
                <a:solidFill>
                  <a:srgbClr val="0000FF"/>
                </a:solidFill>
              </a:rPr>
              <a:t>A </a:t>
            </a:r>
            <a:r>
              <a:rPr lang="en-US" altLang="x-none" sz="4000" b="1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b="1" dirty="0">
                <a:solidFill>
                  <a:srgbClr val="0000FF"/>
                </a:solidFill>
              </a:rPr>
              <a:t> </a:t>
            </a:r>
            <a:r>
              <a:rPr lang="en-US" altLang="x-none" sz="4000" b="1" dirty="0" err="1">
                <a:solidFill>
                  <a:srgbClr val="0000FF"/>
                </a:solidFill>
              </a:rPr>
              <a:t>sản</a:t>
            </a:r>
            <a:r>
              <a:rPr lang="en-US" altLang="x-none" sz="4000" b="1" dirty="0">
                <a:solidFill>
                  <a:srgbClr val="0000FF"/>
                </a:solidFill>
              </a:rPr>
              <a:t> </a:t>
            </a:r>
            <a:r>
              <a:rPr lang="en-US" altLang="x-none" sz="4000" b="1" dirty="0" err="1">
                <a:solidFill>
                  <a:srgbClr val="0000FF"/>
                </a:solidFill>
              </a:rPr>
              <a:t>phẩm</a:t>
            </a:r>
            <a:endParaRPr lang="en-US" altLang="x-none" sz="4000" b="1" dirty="0">
              <a:solidFill>
                <a:srgbClr val="0000FF"/>
              </a:solidFill>
            </a:endParaRPr>
          </a:p>
          <a:p>
            <a:pPr marL="0" indent="0" algn="ctr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ct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598191"/>
              </p:ext>
            </p:extLst>
          </p:nvPr>
        </p:nvGraphicFramePr>
        <p:xfrm>
          <a:off x="7470775" y="984250"/>
          <a:ext cx="32829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Equation" r:id="rId4" imgW="1193760" imgH="406080" progId="Equation.3">
                  <p:embed/>
                </p:oleObj>
              </mc:Choice>
              <mc:Fallback>
                <p:oleObj name="Equation" r:id="rId4" imgW="1193760" imgH="406080" progId="Equation.3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0775" y="984250"/>
                        <a:ext cx="3282950" cy="111442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50195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2494" y="2551095"/>
            <a:ext cx="3624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PHẢN ỨNG BẬC 2:</a:t>
            </a:r>
          </a:p>
        </p:txBody>
      </p:sp>
      <p:sp>
        <p:nvSpPr>
          <p:cNvPr id="2" name="Notched Right Arrow 1"/>
          <p:cNvSpPr/>
          <p:nvPr/>
        </p:nvSpPr>
        <p:spPr>
          <a:xfrm>
            <a:off x="8035429" y="2677310"/>
            <a:ext cx="249382" cy="27079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Notched Right Arrow 11"/>
          <p:cNvSpPr/>
          <p:nvPr/>
        </p:nvSpPr>
        <p:spPr>
          <a:xfrm flipH="1" flipV="1">
            <a:off x="7548520" y="3800402"/>
            <a:ext cx="486909" cy="35083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rved Left Arrow 2"/>
          <p:cNvSpPr/>
          <p:nvPr/>
        </p:nvSpPr>
        <p:spPr>
          <a:xfrm>
            <a:off x="11231298" y="3074315"/>
            <a:ext cx="334948" cy="74637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5" name="Object 9">
            <a:extLst>
              <a:ext uri="{FF2B5EF4-FFF2-40B4-BE49-F238E27FC236}">
                <a16:creationId xmlns:a16="http://schemas.microsoft.com/office/drawing/2014/main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878075"/>
              </p:ext>
            </p:extLst>
          </p:nvPr>
        </p:nvGraphicFramePr>
        <p:xfrm>
          <a:off x="3806319" y="2330888"/>
          <a:ext cx="3877403" cy="966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Equation" r:id="rId6" imgW="1625400" imgH="406080" progId="Equation.3">
                  <p:embed/>
                </p:oleObj>
              </mc:Choice>
              <mc:Fallback>
                <p:oleObj name="Equation" r:id="rId6" imgW="1625400" imgH="406080" progId="Equation.3">
                  <p:embed/>
                  <p:pic>
                    <p:nvPicPr>
                      <p:cNvPr id="25" name="Object 9">
                        <a:extLst>
                          <a:ext uri="{FF2B5EF4-FFF2-40B4-BE49-F238E27FC236}">
                            <a16:creationId xmlns:a16="http://schemas.microsoft.com/office/drawing/2014/main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319" y="2330888"/>
                        <a:ext cx="3877403" cy="966597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4D39E89A-5437-B07E-8466-99C42713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022010"/>
              </p:ext>
            </p:extLst>
          </p:nvPr>
        </p:nvGraphicFramePr>
        <p:xfrm>
          <a:off x="8555475" y="2232427"/>
          <a:ext cx="2071624" cy="1119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Equation" r:id="rId8" imgW="914400" imgH="495000" progId="Equation.3">
                  <p:embed/>
                </p:oleObj>
              </mc:Choice>
              <mc:Fallback>
                <p:oleObj name="Equation" r:id="rId8" imgW="914400" imgH="495000" progId="Equation.3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4D39E89A-5437-B07E-8466-99C42713B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5475" y="2232427"/>
                        <a:ext cx="2071624" cy="1119514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774925"/>
              </p:ext>
            </p:extLst>
          </p:nvPr>
        </p:nvGraphicFramePr>
        <p:xfrm>
          <a:off x="8539252" y="3391077"/>
          <a:ext cx="2497237" cy="1214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Equation" r:id="rId10" imgW="939600" imgH="457200" progId="Equation.3">
                  <p:embed/>
                </p:oleObj>
              </mc:Choice>
              <mc:Fallback>
                <p:oleObj name="Equation" r:id="rId10" imgW="939600" imgH="457200" progId="Equation.3">
                  <p:embed/>
                  <p:pic>
                    <p:nvPicPr>
                      <p:cNvPr id="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252" y="3391077"/>
                        <a:ext cx="2497237" cy="1214174"/>
                      </a:xfrm>
                      <a:prstGeom prst="rect">
                        <a:avLst/>
                      </a:prstGeom>
                      <a:solidFill>
                        <a:srgbClr val="00FFCC">
                          <a:alpha val="50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267533"/>
              </p:ext>
            </p:extLst>
          </p:nvPr>
        </p:nvGraphicFramePr>
        <p:xfrm>
          <a:off x="5167857" y="3391077"/>
          <a:ext cx="2083860" cy="1214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12" imgW="647640" imgH="457200" progId="Equation.3">
                  <p:embed/>
                </p:oleObj>
              </mc:Choice>
              <mc:Fallback>
                <p:oleObj name="Equation" r:id="rId12" imgW="647640" imgH="457200" progId="Equation.3">
                  <p:embed/>
                  <p:pic>
                    <p:nvPicPr>
                      <p:cNvPr id="2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857" y="3391077"/>
                        <a:ext cx="2083860" cy="1214174"/>
                      </a:xfrm>
                      <a:prstGeom prst="rect">
                        <a:avLst/>
                      </a:prstGeom>
                      <a:solidFill>
                        <a:srgbClr val="00FFCC">
                          <a:alpha val="50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4">
            <a:extLst>
              <a:ext uri="{FF2B5EF4-FFF2-40B4-BE49-F238E27FC236}">
                <a16:creationId xmlns:a16="http://schemas.microsoft.com/office/drawing/2014/main" id="{C76F9EBE-C949-A922-1A94-3AC0BE16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36" y="5404106"/>
            <a:ext cx="6528725" cy="7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Xét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sz="4000" dirty="0">
                <a:solidFill>
                  <a:srgbClr val="0000FF"/>
                </a:solidFill>
              </a:rPr>
              <a:t>A + B </a:t>
            </a:r>
            <a:r>
              <a:rPr lang="en-US" altLang="x-none" sz="4000" dirty="0">
                <a:solidFill>
                  <a:srgbClr val="0000FF"/>
                </a:solidFill>
                <a:sym typeface="Symbol" pitchFamily="2" charset="2"/>
              </a:rPr>
              <a:t>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sản</a:t>
            </a:r>
            <a:r>
              <a:rPr lang="en-US" altLang="x-none" sz="4000" dirty="0">
                <a:solidFill>
                  <a:srgbClr val="0000FF"/>
                </a:solidFill>
              </a:rPr>
              <a:t> </a:t>
            </a:r>
            <a:r>
              <a:rPr lang="en-US" altLang="x-none" sz="4000" dirty="0" err="1">
                <a:solidFill>
                  <a:srgbClr val="0000FF"/>
                </a:solidFill>
              </a:rPr>
              <a:t>phẩm</a:t>
            </a:r>
            <a:endParaRPr lang="en-US" altLang="x-none" sz="40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algn="r">
              <a:buFont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419346"/>
              </p:ext>
            </p:extLst>
          </p:nvPr>
        </p:nvGraphicFramePr>
        <p:xfrm>
          <a:off x="7266807" y="5020288"/>
          <a:ext cx="4572000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14" imgW="1473120" imgH="482400" progId="Equation.3">
                  <p:embed/>
                </p:oleObj>
              </mc:Choice>
              <mc:Fallback>
                <p:oleObj name="Equation" r:id="rId14" imgW="1473120" imgH="482400" progId="Equation.3">
                  <p:embed/>
                  <p:pic>
                    <p:nvPicPr>
                      <p:cNvPr id="3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6807" y="5020288"/>
                        <a:ext cx="4572000" cy="150177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標題 1">
            <a:extLst>
              <a:ext uri="{FF2B5EF4-FFF2-40B4-BE49-F238E27FC236}">
                <a16:creationId xmlns:a16="http://schemas.microsoft.com/office/drawing/2014/main" id="{8465E244-D124-E63C-5033-45CAF01F6F2F}"/>
              </a:ext>
            </a:extLst>
          </p:cNvPr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5 – A/h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(K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30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2" grpId="0" animBg="1"/>
      <p:bldP spid="12" grpId="0" animBg="1"/>
      <p:bldP spid="3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TextBox 4"/>
          <p:cNvSpPr txBox="1"/>
          <p:nvPr/>
        </p:nvSpPr>
        <p:spPr>
          <a:xfrm>
            <a:off x="333814" y="810373"/>
            <a:ext cx="11705880" cy="1573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van’t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Hoff: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r>
              <a:rPr lang="en-US" sz="32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2-4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922776"/>
              </p:ext>
            </p:extLst>
          </p:nvPr>
        </p:nvGraphicFramePr>
        <p:xfrm>
          <a:off x="1465808" y="2595006"/>
          <a:ext cx="3738113" cy="1229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4" imgW="1358310" imgH="444307" progId="Equation.3">
                  <p:embed/>
                </p:oleObj>
              </mc:Choice>
              <mc:Fallback>
                <p:oleObj name="Equation" r:id="rId4" imgW="1358310" imgH="444307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808" y="2595006"/>
                        <a:ext cx="3738113" cy="122951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34922" y="2516988"/>
            <a:ext cx="6632298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= 20+10n → n = 4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88" y="4203498"/>
            <a:ext cx="5650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i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 HƯỞNG CHẤT XÚC TÁC</a:t>
            </a:r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888" y="4722611"/>
            <a:ext cx="858136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1963" algn="just">
              <a:lnSpc>
                <a:spcPct val="150000"/>
              </a:lnSpc>
            </a:pPr>
            <a:r>
              <a:rPr lang="en-US" sz="2800" i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i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i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800" i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2800" i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ượng</a:t>
            </a:r>
            <a:r>
              <a:rPr lang="en-US" sz="2800" i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800" i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b="1" u="sng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b="1" u="sng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u="sng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TĐPƯ</a:t>
            </a:r>
            <a:r>
              <a:rPr lang="en-US" sz="28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725" y="4790787"/>
            <a:ext cx="3149969" cy="17349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3018" y="5969342"/>
            <a:ext cx="858136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1963" algn="just">
              <a:lnSpc>
                <a:spcPct val="150000"/>
              </a:lnSpc>
            </a:pP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KHÔNG 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CÂN BẰNG HÓA HỌC</a:t>
            </a:r>
            <a:endParaRPr lang="en-US" sz="28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4722" y="5355528"/>
            <a:ext cx="858136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1963" algn="just">
              <a:lnSpc>
                <a:spcPct val="150000"/>
              </a:lnSpc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TỐC ĐỘ &amp; THỜI GIAN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80ABBF5-98A0-5DA0-A755-7C8E8CC9E3BD}"/>
              </a:ext>
            </a:extLst>
          </p:cNvPr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5 – A/h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(K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96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555" y="1868775"/>
            <a:ext cx="11268957" cy="217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fontAlgn="base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300"/>
            </a:pPr>
            <a:r>
              <a:rPr lang="es-ES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 = k.C</a:t>
            </a:r>
            <a:r>
              <a:rPr lang="es-E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s-E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.C</a:t>
            </a:r>
            <a:r>
              <a:rPr lang="es-E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 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300"/>
            </a:pPr>
            <a:r>
              <a:rPr lang="es-ES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 = k.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ES" sz="2400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300"/>
            </a:pPr>
            <a:r>
              <a:rPr lang="es-ES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 =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k.C</a:t>
            </a:r>
            <a:r>
              <a:rPr lang="es-ES" sz="2400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s-ES" sz="2400" baseline="30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.C</a:t>
            </a:r>
            <a:r>
              <a:rPr lang="es-ES" sz="2400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s-ES" sz="2400" baseline="30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300"/>
            </a:pPr>
            <a:r>
              <a:rPr lang="es-ES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 =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k.C</a:t>
            </a:r>
            <a:r>
              <a:rPr lang="es-ES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s-ES" sz="2400" baseline="30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.C</a:t>
            </a:r>
            <a:r>
              <a:rPr lang="es-ES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s-ES" sz="2400" baseline="30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1609" y="940172"/>
            <a:ext cx="11624903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đáp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Cho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2A(k) + B(k)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C(k)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vi-VN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 thức tốc độ </a:t>
            </a:r>
            <a:r>
              <a:rPr lang="vi-V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 ứng phải là: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52494" y="4253781"/>
            <a:ext cx="11684536" cy="2436096"/>
            <a:chOff x="152494" y="4375701"/>
            <a:chExt cx="11684536" cy="2436096"/>
          </a:xfrm>
        </p:grpSpPr>
        <p:grpSp>
          <p:nvGrpSpPr>
            <p:cNvPr id="5" name="Group 4"/>
            <p:cNvGrpSpPr/>
            <p:nvPr/>
          </p:nvGrpSpPr>
          <p:grpSpPr>
            <a:xfrm>
              <a:off x="152494" y="4375701"/>
              <a:ext cx="11624903" cy="1799668"/>
              <a:chOff x="152494" y="4375701"/>
              <a:chExt cx="11624903" cy="1799668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152494" y="4375701"/>
                <a:ext cx="11624903" cy="1799668"/>
                <a:chOff x="152494" y="4475451"/>
                <a:chExt cx="11624903" cy="1799668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152494" y="4475451"/>
                  <a:ext cx="11624903" cy="48301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1" algn="just" fontAlgn="base">
                    <a:lnSpc>
                      <a:spcPct val="115000"/>
                    </a:lnSpc>
                    <a:spcBef>
                      <a:spcPts val="600"/>
                    </a:spcBef>
                    <a:spcAft>
                      <a:spcPts val="1000"/>
                    </a:spcAft>
                  </a:pPr>
                  <a:r>
                    <a:rPr lang="en-US" sz="2400" b="1" u="sng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Câu</a:t>
                  </a:r>
                  <a:r>
                    <a:rPr lang="en-US" sz="2400" b="1" u="sng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2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: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Chọn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đáp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án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sai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. Cho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phản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ứng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: </a:t>
                  </a:r>
                  <a:r>
                    <a:rPr lang="en-US" sz="2400" b="1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aA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+ </a:t>
                  </a:r>
                  <a:r>
                    <a:rPr lang="en-US" sz="2400" b="1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bB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= </a:t>
                  </a:r>
                  <a:r>
                    <a:rPr lang="en-US" sz="2400" b="1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cC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+ </a:t>
                  </a:r>
                  <a:r>
                    <a:rPr lang="en-US" sz="2400" b="1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dD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có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v = </a:t>
                  </a:r>
                  <a:r>
                    <a:rPr lang="es-ES" sz="24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k.C</a:t>
                  </a:r>
                  <a:r>
                    <a:rPr lang="es-ES" sz="2400" baseline="-250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A</a:t>
                  </a:r>
                  <a:r>
                    <a:rPr lang="es-ES" sz="2400" baseline="300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r>
                    <a:rPr lang="es-ES" sz="24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.C</a:t>
                  </a:r>
                  <a:r>
                    <a:rPr lang="es-ES" sz="2400" baseline="-250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s-ES" sz="2400" baseline="300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.</a:t>
                  </a:r>
                  <a:r>
                    <a:rPr lang="en-US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vi-VN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ậc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của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PƯ</a:t>
                  </a:r>
                  <a:r>
                    <a:rPr lang="vi-VN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:</a:t>
                  </a:r>
                  <a:endPara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" name="Rectangle 7"/>
                <p:cNvSpPr/>
                <p:nvPr/>
              </p:nvSpPr>
              <p:spPr>
                <a:xfrm>
                  <a:off x="537555" y="5265481"/>
                  <a:ext cx="3203172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1)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Luôn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bằng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(n + m)</a:t>
                  </a:r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4363359" y="5265480"/>
                  <a:ext cx="2619332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2)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Ít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khi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lớn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hơn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3</a:t>
                  </a:r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8073605" y="5265479"/>
                  <a:ext cx="3231703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3)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Bằng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(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c+d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) - (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a+b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)</a:t>
                  </a:r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537555" y="5813454"/>
                  <a:ext cx="3203172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4)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Có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thể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là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phân</a:t>
                  </a:r>
                  <a:r>
                    <a:rPr lang="en-US" sz="2400" dirty="0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số</a:t>
                  </a:r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" name="Rectangle 15"/>
              <p:cNvSpPr/>
              <p:nvPr/>
            </p:nvSpPr>
            <p:spPr>
              <a:xfrm>
                <a:off x="4363359" y="5708250"/>
                <a:ext cx="261933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5)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a+b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510DF6-9893-F817-9662-F81D79174A7D}"/>
                </a:ext>
              </a:extLst>
            </p:cNvPr>
            <p:cNvSpPr txBox="1"/>
            <p:nvPr/>
          </p:nvSpPr>
          <p:spPr>
            <a:xfrm>
              <a:off x="537555" y="6328780"/>
              <a:ext cx="11299475" cy="4830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just" fontAlgn="base">
                <a:lnSpc>
                  <a:spcPct val="115000"/>
                </a:lnSpc>
                <a:spcAft>
                  <a:spcPts val="1000"/>
                </a:spcAft>
                <a:buSzPts val="1300"/>
                <a:tabLst>
                  <a:tab pos="2886075" algn="l"/>
                  <a:tab pos="5773738" algn="l"/>
                  <a:tab pos="8661400" algn="l"/>
                </a:tabLst>
              </a:pPr>
              <a:r>
                <a:rPr lang="en-US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A. 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3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và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 5</a:t>
              </a:r>
              <a:r>
                <a:rPr lang="en-US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	</a:t>
              </a:r>
              <a:r>
                <a:rPr lang="en-US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B. 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2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và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 3</a:t>
              </a:r>
              <a:r>
                <a:rPr lang="x-none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	</a:t>
              </a:r>
              <a:r>
                <a:rPr lang="en-US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C. 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3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và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 4</a:t>
              </a:r>
              <a:r>
                <a:rPr lang="x-none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	</a:t>
              </a:r>
              <a:r>
                <a:rPr lang="en-US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D. 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2, 3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và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itchFamily="2" charset="2"/>
                </a:rPr>
                <a:t> 5</a:t>
              </a:r>
              <a:endParaRPr lang="x-none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537555" y="2989733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488724" y="6213719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5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3814" y="990319"/>
                <a:ext cx="11675950" cy="5552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4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Câu</a:t>
                </a:r>
                <a:r>
                  <a:rPr lang="en-US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2NO</a:t>
                </a:r>
                <a:r>
                  <a:rPr lang="en-US" sz="24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(k) + CO</a:t>
                </a:r>
                <a:r>
                  <a:rPr lang="en-US" sz="24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 = CO</a:t>
                </a:r>
                <a:r>
                  <a:rPr lang="en-US" sz="24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 + NO (k)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𝐫</m:t>
                    </m:r>
                    <m:r>
                      <a:rPr lang="vi-VN" sz="2400" b="1" i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𝐤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𝐍𝐎</m:t>
                            </m:r>
                            <m:r>
                              <a:rPr lang="vi-VN" sz="2400" b="1" i="0" baseline="-25000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US" sz="2400" b="1" i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chế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phù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762000" indent="11113"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Xảy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CO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</a:t>
                </a:r>
              </a:p>
              <a:p>
                <a:pPr marL="762000" indent="11113"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  <a:p>
                <a:pPr marL="762000" indent="11113"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CO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		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FAST</a:t>
                </a:r>
              </a:p>
              <a:p>
                <a:pPr marL="762000" indent="11113"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FAST</a:t>
                </a:r>
              </a:p>
              <a:p>
                <a:pPr marL="762000" indent="11113"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CO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NO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2(g)		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  <a:p>
                <a:pPr indent="762000"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14" y="990319"/>
                <a:ext cx="11675950" cy="5552482"/>
              </a:xfrm>
              <a:prstGeom prst="rect">
                <a:avLst/>
              </a:prstGeom>
              <a:blipFill>
                <a:blip r:embed="rId3"/>
                <a:stretch>
                  <a:fillRect l="-870" r="-870" b="-45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1008133" y="3446930"/>
            <a:ext cx="532014" cy="529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69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237450" y="3163308"/>
            <a:ext cx="532014" cy="529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31478" y="793856"/>
            <a:ext cx="11969515" cy="3130599"/>
            <a:chOff x="131478" y="793856"/>
            <a:chExt cx="11969515" cy="3130599"/>
          </a:xfrm>
        </p:grpSpPr>
        <p:sp>
          <p:nvSpPr>
            <p:cNvPr id="23" name="Text Box 9">
              <a:extLst>
                <a:ext uri="{FF2B5EF4-FFF2-40B4-BE49-F238E27FC236}">
                  <a16:creationId xmlns:a16="http://schemas.microsoft.com/office/drawing/2014/main" id="{C7E1388B-288E-4A04-85C5-3C0C18F1F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78" y="793856"/>
              <a:ext cx="11908215" cy="1840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en-US" sz="2400" b="1" u="sng" dirty="0" err="1">
                  <a:cs typeface="Times New Roman" panose="02020603050405020304" pitchFamily="18" charset="0"/>
                </a:rPr>
                <a:t>Câu</a:t>
              </a:r>
              <a:r>
                <a:rPr lang="en-US" altLang="en-US" sz="2400" b="1" u="sng" dirty="0">
                  <a:cs typeface="Times New Roman" panose="02020603050405020304" pitchFamily="18" charset="0"/>
                </a:rPr>
                <a:t> 4</a:t>
              </a:r>
              <a:r>
                <a:rPr lang="en-US" altLang="en-US" sz="2400" b="1" dirty="0">
                  <a:cs typeface="Times New Roman" panose="02020603050405020304" pitchFamily="18" charset="0"/>
                </a:rPr>
                <a:t>: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Chọn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ph</a:t>
              </a:r>
              <a:r>
                <a:rPr lang="vi-VN" altLang="en-US" sz="2400" dirty="0">
                  <a:cs typeface="Times New Roman" panose="02020603050405020304" pitchFamily="18" charset="0"/>
                </a:rPr>
                <a:t>ươ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ng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án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 err="1">
                  <a:solidFill>
                    <a:srgbClr val="FF0000"/>
                  </a:solidFill>
                  <a:cs typeface="Times New Roman" panose="02020603050405020304" pitchFamily="18" charset="0"/>
                </a:rPr>
                <a:t>đúng</a:t>
              </a:r>
              <a:r>
                <a:rPr lang="en-US" altLang="en-US" sz="2400" dirty="0">
                  <a:cs typeface="Times New Roman" panose="02020603050405020304" pitchFamily="18" charset="0"/>
                </a:rPr>
                <a:t>. C</a:t>
              </a:r>
              <a:r>
                <a:rPr lang="vi-VN" altLang="en-US" sz="2400" dirty="0">
                  <a:cs typeface="Times New Roman" panose="02020603050405020304" pitchFamily="18" charset="0"/>
                </a:rPr>
                <a:t>ơ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chế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của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phản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ứng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phức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tạp</a:t>
              </a:r>
              <a:r>
                <a:rPr lang="en-US" altLang="en-US" sz="2400" dirty="0">
                  <a:cs typeface="Times New Roman" panose="02020603050405020304" pitchFamily="18" charset="0"/>
                </a:rPr>
                <a:t>: </a:t>
              </a:r>
              <a:r>
                <a:rPr lang="en-US" altLang="en-US" sz="2400" b="1" dirty="0">
                  <a:cs typeface="Times New Roman" panose="02020603050405020304" pitchFamily="18" charset="0"/>
                </a:rPr>
                <a:t>2NO</a:t>
              </a:r>
              <a:r>
                <a:rPr lang="en-US" altLang="en-US" sz="2400" b="1" baseline="-25000" dirty="0">
                  <a:cs typeface="Times New Roman" panose="02020603050405020304" pitchFamily="18" charset="0"/>
                </a:rPr>
                <a:t>2 </a:t>
              </a:r>
              <a:r>
                <a:rPr lang="en-US" altLang="en-US" sz="2400" b="1" dirty="0">
                  <a:cs typeface="Times New Roman" panose="02020603050405020304" pitchFamily="18" charset="0"/>
                </a:rPr>
                <a:t>(k) + F</a:t>
              </a:r>
              <a:r>
                <a:rPr lang="en-US" altLang="en-US" sz="2400" b="1" baseline="-25000" dirty="0">
                  <a:cs typeface="Times New Roman" panose="02020603050405020304" pitchFamily="18" charset="0"/>
                </a:rPr>
                <a:t>2</a:t>
              </a:r>
              <a:r>
                <a:rPr lang="en-US" altLang="en-US" sz="2400" b="1" dirty="0">
                  <a:cs typeface="Times New Roman" panose="02020603050405020304" pitchFamily="18" charset="0"/>
                </a:rPr>
                <a:t> (k) → 2NO</a:t>
              </a:r>
              <a:r>
                <a:rPr lang="en-US" altLang="en-US" sz="2400" b="1" baseline="-25000" dirty="0">
                  <a:cs typeface="Times New Roman" panose="02020603050405020304" pitchFamily="18" charset="0"/>
                </a:rPr>
                <a:t>2</a:t>
              </a:r>
              <a:r>
                <a:rPr lang="en-US" altLang="en-US" sz="2400" b="1" dirty="0">
                  <a:cs typeface="Times New Roman" panose="02020603050405020304" pitchFamily="18" charset="0"/>
                </a:rPr>
                <a:t>F</a:t>
              </a:r>
              <a:r>
                <a:rPr lang="en-US" altLang="en-US" sz="2400" b="1" baseline="-250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>
                  <a:cs typeface="Times New Roman" panose="02020603050405020304" pitchFamily="18" charset="0"/>
                </a:rPr>
                <a:t>(k)</a:t>
              </a:r>
              <a:endParaRPr lang="en-US" sz="2400" b="1" dirty="0"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en-US" sz="2400" dirty="0" err="1">
                  <a:cs typeface="Times New Roman" panose="02020603050405020304" pitchFamily="18" charset="0"/>
                </a:rPr>
                <a:t>Có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thể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giải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thích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bằng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2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ph</a:t>
              </a:r>
              <a:r>
                <a:rPr lang="vi-VN" altLang="en-US" sz="2400" dirty="0">
                  <a:cs typeface="Times New Roman" panose="02020603050405020304" pitchFamily="18" charset="0"/>
                </a:rPr>
                <a:t>ươ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ng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trình</a:t>
              </a:r>
              <a:r>
                <a:rPr lang="en-US" altLang="en-US" sz="2400" dirty="0">
                  <a:cs typeface="Times New Roman" panose="02020603050405020304" pitchFamily="18" charset="0"/>
                </a:rPr>
                <a:t> đ</a:t>
              </a:r>
              <a:r>
                <a:rPr lang="vi-VN" altLang="en-US" sz="2400" dirty="0">
                  <a:cs typeface="Times New Roman" panose="02020603050405020304" pitchFamily="18" charset="0"/>
                </a:rPr>
                <a:t>ơ</a:t>
              </a:r>
              <a:r>
                <a:rPr lang="en-US" altLang="en-US" sz="2400" dirty="0">
                  <a:cs typeface="Times New Roman" panose="02020603050405020304" pitchFamily="18" charset="0"/>
                </a:rPr>
                <a:t>n </a:t>
              </a:r>
              <a:r>
                <a:rPr lang="en-US" altLang="en-US" sz="2400" dirty="0" err="1">
                  <a:cs typeface="Times New Roman" panose="02020603050405020304" pitchFamily="18" charset="0"/>
                </a:rPr>
                <a:t>giản</a:t>
              </a:r>
              <a:r>
                <a:rPr lang="en-US" altLang="en-US" sz="2400" dirty="0">
                  <a:cs typeface="Times New Roman" panose="02020603050405020304" pitchFamily="18" charset="0"/>
                </a:rPr>
                <a:t>: </a:t>
              </a:r>
              <a:r>
                <a:rPr lang="it-IT" sz="2400" dirty="0">
                  <a:solidFill>
                    <a:srgbClr val="00B05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r>
                <a:rPr lang="it-IT" sz="2400" baseline="-25000" dirty="0">
                  <a:solidFill>
                    <a:srgbClr val="00B05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it-IT" sz="2400" dirty="0">
                  <a:solidFill>
                    <a:srgbClr val="00B05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(k) + F</a:t>
              </a:r>
              <a:r>
                <a:rPr lang="it-IT" sz="2400" baseline="-25000" dirty="0">
                  <a:solidFill>
                    <a:srgbClr val="00B05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it-IT" sz="2400" dirty="0">
                  <a:solidFill>
                    <a:srgbClr val="00B05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(k) </a:t>
              </a:r>
              <a:r>
                <a:rPr lang="it-IT" sz="2400" dirty="0">
                  <a:solidFill>
                    <a:srgbClr val="00B050"/>
                  </a:solidFill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it-IT" sz="2400" dirty="0">
                  <a:solidFill>
                    <a:srgbClr val="00B05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 NO</a:t>
              </a:r>
              <a:r>
                <a:rPr lang="it-IT" sz="2400" baseline="-25000" dirty="0">
                  <a:solidFill>
                    <a:srgbClr val="00B05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it-IT" sz="2400" dirty="0">
                  <a:solidFill>
                    <a:srgbClr val="00B05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F (k) + F (k)     (chậm)</a:t>
              </a:r>
              <a:endParaRPr lang="en-US" altLang="en-US" sz="2400" dirty="0">
                <a:solidFill>
                  <a:srgbClr val="00B050"/>
                </a:solidFill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  <a:tabLst>
                  <a:tab pos="5835650" algn="l"/>
                </a:tabLst>
              </a:pPr>
              <a:r>
                <a:rPr lang="en-US" altLang="en-US" sz="2400" dirty="0">
                  <a:cs typeface="Times New Roman" panose="02020603050405020304" pitchFamily="18" charset="0"/>
                </a:rPr>
                <a:t>	 </a:t>
              </a:r>
              <a:r>
                <a:rPr lang="it-IT" sz="2400" dirty="0">
                  <a:solidFill>
                    <a:srgbClr val="A27B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r>
                <a:rPr lang="it-IT" sz="2400" baseline="-25000" dirty="0">
                  <a:solidFill>
                    <a:srgbClr val="A27B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it-IT" sz="2400" dirty="0">
                  <a:solidFill>
                    <a:srgbClr val="A27B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(k) + F (k) </a:t>
              </a:r>
              <a:r>
                <a:rPr lang="it-IT" sz="2400" dirty="0">
                  <a:solidFill>
                    <a:srgbClr val="A27B00"/>
                  </a:solidFill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it-IT" sz="2400" dirty="0">
                  <a:solidFill>
                    <a:srgbClr val="A27B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 NO</a:t>
              </a:r>
              <a:r>
                <a:rPr lang="it-IT" sz="2400" baseline="-25000" dirty="0">
                  <a:solidFill>
                    <a:srgbClr val="A27B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it-IT" sz="2400" dirty="0">
                  <a:solidFill>
                    <a:srgbClr val="A27B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F (k)	        (nhanh)</a:t>
              </a:r>
              <a:endParaRPr lang="en-US" sz="2400" dirty="0">
                <a:solidFill>
                  <a:srgbClr val="A27B00"/>
                </a:solidFill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1609" y="2598961"/>
              <a:ext cx="110001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it-IT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Biểu thức tốc độ của phản ứng sẽ được biểu diễn bằng công thức: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81609" y="2966179"/>
                  <a:ext cx="2718886" cy="958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A.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𝑁𝑂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𝑁𝑂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609" y="2966179"/>
                  <a:ext cx="2718886" cy="958276"/>
                </a:xfrm>
                <a:prstGeom prst="rect">
                  <a:avLst/>
                </a:prstGeom>
                <a:blipFill>
                  <a:blip r:embed="rId3"/>
                  <a:stretch>
                    <a:fillRect l="-47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3279601" y="2966179"/>
                  <a:ext cx="2698046" cy="958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B.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𝑁𝑂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𝑁𝑂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9601" y="2966179"/>
                  <a:ext cx="2698046" cy="958276"/>
                </a:xfrm>
                <a:prstGeom prst="rect">
                  <a:avLst/>
                </a:prstGeom>
                <a:blipFill>
                  <a:blip r:embed="rId4"/>
                  <a:stretch>
                    <a:fillRect l="-47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6356753" y="3147211"/>
                  <a:ext cx="2767361" cy="5850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C.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𝑁𝑂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6753" y="3147211"/>
                  <a:ext cx="2767361" cy="585097"/>
                </a:xfrm>
                <a:prstGeom prst="rect">
                  <a:avLst/>
                </a:prstGeom>
                <a:blipFill>
                  <a:blip r:embed="rId5"/>
                  <a:stretch>
                    <a:fillRect l="-4566" t="-8511" r="-3653" b="-21277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9312794" y="3155073"/>
                  <a:ext cx="2788199" cy="560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D.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𝑁𝑂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2794" y="3155073"/>
                  <a:ext cx="2788199" cy="560218"/>
                </a:xfrm>
                <a:prstGeom prst="rect">
                  <a:avLst/>
                </a:prstGeom>
                <a:blipFill>
                  <a:blip r:embed="rId6"/>
                  <a:stretch>
                    <a:fillRect l="-4545" t="-11111" r="-3636" b="-24444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15"/>
          <p:cNvSpPr/>
          <p:nvPr/>
        </p:nvSpPr>
        <p:spPr>
          <a:xfrm>
            <a:off x="722274" y="4661945"/>
            <a:ext cx="7166667" cy="217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fontAlgn="base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300"/>
            </a:pPr>
            <a:r>
              <a:rPr lang="es-ES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ụ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300"/>
            </a:pPr>
            <a:r>
              <a:rPr lang="es-ES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s-E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300"/>
            </a:pPr>
            <a:r>
              <a:rPr lang="es-ES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riêng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C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1 M</a:t>
            </a:r>
          </a:p>
          <a:p>
            <a:pPr marR="0" lvl="0" algn="just" fontAlgn="base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300"/>
            </a:pPr>
            <a:r>
              <a:rPr lang="es-ES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mặt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xúc</a:t>
            </a:r>
            <a:r>
              <a:rPr lang="es-E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tác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1609" y="4122835"/>
            <a:ext cx="97625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2400" b="1" baseline="-250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endParaRPr lang="en-US" sz="2400" b="1" baseline="-25000" dirty="0">
              <a:solidFill>
                <a:srgbClr val="00B05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88402" y="4689644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64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6" grpId="0"/>
      <p:bldP spid="18" grpId="0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96063" y="4081785"/>
            <a:ext cx="532014" cy="529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C7E1388B-288E-4A04-85C5-3C0C18F1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78" y="928331"/>
            <a:ext cx="11908215" cy="9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5000"/>
              </a:lnSpc>
              <a:buNone/>
            </a:pPr>
            <a:r>
              <a:rPr lang="en-US" altLang="en-US" sz="2400" b="1" u="sng" dirty="0" err="1">
                <a:cs typeface="Times New Roman" panose="02020603050405020304" pitchFamily="18" charset="0"/>
              </a:rPr>
              <a:t>Câu</a:t>
            </a:r>
            <a:r>
              <a:rPr lang="en-US" altLang="en-US" sz="2400" b="1" u="sng" dirty="0">
                <a:cs typeface="Times New Roman" panose="02020603050405020304" pitchFamily="18" charset="0"/>
              </a:rPr>
              <a:t> 6</a:t>
            </a:r>
            <a:r>
              <a:rPr lang="en-US" altLang="en-US" sz="2400" b="1" dirty="0"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cs typeface="Times New Roman" panose="02020603050405020304" pitchFamily="18" charset="0"/>
              </a:rPr>
              <a:t>Đồ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thị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động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học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phản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ứng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của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các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chất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trong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phản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ứng</a:t>
            </a:r>
            <a:r>
              <a:rPr lang="en-US" sz="2400" dirty="0"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O</a:t>
            </a:r>
            <a:r>
              <a:rPr lang="en-US" sz="24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(g) + 2H</a:t>
            </a:r>
            <a:r>
              <a:rPr lang="en-US" sz="24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(g) → 2H</a:t>
            </a:r>
            <a:r>
              <a:rPr lang="en-US" sz="24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O (g</a:t>
            </a:r>
            <a:r>
              <a:rPr lang="en-US" sz="2400" dirty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miêu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tả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trong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hình</a:t>
            </a:r>
            <a:r>
              <a:rPr lang="en-US" sz="2400" dirty="0"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cs typeface="Times New Roman" panose="02020603050405020304" pitchFamily="18" charset="0"/>
              </a:rPr>
              <a:t>Vây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đường</a:t>
            </a: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cong</a:t>
            </a: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nào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thể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hiện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động</a:t>
            </a: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học</a:t>
            </a: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khí</a:t>
            </a: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O</a:t>
            </a:r>
            <a:r>
              <a:rPr lang="en-US" sz="2400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sz="2400" dirty="0">
                <a:cs typeface="Times New Roman" panose="02020603050405020304" pitchFamily="18" charset="0"/>
              </a:rPr>
              <a:t>?</a:t>
            </a:r>
            <a:endParaRPr lang="en-VN" sz="24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1228D-D1A8-A2BC-B326-B91595BD5560}"/>
              </a:ext>
            </a:extLst>
          </p:cNvPr>
          <p:cNvSpPr txBox="1"/>
          <p:nvPr/>
        </p:nvSpPr>
        <p:spPr>
          <a:xfrm>
            <a:off x="5067514" y="2151713"/>
            <a:ext cx="6114288" cy="248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800"/>
              </a:spcAf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đen</a:t>
            </a:r>
            <a:endParaRPr lang="en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800"/>
              </a:spcAf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khúc</a:t>
            </a:r>
            <a:endParaRPr lang="en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800"/>
              </a:spcAf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800"/>
              </a:spcAf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xám</a:t>
            </a:r>
            <a:endParaRPr lang="en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99661C-5A09-2E60-56FA-59039AA1AF5D}"/>
              </a:ext>
            </a:extLst>
          </p:cNvPr>
          <p:cNvSpPr/>
          <p:nvPr/>
        </p:nvSpPr>
        <p:spPr>
          <a:xfrm>
            <a:off x="3688856" y="6189926"/>
            <a:ext cx="532014" cy="529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F7970B6A-41FB-2293-70EB-8D397BC4E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14" y="4834337"/>
            <a:ext cx="11898680" cy="113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2400" b="1" u="sng" dirty="0" err="1">
                <a:cs typeface="Times New Roman" panose="02020603050405020304" pitchFamily="18" charset="0"/>
              </a:rPr>
              <a:t>Câu</a:t>
            </a:r>
            <a:r>
              <a:rPr lang="en-US" altLang="en-US" sz="2400" b="1" u="sng" dirty="0">
                <a:cs typeface="Times New Roman" panose="02020603050405020304" pitchFamily="18" charset="0"/>
              </a:rPr>
              <a:t> 7</a:t>
            </a:r>
            <a:r>
              <a:rPr lang="en-US" altLang="en-US" sz="2400" b="1" dirty="0"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cs typeface="Times New Roman" panose="02020603050405020304" pitchFamily="18" charset="0"/>
              </a:rPr>
              <a:t>Xét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phản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ứng</a:t>
            </a:r>
            <a:r>
              <a:rPr lang="en-US" altLang="en-US" sz="2400" dirty="0">
                <a:cs typeface="Times New Roman" panose="02020603050405020304" pitchFamily="18" charset="0"/>
              </a:rPr>
              <a:t> ở </a:t>
            </a:r>
            <a:r>
              <a:rPr lang="en-US" altLang="en-US" sz="2400" dirty="0" err="1">
                <a:cs typeface="Times New Roman" panose="02020603050405020304" pitchFamily="18" charset="0"/>
              </a:rPr>
              <a:t>nhiệt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độ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cao</a:t>
            </a:r>
            <a:r>
              <a:rPr lang="en-US" altLang="en-US" sz="2400" dirty="0">
                <a:cs typeface="Times New Roman" panose="02020603050405020304" pitchFamily="18" charset="0"/>
              </a:rPr>
              <a:t>: </a:t>
            </a:r>
            <a:r>
              <a:rPr lang="en-US" altLang="en-US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O</a:t>
            </a:r>
            <a:r>
              <a:rPr lang="en-US" altLang="en-US" sz="24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5 </a:t>
            </a:r>
            <a:r>
              <a:rPr lang="en-US" altLang="en-US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(g) → 4NO</a:t>
            </a:r>
            <a:r>
              <a:rPr lang="en-US" altLang="en-US" sz="24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 </a:t>
            </a:r>
            <a:r>
              <a:rPr lang="en-US" altLang="en-US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(g) + O</a:t>
            </a:r>
            <a:r>
              <a:rPr lang="en-US" altLang="en-US" sz="24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(g)</a:t>
            </a:r>
            <a:r>
              <a:rPr lang="en-US" altLang="en-US" sz="2400" dirty="0">
                <a:solidFill>
                  <a:srgbClr val="00B050"/>
                </a:solidFill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cs typeface="Times New Roman" panose="02020603050405020304" pitchFamily="18" charset="0"/>
              </a:rPr>
              <a:t>Khi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tốc</a:t>
            </a:r>
            <a:r>
              <a:rPr lang="en-US" altLang="en-US" sz="2400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sz="2400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hình</a:t>
            </a:r>
            <a:r>
              <a:rPr lang="en-US" altLang="en-US" sz="2400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thành</a:t>
            </a:r>
            <a:r>
              <a:rPr lang="en-US" altLang="en-US" sz="2400" dirty="0">
                <a:solidFill>
                  <a:srgbClr val="CC00CC"/>
                </a:solidFill>
                <a:cs typeface="Times New Roman" panose="02020603050405020304" pitchFamily="18" charset="0"/>
              </a:rPr>
              <a:t> NO</a:t>
            </a:r>
            <a:r>
              <a:rPr lang="en-US" altLang="en-US" sz="2400" baseline="-25000" dirty="0">
                <a:solidFill>
                  <a:srgbClr val="CC00CC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là</a:t>
            </a:r>
            <a:r>
              <a:rPr lang="en-US" altLang="en-US" sz="2400" dirty="0">
                <a:solidFill>
                  <a:srgbClr val="CC00CC"/>
                </a:solidFill>
                <a:cs typeface="Times New Roman" panose="02020603050405020304" pitchFamily="18" charset="0"/>
              </a:rPr>
              <a:t> 5.5x10</a:t>
            </a:r>
            <a:r>
              <a:rPr lang="en-US" altLang="en-US" sz="2400" baseline="30000" dirty="0">
                <a:solidFill>
                  <a:srgbClr val="CC00CC"/>
                </a:solidFill>
                <a:cs typeface="Times New Roman" panose="02020603050405020304" pitchFamily="18" charset="0"/>
              </a:rPr>
              <a:t>-4</a:t>
            </a:r>
            <a:r>
              <a:rPr lang="en-US" altLang="en-US" sz="2400" dirty="0">
                <a:solidFill>
                  <a:srgbClr val="CC00CC"/>
                </a:solidFill>
                <a:cs typeface="Times New Roman" panose="02020603050405020304" pitchFamily="18" charset="0"/>
              </a:rPr>
              <a:t> M/s</a:t>
            </a:r>
            <a:r>
              <a:rPr lang="en-US" altLang="en-US" sz="2400" dirty="0"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cs typeface="Times New Roman" panose="02020603050405020304" pitchFamily="18" charset="0"/>
              </a:rPr>
              <a:t>thì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tốc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phản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ứng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là</a:t>
            </a:r>
            <a:r>
              <a:rPr lang="en-US" altLang="en-US" sz="2400" dirty="0">
                <a:cs typeface="Times New Roman" panose="02020603050405020304" pitchFamily="18" charset="0"/>
              </a:rPr>
              <a:t>:</a:t>
            </a:r>
            <a:endParaRPr lang="en-US" sz="2400" dirty="0"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68B706-23EF-CEC4-E9E2-A1315E7E7ED0}"/>
              </a:ext>
            </a:extLst>
          </p:cNvPr>
          <p:cNvSpPr/>
          <p:nvPr/>
        </p:nvSpPr>
        <p:spPr>
          <a:xfrm>
            <a:off x="639778" y="6089409"/>
            <a:ext cx="11207082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3092450" algn="l"/>
                <a:tab pos="6002338" algn="l"/>
                <a:tab pos="6450013" algn="l"/>
                <a:tab pos="8861425" algn="l"/>
              </a:tabLst>
            </a:pP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.2x10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M/s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.38x10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M/s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.5x10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M/s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.8x10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M/s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47534" y="2350312"/>
            <a:ext cx="3500308" cy="2367991"/>
            <a:chOff x="847534" y="2350312"/>
            <a:chExt cx="3500308" cy="23679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6900836-FE27-666F-6C43-77F15EF78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7534" y="2350312"/>
              <a:ext cx="3219810" cy="2367991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339233" y="2680491"/>
              <a:ext cx="1008609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Đứt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khúc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65924" y="3512035"/>
              <a:ext cx="61747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Xám</a:t>
              </a:r>
              <a:endPara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03393" y="4103635"/>
              <a:ext cx="53732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Đen</a:t>
              </a:r>
              <a:endParaRPr lang="en-US" sz="1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358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6"/>
              <p:cNvSpPr>
                <a:spLocks noChangeArrowheads="1"/>
              </p:cNvSpPr>
              <p:nvPr/>
            </p:nvSpPr>
            <p:spPr bwMode="auto">
              <a:xfrm>
                <a:off x="181609" y="842163"/>
                <a:ext cx="11858085" cy="13903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lvl="1"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2400" b="1" i="0" u="sng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Câu</a:t>
                </a:r>
                <a:r>
                  <a:rPr kumimoji="0" lang="en-US" sz="2400" b="1" i="0" u="sng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u="sng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8</a:t>
                </a:r>
                <a:r>
                  <a:rPr kumimoji="0" lang="en-US" sz="2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Cho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phản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ứng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2H</a:t>
                </a:r>
                <a:r>
                  <a:rPr kumimoji="0" lang="en-US" sz="2400" b="0" i="0" u="none" strike="noStrike" cap="none" normalizeH="0" baseline="-3000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(k) + O</a:t>
                </a:r>
                <a:r>
                  <a:rPr kumimoji="0" lang="en-US" sz="2400" b="0" i="0" u="none" strike="noStrike" cap="none" normalizeH="0" baseline="-3000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(k)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2H</a:t>
                </a:r>
                <a:r>
                  <a:rPr kumimoji="0" lang="en-US" sz="2400" b="0" i="0" u="none" strike="noStrike" cap="none" normalizeH="0" baseline="-3000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O (k)</a:t>
                </a:r>
                <a:r>
                  <a:rPr lang="en-US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Tốc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độ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trung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bình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của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phản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ứng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được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xác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định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theo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[O</a:t>
                </a:r>
                <a:r>
                  <a:rPr kumimoji="0" lang="en-US" sz="2400" b="0" i="0" u="none" strike="noStrike" cap="none" normalizeH="0" baseline="-3000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]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là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barPr>
                      <m:e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</m:ba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∆[</m:t>
                        </m:r>
                        <m:sSub>
                          <m:sSubPr>
                            <m:ctrlPr>
                              <a:rPr kumimoji="0" 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𝑂</m:t>
                            </m:r>
                          </m:e>
                          <m:sub>
                            <m:r>
                              <a:rPr kumimoji="0" 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]</m:t>
                        </m:r>
                      </m:num>
                      <m:den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𝑡</m:t>
                        </m:r>
                      </m:den>
                    </m:f>
                  </m:oMath>
                </a14:m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 </a:t>
                </a:r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Chọn</a:t>
                </a:r>
                <a:r>
                  <a:rPr kumimoji="0" lang="en-US" sz="2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biểu </a:t>
                </a:r>
                <a:r>
                  <a:rPr kumimoji="0" lang="en-US" sz="2400" b="0" i="0" u="none" strike="noStrike" cap="none" normalizeH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thức</a:t>
                </a:r>
                <a:r>
                  <a:rPr kumimoji="0" lang="en-US" sz="2400" b="0" i="0" u="none" strike="noStrike" cap="none" normalizeH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đúng</a:t>
                </a:r>
                <a:r>
                  <a:rPr kumimoji="0" lang="en-US" sz="2400" b="0" i="0" u="none" strike="noStrike" cap="none" normalizeH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0" lang="en-US" sz="2400" b="0" i="0" u="none" strike="noStrike" cap="none" normalizeH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của</a:t>
                </a:r>
                <a:r>
                  <a:rPr kumimoji="0" lang="en-US" sz="2400" b="0" i="0" u="none" strike="noStrike" cap="none" normalizeH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kumimoji="0" lang="en-US" sz="2400" b="0" i="1" u="none" strike="noStrike" cap="none" normalizeH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barPr>
                      <m:e>
                        <m:r>
                          <a:rPr kumimoji="0" lang="en-US" sz="2400" b="0" i="1" u="none" strike="noStrike" cap="none" normalizeH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</m:bar>
                    <m:r>
                      <a:rPr kumimoji="0" lang="en-US" sz="2400" b="0" i="1" u="none" strike="noStrike" cap="none" normalizeH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kumimoji="0" 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theo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[H</a:t>
                </a:r>
                <a:r>
                  <a:rPr kumimoji="0" lang="en-US" sz="2400" b="0" i="0" u="none" strike="noStrike" cap="none" normalizeH="0" baseline="-2500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O]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3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609" y="842163"/>
                <a:ext cx="11858085" cy="1390381"/>
              </a:xfrm>
              <a:prstGeom prst="rect">
                <a:avLst/>
              </a:prstGeom>
              <a:blipFill>
                <a:blip r:embed="rId3"/>
                <a:stretch>
                  <a:fillRect l="-856" r="-749" b="-36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510DF6-9893-F817-9662-F81D79174A7D}"/>
                  </a:ext>
                </a:extLst>
              </p:cNvPr>
              <p:cNvSpPr txBox="1"/>
              <p:nvPr/>
            </p:nvSpPr>
            <p:spPr>
              <a:xfrm>
                <a:off x="611358" y="2420798"/>
                <a:ext cx="11043087" cy="818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 fontAlgn="base">
                  <a:lnSpc>
                    <a:spcPct val="115000"/>
                  </a:lnSpc>
                  <a:spcAft>
                    <a:spcPts val="1000"/>
                  </a:spcAft>
                  <a:buSzPts val="1300"/>
                  <a:tabLst>
                    <a:tab pos="2886075" algn="l"/>
                    <a:tab pos="5773738" algn="l"/>
                    <a:tab pos="8661400" algn="l"/>
                  </a:tabLst>
                </a:pPr>
                <a:r>
                  <a:rPr lang="en-US" sz="28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A.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bar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</m:bar>
                    <m:r>
                      <a:rPr lang="en-US" sz="2800" i="1">
                        <a:latin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∆[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𝑂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]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B.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bar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</m:bar>
                    <m:r>
                      <a:rPr lang="en-US" sz="2800" i="1">
                        <a:latin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∆[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𝑂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]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𝑡</m:t>
                        </m:r>
                      </m:den>
                    </m:f>
                  </m:oMath>
                </a14:m>
                <a:r>
                  <a:rPr lang="x-none" sz="28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C.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bar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</m:bar>
                    <m:r>
                      <a:rPr lang="en-US" sz="2800" i="1">
                        <a:latin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∆[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𝑂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]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𝑡</m:t>
                        </m:r>
                      </m:den>
                    </m:f>
                  </m:oMath>
                </a14:m>
                <a:r>
                  <a:rPr lang="x-none" sz="28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D.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bar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</m:bar>
                    <m:r>
                      <a:rPr lang="en-US" sz="2800" i="1">
                        <a:latin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∆[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𝑂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]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𝑡</m:t>
                        </m:r>
                      </m:den>
                    </m:f>
                  </m:oMath>
                </a14:m>
                <a:endParaRPr lang="x-none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510DF6-9893-F817-9662-F81D79174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58" y="2420798"/>
                <a:ext cx="11043087" cy="818301"/>
              </a:xfrm>
              <a:prstGeom prst="rect">
                <a:avLst/>
              </a:prstGeom>
              <a:blipFill>
                <a:blip r:embed="rId4"/>
                <a:stretch>
                  <a:fillRect l="-1264" b="-923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275078" y="265683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21668" y="5181639"/>
            <a:ext cx="8365014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5945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= 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2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= 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3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			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B.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= 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2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= 4k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3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5945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= 2k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2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= 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3				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D.</a:t>
            </a:r>
            <a:r>
              <a:rPr lang="pt-B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= 2k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2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= </a:t>
            </a:r>
            <a:r>
              <a:rPr lang="en-US" sz="24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½</a:t>
            </a:r>
            <a:r>
              <a:rPr lang="pt-BR" sz="24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k</a:t>
            </a:r>
            <a:r>
              <a:rPr lang="pt-BR" sz="2400" baseline="-25000" dirty="0">
                <a:effectLst/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3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81609" y="3508426"/>
                <a:ext cx="11858085" cy="16475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  <a:spcAft>
                    <a:spcPts val="0"/>
                  </a:spcAft>
                  <a:buSzPts val="1300"/>
                </a:pPr>
                <a:r>
                  <a:rPr lang="en-US" sz="2400" b="1" u="sng" spc="-4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Câu</a:t>
                </a:r>
                <a:r>
                  <a:rPr lang="en-US" sz="2400" b="1" u="sng" spc="-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9</a:t>
                </a:r>
                <a:r>
                  <a:rPr lang="en-US" sz="2400" spc="-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spc="-4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400" spc="-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spc="-4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spc="-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spc="-4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spc="-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spc="-4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sz="2400" spc="-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b="1" spc="-4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400" b="1" spc="-4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b="1" spc="-4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2400" b="1" spc="-4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en-US" sz="2400" b="1" spc="-4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→ 2NO</a:t>
                </a:r>
                <a:r>
                  <a:rPr lang="en-US" sz="2400" b="1" spc="-4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sz="2400" b="1" spc="-4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+ ½O</a:t>
                </a:r>
                <a:r>
                  <a:rPr lang="en-US" sz="2400" b="1" spc="-4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sz="2400" b="1" spc="-4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</a:t>
                </a:r>
                <a:r>
                  <a:rPr lang="en-US" sz="2400" spc="-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b="1" spc="-4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spc="-4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US" sz="2400" spc="-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spc="-4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rằng</a:t>
                </a:r>
                <a:r>
                  <a:rPr lang="en-US" sz="2400" dirty="0">
                    <a:latin typeface="Times New Roman" panose="02020603050405020304" pitchFamily="18" charset="0"/>
                    <a:ea typeface="MS Mincho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−∆[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pt-BR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pt-BR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]</m:t>
                        </m:r>
                      </m:num>
                      <m:den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𝒕</m:t>
                        </m:r>
                      </m:den>
                    </m:f>
                    <m:r>
                      <a:rPr lang="pt-BR" sz="24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MS Mincho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pt-BR" sz="24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MS Mincho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𝑵</m:t>
                        </m:r>
                      </m:e>
                      <m: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𝑶</m:t>
                        </m:r>
                      </m:e>
                      <m: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  <m:r>
                      <a:rPr lang="pt-BR" sz="24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MS Mincho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pt-BR" sz="2400" b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MS Mincho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∆[</m:t>
                        </m:r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𝑵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pt-BR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]</m:t>
                        </m:r>
                      </m:num>
                      <m:den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𝒕</m:t>
                        </m:r>
                      </m:den>
                    </m:f>
                    <m:r>
                      <a:rPr lang="pt-BR" sz="24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MS Mincho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sz="24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MS Mincho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𝑵</m:t>
                        </m:r>
                      </m:e>
                      <m: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𝑶</m:t>
                        </m:r>
                      </m:e>
                      <m: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  <m:r>
                      <a:rPr lang="pt-BR" sz="24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MS Mincho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pt-BR" sz="2400" b="1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MS Mincho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∆[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pt-BR" sz="24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MS Mincho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]</m:t>
                        </m:r>
                      </m:num>
                      <m:den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𝒕</m:t>
                        </m:r>
                      </m:den>
                    </m:f>
                    <m:r>
                      <a:rPr lang="pt-BR" sz="24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MS Mincho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pt-BR" sz="24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MS Mincho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𝑵</m:t>
                        </m:r>
                      </m:e>
                      <m: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𝑶</m:t>
                        </m:r>
                      </m:e>
                      <m:sub>
                        <m:r>
                          <a:rPr lang="pt-BR" sz="24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MS Mincho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  <m:r>
                      <a:rPr lang="pt-BR" sz="24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MS Mincho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pt-BR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S Mincho"/>
                    <a:cs typeface="Times New Roman" panose="02020603050405020304" pitchFamily="18" charset="0"/>
                  </a:rPr>
                  <a:t>. </a:t>
                </a:r>
                <a:r>
                  <a:rPr lang="pt-BR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S Mincho"/>
                    <a:cs typeface="Times New Roman" panose="02020603050405020304" pitchFamily="18" charset="0"/>
                  </a:rPr>
                  <a:t>Mối </a:t>
                </a:r>
                <a:r>
                  <a:rPr lang="pt-BR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S Mincho"/>
                    <a:cs typeface="Times New Roman" panose="02020603050405020304" pitchFamily="18" charset="0"/>
                  </a:rPr>
                  <a:t>quan hệ các k </a:t>
                </a:r>
                <a:r>
                  <a:rPr lang="pt-BR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S Mincho"/>
                    <a:cs typeface="Times New Roman" panose="02020603050405020304" pitchFamily="18" charset="0"/>
                  </a:rPr>
                  <a:t>sẽ là: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09" y="3508426"/>
                <a:ext cx="11858085" cy="1647502"/>
              </a:xfrm>
              <a:prstGeom prst="rect">
                <a:avLst/>
              </a:prstGeom>
              <a:blipFill>
                <a:blip r:embed="rId5"/>
                <a:stretch>
                  <a:fillRect l="-856" r="-749" b="-229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7074195" y="5304426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14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10" grpId="0" animBg="1"/>
      <p:bldP spid="11" grpId="0"/>
      <p:bldP spid="12" grpId="0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7027" y="985315"/>
            <a:ext cx="11442727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s-ES" sz="2400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s-ES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v</a:t>
            </a:r>
            <a:r>
              <a:rPr lang="en-US" sz="2400" b="1" baseline="-250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pư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k[A]</a:t>
            </a:r>
            <a:r>
              <a:rPr lang="en-US" sz="2400" b="1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BA0DCF-E029-D60D-0A58-941AD428EBBE}"/>
              </a:ext>
            </a:extLst>
          </p:cNvPr>
          <p:cNvSpPr txBox="1"/>
          <p:nvPr/>
        </p:nvSpPr>
        <p:spPr>
          <a:xfrm>
            <a:off x="1167878" y="2117163"/>
            <a:ext cx="7795004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  <a:tab pos="5037138" algn="l"/>
              </a:tabLst>
            </a:pPr>
            <a:r>
              <a:rPr lang="en-US" alt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mol.l</a:t>
            </a:r>
            <a:r>
              <a:rPr lang="en-US" altLang="x-none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altLang="x-none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x-none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x-none" sz="2400" i="0" u="none" strike="noStrike" cap="none" normalizeH="0" baseline="3000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  <a:tab pos="5037138" algn="l"/>
              </a:tabLst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mol.l</a:t>
            </a:r>
            <a:r>
              <a:rPr lang="en-US" altLang="x-none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l.mol</a:t>
            </a:r>
            <a:r>
              <a:rPr lang="en-US" altLang="x-none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x-none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vi-VN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9917" y="3346637"/>
            <a:ext cx="115019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50000"/>
              </a:lnSpc>
            </a:pPr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11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Cho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2N</a:t>
            </a:r>
            <a:r>
              <a:rPr lang="en-US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(g)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4NO</a:t>
            </a:r>
            <a:r>
              <a:rPr lang="en-US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(g) + O</a:t>
            </a:r>
            <a:r>
              <a:rPr lang="en-US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(g).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64</a:t>
            </a:r>
            <a:r>
              <a:rPr lang="en-US" sz="2400" baseline="300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4.84 x 10</a:t>
            </a:r>
            <a:r>
              <a:rPr lang="en-US" sz="2400" baseline="300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-3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sz="2400" baseline="300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Vậy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A510DF6-9893-F817-9662-F81D79174A7D}"/>
                  </a:ext>
                </a:extLst>
              </p:cNvPr>
              <p:cNvSpPr txBox="1"/>
              <p:nvPr/>
            </p:nvSpPr>
            <p:spPr>
              <a:xfrm>
                <a:off x="1167878" y="5052537"/>
                <a:ext cx="9122189" cy="1361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 fontAlgn="base">
                  <a:lnSpc>
                    <a:spcPct val="115000"/>
                  </a:lnSpc>
                  <a:spcAft>
                    <a:spcPts val="1000"/>
                  </a:spcAft>
                  <a:buSzPts val="1300"/>
                  <a:tabLst>
                    <a:tab pos="5773738" algn="l"/>
                    <a:tab pos="8661400" algn="l"/>
                  </a:tabLst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A.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v</a:t>
                </a:r>
                <a:r>
                  <a:rPr lang="en-US" sz="2400" baseline="-25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pư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= k[N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O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5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]</a:t>
                </a:r>
                <a:r>
                  <a:rPr lang="en-US" sz="2400" baseline="30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2</a:t>
                </a:r>
                <a:r>
                  <a:rPr lang="en-U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B.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v</a:t>
                </a:r>
                <a:r>
                  <a:rPr lang="en-US" sz="2400" baseline="-25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pư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= k[N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O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5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] </a:t>
                </a:r>
                <a:r>
                  <a:rPr lang="x-none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endPara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just" fontAlgn="base">
                  <a:lnSpc>
                    <a:spcPct val="115000"/>
                  </a:lnSpc>
                  <a:spcAft>
                    <a:spcPts val="1000"/>
                  </a:spcAft>
                  <a:buSzPts val="1300"/>
                  <a:tabLst>
                    <a:tab pos="5773738" algn="l"/>
                    <a:tab pos="8661400" algn="l"/>
                  </a:tabLst>
                </a:pPr>
                <a:r>
                  <a:rPr lang="en-U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C.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v</a:t>
                </a:r>
                <a:r>
                  <a:rPr lang="en-US" sz="2400" baseline="-25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pư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[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Symbol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Symbol" pitchFamily="2" charset="2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Symbol" pitchFamily="2" charset="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]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4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[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2" charset="2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Symbol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Symbol" pitchFamily="2" charset="2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Symbol" pitchFamily="2" charset="2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Symbol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Symbol" pitchFamily="2" charset="2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Symbol" pitchFamily="2" charset="2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]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lang="x-none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D.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v</a:t>
                </a:r>
                <a:r>
                  <a:rPr lang="en-US" sz="2400" baseline="-25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pư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= 2k[N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O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5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]</a:t>
                </a:r>
                <a:r>
                  <a:rPr lang="en-US" sz="2400" baseline="30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2</a:t>
                </a:r>
                <a:endParaRPr lang="x-none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A510DF6-9893-F817-9662-F81D79174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878" y="5052537"/>
                <a:ext cx="9122189" cy="1361591"/>
              </a:xfrm>
              <a:prstGeom prst="rect">
                <a:avLst/>
              </a:prstGeom>
              <a:blipFill>
                <a:blip r:embed="rId3"/>
                <a:stretch>
                  <a:fillRect l="-1113" t="-926" b="-370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911426" y="5052558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166760" y="2778594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21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5" grpId="0" animBg="1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494" y="967717"/>
            <a:ext cx="11887200" cy="2728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12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2A + 2B + C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 + E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[A], [B]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[C]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gấp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đôi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[A], [C]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[B]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gấp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đôi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gấp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đôi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[A], [B]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gấp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đôi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gấp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lần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A, B, C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510DF6-9893-F817-9662-F81D79174A7D}"/>
              </a:ext>
            </a:extLst>
          </p:cNvPr>
          <p:cNvSpPr txBox="1"/>
          <p:nvPr/>
        </p:nvSpPr>
        <p:spPr>
          <a:xfrm>
            <a:off x="611358" y="3827673"/>
            <a:ext cx="11299475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15000"/>
              </a:lnSpc>
              <a:spcAft>
                <a:spcPts val="1000"/>
              </a:spcAft>
              <a:buSzPts val="1300"/>
              <a:tabLst>
                <a:tab pos="2886075" algn="l"/>
                <a:tab pos="5773738" algn="l"/>
                <a:tab pos="866140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A.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v=k[A][B][C]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v=k[A]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[B]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x-none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C.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v=k[A][B]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2</a:t>
            </a:r>
            <a:r>
              <a:rPr lang="x-none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D.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v=k[A]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[B][C]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1608" y="4425867"/>
            <a:ext cx="11624903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13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CO(k) + Cl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COCl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đơn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0,1M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lên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0,4M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</a:t>
            </a:r>
            <a:r>
              <a:rPr lang="en-US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0,3M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lên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0,9M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thế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BA0DCF-E029-D60D-0A58-941AD428EBBE}"/>
              </a:ext>
            </a:extLst>
          </p:cNvPr>
          <p:cNvSpPr txBox="1"/>
          <p:nvPr/>
        </p:nvSpPr>
        <p:spPr>
          <a:xfrm>
            <a:off x="1232618" y="5723041"/>
            <a:ext cx="10122569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  <a:tab pos="5037138" algn="l"/>
              </a:tabLst>
            </a:pPr>
            <a:r>
              <a:rPr lang="en-US" alt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altLang="x-none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7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  <a:tab pos="5037138" algn="l"/>
              </a:tabLst>
            </a:pPr>
            <a:r>
              <a:rPr lang="en-US" alt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12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endParaRPr kumimoji="0" lang="vi-VN" altLang="x-none" sz="24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463363" y="3858579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252303" y="636716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5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6" grpId="0"/>
      <p:bldP spid="20" grpId="0"/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98565" y="5652280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5190" y="836712"/>
            <a:ext cx="113913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</a:pPr>
            <a:r>
              <a:rPr lang="en-US" sz="2400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14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indent="-20129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S</a:t>
            </a:r>
            <a:r>
              <a:rPr lang="pt-BR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2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O</a:t>
            </a:r>
            <a:r>
              <a:rPr lang="pt-BR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8</a:t>
            </a:r>
            <a:r>
              <a:rPr lang="pt-BR" sz="2400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2− 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(</a:t>
            </a:r>
            <a:r>
              <a:rPr lang="pt-BR" sz="2400" i="1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aq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)  +  3I</a:t>
            </a:r>
            <a:r>
              <a:rPr lang="pt-BR" sz="2400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−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 (</a:t>
            </a:r>
            <a:r>
              <a:rPr lang="pt-BR" sz="2400" i="1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aq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)  →  2SO</a:t>
            </a:r>
            <a:r>
              <a:rPr lang="pt-BR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4</a:t>
            </a:r>
            <a:r>
              <a:rPr lang="pt-BR" sz="2400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2−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 (</a:t>
            </a:r>
            <a:r>
              <a:rPr lang="pt-BR" sz="2400" i="1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aq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)  +  I</a:t>
            </a:r>
            <a:r>
              <a:rPr lang="pt-BR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3</a:t>
            </a:r>
            <a:r>
              <a:rPr lang="pt-BR" sz="2400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−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 (</a:t>
            </a:r>
            <a:r>
              <a:rPr lang="pt-BR" sz="2400" i="1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aq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ea typeface="MS Mincho" panose="02020609040205080304"/>
              <a:cs typeface="Times New Roman" panose="02020603050405020304" pitchFamily="18" charset="0"/>
            </a:endParaRPr>
          </a:p>
          <a:p>
            <a:pPr marL="342900" indent="444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dirty="0"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Bảng sau liệt kê dữ liệu động học của phản ứng trên ở 25</a:t>
            </a:r>
            <a:r>
              <a:rPr lang="pt-BR" sz="2400" baseline="30000" dirty="0"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o</a:t>
            </a:r>
            <a:r>
              <a:rPr lang="pt-BR" sz="2400" dirty="0"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C. 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Xác định tốc độ phản ứng và hằng số tốc độ phản ứng của nó</a:t>
            </a:r>
            <a:r>
              <a:rPr lang="pt-BR" sz="2400" dirty="0">
                <a:latin typeface="Times New Roman" panose="02020603050405020304" pitchFamily="18" charset="0"/>
                <a:ea typeface="MS Mincho" panose="02020609040205080304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MS Mincho" panose="02020609040205080304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371027"/>
              </p:ext>
            </p:extLst>
          </p:nvPr>
        </p:nvGraphicFramePr>
        <p:xfrm>
          <a:off x="2410852" y="3145036"/>
          <a:ext cx="7633180" cy="2212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311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Thí</a:t>
                      </a:r>
                      <a:r>
                        <a:rPr lang="en-US" sz="2000" baseline="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aseline="0" dirty="0" err="1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nghiệm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[S</a:t>
                      </a:r>
                      <a:r>
                        <a:rPr lang="en-US" sz="2000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2000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2000" baseline="30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2−</a:t>
                      </a: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r>
                        <a:rPr lang="en-US" sz="2000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(M)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</a:t>
                      </a:r>
                      <a:r>
                        <a:rPr lang="en-US" sz="2000" baseline="30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r>
                        <a:rPr lang="en-US" sz="2000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(M)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Tốc</a:t>
                      </a:r>
                      <a:r>
                        <a:rPr lang="en-US" sz="200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aseline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(M/s)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11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US" sz="20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2.05</a:t>
                      </a:r>
                      <a:endParaRPr lang="en-US" sz="20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11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  <a:endParaRPr lang="en-US" sz="20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3.04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11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  <a:endParaRPr lang="en-US" sz="20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US" sz="20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1.76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9BA0DCF-E029-D60D-0A58-941AD428EBBE}"/>
              </a:ext>
            </a:extLst>
          </p:cNvPr>
          <p:cNvSpPr txBox="1"/>
          <p:nvPr/>
        </p:nvSpPr>
        <p:spPr>
          <a:xfrm>
            <a:off x="415190" y="5527829"/>
            <a:ext cx="11624504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37138" algn="l"/>
                <a:tab pos="5884863" algn="l"/>
              </a:tabLst>
            </a:pPr>
            <a:r>
              <a:rPr lang="en-US" alt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 =</a:t>
            </a:r>
            <a:r>
              <a:rPr lang="en-US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][I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 M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altLang="x-none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 M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  <a:tab pos="5019675" algn="l"/>
                <a:tab pos="5037138" algn="l"/>
                <a:tab pos="5884863" algn="l"/>
              </a:tabLst>
            </a:pPr>
            <a:r>
              <a:rPr lang="en-US" alt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][I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15 M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en-US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][I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 M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endParaRPr kumimoji="0" lang="vi-VN" altLang="x-none" sz="24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71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2494" y="967717"/>
            <a:ext cx="118872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50000"/>
              </a:lnSpc>
              <a:spcAft>
                <a:spcPts val="600"/>
              </a:spcAft>
            </a:pPr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15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xúc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xúc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bởi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742950" marR="0" lvl="1" indent="-398463" algn="just" fontAlgn="base">
              <a:lnSpc>
                <a:spcPct val="150000"/>
              </a:lnSpc>
              <a:spcAft>
                <a:spcPts val="600"/>
              </a:spcAft>
              <a:buAutoNum type="arabicParenR"/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ΔG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âm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742950" marR="0" lvl="1" indent="-398463" algn="just" fontAlgn="base">
              <a:lnSpc>
                <a:spcPct val="150000"/>
              </a:lnSpc>
              <a:spcAft>
                <a:spcPts val="600"/>
              </a:spcAft>
              <a:buAutoNum type="arabicParenR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742950" marR="0" lvl="1" indent="-398463" algn="just" fontAlgn="base">
              <a:lnSpc>
                <a:spcPct val="150000"/>
              </a:lnSpc>
              <a:spcAft>
                <a:spcPts val="600"/>
              </a:spcAft>
              <a:buAutoNum type="arabicParenR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chạm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742950" marR="0" lvl="1" indent="-398463" algn="just" fontAlgn="base">
              <a:lnSpc>
                <a:spcPct val="150000"/>
              </a:lnSpc>
              <a:spcAft>
                <a:spcPts val="600"/>
              </a:spcAft>
              <a:buAutoNum type="arabicParenR"/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27B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ΔG </a:t>
            </a:r>
            <a:r>
              <a:rPr lang="en-US" sz="2400" dirty="0" err="1">
                <a:solidFill>
                  <a:srgbClr val="A27B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solidFill>
                  <a:srgbClr val="A27B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27B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dương</a:t>
            </a:r>
            <a:r>
              <a:rPr lang="en-US" sz="2400" dirty="0">
                <a:solidFill>
                  <a:srgbClr val="A27B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sang </a:t>
            </a:r>
            <a:r>
              <a:rPr lang="en-US" sz="2400" dirty="0" err="1">
                <a:solidFill>
                  <a:srgbClr val="A27B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âm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510DF6-9893-F817-9662-F81D79174A7D}"/>
              </a:ext>
            </a:extLst>
          </p:cNvPr>
          <p:cNvSpPr txBox="1"/>
          <p:nvPr/>
        </p:nvSpPr>
        <p:spPr>
          <a:xfrm>
            <a:off x="507037" y="4859750"/>
            <a:ext cx="11299475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15000"/>
              </a:lnSpc>
              <a:spcAft>
                <a:spcPts val="1000"/>
              </a:spcAft>
              <a:buSzPts val="1300"/>
              <a:tabLst>
                <a:tab pos="2886075" algn="l"/>
                <a:tab pos="5773738" algn="l"/>
                <a:tab pos="866140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A. 1, 2, 3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1, 2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x-none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C.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2</a:t>
            </a:r>
            <a:r>
              <a:rPr lang="x-none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D. 2, 4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256152" y="4882996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99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6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Rectangle 4"/>
          <p:cNvSpPr/>
          <p:nvPr/>
        </p:nvSpPr>
        <p:spPr>
          <a:xfrm>
            <a:off x="151680" y="744193"/>
            <a:ext cx="116548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454025">
              <a:lnSpc>
                <a:spcPct val="150000"/>
              </a:lnSpc>
            </a:pP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CBHH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680" y="4939217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144" y="5357641"/>
            <a:ext cx="10275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3838" indent="-22383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QT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64144" y="6090453"/>
                <a:ext cx="640195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3838" indent="-223838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144" y="6090453"/>
                <a:ext cx="6401951" cy="738664"/>
              </a:xfrm>
              <a:prstGeom prst="rect">
                <a:avLst/>
              </a:prstGeom>
              <a:blipFill rotWithShape="0">
                <a:blip r:embed="rId3"/>
                <a:stretch>
                  <a:fillRect l="-1618" b="-12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4384F9E-17B5-825D-EF7B-0F7A99E206EE}"/>
              </a:ext>
            </a:extLst>
          </p:cNvPr>
          <p:cNvGrpSpPr/>
          <p:nvPr/>
        </p:nvGrpSpPr>
        <p:grpSpPr>
          <a:xfrm>
            <a:off x="2851223" y="2345578"/>
            <a:ext cx="6763583" cy="646331"/>
            <a:chOff x="7050690" y="3489960"/>
            <a:chExt cx="6763583" cy="64633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17D57A0-3D13-7FD6-FBF6-0D7E6A97FBFA}"/>
                </a:ext>
              </a:extLst>
            </p:cNvPr>
            <p:cNvSpPr/>
            <p:nvPr/>
          </p:nvSpPr>
          <p:spPr>
            <a:xfrm>
              <a:off x="7050690" y="3489960"/>
              <a:ext cx="6763583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(l) +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(l)         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(l) +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(l)</a:t>
              </a:r>
            </a:p>
          </p:txBody>
        </p:sp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737971BE-0203-D613-AAA2-48C8790CB6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224558" y="3745429"/>
              <a:ext cx="373478" cy="25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7D432-F5E2-110F-2BA5-6F019E8D6CA9}"/>
              </a:ext>
            </a:extLst>
          </p:cNvPr>
          <p:cNvSpPr/>
          <p:nvPr/>
        </p:nvSpPr>
        <p:spPr>
          <a:xfrm>
            <a:off x="892157" y="3186418"/>
            <a:ext cx="52696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Wingdings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PƯ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</a:t>
            </a:r>
            <a:r>
              <a:rPr lang="en-US" alt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</a:t>
            </a:r>
            <a:r>
              <a:rPr lang="en-US" alt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x-none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4A5B86-9C0C-3572-B6E1-2D6BDAFCCD6B}"/>
              </a:ext>
            </a:extLst>
          </p:cNvPr>
          <p:cNvSpPr/>
          <p:nvPr/>
        </p:nvSpPr>
        <p:spPr>
          <a:xfrm>
            <a:off x="6499816" y="3192270"/>
            <a:ext cx="56674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Wingdings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PƯ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[C]</a:t>
            </a:r>
            <a:r>
              <a:rPr lang="en-US" alt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[D]</a:t>
            </a:r>
            <a:r>
              <a:rPr lang="en-US" alt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8CBCBB-8A69-0A5E-0560-3995A4C9359F}"/>
              </a:ext>
            </a:extLst>
          </p:cNvPr>
          <p:cNvSpPr/>
          <p:nvPr/>
        </p:nvSpPr>
        <p:spPr>
          <a:xfrm>
            <a:off x="1340774" y="4118015"/>
            <a:ext cx="3277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PƯHH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74366" y="3974002"/>
            <a:ext cx="1531188" cy="707886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x-none" sz="4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513064" y="4258933"/>
            <a:ext cx="244398" cy="232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rved Right Arrow 17"/>
          <p:cNvSpPr/>
          <p:nvPr/>
        </p:nvSpPr>
        <p:spPr>
          <a:xfrm>
            <a:off x="1011459" y="3891929"/>
            <a:ext cx="299369" cy="52322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1BA4611-A5DC-DBF8-FAB3-D9E77D4E57D2}"/>
                  </a:ext>
                </a:extLst>
              </p:cNvPr>
              <p:cNvSpPr/>
              <p:nvPr/>
            </p:nvSpPr>
            <p:spPr>
              <a:xfrm>
                <a:off x="7064972" y="3909152"/>
                <a:ext cx="4097489" cy="120167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32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32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alt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x-none" sz="32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1BA4611-A5DC-DBF8-FAB3-D9E77D4E57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972" y="3909152"/>
                <a:ext cx="4097489" cy="120167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0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/>
      <p:bldP spid="13" grpId="0"/>
      <p:bldP spid="14" grpId="0"/>
      <p:bldP spid="16" grpId="0" animBg="1"/>
      <p:bldP spid="17" grpId="0" animBg="1"/>
      <p:bldP spid="18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2494" y="170137"/>
            <a:ext cx="11887200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 – </a:t>
            </a:r>
            <a:r>
              <a:rPr lang="en-US" altLang="zh-TW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zh-TW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endParaRPr lang="zh-TW" alt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7D7B6-EB4B-E1B4-72C8-907B59D1693D}"/>
              </a:ext>
            </a:extLst>
          </p:cNvPr>
          <p:cNvGrpSpPr/>
          <p:nvPr/>
        </p:nvGrpSpPr>
        <p:grpSpPr>
          <a:xfrm>
            <a:off x="4331922" y="1006542"/>
            <a:ext cx="6487673" cy="707886"/>
            <a:chOff x="7050690" y="3489960"/>
            <a:chExt cx="6487673" cy="7078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E47C05-68D4-0507-5AFA-2A3FCE537BC4}"/>
                </a:ext>
              </a:extLst>
            </p:cNvPr>
            <p:cNvSpPr/>
            <p:nvPr/>
          </p:nvSpPr>
          <p:spPr>
            <a:xfrm>
              <a:off x="7050690" y="3489960"/>
              <a:ext cx="6487673" cy="707886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endPara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B7AF1E10-6E1B-E7A7-7A6A-C4DC026F5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66422" y="3729592"/>
              <a:ext cx="373478" cy="273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1BA4611-A5DC-DBF8-FAB3-D9E77D4E57D2}"/>
                  </a:ext>
                </a:extLst>
              </p:cNvPr>
              <p:cNvSpPr/>
              <p:nvPr/>
            </p:nvSpPr>
            <p:spPr>
              <a:xfrm>
                <a:off x="1097169" y="1982601"/>
                <a:ext cx="3518260" cy="1062855"/>
              </a:xfrm>
              <a:prstGeom prst="rect">
                <a:avLst/>
              </a:prstGeom>
              <a:solidFill>
                <a:srgbClr val="30F07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8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28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vi-V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vi-V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x-none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1BA4611-A5DC-DBF8-FAB3-D9E77D4E57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169" y="1982601"/>
                <a:ext cx="3518260" cy="106285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654675-9446-6BDA-CB01-F524ACAA3417}"/>
                  </a:ext>
                </a:extLst>
              </p:cNvPr>
              <p:cNvSpPr/>
              <p:nvPr/>
            </p:nvSpPr>
            <p:spPr>
              <a:xfrm>
                <a:off x="1076580" y="3477553"/>
                <a:ext cx="3538847" cy="1122102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8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2800" i="1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vi-V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den>
                      </m:f>
                      <m:r>
                        <a:rPr lang="vi-V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vi-VN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vi-VN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x-none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D654675-9446-6BDA-CB01-F524ACAA34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580" y="3477553"/>
                <a:ext cx="3538847" cy="112210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/>
          <p:cNvSpPr/>
          <p:nvPr/>
        </p:nvSpPr>
        <p:spPr>
          <a:xfrm>
            <a:off x="4970212" y="1982601"/>
            <a:ext cx="433061" cy="26170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0355268-3323-4896-81F7-14FC1FCB9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488892"/>
              </p:ext>
            </p:extLst>
          </p:nvPr>
        </p:nvGraphicFramePr>
        <p:xfrm>
          <a:off x="6035480" y="2939388"/>
          <a:ext cx="3429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7" imgW="990170" imgH="266584" progId="Equation.3">
                  <p:embed/>
                </p:oleObj>
              </mc:Choice>
              <mc:Fallback>
                <p:oleObj name="Equation" r:id="rId7" imgW="990170" imgH="266584" progId="Equation.3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A0355268-3323-4896-81F7-14FC1FCB9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480" y="2939388"/>
                        <a:ext cx="3429000" cy="711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540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>
            <a:extLst>
              <a:ext uri="{FF2B5EF4-FFF2-40B4-BE49-F238E27FC236}">
                <a16:creationId xmlns:a16="http://schemas.microsoft.com/office/drawing/2014/main" id="{41E4E15F-5E63-5D2A-8810-5672D618C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273" y="2064711"/>
            <a:ext cx="4693415" cy="6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None/>
            </a:pPr>
            <a:r>
              <a:rPr lang="en-US" altLang="en-US" b="1" dirty="0" err="1">
                <a:solidFill>
                  <a:srgbClr val="CC00CC"/>
                </a:solidFill>
              </a:rPr>
              <a:t>Mối</a:t>
            </a:r>
            <a:r>
              <a:rPr lang="en-US" altLang="en-US" b="1" dirty="0">
                <a:solidFill>
                  <a:srgbClr val="CC00CC"/>
                </a:solidFill>
              </a:rPr>
              <a:t> </a:t>
            </a:r>
            <a:r>
              <a:rPr lang="en-US" altLang="en-US" b="1" dirty="0" err="1">
                <a:solidFill>
                  <a:srgbClr val="CC00CC"/>
                </a:solidFill>
              </a:rPr>
              <a:t>quan</a:t>
            </a:r>
            <a:r>
              <a:rPr lang="en-US" altLang="en-US" b="1" dirty="0">
                <a:solidFill>
                  <a:srgbClr val="CC00CC"/>
                </a:solidFill>
              </a:rPr>
              <a:t> </a:t>
            </a:r>
            <a:r>
              <a:rPr lang="en-US" altLang="en-US" b="1" dirty="0" err="1">
                <a:solidFill>
                  <a:srgbClr val="CC00CC"/>
                </a:solidFill>
              </a:rPr>
              <a:t>hệ</a:t>
            </a:r>
            <a:r>
              <a:rPr lang="en-US" altLang="en-US" b="1" dirty="0">
                <a:solidFill>
                  <a:srgbClr val="CC00CC"/>
                </a:solidFill>
              </a:rPr>
              <a:t> </a:t>
            </a:r>
            <a:r>
              <a:rPr lang="en-US" altLang="en-US" b="1" dirty="0" err="1">
                <a:solidFill>
                  <a:srgbClr val="CC00CC"/>
                </a:solidFill>
              </a:rPr>
              <a:t>K</a:t>
            </a:r>
            <a:r>
              <a:rPr lang="en-US" altLang="en-US" b="1" baseline="-25000" dirty="0" err="1">
                <a:solidFill>
                  <a:srgbClr val="CC00CC"/>
                </a:solidFill>
              </a:rPr>
              <a:t>p</a:t>
            </a:r>
            <a:r>
              <a:rPr lang="en-US" altLang="en-US" b="1" dirty="0">
                <a:solidFill>
                  <a:srgbClr val="CC00CC"/>
                </a:solidFill>
              </a:rPr>
              <a:t> &amp; </a:t>
            </a:r>
            <a:r>
              <a:rPr lang="en-US" altLang="en-US" b="1" dirty="0" err="1">
                <a:solidFill>
                  <a:srgbClr val="CC00CC"/>
                </a:solidFill>
              </a:rPr>
              <a:t>K</a:t>
            </a:r>
            <a:r>
              <a:rPr lang="en-US" altLang="en-US" b="1" baseline="-25000" dirty="0" err="1">
                <a:solidFill>
                  <a:srgbClr val="CC00CC"/>
                </a:solidFill>
              </a:rPr>
              <a:t>c</a:t>
            </a:r>
            <a:r>
              <a:rPr lang="en-US" altLang="en-US" b="1" dirty="0">
                <a:solidFill>
                  <a:srgbClr val="CC00CC"/>
                </a:solidFill>
              </a:rPr>
              <a:t>: </a:t>
            </a:r>
          </a:p>
          <a:p>
            <a:pPr marL="0" indent="0" algn="ctr">
              <a:buNone/>
            </a:pPr>
            <a:endParaRPr lang="en-US" altLang="en-US" sz="3200" b="1" dirty="0">
              <a:solidFill>
                <a:srgbClr val="CC00CC"/>
              </a:solidFill>
            </a:endParaRPr>
          </a:p>
          <a:p>
            <a:pPr algn="just">
              <a:spcBef>
                <a:spcPts val="4200"/>
              </a:spcBef>
              <a:buFontTx/>
              <a:buNone/>
            </a:pPr>
            <a:r>
              <a:rPr lang="en-US" altLang="en-US" b="1" dirty="0">
                <a:solidFill>
                  <a:srgbClr val="CC00CC"/>
                </a:solidFill>
              </a:rPr>
              <a:t> 	</a:t>
            </a: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3258349D-CCFD-4DFC-8D8B-7FF7DE03E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8411" y="3888455"/>
            <a:ext cx="3898646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= 0,082 [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lit.atm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94" y="1064558"/>
            <a:ext cx="40511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zh-TW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zh-TW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altLang="zh-TW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TW" alt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2494" y="4950631"/>
            <a:ext cx="25298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zh-TW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zh-TW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TW" altLang="en-US" sz="3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A7D7B6-EB4B-E1B4-72C8-907B59D1693D}"/>
              </a:ext>
            </a:extLst>
          </p:cNvPr>
          <p:cNvGrpSpPr/>
          <p:nvPr/>
        </p:nvGrpSpPr>
        <p:grpSpPr>
          <a:xfrm>
            <a:off x="2791643" y="4825770"/>
            <a:ext cx="6359433" cy="707886"/>
            <a:chOff x="7050690" y="3489960"/>
            <a:chExt cx="6359433" cy="70788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4E47C05-68D4-0507-5AFA-2A3FCE537BC4}"/>
                </a:ext>
              </a:extLst>
            </p:cNvPr>
            <p:cNvSpPr/>
            <p:nvPr/>
          </p:nvSpPr>
          <p:spPr>
            <a:xfrm>
              <a:off x="7050690" y="3489960"/>
              <a:ext cx="6359433" cy="707886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4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4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(l)</a:t>
              </a:r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4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(l)</a:t>
              </a:r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sz="4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4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(l)</a:t>
              </a:r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4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(l)</a:t>
              </a:r>
              <a:endPara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Picture 3">
              <a:extLst>
                <a:ext uri="{FF2B5EF4-FFF2-40B4-BE49-F238E27FC236}">
                  <a16:creationId xmlns:a16="http://schemas.microsoft.com/office/drawing/2014/main" id="{B7AF1E10-6E1B-E7A7-7A6A-C4DC026F5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66422" y="3729592"/>
              <a:ext cx="373478" cy="273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1BA4611-A5DC-DBF8-FAB3-D9E77D4E57D2}"/>
                  </a:ext>
                </a:extLst>
              </p:cNvPr>
              <p:cNvSpPr/>
              <p:nvPr/>
            </p:nvSpPr>
            <p:spPr>
              <a:xfrm>
                <a:off x="1097170" y="5650962"/>
                <a:ext cx="3518258" cy="106285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8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28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vi-V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vi-V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28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x-none" sz="28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1BA4611-A5DC-DBF8-FAB3-D9E77D4E57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170" y="5650962"/>
                <a:ext cx="3518258" cy="106285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4958678" y="5632056"/>
            <a:ext cx="14574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5023" y="5650962"/>
            <a:ext cx="5620962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PTPƯ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2800" i="1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  <a:p>
            <a:pPr algn="just">
              <a:lnSpc>
                <a:spcPct val="150000"/>
              </a:lnSpc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CBHH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28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96450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" grpId="0" animBg="1"/>
      <p:bldP spid="13" grpId="0"/>
      <p:bldP spid="14" grpId="0"/>
      <p:bldP spid="3" grpId="0"/>
      <p:bldP spid="16" grpId="0"/>
      <p:bldP spid="21" grpId="0" animBg="1"/>
      <p:bldP spid="22" grpId="0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6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Tỉ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(Q)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291254" y="698081"/>
            <a:ext cx="113642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415" y="4511673"/>
            <a:ext cx="7015380" cy="231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1667103" y="2267741"/>
            <a:ext cx="6062631" cy="701816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+   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vi-VN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vi-V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+    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  <a:defRPr/>
            </a:pPr>
            <a:r>
              <a:rPr 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70074" y="3078464"/>
                <a:ext cx="2656688" cy="135915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074" y="3078464"/>
                <a:ext cx="2656688" cy="1359155"/>
              </a:xfrm>
              <a:prstGeom prst="rect">
                <a:avLst/>
              </a:prstGeom>
              <a:blipFill>
                <a:blip r:embed="rId4"/>
                <a:stretch>
                  <a:fillRect l="-5238" b="-64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6797685" y="3145523"/>
            <a:ext cx="5044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97685" y="3845387"/>
            <a:ext cx="531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baseline="-250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sz="2800" b="1" dirty="0">
              <a:solidFill>
                <a:srgbClr val="99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27712" y="4859848"/>
            <a:ext cx="4764288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SzPct val="800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&lt;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t/t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SzPct val="800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SzPct val="800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&gt;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t/t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eft Brace 21"/>
          <p:cNvSpPr/>
          <p:nvPr/>
        </p:nvSpPr>
        <p:spPr>
          <a:xfrm>
            <a:off x="7053815" y="4986068"/>
            <a:ext cx="349118" cy="18024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7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 animBg="1"/>
      <p:bldP spid="18" grpId="0"/>
      <p:bldP spid="20" grpId="0"/>
      <p:bldP spid="21" grpId="0"/>
      <p:bldP spid="2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6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∆G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57778" y="1392059"/>
                <a:ext cx="10876632" cy="66043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𝑐𝑢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ố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e>
                    </m:nary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đầ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e>
                    </m:nary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𝑅𝑇𝑙𝑛𝐾</m:t>
                    </m:r>
                  </m:oMath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78" y="1392059"/>
                <a:ext cx="10876632" cy="66043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">
            <a:extLst>
              <a:ext uri="{FF2B5EF4-FFF2-40B4-BE49-F238E27FC236}">
                <a16:creationId xmlns:a16="http://schemas.microsoft.com/office/drawing/2014/main" id="{AB38A7EB-6AE4-4EC1-B5F8-8793A46C1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108" y="2503754"/>
            <a:ext cx="35404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103791" y="2912246"/>
                <a:ext cx="3582776" cy="64633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𝑅𝑇𝑙𝑛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791" y="2912246"/>
                <a:ext cx="3582776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4">
            <a:extLst>
              <a:ext uri="{FF2B5EF4-FFF2-40B4-BE49-F238E27FC236}">
                <a16:creationId xmlns:a16="http://schemas.microsoft.com/office/drawing/2014/main" id="{AB38A7EB-6AE4-4EC1-B5F8-8793A46C1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66" y="3851872"/>
            <a:ext cx="37992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03791" y="4263414"/>
                <a:ext cx="3575273" cy="64633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𝑅𝑇𝑙𝑛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791" y="4263414"/>
                <a:ext cx="3575273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4">
            <a:extLst>
              <a:ext uri="{FF2B5EF4-FFF2-40B4-BE49-F238E27FC236}">
                <a16:creationId xmlns:a16="http://schemas.microsoft.com/office/drawing/2014/main" id="{AB38A7EB-6AE4-4EC1-B5F8-8793A46C1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115" y="5199990"/>
            <a:ext cx="490340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altLang="en-US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201030" y="5968809"/>
                <a:ext cx="3380797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𝑅𝑇𝑙𝑛𝐾</m:t>
                      </m:r>
                    </m:oMath>
                  </m:oMathPara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030" y="5968809"/>
                <a:ext cx="3380797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8310042" y="5413921"/>
            <a:ext cx="349647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8,314 J/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 1,987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 0,082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L.atm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8310042" y="2952303"/>
                <a:ext cx="2997295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042" y="2952303"/>
                <a:ext cx="2997295" cy="5959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95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6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Rectangle 4"/>
          <p:cNvSpPr/>
          <p:nvPr/>
        </p:nvSpPr>
        <p:spPr>
          <a:xfrm>
            <a:off x="410880" y="970593"/>
            <a:ext cx="1116635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7525" indent="-517525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690563" algn="just">
              <a:lnSpc>
                <a:spcPct val="150000"/>
              </a:lnSpc>
            </a:pP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1.Sự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endParaRPr lang="en-US" sz="28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690563" algn="just">
              <a:lnSpc>
                <a:spcPct val="150000"/>
              </a:lnSpc>
            </a:pP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PƯ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690563" algn="just">
              <a:lnSpc>
                <a:spcPct val="150000"/>
              </a:lnSpc>
            </a:pP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endParaRPr lang="en-US" sz="2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2263" y="3782129"/>
            <a:ext cx="112221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4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en-US" sz="36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36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36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36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36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endParaRPr lang="en-US" altLang="en-US" sz="40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“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3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36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384" y="986111"/>
            <a:ext cx="11425128" cy="114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(r) + 3H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2Fe(r) + 3H</a:t>
            </a:r>
            <a:r>
              <a:rPr lang="fr-FR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O(k)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BA0DCF-E029-D60D-0A58-941AD428EBBE}"/>
                  </a:ext>
                </a:extLst>
              </p:cNvPr>
              <p:cNvSpPr txBox="1"/>
              <p:nvPr/>
            </p:nvSpPr>
            <p:spPr>
              <a:xfrm>
                <a:off x="1032663" y="2186440"/>
                <a:ext cx="10122569" cy="1845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000" algn="l"/>
                    <a:tab pos="3302000" algn="l"/>
                    <a:tab pos="5019675" algn="l"/>
                    <a:tab pos="5037138" algn="l"/>
                  </a:tabLst>
                </a:pPr>
                <a:r>
                  <a:rPr lang="en-US" altLang="x-none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x-none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x-none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x-none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x-none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x-non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x-none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b>
                              <m:sup>
                                <m:r>
                                  <a:rPr lang="en-US" altLang="x-none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𝐹𝑒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x-none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altLang="x-none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𝐹𝑒</m:t>
                                    </m:r>
                                  </m:e>
                                  <m:sub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r>
                          <a:rPr lang="en-US" altLang="x-non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x-none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𝑐𝑏</m:t>
                        </m:r>
                      </m:sub>
                    </m:sSub>
                  </m:oMath>
                </a14:m>
                <a:r>
                  <a:rPr lang="en-US" altLang="x-none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vi-VN" altLang="x-none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kumimoji="0" lang="vi-VN" altLang="x-none" sz="240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x-none" sz="2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x-none" sz="2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x-none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x-non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x-none" sz="2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x-none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x-none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x-none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x-none" sz="2800" i="1">
                                        <a:latin typeface="Cambria Math" panose="02040503050406030204" pitchFamily="18" charset="0"/>
                                      </a:rPr>
                                      <m:t>𝐹𝑒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x-non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x-none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x-none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x-none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x-none" sz="2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altLang="x-none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x-none" sz="28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x-none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x-none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x-none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x-none" sz="2800" i="1">
                                        <a:latin typeface="Cambria Math" panose="02040503050406030204" pitchFamily="18" charset="0"/>
                                      </a:rPr>
                                      <m:t>𝐹𝑒</m:t>
                                    </m:r>
                                  </m:e>
                                  <m:sub>
                                    <m:r>
                                      <a:rPr lang="en-US" altLang="x-none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x-none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x-none" sz="2800" i="1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altLang="x-none" sz="2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en-US" altLang="x-none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x-none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x-none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x-none" sz="2800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altLang="x-none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x-none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x-none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x-none" sz="2800" i="1">
                            <a:latin typeface="Cambria Math" panose="02040503050406030204" pitchFamily="18" charset="0"/>
                          </a:rPr>
                          <m:t>𝑐𝑏</m:t>
                        </m:r>
                      </m:sub>
                    </m:sSub>
                  </m:oMath>
                </a14:m>
                <a:r>
                  <a:rPr lang="en-US" altLang="x-none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 altLang="x-none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000" algn="l"/>
                    <a:tab pos="3302000" algn="l"/>
                    <a:tab pos="5019675" algn="l"/>
                    <a:tab pos="5037138" algn="l"/>
                  </a:tabLst>
                </a:pPr>
                <a:r>
                  <a:rPr lang="en-US" altLang="x-none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x-non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x-non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x-none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x-non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x-non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x-none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b>
                              <m:sup>
                                <m: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x-non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altLang="x-non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den>
                        </m:f>
                        <m:r>
                          <a:rPr lang="en-US" altLang="x-non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x-non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𝑐𝑏</m:t>
                        </m:r>
                      </m:sub>
                    </m:sSub>
                  </m:oMath>
                </a14:m>
                <a:r>
                  <a:rPr lang="en-US" alt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kumimoji="0" lang="en-US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kumimoji="0" lang="vi-VN" altLang="x-none" sz="240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D.</a:t>
                </a:r>
                <a:r>
                  <a:rPr kumimoji="0" lang="en-US" altLang="x-none" sz="2400" i="0" u="none" strike="noStrike" cap="none" normalizeH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x-non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x-non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x-none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x-non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x-non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x-non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x-none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x-none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x-none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x-none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x-none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x-none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altLang="x-none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den>
                        </m:f>
                        <m:r>
                          <a:rPr lang="en-US" altLang="x-non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x-non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𝑐𝑏</m:t>
                        </m:r>
                      </m:sub>
                    </m:sSub>
                  </m:oMath>
                </a14:m>
                <a:endParaRPr kumimoji="0" lang="vi-VN" altLang="x-none" sz="24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BA0DCF-E029-D60D-0A58-941AD428E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63" y="2186440"/>
                <a:ext cx="10122569" cy="1845826"/>
              </a:xfrm>
              <a:prstGeom prst="rect">
                <a:avLst/>
              </a:prstGeom>
              <a:blipFill>
                <a:blip r:embed="rId3"/>
                <a:stretch>
                  <a:fillRect l="-125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1384" y="4073559"/>
                <a:ext cx="11425128" cy="993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Câu</a:t>
                </a:r>
                <a:r>
                  <a:rPr lang="en-US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</a:t>
                </a: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ươ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cân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</a:t>
                </a:r>
                <a:r>
                  <a:rPr lang="en-US" sz="2400" b="1" baseline="30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4+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aq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24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</a:t>
                </a:r>
                <a:r>
                  <a:rPr lang="en-US" alt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⇌  Ce</a:t>
                </a:r>
                <a:r>
                  <a:rPr lang="en-US" altLang="en-US" sz="2400" b="1" baseline="30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3+</a:t>
                </a:r>
                <a:r>
                  <a:rPr lang="en-US" alt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4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aq</a:t>
                </a:r>
                <a:r>
                  <a:rPr lang="en-US" alt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+  H</a:t>
                </a:r>
                <a:r>
                  <a:rPr lang="en-US" altLang="en-US" sz="2400" b="1" baseline="30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4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aq</a:t>
                </a:r>
                <a:r>
                  <a:rPr lang="en-US" alt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84" y="4073559"/>
                <a:ext cx="11425128" cy="993413"/>
              </a:xfrm>
              <a:prstGeom prst="rect">
                <a:avLst/>
              </a:prstGeom>
              <a:blipFill>
                <a:blip r:embed="rId4"/>
                <a:stretch>
                  <a:fillRect l="-889" t="-5063" b="-632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BA0DCF-E029-D60D-0A58-941AD428EBBE}"/>
                  </a:ext>
                </a:extLst>
              </p:cNvPr>
              <p:cNvSpPr txBox="1"/>
              <p:nvPr/>
            </p:nvSpPr>
            <p:spPr>
              <a:xfrm>
                <a:off x="1032662" y="5069590"/>
                <a:ext cx="10122569" cy="1747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ts val="1200"/>
                  </a:spcAft>
                  <a:tabLst>
                    <a:tab pos="127000" algn="l"/>
                    <a:tab pos="3302000" algn="l"/>
                    <a:tab pos="5019675" algn="l"/>
                    <a:tab pos="5037138" algn="l"/>
                  </a:tabLst>
                </a:pPr>
                <a:r>
                  <a:rPr lang="en-US" altLang="x-none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3+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4+</m:t>
                            </m:r>
                          </m:sup>
                        </m:sSup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] </m:t>
                        </m:r>
                      </m:den>
                    </m:f>
                  </m:oMath>
                </a14:m>
                <a:r>
                  <a:rPr lang="en-US" altLang="x-none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vi-VN" altLang="x-none" sz="28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kumimoji="0" lang="vi-VN" altLang="x-none" sz="280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3+</m:t>
                            </m:r>
                          </m:sup>
                        </m:sSup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4+</m:t>
                            </m:r>
                          </m:sup>
                        </m:sSup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] </m:t>
                        </m:r>
                      </m:den>
                    </m:f>
                  </m:oMath>
                </a14:m>
                <a:endParaRPr lang="en-US" altLang="x-none" sz="28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ts val="1200"/>
                  </a:spcAft>
                  <a:tabLst>
                    <a:tab pos="127000" algn="l"/>
                    <a:tab pos="3302000" algn="l"/>
                    <a:tab pos="5019675" algn="l"/>
                    <a:tab pos="5037138" algn="l"/>
                  </a:tabLst>
                </a:pPr>
                <a:r>
                  <a:rPr lang="en-US" altLang="x-none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3+</m:t>
                            </m:r>
                          </m:sup>
                        </m:sSup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4+</m:t>
                            </m:r>
                          </m:sup>
                        </m:sSup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]</m:t>
                        </m:r>
                        <m:sSub>
                          <m:sSubPr>
                            <m:ctrlPr>
                              <a:rPr lang="vi-V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vi-V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r>
                  <a:rPr lang="en-US" alt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kumimoji="0" lang="en-US" altLang="x-none" sz="28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kumimoji="0" lang="vi-VN" altLang="x-none" sz="280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D.</a:t>
                </a:r>
                <a:r>
                  <a:rPr kumimoji="0" lang="en-US" altLang="x-none" sz="280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3+</m:t>
                            </m:r>
                          </m:sup>
                        </m:sSup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4+</m:t>
                            </m:r>
                          </m:sup>
                        </m:sSup>
                        <m:r>
                          <a:rPr lang="vi-V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vi-V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vi-V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vi-V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x-none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kumimoji="0" lang="vi-VN" altLang="x-none" sz="2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BA0DCF-E029-D60D-0A58-941AD428E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62" y="5069590"/>
                <a:ext cx="10122569" cy="1747658"/>
              </a:xfrm>
              <a:prstGeom prst="rect">
                <a:avLst/>
              </a:prstGeom>
              <a:blipFill>
                <a:blip r:embed="rId5"/>
                <a:stretch>
                  <a:fillRect l="-1253" b="-7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1023870" y="331455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055604" y="6118861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64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41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47959" y="2362060"/>
            <a:ext cx="10817630" cy="1070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5486400" algn="l"/>
              </a:tabLst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A.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Dịch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chuyển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nghịch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B.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Đạt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trạng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thái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cân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bằng</a:t>
            </a:r>
            <a:endParaRPr lang="en-US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5486400" algn="l"/>
              </a:tabLst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C.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Dịch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chuyển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thuận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D. 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KHÔNG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thể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dự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đoán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được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5225" y="1088016"/>
            <a:ext cx="11485087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50000"/>
              </a:lnSpc>
            </a:pPr>
            <a:r>
              <a:rPr lang="en-US" sz="2400" b="1" u="sng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Câu</a:t>
            </a:r>
            <a:r>
              <a:rPr lang="en-US" sz="2400" b="1" u="sng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Cho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phản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2A(</a:t>
            </a:r>
            <a:r>
              <a:rPr lang="en-US" sz="24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dd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+ B(</a:t>
            </a:r>
            <a:r>
              <a:rPr lang="en-US" sz="24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dd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  <a:r>
              <a:rPr lang="en-US" sz="2400" b="1" spc="-2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⇌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C(</a:t>
            </a:r>
            <a:r>
              <a:rPr lang="en-US" sz="24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dd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+ 2D(</a:t>
            </a:r>
            <a:r>
              <a:rPr lang="en-US" sz="24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dd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</a:t>
            </a:r>
            <a:r>
              <a:rPr lang="en-US" sz="2400" b="1" baseline="-25000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1500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hỗn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hợp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X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en-US" sz="2400" baseline="-250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C</a:t>
            </a:r>
            <a:r>
              <a:rPr lang="en-US" sz="2400" baseline="-250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10</a:t>
            </a:r>
            <a:r>
              <a:rPr lang="en-US" sz="2400" baseline="300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-3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M,  C</a:t>
            </a:r>
            <a:r>
              <a:rPr lang="en-US" sz="2400" baseline="-250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C</a:t>
            </a:r>
            <a:r>
              <a:rPr lang="en-US" sz="2400" baseline="-250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 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0.01M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Trạng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thái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hệ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ở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điều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kiện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trên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sẽ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747959" y="292517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5225" y="4137408"/>
            <a:ext cx="11485087" cy="1685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50000"/>
              </a:lnSpc>
            </a:pPr>
            <a:r>
              <a:rPr lang="en-US" sz="2400" b="1" u="sng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Câu</a:t>
            </a:r>
            <a:r>
              <a:rPr lang="en-US" sz="2400" b="1" u="sng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Xét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phản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NOCl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(k) </a:t>
            </a:r>
            <a:r>
              <a:rPr lang="en-US" sz="2400" b="1" spc="-2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⇌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NO </a:t>
            </a:r>
            <a:r>
              <a:rPr lang="en-US" sz="24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(k) 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+ 1/2Cl</a:t>
            </a:r>
            <a:r>
              <a:rPr lang="en-US" sz="2400" b="1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(k)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Cho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1.31 gram 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NOCl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(M=65.5g/</a:t>
            </a:r>
            <a:r>
              <a:rPr lang="en-US" sz="2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mol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được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gia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nhiệt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ở 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350</a:t>
            </a:r>
            <a:r>
              <a:rPr lang="en-US" sz="2400" baseline="300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bình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thể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tích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 </a:t>
            </a:r>
            <a:r>
              <a:rPr lang="en-US" sz="2400" dirty="0" err="1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lít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thấy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50% </a:t>
            </a:r>
            <a:r>
              <a:rPr lang="en-US" sz="2400" dirty="0" err="1" smtClean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NOCl</a:t>
            </a:r>
            <a:r>
              <a:rPr lang="en-US" sz="2400" dirty="0" smtClean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bị</a:t>
            </a:r>
            <a:r>
              <a:rPr lang="en-US" sz="2400" dirty="0" smtClean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phân</a:t>
            </a:r>
            <a:r>
              <a:rPr lang="en-US" sz="2400" dirty="0" smtClean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hủy</a:t>
            </a:r>
            <a:r>
              <a:rPr lang="en-US" sz="2400" dirty="0" smtClean="0">
                <a:solidFill>
                  <a:srgbClr val="CC00C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 smtClean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</a:t>
            </a:r>
            <a:r>
              <a:rPr lang="en-US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phản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trên</a:t>
            </a:r>
            <a:r>
              <a:rPr lang="en-US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510DF6-9893-F817-9662-F81D79174A7D}"/>
              </a:ext>
            </a:extLst>
          </p:cNvPr>
          <p:cNvSpPr txBox="1"/>
          <p:nvPr/>
        </p:nvSpPr>
        <p:spPr>
          <a:xfrm>
            <a:off x="507037" y="5987108"/>
            <a:ext cx="11299475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15000"/>
              </a:lnSpc>
              <a:spcAft>
                <a:spcPts val="1000"/>
              </a:spcAft>
              <a:buSzPts val="1300"/>
              <a:tabLst>
                <a:tab pos="2886075" algn="l"/>
                <a:tab pos="5773738" algn="l"/>
                <a:tab pos="866140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itchFamily="2" charset="2"/>
              </a:rPr>
              <a:t>A.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itchFamily="2" charset="2"/>
              </a:rPr>
              <a:t>0.035</a:t>
            </a:r>
            <a:r>
              <a:rPr lang="en-US" sz="24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itchFamily="2" charset="2"/>
              </a:rPr>
              <a:t>B. 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itchFamily="2" charset="2"/>
              </a:rPr>
              <a:t> 0.071</a:t>
            </a:r>
            <a:r>
              <a:rPr lang="en-US" sz="2400" baseline="30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x-none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itchFamily="2" charset="2"/>
              </a:rPr>
              <a:t>C. 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itchFamily="2" charset="2"/>
              </a:rPr>
              <a:t>0.005</a:t>
            </a:r>
            <a:r>
              <a:rPr lang="x-none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itchFamily="2" charset="2"/>
              </a:rPr>
              <a:t>D. 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itchFamily="2" charset="2"/>
              </a:rPr>
              <a:t>0.1</a:t>
            </a:r>
            <a:endParaRPr lang="x-non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359042" y="6018014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FAA2C2-F76A-7518-F6DA-C987F56EBEF2}"/>
                  </a:ext>
                </a:extLst>
              </p:cNvPr>
              <p:cNvSpPr txBox="1"/>
              <p:nvPr/>
            </p:nvSpPr>
            <p:spPr>
              <a:xfrm>
                <a:off x="280402" y="967717"/>
                <a:ext cx="11526110" cy="29619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113" marR="0" lvl="1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x-none" sz="2400" b="1" i="0" u="sng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Câu 5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Cho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phản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ứng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kumimoji="0" lang="en-US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aA</a:t>
                </a:r>
                <a:r>
                  <a:rPr kumimoji="0" lang="en-US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kumimoji="0" lang="pt-BR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ℓ</a:t>
                </a:r>
                <a:r>
                  <a:rPr kumimoji="0" lang="en-US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+ </a:t>
                </a:r>
                <a:r>
                  <a:rPr kumimoji="0" lang="en-US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bB</a:t>
                </a:r>
                <a:r>
                  <a:rPr kumimoji="0" lang="en-US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(k)   ⇌   </a:t>
                </a:r>
                <a:r>
                  <a:rPr kumimoji="0" lang="en-US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cC</a:t>
                </a:r>
                <a:r>
                  <a:rPr kumimoji="0" lang="en-US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(k) + </a:t>
                </a:r>
                <a:r>
                  <a:rPr kumimoji="0" lang="en-US" altLang="x-none" sz="2400" i="0" u="none" strike="noStrike" cap="none" normalizeH="0" baseline="0" dirty="0" err="1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dD</a:t>
                </a:r>
                <a:r>
                  <a:rPr kumimoji="0" lang="vi-VN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kumimoji="0" lang="pt-BR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ℓ</a:t>
                </a:r>
                <a:r>
                  <a:rPr kumimoji="0" lang="en-US" altLang="x-none" sz="240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),</a:t>
                </a:r>
                <a:r>
                  <a:rPr kumimoji="0" lang="en-US" altLang="x-none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hằng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số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cân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bằng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K</a:t>
                </a:r>
                <a:r>
                  <a:rPr kumimoji="0" lang="en-US" altLang="x-none" sz="24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Chọn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phát</a:t>
                </a:r>
                <a:r>
                  <a:rPr kumimoji="0" lang="en-US" altLang="x-none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biểu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đúng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endParaRPr kumimoji="0" lang="en-US" altLang="x-none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 indent="358775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1) 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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 = 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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</a:t>
                </a:r>
                <a:r>
                  <a:rPr kumimoji="0" lang="en-US" altLang="x-none" sz="2400" b="0" i="0" u="none" strike="noStrike" cap="none" normalizeH="0" baseline="3000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o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+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RTlnK</a:t>
                </a:r>
                <a:r>
                  <a:rPr kumimoji="0" lang="en-US" altLang="x-none" sz="2400" b="0" i="0" u="none" strike="noStrike" cap="none" normalizeH="0" baseline="-30000" dirty="0" err="1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c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,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khi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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 = 0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thì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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</a:t>
                </a:r>
                <a:r>
                  <a:rPr kumimoji="0" lang="en-US" altLang="x-none" sz="2400" b="0" i="0" u="none" strike="noStrike" cap="none" normalizeH="0" baseline="3000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o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= -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RTlnK</a:t>
                </a:r>
                <a:r>
                  <a:rPr kumimoji="0" lang="en-US" altLang="x-none" sz="2400" b="0" i="0" u="none" strike="noStrike" cap="none" normalizeH="0" baseline="-30000" dirty="0" err="1">
                    <a:ln>
                      <a:noFill/>
                    </a:ln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c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.</a:t>
                </a:r>
                <a:endParaRPr kumimoji="0" lang="en-US" altLang="x-none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2" charset="2"/>
                </a:endParaRPr>
              </a:p>
              <a:p>
                <a:pPr indent="358775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2)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Hằng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số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cân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bằng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K</a:t>
                </a:r>
                <a:r>
                  <a:rPr kumimoji="0" lang="en-US" altLang="x-none" sz="24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c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tính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bằng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biểu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kumimoji="0" lang="en-US" altLang="x-none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thức</a:t>
                </a:r>
                <a:r>
                  <a:rPr kumimoji="0" lang="en-US" altLang="x-none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x-none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CC00CC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x-none" sz="240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2" charset="2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x-none" sz="240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2" charset="2"/>
                          </a:rPr>
                          <m:t>C</m:t>
                        </m:r>
                      </m:sub>
                    </m:sSub>
                    <m:r>
                      <a:rPr kumimoji="0" lang="vi-VN" altLang="x-none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  <a:sym typeface="Symbol" pitchFamily="2" charset="2"/>
                      </a:rPr>
                      <m:t>=</m:t>
                    </m:r>
                    <m:f>
                      <m:fPr>
                        <m:ctrlPr>
                          <a:rPr kumimoji="0" lang="en-US" altLang="x-none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CC00CC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2" charset="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kumimoji="0" lang="en-US" altLang="x-none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CC00CC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c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x-none" sz="240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c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kumimoji="0" lang="en-US" altLang="x-none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CC00CC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A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a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B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x-none" sz="2400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itchFamily="2" charset="2"/>
                              </a:rPr>
                              <m:t>b</m:t>
                            </m:r>
                          </m:sup>
                        </m:sSubSup>
                      </m:den>
                    </m:f>
                  </m:oMath>
                </a14:m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C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nồng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x-non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358775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luôn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en-US" sz="2400" baseline="-25000" dirty="0"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2400" dirty="0"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K</a:t>
                </a:r>
                <a:r>
                  <a:rPr lang="en-US" sz="2400" baseline="-25000" dirty="0"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dirty="0"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(RT)</a:t>
                </a:r>
                <a:r>
                  <a:rPr lang="en-US" sz="2400" baseline="30000" dirty="0"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</a:t>
                </a:r>
                <a:r>
                  <a:rPr lang="en-US" sz="2400" baseline="30000" dirty="0">
                    <a:solidFill>
                      <a:srgbClr val="CC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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 =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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en-US" sz="2400" baseline="-25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sp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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en-US" sz="2400" baseline="-25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cđ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tất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cả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các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phụ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thuộc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vào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thái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tồn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tại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chúng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x-none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FAA2C2-F76A-7518-F6DA-C987F56EB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02" y="967717"/>
                <a:ext cx="11526110" cy="2961901"/>
              </a:xfrm>
              <a:prstGeom prst="rect">
                <a:avLst/>
              </a:prstGeom>
              <a:blipFill>
                <a:blip r:embed="rId3"/>
                <a:stretch>
                  <a:fillRect l="-881" t="-1709" r="-771" b="-384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9D71D0E-1F72-82C3-1CD1-7AF67772559A}"/>
              </a:ext>
            </a:extLst>
          </p:cNvPr>
          <p:cNvSpPr txBox="1"/>
          <p:nvPr/>
        </p:nvSpPr>
        <p:spPr>
          <a:xfrm>
            <a:off x="585245" y="3929618"/>
            <a:ext cx="10817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132013" algn="l"/>
                <a:tab pos="4659313" algn="l"/>
                <a:tab pos="6840538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endParaRPr lang="x-non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304719-4D7D-ED47-0D35-9C42CE7A88FF}"/>
              </a:ext>
            </a:extLst>
          </p:cNvPr>
          <p:cNvSpPr txBox="1"/>
          <p:nvPr/>
        </p:nvSpPr>
        <p:spPr>
          <a:xfrm>
            <a:off x="280402" y="4588003"/>
            <a:ext cx="11526110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indent="-11113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fr-FR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fr-FR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fr-F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C(gr) + CO</a:t>
            </a:r>
            <a:r>
              <a:rPr lang="fr-FR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(k) 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 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2CO(k)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815</a:t>
            </a:r>
            <a:r>
              <a:rPr lang="fr-FR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fr-FR" sz="2400" baseline="-250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10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fr-FR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fr-FR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chung</a:t>
            </a:r>
            <a:r>
              <a:rPr lang="fr-FR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fr-FR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fr-FR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là P = 1atm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Hãy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riêng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19CBC3-4E69-8A3F-1809-40C648D1866C}"/>
              </a:ext>
            </a:extLst>
          </p:cNvPr>
          <p:cNvSpPr txBox="1"/>
          <p:nvPr/>
        </p:nvSpPr>
        <p:spPr>
          <a:xfrm>
            <a:off x="634642" y="6096863"/>
            <a:ext cx="10817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132013" algn="l"/>
                <a:tab pos="4659313" algn="l"/>
                <a:tab pos="6840538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0,85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0,72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0,92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0,68</a:t>
            </a:r>
            <a:endParaRPr lang="x-non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7393523" y="3936094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5274578" y="6117983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1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7" grpId="0"/>
      <p:bldP spid="9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D71D0E-1F72-82C3-1CD1-7AF67772559A}"/>
              </a:ext>
            </a:extLst>
          </p:cNvPr>
          <p:cNvSpPr txBox="1"/>
          <p:nvPr/>
        </p:nvSpPr>
        <p:spPr>
          <a:xfrm>
            <a:off x="687185" y="2728490"/>
            <a:ext cx="10817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2,38 × 10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53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2,38 × 10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-53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4,2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</a:t>
            </a:r>
            <a:r>
              <a:rPr lang="en-US" sz="24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52</a:t>
            </a:r>
            <a:r>
              <a:rPr lang="x-none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4,2 × 10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-52</a:t>
            </a:r>
            <a:endParaRPr lang="x-none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21FE12-2FA7-C978-E377-A67749BE72FA}"/>
              </a:ext>
            </a:extLst>
          </p:cNvPr>
          <p:cNvSpPr txBox="1"/>
          <p:nvPr/>
        </p:nvSpPr>
        <p:spPr>
          <a:xfrm>
            <a:off x="439392" y="911639"/>
            <a:ext cx="113132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(r) + 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(k) </a:t>
            </a:r>
            <a:r>
              <a:rPr lang="en-US" sz="2400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(k)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4,2×10</a:t>
            </a:r>
            <a:r>
              <a:rPr lang="en-US" sz="2400" baseline="300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K’</a:t>
            </a:r>
            <a:r>
              <a:rPr lang="en-US" sz="2400" baseline="-250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(k) </a:t>
            </a:r>
            <a:r>
              <a:rPr lang="en-US" sz="2400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(r) + 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(k)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D3AB0A9B-29E5-4556-5754-8320A7AB9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16" y="5203605"/>
            <a:ext cx="184731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x-none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en-US" altLang="x-none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altLang="x-non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866572-B5F0-A08A-F98E-5CEB2C3FA2C0}"/>
              </a:ext>
            </a:extLst>
          </p:cNvPr>
          <p:cNvSpPr txBox="1"/>
          <p:nvPr/>
        </p:nvSpPr>
        <p:spPr>
          <a:xfrm>
            <a:off x="439392" y="3298443"/>
            <a:ext cx="11367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indent="-44608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x-none" sz="2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kumimoji="0" lang="en-US" altLang="x-none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Cho K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lần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lượt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hai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kumimoji="0" lang="en-US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5381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(1)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XeF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+  H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(k)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  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XeOF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+  2HF (k)       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kumimoji="0" lang="en-US" altLang="x-none" sz="240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5381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(2)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+  XeF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 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XeOF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+  XeO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 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altLang="x-none" sz="240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5381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Hãy xác định 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 số cân bằng K</a:t>
            </a:r>
            <a:r>
              <a:rPr kumimoji="0" lang="vi-VN" altLang="x-none" sz="2400" i="0" u="none" strike="noStrike" cap="none" normalizeH="0" baseline="-3000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 phản ứng:</a:t>
            </a:r>
            <a:endParaRPr kumimoji="0" lang="vi-VN" altLang="x-non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5381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(3) XeO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(k)  +  2 HF (k)    </a:t>
            </a:r>
            <a:r>
              <a:rPr kumimoji="0" lang="pt-BR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    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XeO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(k)  +  H</a:t>
            </a:r>
            <a:r>
              <a:rPr kumimoji="0" lang="en-US" altLang="x-none" sz="2400" i="0" u="none" strike="noStrike" cap="none" normalizeH="0" baseline="-30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x-none" sz="2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(k)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A377F1-5882-314C-E61F-61CF5CC5BD6A}"/>
                  </a:ext>
                </a:extLst>
              </p:cNvPr>
              <p:cNvSpPr txBox="1"/>
              <p:nvPr/>
            </p:nvSpPr>
            <p:spPr>
              <a:xfrm>
                <a:off x="836815" y="6161131"/>
                <a:ext cx="10817630" cy="682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127000" algn="l"/>
                    <a:tab pos="3149600" algn="l"/>
                    <a:tab pos="6084888" algn="l"/>
                    <a:tab pos="8840788" algn="l"/>
                    <a:tab pos="9499600" algn="l"/>
                  </a:tabLst>
                </a:pPr>
                <a:r>
                  <a:rPr lang="fr-F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fr-FR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:r>
                  <a:rPr lang="fr-F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4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K</a:t>
                </a:r>
                <a:r>
                  <a:rPr lang="en-US" sz="24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.K</a:t>
                </a:r>
                <a:r>
                  <a:rPr lang="en-US" sz="24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baseline="30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fr-F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fr-FR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4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K</a:t>
                </a:r>
                <a:r>
                  <a:rPr lang="en-US" sz="24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+K</a:t>
                </a:r>
                <a:r>
                  <a:rPr lang="en-US" sz="24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baseline="30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fr-F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fr-FR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C.</a:t>
                </a:r>
                <a:r>
                  <a:rPr lang="fr-F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4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K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-K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baseline="30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x-none" baseline="30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fr-FR" sz="2400" dirty="0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</m:e>
                      <m:sub>
                        <m:r>
                          <a:rPr lang="vi-VN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vi-VN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vi-VN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K</m:t>
                            </m:r>
                          </m:e>
                          <m:sub>
                            <m:r>
                              <a:rPr lang="vi-VN" sz="2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2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K</m:t>
                            </m:r>
                          </m:e>
                          <m:sub>
                            <m:r>
                              <a:rPr lang="vi-VN" sz="2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x-none" sz="24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A377F1-5882-314C-E61F-61CF5CC5B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15" y="6161131"/>
                <a:ext cx="10817630" cy="6826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806262" y="2744152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661939" y="626458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39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28" grpId="0"/>
      <p:bldP spid="29" grpId="0"/>
      <p:bldP spid="10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D3AB0A9B-29E5-4556-5754-8320A7AB9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16" y="5203605"/>
            <a:ext cx="184731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x-none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en-US" altLang="x-none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altLang="x-non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F291F-60CA-0838-35FB-A68643866D2D}"/>
              </a:ext>
            </a:extLst>
          </p:cNvPr>
          <p:cNvSpPr txBox="1"/>
          <p:nvPr/>
        </p:nvSpPr>
        <p:spPr>
          <a:xfrm>
            <a:off x="348916" y="1020083"/>
            <a:ext cx="11457596" cy="114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+ 2O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lang="en-US" sz="2400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⇌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2NO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 = 100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lang="en-US" sz="2400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⇌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½ N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+ 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(k).</a:t>
            </a:r>
            <a:endParaRPr lang="x-none" sz="24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0A9E62-FAD5-4F84-21CB-4324B71085A8}"/>
              </a:ext>
            </a:extLst>
          </p:cNvPr>
          <p:cNvSpPr txBox="1"/>
          <p:nvPr/>
        </p:nvSpPr>
        <p:spPr>
          <a:xfrm>
            <a:off x="668899" y="2494477"/>
            <a:ext cx="10817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0,01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0,1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0,0001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x-none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0,1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x-none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ED3900-8B75-647E-C9F9-F534F336F223}"/>
              </a:ext>
            </a:extLst>
          </p:cNvPr>
          <p:cNvSpPr txBox="1"/>
          <p:nvPr/>
        </p:nvSpPr>
        <p:spPr>
          <a:xfrm>
            <a:off x="348917" y="3406851"/>
            <a:ext cx="115619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 fontAlgn="base">
              <a:lnSpc>
                <a:spcPct val="150000"/>
              </a:lnSpc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amoniac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 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+ N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NH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5,9 ×10</a:t>
            </a:r>
            <a:r>
              <a:rPr lang="en-US" sz="2400" baseline="300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298K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∆H</a:t>
            </a:r>
            <a:r>
              <a:rPr lang="en-US" sz="2400" baseline="300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-92,2 kJ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400" i="1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600K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∆H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∆S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kể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khoảng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298 ÷ 600 K.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D45D2C-2795-8E56-A3A4-5E76B720482F}"/>
              </a:ext>
            </a:extLst>
          </p:cNvPr>
          <p:cNvSpPr txBox="1"/>
          <p:nvPr/>
        </p:nvSpPr>
        <p:spPr>
          <a:xfrm>
            <a:off x="698786" y="5911540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4,3 × 10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-3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8,2 × 10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5,6 × 10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x-none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3,7 × 10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-2</a:t>
            </a:r>
            <a:endParaRPr lang="x-none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788678" y="251281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808085" y="590451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0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3" grpId="0"/>
      <p:bldP spid="10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1F291F-60CA-0838-35FB-A68643866D2D}"/>
                  </a:ext>
                </a:extLst>
              </p:cNvPr>
              <p:cNvSpPr txBox="1"/>
              <p:nvPr/>
            </p:nvSpPr>
            <p:spPr>
              <a:xfrm>
                <a:off x="341187" y="868809"/>
                <a:ext cx="11448375" cy="1141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113" lvl="1" algn="just" fontAlgn="base">
                  <a:lnSpc>
                    <a:spcPct val="150000"/>
                  </a:lnSpc>
                </a:pPr>
                <a:r>
                  <a:rPr lang="en-US" sz="2400" b="1" u="sng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Câu</a:t>
                </a:r>
                <a:r>
                  <a:rPr lang="en-US" sz="2400" b="1" u="sng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11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Cho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2NO</a:t>
                </a:r>
                <a:r>
                  <a:rPr lang="en-US" sz="2400" baseline="-250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(k) </a:t>
                </a:r>
                <a:r>
                  <a:rPr lang="en-US" sz="2400" spc="-2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⇌</a:t>
                </a:r>
                <a:r>
                  <a:rPr lang="en-U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2N</a:t>
                </a:r>
                <a:r>
                  <a:rPr lang="en-US" sz="2400" baseline="-250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</a:t>
                </a:r>
                <a:r>
                  <a:rPr lang="en-US" sz="2400" baseline="-250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r>
                  <a:rPr lang="en-US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(k)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G</m:t>
                        </m:r>
                      </m:e>
                      <m:sub>
                        <m:r>
                          <a:rPr lang="vi-V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o</m:t>
                        </m:r>
                      </m:sup>
                    </m:sSub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-4,835 kJ.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hằng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số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cân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K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ở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298K. Cho R = 8,314 J/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mol.K</a:t>
                </a:r>
                <a:endParaRPr lang="x-none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1F291F-60CA-0838-35FB-A68643866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87" y="868809"/>
                <a:ext cx="11448375" cy="1141274"/>
              </a:xfrm>
              <a:prstGeom prst="rect">
                <a:avLst/>
              </a:prstGeom>
              <a:blipFill>
                <a:blip r:embed="rId3"/>
                <a:stretch>
                  <a:fillRect l="-664" r="-886" b="-1098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40A9E62-FAD5-4F84-21CB-4324B71085A8}"/>
              </a:ext>
            </a:extLst>
          </p:cNvPr>
          <p:cNvSpPr txBox="1"/>
          <p:nvPr/>
        </p:nvSpPr>
        <p:spPr>
          <a:xfrm>
            <a:off x="577516" y="2126297"/>
            <a:ext cx="11221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172,03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17442,11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7,04</a:t>
            </a:r>
            <a:r>
              <a:rPr lang="x-none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4168,57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x-none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1082174" y="212629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690246" y="4528943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68A87C5-D22F-62AF-D71D-F929D3D5066A}"/>
              </a:ext>
            </a:extLst>
          </p:cNvPr>
          <p:cNvGrpSpPr/>
          <p:nvPr/>
        </p:nvGrpSpPr>
        <p:grpSpPr>
          <a:xfrm>
            <a:off x="331966" y="2780519"/>
            <a:ext cx="11457596" cy="2234473"/>
            <a:chOff x="331966" y="2780519"/>
            <a:chExt cx="11457596" cy="223447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D45D2C-2795-8E56-A3A4-5E76B720482F}"/>
                </a:ext>
              </a:extLst>
            </p:cNvPr>
            <p:cNvSpPr txBox="1"/>
            <p:nvPr/>
          </p:nvSpPr>
          <p:spPr>
            <a:xfrm>
              <a:off x="577515" y="4553327"/>
              <a:ext cx="1121204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127000" algn="l"/>
                  <a:tab pos="3149600" algn="l"/>
                  <a:tab pos="6084888" algn="l"/>
                  <a:tab pos="8840788" algn="l"/>
                  <a:tab pos="9499600" algn="l"/>
                </a:tabLst>
              </a:pPr>
              <a:r>
                <a:rPr lang="fr-F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fr-FR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r>
                <a:rPr lang="fr-F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3,4 </a:t>
              </a:r>
              <a:r>
                <a:rPr lang="en-US" sz="2400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lít</a:t>
              </a:r>
              <a:r>
                <a:rPr lang="fr-F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fr-FR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6,7 </a:t>
              </a:r>
              <a:r>
                <a:rPr lang="en-US" sz="2400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lít</a:t>
              </a:r>
              <a:r>
                <a:rPr lang="fr-F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fr-FR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C.</a:t>
              </a:r>
              <a:r>
                <a:rPr lang="fr-F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13,4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lít</a:t>
              </a:r>
              <a:r>
                <a:rPr lang="x-none" baseline="30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	</a:t>
              </a:r>
              <a:r>
                <a:rPr lang="fr-FR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D.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8,3 </a:t>
              </a:r>
              <a:r>
                <a:rPr lang="en-US" sz="2400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lít</a:t>
              </a:r>
              <a:endParaRPr lang="x-non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B424EA-A544-B19F-AEAF-AB53B4F6BA73}"/>
                </a:ext>
              </a:extLst>
            </p:cNvPr>
            <p:cNvSpPr txBox="1"/>
            <p:nvPr/>
          </p:nvSpPr>
          <p:spPr>
            <a:xfrm>
              <a:off x="331966" y="2780519"/>
              <a:ext cx="11457596" cy="16858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113" lvl="1" algn="just" fontAlgn="base">
                <a:lnSpc>
                  <a:spcPct val="150000"/>
                </a:lnSpc>
              </a:pPr>
              <a:r>
                <a:rPr lang="en-US" sz="2400" b="1" u="sng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Câu</a:t>
              </a:r>
              <a:r>
                <a:rPr lang="en-US" sz="2400" b="1" u="sng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12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Cho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phản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ứng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</a:t>
              </a:r>
              <a:r>
                <a:rPr lang="en-US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CuBr</a:t>
              </a:r>
              <a:r>
                <a:rPr lang="en-US" sz="2400" baseline="-250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en-US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(r) </a:t>
              </a:r>
              <a:r>
                <a:rPr lang="en-US" sz="2400" spc="-2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⇌</a:t>
              </a:r>
              <a:r>
                <a:rPr lang="en-US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CuBr</a:t>
              </a:r>
              <a:r>
                <a:rPr lang="en-US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(r) + 1/</a:t>
              </a:r>
              <a:r>
                <a:rPr lang="en-US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2Br</a:t>
              </a:r>
              <a:r>
                <a:rPr lang="en-US" sz="2400" baseline="-250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(k)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ở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trạng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thái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cân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bằng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, T = 550K, 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</a:t>
              </a:r>
              <a:r>
                <a:rPr lang="en-US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Br2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= 0,671 atm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Cho 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0,2 mol CuBr</a:t>
              </a:r>
              <a:r>
                <a:rPr 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(r)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vào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bình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chân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không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Hỏi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thể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tích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bình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là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bao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nhiêu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để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toàn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bộ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CuBr</a:t>
              </a:r>
              <a:r>
                <a:rPr lang="en-US" sz="2400" baseline="-25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(r)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phản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ứng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hết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Cho R = 0,082 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lit.atm</a:t>
              </a: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/</a:t>
              </a:r>
              <a:r>
                <a:rPr lang="en-US" sz="24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mol.K</a:t>
              </a:r>
              <a:endParaRPr lang="x-none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DE0AFD9-4568-5B10-2E0F-8F9D6B7379B6}"/>
              </a:ext>
            </a:extLst>
          </p:cNvPr>
          <p:cNvGrpSpPr/>
          <p:nvPr/>
        </p:nvGrpSpPr>
        <p:grpSpPr>
          <a:xfrm>
            <a:off x="-9220" y="5233448"/>
            <a:ext cx="11798783" cy="1406096"/>
            <a:chOff x="-9220" y="5233448"/>
            <a:chExt cx="11798783" cy="14060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C588DE-FE00-FFE1-8468-2BDA33ABB403}"/>
                </a:ext>
              </a:extLst>
            </p:cNvPr>
            <p:cNvSpPr txBox="1"/>
            <p:nvPr/>
          </p:nvSpPr>
          <p:spPr>
            <a:xfrm>
              <a:off x="-9220" y="5233448"/>
              <a:ext cx="11798783" cy="9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just" fontAlgn="base">
                <a:lnSpc>
                  <a:spcPct val="115000"/>
                </a:lnSpc>
                <a:spcBef>
                  <a:spcPts val="600"/>
                </a:spcBef>
                <a:spcAft>
                  <a:spcPts val="1000"/>
                </a:spcAft>
              </a:pPr>
              <a:r>
                <a:rPr lang="en-US" sz="2400" b="1" u="sng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Câu</a:t>
              </a:r>
              <a:r>
                <a:rPr lang="en-US" sz="2400" b="1" u="sng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13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Cho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phản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ứng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thuận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nghịch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</a:t>
              </a:r>
              <a:r>
                <a:rPr lang="en-US" sz="2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H</a:t>
              </a:r>
              <a:r>
                <a:rPr lang="en-US" sz="2400" b="1" baseline="-250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(k) + I</a:t>
              </a:r>
              <a:r>
                <a:rPr lang="en-US" sz="2400" b="1" baseline="-250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(k)  </a:t>
              </a:r>
              <a:r>
                <a:rPr lang="pt-BR" sz="2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⇌</a:t>
              </a:r>
              <a:r>
                <a:rPr lang="en-US" sz="2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2HI (k)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hiệu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suất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phản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ứng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là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bao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nhiêu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nếu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biết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hằng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số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cân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bằng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</a:t>
              </a:r>
              <a:r>
                <a:rPr lang="en-US" sz="2400" b="1" baseline="-250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phản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ứng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ở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nhiệt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độ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này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là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54,5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  <a:endParaRPr lang="en-V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8E744C-EFB4-5819-F1AA-72863EEC5358}"/>
                </a:ext>
              </a:extLst>
            </p:cNvPr>
            <p:cNvSpPr txBox="1"/>
            <p:nvPr/>
          </p:nvSpPr>
          <p:spPr>
            <a:xfrm>
              <a:off x="577516" y="6177879"/>
              <a:ext cx="1121204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127000" algn="l"/>
                  <a:tab pos="3149600" algn="l"/>
                  <a:tab pos="6084888" algn="l"/>
                  <a:tab pos="8840788" algn="l"/>
                  <a:tab pos="9499600" algn="l"/>
                </a:tabLst>
              </a:pPr>
              <a:r>
                <a:rPr lang="fr-F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fr-FR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r>
                <a:rPr lang="fr-FR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78,7%</a:t>
              </a:r>
              <a:r>
                <a:rPr lang="fr-F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fr-FR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65,3%</a:t>
              </a:r>
              <a:r>
                <a:rPr lang="fr-F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fr-FR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C.</a:t>
              </a:r>
              <a:r>
                <a:rPr lang="fr-F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100%</a:t>
              </a:r>
              <a:r>
                <a:rPr lang="x-none" baseline="30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	</a:t>
              </a:r>
              <a:r>
                <a:rPr lang="fr-FR" sz="2400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D.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48,6%</a:t>
              </a:r>
              <a:endParaRPr lang="x-non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27F810C9-393B-7A41-D942-9D3C377AE56C}"/>
              </a:ext>
            </a:extLst>
          </p:cNvPr>
          <p:cNvSpPr/>
          <p:nvPr/>
        </p:nvSpPr>
        <p:spPr>
          <a:xfrm>
            <a:off x="666631" y="616568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55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 animBg="1"/>
      <p:bldP spid="1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CA01F-5424-AD89-D514-DC2B77C779E7}"/>
              </a:ext>
            </a:extLst>
          </p:cNvPr>
          <p:cNvSpPr txBox="1"/>
          <p:nvPr/>
        </p:nvSpPr>
        <p:spPr>
          <a:xfrm>
            <a:off x="926429" y="2858487"/>
            <a:ext cx="101305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706688" algn="l"/>
                <a:tab pos="3302000" algn="l"/>
                <a:tab pos="5199063" algn="l"/>
                <a:tab pos="808672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441AB-0ACB-CF35-8628-DC7B1DD075DF}"/>
              </a:ext>
            </a:extLst>
          </p:cNvPr>
          <p:cNvSpPr txBox="1"/>
          <p:nvPr/>
        </p:nvSpPr>
        <p:spPr>
          <a:xfrm>
            <a:off x="332300" y="958095"/>
            <a:ext cx="11591476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14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Khi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CuCl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(r) ⇌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CuCl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(r) + ½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en-US" sz="24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Ở</a:t>
            </a:r>
            <a:r>
              <a:rPr lang="en-US" sz="24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400K </a:t>
            </a:r>
            <a:r>
              <a:rPr lang="en-US" sz="2400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</a:t>
            </a:r>
            <a:r>
              <a:rPr lang="en-US" sz="2400" i="1" baseline="-250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18 mmHg</a:t>
            </a:r>
            <a:r>
              <a:rPr lang="en-US" sz="24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i="1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ở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CC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0K </a:t>
            </a:r>
            <a:r>
              <a:rPr lang="en-US" sz="2400" i="1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</a:t>
            </a:r>
            <a:r>
              <a:rPr lang="en-US" sz="2400" i="1" baseline="-250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i="1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310 mmHg</a:t>
            </a:r>
            <a:r>
              <a:rPr lang="en-US" sz="24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1010308" y="285848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99336E-D13E-0E4E-889E-5EE2F2E08437}"/>
              </a:ext>
            </a:extLst>
          </p:cNvPr>
          <p:cNvGrpSpPr/>
          <p:nvPr/>
        </p:nvGrpSpPr>
        <p:grpSpPr>
          <a:xfrm>
            <a:off x="-134112" y="3423188"/>
            <a:ext cx="11295407" cy="3375925"/>
            <a:chOff x="-134112" y="3423188"/>
            <a:chExt cx="11295407" cy="337592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151B987-4BCC-A78E-0290-9B774071A7B6}"/>
                </a:ext>
              </a:extLst>
            </p:cNvPr>
            <p:cNvSpPr txBox="1"/>
            <p:nvPr/>
          </p:nvSpPr>
          <p:spPr>
            <a:xfrm>
              <a:off x="-134112" y="3423188"/>
              <a:ext cx="8546592" cy="2241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just" fontAlgn="base">
                <a:lnSpc>
                  <a:spcPct val="150000"/>
                </a:lnSpc>
              </a:pPr>
              <a:r>
                <a:rPr lang="en-US" sz="2400" b="1" u="sng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Câu</a:t>
              </a:r>
              <a:r>
                <a:rPr lang="en-US" sz="2400" b="1" u="sng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15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V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Ở 1200K, hai cân bằng sau tồn tại trong một bình kín:</a:t>
              </a:r>
            </a:p>
            <a:p>
              <a:pPr lvl="1" indent="1150938" algn="just" fontAlgn="base">
                <a:lnSpc>
                  <a:spcPct val="150000"/>
                </a:lnSpc>
              </a:pPr>
              <a:r>
                <a:rPr lang="en-VN" sz="2400" dirty="0">
                  <a:solidFill>
                    <a:srgbClr val="993366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 (gr) + CO</a:t>
              </a:r>
              <a:r>
                <a:rPr lang="en-VN" sz="2400" baseline="-25000" dirty="0">
                  <a:solidFill>
                    <a:srgbClr val="993366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VN" sz="2400" dirty="0">
                  <a:solidFill>
                    <a:srgbClr val="993366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(k) </a:t>
              </a:r>
              <a:r>
                <a:rPr lang="en-US" sz="2400" dirty="0">
                  <a:solidFill>
                    <a:srgbClr val="99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⇌ 2CO (k)			</a:t>
              </a:r>
              <a:r>
                <a:rPr lang="en-US" sz="2400" dirty="0" err="1">
                  <a:solidFill>
                    <a:srgbClr val="99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2400" baseline="-25000" dirty="0" err="1">
                  <a:solidFill>
                    <a:srgbClr val="99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dirty="0">
                  <a:solidFill>
                    <a:srgbClr val="99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= 10</a:t>
              </a:r>
            </a:p>
            <a:p>
              <a:pPr lvl="1" indent="1150938" algn="just" fontAlgn="base">
                <a:lnSpc>
                  <a:spcPct val="150000"/>
                </a:lnSpc>
              </a:pPr>
              <a:r>
                <a: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Fe (r) + CO</a:t>
              </a:r>
              <a:r>
                <a:rPr lang="en-US" sz="2400" baseline="-25000" dirty="0">
                  <a:solidFill>
                    <a:srgbClr val="00B05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(k) </a:t>
              </a:r>
              <a:r>
                <a:rPr lang="en-US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⇌ </a:t>
              </a:r>
              <a:r>
                <a:rPr lang="en-US" sz="2400" dirty="0" err="1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FeO</a:t>
              </a:r>
              <a:r>
                <a:rPr lang="en-US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(r) + CO (k)		</a:t>
              </a:r>
              <a:r>
                <a:rPr lang="en-US" sz="2400" dirty="0" err="1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2400" baseline="-25000" dirty="0" err="1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= 5</a:t>
              </a:r>
            </a:p>
            <a:p>
              <a:pPr lvl="1" algn="just" fontAlgn="base">
                <a:lnSpc>
                  <a:spcPct val="150000"/>
                </a:lnSpc>
              </a:pP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riêng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phần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khí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cân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endParaRPr lang="en-V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BBDBC6-130B-EF41-AC78-D7A4E4FC22DB}"/>
                </a:ext>
              </a:extLst>
            </p:cNvPr>
            <p:cNvSpPr txBox="1"/>
            <p:nvPr/>
          </p:nvSpPr>
          <p:spPr>
            <a:xfrm>
              <a:off x="1030705" y="5665148"/>
              <a:ext cx="10130590" cy="11339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tabLst>
                  <a:tab pos="127000" algn="l"/>
                  <a:tab pos="2706688" algn="l"/>
                  <a:tab pos="3302000" algn="l"/>
                  <a:tab pos="5199063" algn="l"/>
                  <a:tab pos="8086725" algn="l"/>
                </a:tabLst>
              </a:pPr>
              <a:r>
                <a:rPr lang="en-US" sz="2400" b="1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A.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= 0,2 atm; P</a:t>
              </a:r>
              <a:r>
                <a:rPr lang="en-US" sz="2400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CO2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= 0,04 atm 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2400" b="1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5 atm; P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CO2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 atm </a:t>
              </a:r>
              <a:endPara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tabLst>
                  <a:tab pos="127000" algn="l"/>
                  <a:tab pos="2706688" algn="l"/>
                  <a:tab pos="3302000" algn="l"/>
                  <a:tab pos="5199063" algn="l"/>
                  <a:tab pos="8086725" algn="l"/>
                </a:tabLst>
              </a:pPr>
              <a:r>
                <a:rPr lang="en-US" sz="2400" b="1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C.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= 1 atm; P</a:t>
              </a:r>
              <a:r>
                <a:rPr lang="en-US" sz="2400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CO2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= 0,1 atm </a:t>
              </a:r>
              <a:r>
                <a: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2400" b="1" dirty="0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D. 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= 2 atm; P</a:t>
              </a:r>
              <a:r>
                <a:rPr lang="en-US" sz="2400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CO2</a:t>
              </a:r>
              <a:r>
                <a: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= 0,4 atm </a:t>
              </a:r>
              <a:endParaRPr lang="x-none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C3DD5439-890D-9683-5455-87F9A6D77551}"/>
              </a:ext>
            </a:extLst>
          </p:cNvPr>
          <p:cNvSpPr/>
          <p:nvPr/>
        </p:nvSpPr>
        <p:spPr>
          <a:xfrm>
            <a:off x="6198004" y="6339303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67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D3AB0A9B-29E5-4556-5754-8320A7AB9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16" y="5203605"/>
            <a:ext cx="184731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x-none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en-US" altLang="x-none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altLang="x-non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952FE4-E117-4D0E-0030-BCFAAEEC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557006"/>
              </p:ext>
            </p:extLst>
          </p:nvPr>
        </p:nvGraphicFramePr>
        <p:xfrm>
          <a:off x="944897" y="5103770"/>
          <a:ext cx="10302057" cy="841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7437">
                  <a:extLst>
                    <a:ext uri="{9D8B030D-6E8A-4147-A177-3AD203B41FA5}">
                      <a16:colId xmlns:a16="http://schemas.microsoft.com/office/drawing/2014/main" val="1391770627"/>
                    </a:ext>
                  </a:extLst>
                </a:gridCol>
                <a:gridCol w="2785834">
                  <a:extLst>
                    <a:ext uri="{9D8B030D-6E8A-4147-A177-3AD203B41FA5}">
                      <a16:colId xmlns:a16="http://schemas.microsoft.com/office/drawing/2014/main" val="4111603885"/>
                    </a:ext>
                  </a:extLst>
                </a:gridCol>
                <a:gridCol w="4608786">
                  <a:extLst>
                    <a:ext uri="{9D8B030D-6E8A-4147-A177-3AD203B41FA5}">
                      <a16:colId xmlns:a16="http://schemas.microsoft.com/office/drawing/2014/main" val="757187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28600" indent="-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nhiệt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endParaRPr lang="x-non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   </a:t>
                      </a:r>
                      <a:endParaRPr lang="x-non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Giảm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bình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</a:t>
                      </a:r>
                      <a:endParaRPr lang="x-non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14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indent="-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Giảm nhiệt độ</a:t>
                      </a:r>
                      <a:endParaRPr lang="x-none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5)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  <a:endParaRPr lang="x-non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6)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bình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</a:t>
                      </a:r>
                      <a:endParaRPr lang="x-non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4957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68B120C-6460-C141-82E0-57FD76C3A1A5}"/>
              </a:ext>
            </a:extLst>
          </p:cNvPr>
          <p:cNvSpPr txBox="1"/>
          <p:nvPr/>
        </p:nvSpPr>
        <p:spPr>
          <a:xfrm>
            <a:off x="181609" y="3255900"/>
            <a:ext cx="11729654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marR="0" lvl="1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r-FR" altLang="x-none" sz="2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kumimoji="0" lang="fr-FR" altLang="x-none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biện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1" i="0" u="none" strike="noStrike" cap="none" normalizeH="0" baseline="0" dirty="0" err="1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fr-FR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i="0" u="none" strike="noStrike" cap="none" normalizeH="0" baseline="0" dirty="0" err="1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tỏa</a:t>
            </a:r>
            <a:r>
              <a:rPr kumimoji="0" lang="fr-FR" altLang="x-none" sz="2400" i="0" u="none" strike="noStrike" cap="none" normalizeH="0" baseline="0" dirty="0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i="0" u="none" strike="noStrike" cap="none" normalizeH="0" baseline="0" dirty="0" err="1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kumimoji="0" lang="fr-FR" altLang="x-none" sz="2400" i="0" u="none" strike="noStrike" cap="none" normalizeH="0" baseline="0" dirty="0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đạt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fr-FR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2A</a:t>
            </a:r>
            <a:r>
              <a:rPr kumimoji="0" lang="fr-FR" altLang="x-none" sz="2400" b="0" i="0" u="none" strike="noStrike" cap="none" normalizeH="0" baseline="-25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B</a:t>
            </a:r>
            <a:r>
              <a:rPr kumimoji="0" lang="fr-FR" altLang="x-none" sz="2400" b="0" i="0" u="none" strike="noStrike" cap="none" normalizeH="0" baseline="-25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 4D</a:t>
            </a:r>
            <a:r>
              <a:rPr kumimoji="0" lang="fr-FR" altLang="x-none" sz="2400" b="0" i="0" u="none" strike="noStrike" cap="none" normalizeH="0" baseline="-2500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</a:t>
            </a:r>
            <a:r>
              <a:rPr lang="fr-FR" altLang="x-none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chiều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1" u="none" strike="noStrike" cap="none" normalizeH="0" baseline="0" dirty="0" err="1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kumimoji="0" lang="fr-FR" altLang="x-none" sz="2400" b="0" i="1" u="none" strike="noStrike" cap="none" normalizeH="0" baseline="0" dirty="0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1" u="none" strike="noStrike" cap="none" normalizeH="0" baseline="0" dirty="0" err="1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kumimoji="0" lang="fr-FR" altLang="x-none" sz="2400" b="0" i="1" u="none" strike="noStrike" cap="none" normalizeH="0" baseline="0" dirty="0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1" u="none" strike="noStrike" cap="none" normalizeH="0" baseline="0" dirty="0" err="1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sản</a:t>
            </a:r>
            <a:r>
              <a:rPr kumimoji="0" lang="fr-FR" altLang="x-none" sz="2400" b="0" i="1" u="none" strike="noStrike" cap="none" normalizeH="0" baseline="0" dirty="0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1" u="none" strike="noStrike" cap="none" normalizeH="0" baseline="0" dirty="0" err="1">
                <a:ln>
                  <a:noFill/>
                </a:ln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phẩm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biện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kumimoji="0" lang="en-US" altLang="x-none" sz="24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225C9-D25E-F893-038D-E4C4770EE9FF}"/>
              </a:ext>
            </a:extLst>
          </p:cNvPr>
          <p:cNvSpPr txBox="1"/>
          <p:nvPr/>
        </p:nvSpPr>
        <p:spPr>
          <a:xfrm>
            <a:off x="489903" y="6166631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1, 3, 5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4, 5, 6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2, 3</a:t>
            </a:r>
            <a:r>
              <a:rPr lang="x-none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x-none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EB6AED-D08B-5FDE-4D0A-89C1E9D30429}"/>
              </a:ext>
            </a:extLst>
          </p:cNvPr>
          <p:cNvSpPr txBox="1"/>
          <p:nvPr/>
        </p:nvSpPr>
        <p:spPr>
          <a:xfrm>
            <a:off x="181609" y="1051191"/>
            <a:ext cx="11520341" cy="1458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en-US" sz="2400" b="1" u="sng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16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Cho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2SO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2(k)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2(k)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2SO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3(k)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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0</a:t>
            </a:r>
            <a:r>
              <a:rPr lang="x-none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</a:t>
            </a:r>
            <a:r>
              <a:rPr lang="en-US" sz="24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ta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nên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biện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biện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	2.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	3.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</a:t>
            </a:r>
            <a:r>
              <a:rPr lang="en-US" sz="24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B0CE86-5C26-DEE9-9FAA-464E2697C401}"/>
              </a:ext>
            </a:extLst>
          </p:cNvPr>
          <p:cNvSpPr txBox="1"/>
          <p:nvPr/>
        </p:nvSpPr>
        <p:spPr>
          <a:xfrm>
            <a:off x="489903" y="2660572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x-none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endParaRPr lang="x-none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327831" y="2660572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604039" y="6183179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32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6" grpId="0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A2054-BF31-18D6-1F8E-652833F89AC7}"/>
              </a:ext>
            </a:extLst>
          </p:cNvPr>
          <p:cNvSpPr txBox="1"/>
          <p:nvPr/>
        </p:nvSpPr>
        <p:spPr>
          <a:xfrm>
            <a:off x="457200" y="967717"/>
            <a:ext cx="11349312" cy="22957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18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+ 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lang="pt-B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2NO(k),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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 0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đang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nằm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lên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xúc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		2)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Nén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			4)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A3A952-21E4-65C7-23D3-29DB6D79B2BE}"/>
              </a:ext>
            </a:extLst>
          </p:cNvPr>
          <p:cNvSpPr txBox="1"/>
          <p:nvPr/>
        </p:nvSpPr>
        <p:spPr>
          <a:xfrm>
            <a:off x="698786" y="3360122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x-none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1, 3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x-none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CFC048-FE3A-55FF-8A45-EFACC2D05B28}"/>
              </a:ext>
            </a:extLst>
          </p:cNvPr>
          <p:cNvSpPr txBox="1"/>
          <p:nvPr/>
        </p:nvSpPr>
        <p:spPr>
          <a:xfrm>
            <a:off x="421344" y="4213312"/>
            <a:ext cx="11349312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19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Xét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CO(k) + Cl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 </a:t>
            </a:r>
            <a:r>
              <a:rPr lang="en-US" sz="2400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⇌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COCl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(k),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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0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dẫn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chiều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B15CEE-F060-25BF-1CF0-54171FAB2C87}"/>
              </a:ext>
            </a:extLst>
          </p:cNvPr>
          <p:cNvSpPr txBox="1"/>
          <p:nvPr/>
        </p:nvSpPr>
        <p:spPr>
          <a:xfrm>
            <a:off x="932775" y="5491754"/>
            <a:ext cx="10122569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6121400" algn="l"/>
              </a:tabLst>
            </a:pPr>
            <a:r>
              <a:rPr lang="en-US" alt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vi-VN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Giảm áp suất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000" algn="l"/>
                <a:tab pos="6121400" algn="l"/>
              </a:tabLst>
            </a:pPr>
            <a:r>
              <a:rPr lang="en-US" alt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PƯ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nén</a:t>
            </a:r>
            <a:r>
              <a:rPr lang="en-US" altLang="x-none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x-none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kumimoji="0" lang="en-US" altLang="x-none" sz="240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kumimoji="0" lang="en-US" altLang="x-none" sz="240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kumimoji="0" lang="en-US" altLang="x-none" sz="240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x-none" sz="2400" i="0" u="none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kumimoji="0" lang="en-US" altLang="x-none" sz="240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COCl</a:t>
            </a:r>
            <a:r>
              <a:rPr kumimoji="0" lang="en-US" altLang="x-none" sz="2400" i="0" u="none" strike="noStrike" cap="none" normalizeH="0" baseline="-2500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vi-VN" altLang="x-none" sz="2400" i="0" u="none" strike="noStrike" cap="none" normalizeH="0" baseline="-2500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799292" y="3360122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15191" y="6183179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73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  <p:bldP spid="17" grpId="0"/>
      <p:bldP spid="9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86" y="875433"/>
            <a:ext cx="8532847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1. NỒNG ĐỘ PHẦN TRĂM KHỐI LƯỢNG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93604" y="1857569"/>
                <a:ext cx="8872429" cy="9169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𝑑𝑖𝑐h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100=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𝑑𝑑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100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04" y="1857569"/>
                <a:ext cx="8872429" cy="91691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86" y="3050695"/>
            <a:ext cx="5569354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2. NỒNG ĐỘ MOLAN (C</a:t>
            </a:r>
            <a:r>
              <a:rPr lang="en-US" altLang="en-US" sz="3200" b="1" baseline="-25000" dirty="0">
                <a:solidFill>
                  <a:srgbClr val="FF0000"/>
                </a:solidFill>
              </a:rPr>
              <a:t>m</a:t>
            </a:r>
            <a:r>
              <a:rPr lang="en-US" altLang="en-US" sz="3200" b="1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26792" y="4127040"/>
                <a:ext cx="4400243" cy="91698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ố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𝟏𝟎𝟎𝟎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𝒅𝒖𝒏𝒈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ô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792" y="4127040"/>
                <a:ext cx="4400243" cy="9169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29" y="5045066"/>
            <a:ext cx="4624857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B050"/>
                </a:solidFill>
              </a:rPr>
              <a:t>3. NỒNG ĐỘ MOL (C</a:t>
            </a:r>
            <a:r>
              <a:rPr lang="en-US" altLang="en-US" sz="3200" b="1" baseline="-25000" dirty="0">
                <a:solidFill>
                  <a:srgbClr val="00B050"/>
                </a:solidFill>
              </a:rPr>
              <a:t>M</a:t>
            </a:r>
            <a:r>
              <a:rPr lang="en-US" altLang="en-US" sz="3200" b="1" dirty="0">
                <a:solidFill>
                  <a:srgbClr val="00B05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26762" y="5935314"/>
                <a:ext cx="5711179" cy="917815"/>
              </a:xfrm>
              <a:prstGeom prst="rect">
                <a:avLst/>
              </a:prstGeom>
              <a:solidFill>
                <a:srgbClr val="30F07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ố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ể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𝑑𝑖𝑐h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762" y="5935314"/>
                <a:ext cx="5711179" cy="91781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76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9" y="775791"/>
            <a:ext cx="7854016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CC00CC"/>
                </a:solidFill>
              </a:rPr>
              <a:t>4. NỒNG ĐỘ ĐƯƠNG LƯỢNG (C</a:t>
            </a:r>
            <a:r>
              <a:rPr lang="en-US" altLang="en-US" sz="3200" b="1" baseline="-25000" dirty="0">
                <a:solidFill>
                  <a:srgbClr val="CC00CC"/>
                </a:solidFill>
              </a:rPr>
              <a:t>N</a:t>
            </a:r>
            <a:r>
              <a:rPr lang="en-US" altLang="en-US" sz="3200" b="1" dirty="0">
                <a:solidFill>
                  <a:srgbClr val="CC00CC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96230" y="1715893"/>
                <a:ext cx="2665345" cy="67710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4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4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vi-VN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vi-VN" sz="4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vi-VN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44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4400" i="1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230" y="1715893"/>
                <a:ext cx="2665345" cy="67710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6">
            <a:extLst>
              <a:ext uri="{FF2B5EF4-FFF2-40B4-BE49-F238E27FC236}">
                <a16:creationId xmlns:a16="http://schemas.microsoft.com/office/drawing/2014/main" id="{4ACBE65E-00C1-5FA3-DC60-EF20A84A6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992" y="2690017"/>
            <a:ext cx="4626576" cy="859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 err="1">
                <a:solidFill>
                  <a:schemeClr val="tx1"/>
                </a:solidFill>
              </a:rPr>
              <a:t>Định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lượng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đương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lượng</a:t>
            </a:r>
            <a:r>
              <a:rPr lang="en-US" altLang="en-US" sz="3200" b="1" dirty="0">
                <a:solidFill>
                  <a:schemeClr val="tx1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96094" y="2793650"/>
                <a:ext cx="3154903" cy="61555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40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vi-V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94" y="2793650"/>
                <a:ext cx="3154903" cy="61555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6">
            <a:extLst>
              <a:ext uri="{FF2B5EF4-FFF2-40B4-BE49-F238E27FC236}">
                <a16:creationId xmlns:a16="http://schemas.microsoft.com/office/drawing/2014/main" id="{A0128846-C04F-1081-E2B7-6CBADA40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612" y="3962651"/>
            <a:ext cx="532921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b="1" dirty="0" err="1">
                <a:solidFill>
                  <a:srgbClr val="0000FF"/>
                </a:solidFill>
              </a:rPr>
              <a:t>Tìm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</a:rPr>
              <a:t>nồng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</a:rPr>
              <a:t>độ</a:t>
            </a:r>
            <a:r>
              <a:rPr lang="en-US" altLang="en-US" b="1" dirty="0">
                <a:solidFill>
                  <a:srgbClr val="0000FF"/>
                </a:solidFill>
              </a:rPr>
              <a:t> (C</a:t>
            </a:r>
            <a:r>
              <a:rPr lang="en-US" altLang="en-US" b="1" baseline="-25000" dirty="0">
                <a:solidFill>
                  <a:srgbClr val="0000FF"/>
                </a:solidFill>
              </a:rPr>
              <a:t>N</a:t>
            </a:r>
            <a:r>
              <a:rPr lang="en-US" altLang="en-US" b="1" dirty="0">
                <a:solidFill>
                  <a:srgbClr val="0000FF"/>
                </a:solidFill>
              </a:rPr>
              <a:t>) </a:t>
            </a:r>
            <a:r>
              <a:rPr lang="en-US" altLang="en-US" b="1" dirty="0" err="1">
                <a:solidFill>
                  <a:srgbClr val="0000FF"/>
                </a:solidFill>
              </a:rPr>
              <a:t>khi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</a:rPr>
              <a:t>chuẩn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</a:rPr>
              <a:t>độ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5B5B4E1C-3B29-CD52-922A-7B31D10CB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844" y="3957469"/>
            <a:ext cx="603504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b="1" dirty="0" err="1">
                <a:solidFill>
                  <a:srgbClr val="FF0000"/>
                </a:solidFill>
              </a:rPr>
              <a:t>Tìm</a:t>
            </a:r>
            <a:r>
              <a:rPr lang="en-US" altLang="en-US" b="1" dirty="0">
                <a:solidFill>
                  <a:srgbClr val="FF0000"/>
                </a:solidFill>
              </a:rPr>
              <a:t> V dung </a:t>
            </a:r>
            <a:r>
              <a:rPr lang="en-US" altLang="en-US" b="1" dirty="0" err="1">
                <a:solidFill>
                  <a:srgbClr val="FF0000"/>
                </a:solidFill>
              </a:rPr>
              <a:t>dịch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của</a:t>
            </a:r>
            <a:r>
              <a:rPr lang="en-US" altLang="en-US" dirty="0">
                <a:solidFill>
                  <a:srgbClr val="FF0000"/>
                </a:solidFill>
              </a:rPr>
              <a:t> Q/t PHA LOÃNG</a:t>
            </a:r>
            <a:endParaRPr lang="en-US" alt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739FE0-C206-0127-247B-DFC26B515614}"/>
              </a:ext>
            </a:extLst>
          </p:cNvPr>
          <p:cNvCxnSpPr>
            <a:stCxn id="14" idx="2"/>
          </p:cNvCxnSpPr>
          <p:nvPr/>
        </p:nvCxnSpPr>
        <p:spPr>
          <a:xfrm flipH="1">
            <a:off x="3472218" y="3409203"/>
            <a:ext cx="4201328" cy="543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739FE0-C206-0127-247B-DFC26B515614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7673546" y="3409203"/>
            <a:ext cx="1406821" cy="548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6">
            <a:extLst>
              <a:ext uri="{FF2B5EF4-FFF2-40B4-BE49-F238E27FC236}">
                <a16:creationId xmlns:a16="http://schemas.microsoft.com/office/drawing/2014/main" id="{036F7917-1262-2CBB-5D8F-5FC8146C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94" y="4635062"/>
            <a:ext cx="5569354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chemeClr val="accent2">
                    <a:lumMod val="50000"/>
                  </a:schemeClr>
                </a:solidFill>
              </a:rPr>
              <a:t>5. NỒNG ĐỘ PHẦN MOL (N</a:t>
            </a:r>
            <a:r>
              <a:rPr lang="en-US" altLang="en-US" sz="3200" b="1" baseline="-2500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altLang="en-US" sz="3200" b="1" dirty="0">
                <a:solidFill>
                  <a:schemeClr val="accent2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5B805E7-0214-F29F-4D21-9B5FF3A75A9D}"/>
                  </a:ext>
                </a:extLst>
              </p:cNvPr>
              <p:cNvSpPr txBox="1"/>
              <p:nvPr/>
            </p:nvSpPr>
            <p:spPr>
              <a:xfrm>
                <a:off x="610441" y="5583113"/>
                <a:ext cx="7537704" cy="107612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ố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𝑚𝑜𝑙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ố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𝑚𝑜𝑙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5B805E7-0214-F29F-4D21-9B5FF3A75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41" y="5583113"/>
                <a:ext cx="7537704" cy="107612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6">
                <a:extLst>
                  <a:ext uri="{FF2B5EF4-FFF2-40B4-BE49-F238E27FC236}">
                    <a16:creationId xmlns:a16="http://schemas.microsoft.com/office/drawing/2014/main" id="{90B0685C-B90A-7103-2D14-552AC5AE1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91970" y="5575441"/>
                <a:ext cx="3328050" cy="11300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en-US" dirty="0">
                    <a:solidFill>
                      <a:schemeClr val="accent2">
                        <a:lumMod val="50000"/>
                      </a:schemeClr>
                    </a:solidFill>
                  </a:rPr>
                  <a:t> = 1 </a:t>
                </a:r>
              </a:p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chemeClr val="accent2">
                        <a:lumMod val="50000"/>
                      </a:schemeClr>
                    </a:solidFill>
                  </a:rPr>
                  <a:t>(</a:t>
                </a:r>
                <a:r>
                  <a:rPr lang="en-US" altLang="en-US" dirty="0" err="1">
                    <a:solidFill>
                      <a:schemeClr val="accent2">
                        <a:lumMod val="50000"/>
                      </a:schemeClr>
                    </a:solidFill>
                  </a:rPr>
                  <a:t>Tổng</a:t>
                </a:r>
                <a:r>
                  <a:rPr lang="en-US" altLang="en-US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en-US" altLang="en-US" dirty="0" err="1">
                    <a:solidFill>
                      <a:schemeClr val="accent2">
                        <a:lumMod val="50000"/>
                      </a:schemeClr>
                    </a:solidFill>
                  </a:rPr>
                  <a:t>phần</a:t>
                </a:r>
                <a:r>
                  <a:rPr lang="en-US" altLang="en-US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en-US" altLang="en-US" dirty="0" err="1">
                    <a:solidFill>
                      <a:schemeClr val="accent2">
                        <a:lumMod val="50000"/>
                      </a:schemeClr>
                    </a:solidFill>
                  </a:rPr>
                  <a:t>mol</a:t>
                </a:r>
                <a:r>
                  <a:rPr lang="en-US" altLang="en-US" dirty="0">
                    <a:solidFill>
                      <a:schemeClr val="accent2">
                        <a:lumMod val="50000"/>
                      </a:schemeClr>
                    </a:solidFill>
                  </a:rPr>
                  <a:t> = 1)</a:t>
                </a:r>
              </a:p>
            </p:txBody>
          </p:sp>
        </mc:Choice>
        <mc:Fallback xmlns="">
          <p:sp>
            <p:nvSpPr>
              <p:cNvPr id="33" name="Rectangle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0B0685C-B90A-7103-2D14-552AC5AE17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91970" y="5575441"/>
                <a:ext cx="3328050" cy="1130030"/>
              </a:xfrm>
              <a:prstGeom prst="rect">
                <a:avLst/>
              </a:prstGeom>
              <a:blipFill rotWithShape="0">
                <a:blip r:embed="rId6"/>
                <a:stretch>
                  <a:fillRect l="-1099" t="-4324" r="-916" b="-194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47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14" grpId="0" animBg="1"/>
      <p:bldP spid="15" grpId="0"/>
      <p:bldP spid="16" grpId="0"/>
      <p:bldP spid="31" grpId="0"/>
      <p:bldP spid="32" grpId="0" animBg="1"/>
      <p:bldP spid="3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Dung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2" name="Group 1"/>
          <p:cNvGrpSpPr/>
          <p:nvPr/>
        </p:nvGrpSpPr>
        <p:grpSpPr>
          <a:xfrm>
            <a:off x="1324946" y="959316"/>
            <a:ext cx="8915400" cy="1198248"/>
            <a:chOff x="1324946" y="814176"/>
            <a:chExt cx="8915400" cy="1198248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4CD2F4FE-E054-42BB-8549-8110FD3F0DA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24946" y="1301918"/>
              <a:ext cx="8915400" cy="609600"/>
            </a:xfrm>
            <a:prstGeom prst="rect">
              <a:avLst/>
            </a:prstGeom>
          </p:spPr>
          <p:txBody>
            <a:bodyPr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r>
                <a:rPr lang="en-US" altLang="en-US" b="1" dirty="0">
                  <a:solidFill>
                    <a:srgbClr val="3E18DE"/>
                  </a:solidFill>
                </a:rPr>
                <a:t>  </a:t>
              </a:r>
              <a:r>
                <a:rPr lang="en-US" altLang="en-US" sz="41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vi-VN" altLang="en-US" sz="41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HẤT TAN</a:t>
              </a:r>
              <a:r>
                <a:rPr lang="en-US" altLang="en-US" sz="41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(r) + </a:t>
              </a:r>
              <a:r>
                <a:rPr lang="vi-VN" altLang="en-US" sz="41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DUNG MÔI</a:t>
              </a:r>
              <a:r>
                <a:rPr lang="en-US" altLang="en-US" sz="41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        D</a:t>
              </a:r>
              <a:r>
                <a:rPr lang="vi-VN" altLang="en-US" sz="41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UNG DỊCH</a:t>
              </a:r>
              <a:endParaRPr lang="en-US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5">
              <a:extLst>
                <a:ext uri="{FF2B5EF4-FFF2-40B4-BE49-F238E27FC236}">
                  <a16:creationId xmlns:a16="http://schemas.microsoft.com/office/drawing/2014/main" id="{82C57B9C-C4A7-456D-AC29-AE885151C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6371" y="1482971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6">
              <a:extLst>
                <a:ext uri="{FF2B5EF4-FFF2-40B4-BE49-F238E27FC236}">
                  <a16:creationId xmlns:a16="http://schemas.microsoft.com/office/drawing/2014/main" id="{451D353A-9178-4E7D-BD72-5E3BF76AE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9285" y="814176"/>
              <a:ext cx="16125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dirty="0" err="1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hoà</a:t>
              </a:r>
              <a:r>
                <a:rPr lang="en-US" altLang="en-US" dirty="0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tan</a:t>
              </a:r>
            </a:p>
          </p:txBody>
        </p:sp>
        <p:sp>
          <p:nvSpPr>
            <p:cNvPr id="23" name="Text Box 7">
              <a:extLst>
                <a:ext uri="{FF2B5EF4-FFF2-40B4-BE49-F238E27FC236}">
                  <a16:creationId xmlns:a16="http://schemas.microsoft.com/office/drawing/2014/main" id="{0558B1B0-C6DC-4BC2-84CA-6D54554CD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1841" y="1489204"/>
              <a:ext cx="15240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kết</a:t>
              </a:r>
              <a:r>
                <a: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tinh</a:t>
              </a:r>
              <a:endPara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" name="Line 4">
              <a:extLst>
                <a:ext uri="{FF2B5EF4-FFF2-40B4-BE49-F238E27FC236}">
                  <a16:creationId xmlns:a16="http://schemas.microsoft.com/office/drawing/2014/main" id="{2BFF2CBB-59E0-4AB2-B95A-1AF2ED54B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9944" y="1395417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9369" y="1902440"/>
            <a:ext cx="6679307" cy="3683780"/>
            <a:chOff x="69369" y="2301448"/>
            <a:chExt cx="6679307" cy="3683780"/>
          </a:xfrm>
        </p:grpSpPr>
        <p:grpSp>
          <p:nvGrpSpPr>
            <p:cNvPr id="3" name="Group 2"/>
            <p:cNvGrpSpPr/>
            <p:nvPr/>
          </p:nvGrpSpPr>
          <p:grpSpPr>
            <a:xfrm>
              <a:off x="1092851" y="2301448"/>
              <a:ext cx="5655825" cy="3683780"/>
              <a:chOff x="1092851" y="2301448"/>
              <a:chExt cx="5655825" cy="3683780"/>
            </a:xfrm>
          </p:grpSpPr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851" y="2301448"/>
                <a:ext cx="4410177" cy="3683780"/>
              </a:xfrm>
              <a:prstGeom prst="rect">
                <a:avLst/>
              </a:prstGeom>
            </p:spPr>
          </p:pic>
          <p:sp>
            <p:nvSpPr>
              <p:cNvPr id="27" name="TextBox 26"/>
              <p:cNvSpPr txBox="1"/>
              <p:nvPr/>
            </p:nvSpPr>
            <p:spPr>
              <a:xfrm>
                <a:off x="1436532" y="3641924"/>
                <a:ext cx="1861407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bão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hòa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2324747" y="5071882"/>
                <a:ext cx="2029723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Chưa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bão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hòa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4636191" y="3180259"/>
                <a:ext cx="697627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Bão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hòa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5443511" y="5513757"/>
                <a:ext cx="130516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69369" y="3134093"/>
              <a:ext cx="1106821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tan (g)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100g H</a:t>
              </a:r>
              <a:r>
                <a:rPr 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096094" y="2411400"/>
            <a:ext cx="5817913" cy="3337003"/>
            <a:chOff x="2713698" y="2547891"/>
            <a:chExt cx="5817913" cy="3337003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62544" y="2547891"/>
              <a:ext cx="4054497" cy="3337003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6969649" y="3968319"/>
              <a:ext cx="9092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Chưa</a:t>
              </a:r>
              <a:endPara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bão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hòa</a:t>
              </a:r>
              <a:endPara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413997" y="5112740"/>
              <a:ext cx="1117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713698" y="3229655"/>
              <a:ext cx="91726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tan (g)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100g H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89792" y="303870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Bão</a:t>
              </a:r>
              <a:r>
                <a: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hòa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034079" y="2674718"/>
              <a:ext cx="9092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99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Quá</a:t>
              </a:r>
              <a:endParaRPr lang="en-US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 err="1">
                  <a:solidFill>
                    <a:srgbClr val="99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bão</a:t>
              </a:r>
              <a:r>
                <a:rPr lang="en-US" dirty="0">
                  <a:solidFill>
                    <a:srgbClr val="99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hòa</a:t>
              </a:r>
              <a:endParaRPr lang="en-US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50454" y="5830802"/>
            <a:ext cx="110872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800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28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endParaRPr lang="en-US" sz="2800" b="1" i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34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TW" sz="4000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P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72DBF54E-92A3-4776-8918-B38648E1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346" y="901408"/>
            <a:ext cx="110374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HẤT RẮN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+ 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MÔI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⇌ 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DỊCH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&gt; 0 (&gt;95%)</a:t>
            </a:r>
          </a:p>
        </p:txBody>
      </p:sp>
      <p:sp>
        <p:nvSpPr>
          <p:cNvPr id="44" name="Text Box 5">
            <a:extLst>
              <a:ext uri="{FF2B5EF4-FFF2-40B4-BE49-F238E27FC236}">
                <a16:creationId xmlns:a16="http://schemas.microsoft.com/office/drawing/2014/main" id="{72DBF54E-92A3-4776-8918-B38648E1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346" y="2993051"/>
            <a:ext cx="107540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vi-VN" alt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HẤT</a:t>
            </a:r>
            <a:r>
              <a:rPr lang="en-US" alt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KHÍ + </a:t>
            </a:r>
            <a:r>
              <a:rPr lang="vi-VN" alt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MÔI</a:t>
            </a:r>
            <a:r>
              <a:rPr lang="en-US" alt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⇌ </a:t>
            </a:r>
            <a:r>
              <a:rPr lang="vi-VN" alt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DỊCH</a:t>
            </a:r>
            <a:r>
              <a:rPr lang="en-US" alt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&lt; 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24273" y="1531087"/>
            <a:ext cx="11055034" cy="1272999"/>
            <a:chOff x="724273" y="1531087"/>
            <a:chExt cx="11055034" cy="1272999"/>
          </a:xfrm>
        </p:grpSpPr>
        <p:sp>
          <p:nvSpPr>
            <p:cNvPr id="32" name="Text Box 11">
              <a:extLst>
                <a:ext uri="{FF2B5EF4-FFF2-40B4-BE49-F238E27FC236}">
                  <a16:creationId xmlns:a16="http://schemas.microsoft.com/office/drawing/2014/main" id="{98CB04CD-539D-403E-87D9-0DD2F4D58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230" y="1531087"/>
              <a:ext cx="7151660" cy="589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</a:t>
              </a:r>
              <a:r>
                <a:rPr lang="en-US" altLang="en-US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H</a:t>
              </a:r>
              <a:r>
                <a:rPr lang="en-US" altLang="en-US" baseline="-25000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ht</a:t>
              </a:r>
              <a:r>
                <a:rPr lang="vi-VN" altLang="en-US" baseline="-25000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&gt;</a:t>
              </a:r>
              <a:r>
                <a:rPr lang="vi-VN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0,  T↑</a:t>
              </a:r>
              <a:r>
                <a: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  <a:sym typeface="Symbol" panose="05050102010706020507" pitchFamily="18" charset="2"/>
                </a:rPr>
                <a:t> →</a:t>
              </a:r>
              <a:r>
                <a: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Độ</a:t>
              </a:r>
              <a:r>
                <a: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tan </a:t>
              </a:r>
              <a:r>
                <a:rPr lang="en-US" altLang="en-US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chất</a:t>
              </a:r>
              <a:r>
                <a: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rắn</a:t>
              </a:r>
              <a:r>
                <a: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tăng</a:t>
              </a:r>
              <a:endPara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endParaRPr>
            </a:p>
          </p:txBody>
        </p:sp>
        <p:sp>
          <p:nvSpPr>
            <p:cNvPr id="33" name="Text Box 11">
              <a:extLst>
                <a:ext uri="{FF2B5EF4-FFF2-40B4-BE49-F238E27FC236}">
                  <a16:creationId xmlns:a16="http://schemas.microsoft.com/office/drawing/2014/main" id="{98CB04CD-539D-403E-87D9-0DD2F4D58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230" y="2214117"/>
              <a:ext cx="10928077" cy="589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P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hầu</a:t>
              </a: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như</a:t>
              </a: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không</a:t>
              </a: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ảnh</a:t>
              </a: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hưởng</a:t>
              </a: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đến</a:t>
              </a: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độ</a:t>
              </a: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tan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của</a:t>
              </a: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chất</a:t>
              </a:r>
              <a:r>
                <a: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</a:t>
              </a:r>
              <a:r>
                <a:rPr lang="en-US" altLang="en-US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rắn</a:t>
              </a:r>
              <a:endParaRPr lang="en-US" altLang="en-US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endParaRPr>
            </a:p>
          </p:txBody>
        </p:sp>
        <p:sp>
          <p:nvSpPr>
            <p:cNvPr id="6" name="Left Brace 5"/>
            <p:cNvSpPr/>
            <p:nvPr/>
          </p:nvSpPr>
          <p:spPr>
            <a:xfrm>
              <a:off x="724273" y="1627870"/>
              <a:ext cx="163540" cy="97796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Text Box 5">
            <a:extLst>
              <a:ext uri="{FF2B5EF4-FFF2-40B4-BE49-F238E27FC236}">
                <a16:creationId xmlns:a16="http://schemas.microsoft.com/office/drawing/2014/main" id="{72DBF54E-92A3-4776-8918-B38648E1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346" y="5477950"/>
            <a:ext cx="121377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A27B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ÁP SUẤT HƠI BÃO HÒA DUNG DỊCH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dd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&lt;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dm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nguyên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81394" y="6163218"/>
                <a:ext cx="5578130" cy="5990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𝑛𝑔𝑢𝑦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94" y="6163218"/>
                <a:ext cx="5578130" cy="5990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724273" y="3621475"/>
            <a:ext cx="10701119" cy="1533847"/>
            <a:chOff x="724273" y="3621475"/>
            <a:chExt cx="10701119" cy="1533847"/>
          </a:xfrm>
        </p:grpSpPr>
        <p:grpSp>
          <p:nvGrpSpPr>
            <p:cNvPr id="8" name="Group 7"/>
            <p:cNvGrpSpPr/>
            <p:nvPr/>
          </p:nvGrpSpPr>
          <p:grpSpPr>
            <a:xfrm>
              <a:off x="902463" y="3621475"/>
              <a:ext cx="10522929" cy="1533847"/>
              <a:chOff x="902463" y="3621475"/>
              <a:chExt cx="10522929" cy="1533847"/>
            </a:xfrm>
          </p:grpSpPr>
          <p:sp>
            <p:nvSpPr>
              <p:cNvPr id="45" name="Text Box 11">
                <a:extLst>
                  <a:ext uri="{FF2B5EF4-FFF2-40B4-BE49-F238E27FC236}">
                    <a16:creationId xmlns:a16="http://schemas.microsoft.com/office/drawing/2014/main" id="{98CB04CD-539D-403E-87D9-0DD2F4D584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463" y="3621475"/>
                <a:ext cx="7151660" cy="589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</a:t>
                </a:r>
                <a:r>
                  <a:rPr lang="en-US" altLang="en-US" dirty="0" err="1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H</a:t>
                </a:r>
                <a:r>
                  <a:rPr lang="en-US" altLang="en-US" baseline="-25000" dirty="0" err="1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ht</a:t>
                </a:r>
                <a:r>
                  <a:rPr lang="vi-VN" altLang="en-US" baseline="-25000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&lt;</a:t>
                </a:r>
                <a:r>
                  <a:rPr lang="vi-VN" altLang="en-US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0,  T↑</a:t>
                </a:r>
                <a:r>
                  <a:rPr lang="en-US" altLang="en-US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  <a:sym typeface="Symbol" panose="05050102010706020507" pitchFamily="18" charset="2"/>
                  </a:rPr>
                  <a:t> →</a:t>
                </a:r>
                <a:r>
                  <a:rPr lang="en-US" altLang="en-US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 err="1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Độ</a:t>
                </a:r>
                <a:r>
                  <a:rPr lang="en-US" altLang="en-US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tan </a:t>
                </a:r>
                <a:r>
                  <a:rPr lang="en-US" altLang="en-US" dirty="0" err="1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chất</a:t>
                </a:r>
                <a:r>
                  <a:rPr lang="en-US" altLang="en-US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 err="1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khí</a:t>
                </a:r>
                <a:r>
                  <a:rPr lang="en-US" altLang="en-US" dirty="0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 err="1">
                    <a:solidFill>
                      <a:srgbClr val="CC00CC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giảm</a:t>
                </a:r>
                <a:endParaRPr lang="en-US" altLang="en-US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endParaRPr>
              </a:p>
            </p:txBody>
          </p:sp>
          <p:sp>
            <p:nvSpPr>
              <p:cNvPr id="46" name="Text Box 11">
                <a:extLst>
                  <a:ext uri="{FF2B5EF4-FFF2-40B4-BE49-F238E27FC236}">
                    <a16:creationId xmlns:a16="http://schemas.microsoft.com/office/drawing/2014/main" id="{98CB04CD-539D-403E-87D9-0DD2F4D584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2853" y="4401350"/>
                <a:ext cx="6742539" cy="589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dirty="0" err="1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Áp</a:t>
                </a:r>
                <a:r>
                  <a:rPr lang="en-US" altLang="en-US" dirty="0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 err="1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suất</a:t>
                </a:r>
                <a:r>
                  <a:rPr lang="en-US" altLang="en-US" dirty="0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 err="1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tăng</a:t>
                </a:r>
                <a:r>
                  <a:rPr lang="en-US" altLang="en-US" dirty="0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→ </a:t>
                </a:r>
                <a:r>
                  <a:rPr lang="en-US" altLang="en-US" dirty="0" err="1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Tăng</a:t>
                </a:r>
                <a:r>
                  <a:rPr lang="en-US" altLang="en-US" dirty="0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 err="1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độ</a:t>
                </a:r>
                <a:r>
                  <a:rPr lang="en-US" altLang="en-US" dirty="0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tan </a:t>
                </a:r>
                <a:r>
                  <a:rPr lang="en-US" altLang="en-US" dirty="0" err="1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của</a:t>
                </a:r>
                <a:r>
                  <a:rPr lang="en-US" altLang="en-US" dirty="0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 err="1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chất</a:t>
                </a:r>
                <a:r>
                  <a:rPr lang="en-US" altLang="en-US" dirty="0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altLang="en-US" dirty="0" err="1">
                    <a:solidFill>
                      <a:srgbClr val="00B05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sym typeface="Symbol" panose="05050102010706020507" pitchFamily="18" charset="2"/>
                  </a:rPr>
                  <a:t>khí</a:t>
                </a:r>
                <a:endParaRPr lang="en-US" altLang="en-US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949506" y="4126964"/>
                    <a:ext cx="3528787" cy="102835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den>
                          </m:f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𝑐𝑜𝑛𝑠𝑡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9506" y="4126964"/>
                    <a:ext cx="3528787" cy="1028358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0" name="Left Brace 49"/>
            <p:cNvSpPr/>
            <p:nvPr/>
          </p:nvSpPr>
          <p:spPr>
            <a:xfrm>
              <a:off x="724273" y="3705285"/>
              <a:ext cx="178190" cy="1400913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461564" y="6163218"/>
                <a:ext cx="5665204" cy="59907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60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𝑐𝑡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𝑛𝑔𝑢𝑦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564" y="6163218"/>
                <a:ext cx="5665204" cy="5990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01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4" grpId="0"/>
      <p:bldP spid="48" grpId="0"/>
      <p:bldP spid="49" grpId="0" animBg="1"/>
      <p:bldP spid="1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TW" sz="4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TW" sz="4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TW" sz="4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zh-TW" sz="4000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D505306-6D98-B747-656C-1C80FE41B8C1}"/>
              </a:ext>
            </a:extLst>
          </p:cNvPr>
          <p:cNvGrpSpPr/>
          <p:nvPr/>
        </p:nvGrpSpPr>
        <p:grpSpPr>
          <a:xfrm>
            <a:off x="1843541" y="635501"/>
            <a:ext cx="7391400" cy="1742336"/>
            <a:chOff x="1843541" y="635501"/>
            <a:chExt cx="7391400" cy="1742336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F27F616D-E1D8-479B-857A-5A2EC4ADF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541" y="635501"/>
              <a:ext cx="7391400" cy="1686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  <a:norm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1" fontAlgn="auto" hangingPunct="1">
                <a:spcAft>
                  <a:spcPts val="0"/>
                </a:spcAft>
                <a:buFontTx/>
                <a:buNone/>
                <a:defRPr/>
              </a:pPr>
              <a:r>
                <a:rPr lang="en-US" sz="4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		    </a:t>
              </a:r>
            </a:p>
            <a:p>
              <a:pPr defTabSz="914400" eaLnBrk="1" fontAlgn="auto" hangingPunct="1">
                <a:spcAft>
                  <a:spcPts val="0"/>
                </a:spcAft>
                <a:buFontTx/>
                <a:buNone/>
                <a:defRPr/>
              </a:pPr>
              <a:r>
                <a:rPr lang="en-US" sz="4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sz="4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vi-VN" sz="4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4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Lỏng</a:t>
              </a:r>
              <a:r>
                <a:rPr lang="en-US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        </a:t>
              </a:r>
              <a:r>
                <a:rPr lang="vi-VN" sz="4000" dirty="0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US" sz="4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Hơi</a:t>
              </a:r>
              <a:endPara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E2FDD50A-491F-40ED-AE7D-BF2C7AD17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0276" y="1594739"/>
              <a:ext cx="2362200" cy="152400"/>
              <a:chOff x="2976" y="912"/>
              <a:chExt cx="464" cy="96"/>
            </a:xfrm>
          </p:grpSpPr>
          <p:sp>
            <p:nvSpPr>
              <p:cNvPr id="10" name="Line 5">
                <a:extLst>
                  <a:ext uri="{FF2B5EF4-FFF2-40B4-BE49-F238E27FC236}">
                    <a16:creationId xmlns:a16="http://schemas.microsoft.com/office/drawing/2014/main" id="{3986C5F3-391B-4003-AC4A-BC7896B6F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912"/>
                <a:ext cx="384" cy="0"/>
              </a:xfrm>
              <a:prstGeom prst="line">
                <a:avLst/>
              </a:prstGeom>
              <a:noFill/>
              <a:ln w="508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">
                <a:extLst>
                  <a:ext uri="{FF2B5EF4-FFF2-40B4-BE49-F238E27FC236}">
                    <a16:creationId xmlns:a16="http://schemas.microsoft.com/office/drawing/2014/main" id="{16449063-ED0E-4596-9C98-DB50877493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6" y="1008"/>
                <a:ext cx="464" cy="0"/>
              </a:xfrm>
              <a:prstGeom prst="line">
                <a:avLst/>
              </a:prstGeom>
              <a:noFill/>
              <a:ln w="508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4F65A471-537A-4C59-9AA3-AEA05D685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3732" y="980167"/>
              <a:ext cx="27432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Bay </a:t>
              </a:r>
              <a:r>
                <a:rPr lang="en-US" altLang="en-US" b="1" dirty="0" err="1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hơi</a:t>
              </a:r>
              <a:r>
                <a:rPr lang="en-US" altLang="en-US" b="1" dirty="0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  <a:sym typeface="Symbol" panose="05050102010706020507" pitchFamily="18" charset="2"/>
                </a:rPr>
                <a:t>H &gt; 0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EEA676B0-1A6E-48BB-80B7-0C25C5111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409" y="1830149"/>
              <a:ext cx="2971800" cy="547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Ngưng</a:t>
              </a:r>
              <a:r>
                <a:rPr lang="en-US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en-US" b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tụ</a:t>
              </a:r>
              <a:r>
                <a:rPr lang="en-US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  <a:sym typeface="Symbol" panose="05050102010706020507" pitchFamily="18" charset="2"/>
                </a:rPr>
                <a:t>H &lt; 0</a:t>
              </a: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endParaRPr lang="en-US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91" y="3382612"/>
            <a:ext cx="3552613" cy="198741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336201" y="2465763"/>
            <a:ext cx="83712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28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Hơi</a:t>
            </a:r>
            <a:r>
              <a:rPr lang="en-US" sz="2800" baseline="-250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tt</a:t>
            </a:r>
            <a:r>
              <a:rPr lang="en-US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trên</a:t>
            </a:r>
            <a:r>
              <a:rPr lang="en-US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bề</a:t>
            </a:r>
            <a:r>
              <a:rPr lang="en-US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</a:t>
            </a:r>
            <a:r>
              <a:rPr lang="vi-VN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ất lỏng</a:t>
            </a:r>
            <a:r>
              <a:rPr lang="en-US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tạo</a:t>
            </a:r>
            <a:r>
              <a:rPr lang="en-US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áp</a:t>
            </a:r>
            <a:r>
              <a:rPr lang="en-US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suất</a:t>
            </a:r>
            <a:r>
              <a:rPr lang="en-US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hơi</a:t>
            </a:r>
            <a:r>
              <a:rPr lang="en-US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→ </a:t>
            </a:r>
            <a:r>
              <a:rPr lang="en-US" sz="28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sz="2800" baseline="-250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bão</a:t>
            </a:r>
            <a:r>
              <a:rPr lang="en-US" sz="2800" dirty="0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baseline="-25000" dirty="0" err="1">
                <a:solidFill>
                  <a:srgbClr val="993366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hòa</a:t>
            </a:r>
            <a:endParaRPr lang="en-US" sz="2800" dirty="0">
              <a:solidFill>
                <a:srgbClr val="9933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rved Up Arrow 13"/>
          <p:cNvSpPr/>
          <p:nvPr/>
        </p:nvSpPr>
        <p:spPr>
          <a:xfrm rot="6359190">
            <a:off x="1980578" y="3003423"/>
            <a:ext cx="944006" cy="462238"/>
          </a:xfrm>
          <a:prstGeom prst="curvedUpArrow">
            <a:avLst/>
          </a:prstGeom>
          <a:solidFill>
            <a:srgbClr val="993366"/>
          </a:solidFill>
          <a:ln>
            <a:solidFill>
              <a:srgbClr val="99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123113" y="3265386"/>
            <a:ext cx="7683399" cy="741501"/>
            <a:chOff x="4123113" y="3265386"/>
            <a:chExt cx="7683399" cy="741501"/>
          </a:xfrm>
        </p:grpSpPr>
        <p:sp>
          <p:nvSpPr>
            <p:cNvPr id="15" name="Rectangle 14"/>
            <p:cNvSpPr/>
            <p:nvPr/>
          </p:nvSpPr>
          <p:spPr>
            <a:xfrm>
              <a:off x="4579291" y="3348052"/>
              <a:ext cx="7227221" cy="658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P</a:t>
              </a:r>
              <a:r>
                <a:rPr lang="en-US" sz="2800" baseline="-250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bão</a:t>
              </a:r>
              <a:r>
                <a:rPr lang="en-US" sz="2800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sz="2800" baseline="-250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hòa</a:t>
              </a:r>
              <a:r>
                <a:rPr lang="en-US" sz="2800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= </a:t>
              </a:r>
              <a:r>
                <a:rPr lang="en-US" sz="28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P</a:t>
              </a:r>
              <a:r>
                <a:rPr lang="en-US" sz="2800" baseline="-250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môi</a:t>
              </a:r>
              <a:r>
                <a:rPr lang="en-US" sz="2800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sz="2800" baseline="-250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trường</a:t>
              </a:r>
              <a:r>
                <a:rPr lang="en-US" sz="2800" baseline="-25000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sz="2800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→ Q/</a:t>
              </a:r>
              <a:r>
                <a:rPr lang="en-US" sz="28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tr</a:t>
              </a:r>
              <a:r>
                <a:rPr lang="en-US" sz="2800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sôi</a:t>
              </a:r>
              <a:r>
                <a:rPr lang="en-US" sz="2800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xảy</a:t>
              </a:r>
              <a:r>
                <a:rPr lang="en-US" sz="2800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ra</a:t>
              </a:r>
              <a:r>
                <a:rPr lang="en-US" sz="2800" dirty="0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ở </a:t>
              </a:r>
              <a:r>
                <a:rPr lang="en-US" sz="28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  <a:r>
                <a:rPr lang="en-US" sz="2800" baseline="-250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sôi</a:t>
              </a:r>
              <a:r>
                <a:rPr lang="en-US" sz="2800" baseline="300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o</a:t>
              </a:r>
              <a:r>
                <a:rPr lang="en-US" sz="2800" dirty="0" err="1">
                  <a:solidFill>
                    <a:srgbClr val="00B05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C</a:t>
              </a:r>
              <a:endPara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Curved Right Arrow 1"/>
            <p:cNvSpPr/>
            <p:nvPr/>
          </p:nvSpPr>
          <p:spPr>
            <a:xfrm>
              <a:off x="4123113" y="3265386"/>
              <a:ext cx="379296" cy="55514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76725" y="4317464"/>
                <a:ext cx="5586337" cy="61555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725" y="4317464"/>
                <a:ext cx="5586337" cy="61555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849993" y="5259240"/>
                <a:ext cx="5640518" cy="61555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993" y="5259240"/>
                <a:ext cx="5640518" cy="61555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181609" y="6162763"/>
            <a:ext cx="877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772" y="6224318"/>
            <a:ext cx="4430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- C</a:t>
            </a:r>
            <a:r>
              <a:rPr lang="en-US" altLang="en-US" sz="2400" baseline="-25000" dirty="0"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molan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415" y="6245967"/>
            <a:ext cx="28764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-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sz="2400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: h/s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nghiệm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sôi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;</a:t>
            </a:r>
          </a:p>
        </p:txBody>
      </p:sp>
      <p:sp>
        <p:nvSpPr>
          <p:cNvPr id="23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0252" y="6245967"/>
            <a:ext cx="32185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-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sz="2400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: h/s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nghiệm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đông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884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7" grpId="0" animBg="1"/>
      <p:bldP spid="18" grpId="0" animBg="1"/>
      <p:bldP spid="20" grpId="0"/>
      <p:bldP spid="21" grpId="0"/>
      <p:bldP spid="22" grpId="0"/>
      <p:bldP spid="2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Thẩm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Thấu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Thẩm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Thấu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Ngược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3" name="Group 2"/>
          <p:cNvGrpSpPr/>
          <p:nvPr/>
        </p:nvGrpSpPr>
        <p:grpSpPr>
          <a:xfrm>
            <a:off x="552663" y="1118179"/>
            <a:ext cx="6033432" cy="4481944"/>
            <a:chOff x="552663" y="1118179"/>
            <a:chExt cx="6033432" cy="448194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663" y="1332309"/>
              <a:ext cx="6033432" cy="4267814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914403" y="1118179"/>
              <a:ext cx="2699778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Q/t </a:t>
              </a:r>
              <a:r>
                <a:rPr lang="en-US" sz="2800" b="1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Thẩm</a:t>
              </a:r>
              <a:r>
                <a:rPr lang="en-US" sz="28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Thấu</a:t>
              </a:r>
              <a:endParaRPr 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769944" y="2019583"/>
              <a:ext cx="2348223" cy="9541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Q/t </a:t>
              </a:r>
              <a:r>
                <a:rPr lang="en-US" sz="28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Thẩm</a:t>
              </a:r>
              <a:r>
                <a:rPr lang="en-US" sz="28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Thấu</a:t>
              </a:r>
              <a:r>
                <a:rPr lang="en-US" sz="28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Ngược</a:t>
              </a:r>
              <a:endParaRPr 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B7BFE714-3F50-4630-983B-C00D48E1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462" y="1118179"/>
            <a:ext cx="4797553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66725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 THẨM THẤU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MÔI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 ĐỘ DUNG DỊCH THẤP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 ĐỘ DUNG DỊCH CAO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MÀNG BÁN THẨM</a:t>
            </a: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F1D88B7D-197D-4E61-87D4-038B13CD9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869177"/>
              </p:ext>
            </p:extLst>
          </p:nvPr>
        </p:nvGraphicFramePr>
        <p:xfrm>
          <a:off x="5453117" y="5849411"/>
          <a:ext cx="2971800" cy="875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5" imgW="711000" imgH="215640" progId="Equation.3">
                  <p:embed/>
                </p:oleObj>
              </mc:Choice>
              <mc:Fallback>
                <p:oleObj name="Equation" r:id="rId5" imgW="711000" imgH="215640" progId="Equation.3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F1D88B7D-197D-4E61-87D4-038B13CD9E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117" y="5849411"/>
                        <a:ext cx="2971800" cy="87597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96767" y="5995009"/>
            <a:ext cx="416812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Thẩm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Thấu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3059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98561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 7 – </a:t>
            </a:r>
            <a:r>
              <a:rPr lang="en-US" altLang="zh-TW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Trương</a:t>
            </a:r>
            <a:r>
              <a:rPr lang="en-US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TW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) &amp; </a:t>
            </a:r>
            <a:r>
              <a:rPr lang="en-US" altLang="zh-TW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 Ly (</a:t>
            </a:r>
            <a:r>
              <a:rPr lang="el-GR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TW" sz="3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3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4965107" y="903544"/>
            <a:ext cx="4874182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36550" indent="-33655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KHÔNG ĐIỆN LY: </a:t>
            </a:r>
            <a:r>
              <a:rPr lang="en-US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VD. 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5645457" y="4369482"/>
            <a:ext cx="5656074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36550" indent="-33655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ĐIỆN LY YẾU: 1 &lt; </a:t>
            </a:r>
            <a:r>
              <a:rPr lang="en-US" sz="2800" b="1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b="1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m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VD. CH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COOH, 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2628" y="3256049"/>
            <a:ext cx="4204997" cy="1131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vi-V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m: số ion có trong 1 phân tử. 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vi-VN" sz="2400" u="sng" dirty="0">
                <a:latin typeface="Arial" panose="020B0604020202020204" pitchFamily="34" charset="0"/>
                <a:cs typeface="Arial" panose="020B0604020202020204" pitchFamily="34" charset="0"/>
              </a:rPr>
              <a:t>Vd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Cl có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vi-V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vi-V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F0CBFA01-4015-C412-E5D0-3EEBCBB45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3545" y="2162212"/>
            <a:ext cx="531283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36550" indent="-33655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ĐIỆN LY MẠNH: </a:t>
            </a:r>
            <a:r>
              <a:rPr lang="en-US" sz="2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m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VD.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HCl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KNO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…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D29A866-4D68-636C-A8A1-08B8BE8D28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074122"/>
              </p:ext>
            </p:extLst>
          </p:nvPr>
        </p:nvGraphicFramePr>
        <p:xfrm>
          <a:off x="3520867" y="4632721"/>
          <a:ext cx="1871529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4" imgW="1168200" imgH="736560" progId="Equation.3">
                  <p:embed/>
                </p:oleObj>
              </mc:Choice>
              <mc:Fallback>
                <p:oleObj name="Equation" r:id="rId4" imgW="1168200" imgH="73656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CD29A866-4D68-636C-A8A1-08B8BE8D28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0867" y="4632721"/>
                        <a:ext cx="1871529" cy="1331913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44" y="1647148"/>
            <a:ext cx="4910663" cy="21598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287813-B5A7-4B4C-86D5-7B05B6CAE1E3}"/>
              </a:ext>
            </a:extLst>
          </p:cNvPr>
          <p:cNvSpPr txBox="1"/>
          <p:nvPr/>
        </p:nvSpPr>
        <p:spPr>
          <a:xfrm>
            <a:off x="152494" y="985458"/>
            <a:ext cx="5116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="1" baseline="-25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vi-VN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ử</a:t>
            </a:r>
            <a:r>
              <a:rPr lang="vi-VN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  P</a:t>
            </a:r>
            <a:r>
              <a:rPr lang="vi-VN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đly</a:t>
            </a:r>
            <a:endParaRPr 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C1458D-E431-4AB2-8D60-3E345C57189B}"/>
              </a:ext>
            </a:extLst>
          </p:cNvPr>
          <p:cNvSpPr txBox="1"/>
          <p:nvPr/>
        </p:nvSpPr>
        <p:spPr>
          <a:xfrm>
            <a:off x="181609" y="3955709"/>
            <a:ext cx="1356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ỚC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20EB3-4B75-4615-A47F-51E4EAFAED8E}"/>
              </a:ext>
            </a:extLst>
          </p:cNvPr>
          <p:cNvSpPr txBox="1"/>
          <p:nvPr/>
        </p:nvSpPr>
        <p:spPr>
          <a:xfrm>
            <a:off x="1697529" y="3832599"/>
            <a:ext cx="1624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 </a:t>
            </a:r>
          </a:p>
          <a:p>
            <a:pPr algn="ctr"/>
            <a:r>
              <a:rPr lang="en-US" sz="2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sz="2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5B8162-8DB2-4705-82DF-F4973A1B544D}"/>
              </a:ext>
            </a:extLst>
          </p:cNvPr>
          <p:cNvSpPr txBox="1"/>
          <p:nvPr/>
        </p:nvSpPr>
        <p:spPr>
          <a:xfrm>
            <a:off x="3480988" y="3876153"/>
            <a:ext cx="1418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</a:p>
          <a:p>
            <a:pPr algn="ctr"/>
            <a:r>
              <a:rPr lang="en-US" sz="2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MUỐI </a:t>
            </a:r>
          </a:p>
        </p:txBody>
      </p:sp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CD29A866-4D68-636C-A8A1-08B8BE8D28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99523"/>
              </p:ext>
            </p:extLst>
          </p:nvPr>
        </p:nvGraphicFramePr>
        <p:xfrm>
          <a:off x="1751743" y="4632722"/>
          <a:ext cx="1516063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7" imgW="774360" imgH="685800" progId="Equation.3">
                  <p:embed/>
                </p:oleObj>
              </mc:Choice>
              <mc:Fallback>
                <p:oleObj name="Equation" r:id="rId7" imgW="774360" imgH="68580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CD29A866-4D68-636C-A8A1-08B8BE8D28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743" y="4632722"/>
                        <a:ext cx="1516063" cy="133191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5620EB3-4B75-4615-A47F-51E4EAFAED8E}"/>
              </a:ext>
            </a:extLst>
          </p:cNvPr>
          <p:cNvSpPr txBox="1"/>
          <p:nvPr/>
        </p:nvSpPr>
        <p:spPr>
          <a:xfrm>
            <a:off x="1697529" y="6056872"/>
            <a:ext cx="1624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</a:t>
            </a:r>
            <a:r>
              <a:rPr lang="en-US" sz="2000" b="1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20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endParaRPr lang="en-US" sz="2000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620EB3-4B75-4615-A47F-51E4EAFAED8E}"/>
              </a:ext>
            </a:extLst>
          </p:cNvPr>
          <p:cNvSpPr txBox="1"/>
          <p:nvPr/>
        </p:nvSpPr>
        <p:spPr>
          <a:xfrm>
            <a:off x="3592879" y="6061907"/>
            <a:ext cx="1624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sz="2000" b="1" dirty="0" err="1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iện</a:t>
            </a:r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endParaRPr lang="en-US" sz="20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7247225" y="5669661"/>
            <a:ext cx="4357964" cy="1137572"/>
            <a:chOff x="181609" y="5536057"/>
            <a:chExt cx="4721123" cy="1295400"/>
          </a:xfrm>
        </p:grpSpPr>
        <p:graphicFrame>
          <p:nvGraphicFramePr>
            <p:cNvPr id="28" name="Object 11">
              <a:extLst>
                <a:ext uri="{FF2B5EF4-FFF2-40B4-BE49-F238E27FC236}">
                  <a16:creationId xmlns:a16="http://schemas.microsoft.com/office/drawing/2014/main" id="{14EA32F4-E7C1-407C-8021-E0366D941B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8242022"/>
                </p:ext>
              </p:extLst>
            </p:nvPr>
          </p:nvGraphicFramePr>
          <p:xfrm>
            <a:off x="181609" y="5536057"/>
            <a:ext cx="2994025" cy="1295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7" name="Equation" r:id="rId9" imgW="622030" imgH="393529" progId="Equation.3">
                    <p:embed/>
                  </p:oleObj>
                </mc:Choice>
                <mc:Fallback>
                  <p:oleObj name="Equation" r:id="rId9" imgW="622030" imgH="393529" progId="Equation.3">
                    <p:embed/>
                    <p:pic>
                      <p:nvPicPr>
                        <p:cNvPr id="23" name="Object 11">
                          <a:extLst>
                            <a:ext uri="{FF2B5EF4-FFF2-40B4-BE49-F238E27FC236}">
                              <a16:creationId xmlns:a16="http://schemas.microsoft.com/office/drawing/2014/main" id="{14EA32F4-E7C1-407C-8021-E0366D941B04}"/>
                            </a:ext>
                          </a:extLst>
                        </p:cNvPr>
                        <p:cNvPicPr>
                          <a:picLocks noGrp="1"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609" y="5536057"/>
                          <a:ext cx="2994025" cy="1295400"/>
                        </a:xfrm>
                        <a:prstGeom prst="rect">
                          <a:avLst/>
                        </a:prstGeom>
                        <a:solidFill>
                          <a:srgbClr val="00FFCC"/>
                        </a:solidFill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D5B8162-8DB2-4705-82DF-F4973A1B544D}"/>
                </a:ext>
              </a:extLst>
            </p:cNvPr>
            <p:cNvSpPr txBox="1"/>
            <p:nvPr/>
          </p:nvSpPr>
          <p:spPr>
            <a:xfrm>
              <a:off x="3077447" y="5877984"/>
              <a:ext cx="18252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“aim”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507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" grpId="0"/>
      <p:bldP spid="13" grpId="0"/>
      <p:bldP spid="14" grpId="0"/>
      <p:bldP spid="18" grpId="0"/>
      <p:bldP spid="20" grpId="0"/>
      <p:bldP spid="22" grpId="0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501002" y="2685241"/>
            <a:ext cx="40731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ĐIỆN LY YẾU:</a:t>
            </a:r>
          </a:p>
        </p:txBody>
      </p:sp>
      <p:cxnSp>
        <p:nvCxnSpPr>
          <p:cNvPr id="18" name="Straight Arrow Connector 17"/>
          <p:cNvCxnSpPr>
            <a:cxnSpLocks/>
            <a:stCxn id="26" idx="3"/>
            <a:endCxn id="31" idx="1"/>
          </p:cNvCxnSpPr>
          <p:nvPr/>
        </p:nvCxnSpPr>
        <p:spPr>
          <a:xfrm>
            <a:off x="4574128" y="3100740"/>
            <a:ext cx="557612" cy="360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4574128" y="2078874"/>
            <a:ext cx="6404103" cy="1021866"/>
            <a:chOff x="4403440" y="4755105"/>
            <a:chExt cx="6404103" cy="1021866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7" name="Object 12">
                  <a:extLst>
                    <a:ext uri="{FF2B5EF4-FFF2-40B4-BE49-F238E27FC236}">
                      <a16:creationId xmlns:a16="http://schemas.microsoft.com/office/drawing/2014/main" id="{56677FD0-DC50-4C77-9AF6-C5EF1A43EB1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68441184"/>
                    </p:ext>
                  </p:extLst>
                </p:nvPr>
              </p:nvGraphicFramePr>
              <p:xfrm>
                <a:off x="7124716" y="4755105"/>
                <a:ext cx="1288974" cy="100823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251" name="Equation" r:id="rId4" imgW="622030" imgH="482391" progId="Equation.3">
                        <p:embed/>
                      </p:oleObj>
                    </mc:Choice>
                    <mc:Fallback>
                      <p:oleObj name="Equation" r:id="rId4" imgW="622030" imgH="482391" progId="Equation.3">
                        <p:embed/>
                        <p:pic>
                          <p:nvPicPr>
                            <p:cNvPr id="27" name="Object 12">
                              <a:extLst>
                                <a:ext uri="{FF2B5EF4-FFF2-40B4-BE49-F238E27FC236}">
                                  <a16:creationId xmlns:a16="http://schemas.microsoft.com/office/drawing/2014/main" id="{56677FD0-DC50-4C77-9AF6-C5EF1A43EB1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124716" y="4755105"/>
                              <a:ext cx="1288974" cy="1008231"/>
                            </a:xfrm>
                            <a:prstGeom prst="rect">
                              <a:avLst/>
                            </a:prstGeom>
                            <a:solidFill>
                              <a:srgbClr val="FFFF00"/>
                            </a:solidFill>
                            <a:ln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7" name="Object 12">
                  <a:extLst>
                    <a:ext uri="{FF2B5EF4-FFF2-40B4-BE49-F238E27FC236}">
                      <a16:creationId xmlns:a16="http://schemas.microsoft.com/office/drawing/2014/main" id="{56677FD0-DC50-4C77-9AF6-C5EF1A43EB1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68441184"/>
                    </p:ext>
                  </p:extLst>
                </p:nvPr>
              </p:nvGraphicFramePr>
              <p:xfrm>
                <a:off x="7124716" y="4755105"/>
                <a:ext cx="1288974" cy="100823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6" imgW="622030" imgH="482391" progId="Equation.3">
                        <p:embed/>
                      </p:oleObj>
                    </mc:Choice>
                    <mc:Fallback>
                      <p:oleObj name="Equation" r:id="rId6" imgW="622030" imgH="482391" progId="Equation.3">
                        <p:embed/>
                        <p:pic>
                          <p:nvPicPr>
                            <p:cNvPr id="27" name="Object 12">
                              <a:extLst>
                                <a:ext uri="{FF2B5EF4-FFF2-40B4-BE49-F238E27FC236}">
                                  <a16:creationId xmlns:a16="http://schemas.microsoft.com/office/drawing/2014/main" id="{56677FD0-DC50-4C77-9AF6-C5EF1A43EB1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124716" y="4755105"/>
                              <a:ext cx="1288974" cy="1008231"/>
                            </a:xfrm>
                            <a:prstGeom prst="rect">
                              <a:avLst/>
                            </a:prstGeom>
                            <a:solidFill>
                              <a:srgbClr val="FFFF00"/>
                            </a:solidFill>
                            <a:ln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3" name="Notched Right Arrow 2"/>
            <p:cNvSpPr/>
            <p:nvPr/>
          </p:nvSpPr>
          <p:spPr>
            <a:xfrm>
              <a:off x="6615135" y="5108686"/>
              <a:ext cx="334305" cy="277306"/>
            </a:xfrm>
            <a:prstGeom prst="notch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>
              <a:cxnSpLocks/>
              <a:stCxn id="26" idx="3"/>
              <a:endCxn id="10" idx="1"/>
            </p:cNvCxnSpPr>
            <p:nvPr/>
          </p:nvCxnSpPr>
          <p:spPr>
            <a:xfrm flipV="1">
              <a:off x="4403440" y="5259223"/>
              <a:ext cx="466884" cy="517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870324" y="4997613"/>
              <a:ext cx="16145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α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&lt; 0,05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9053537" y="4997610"/>
                  <a:ext cx="175400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 </a:t>
                  </a:r>
                  <a14:m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≈</m:t>
                      </m:r>
                    </m:oMath>
                  </a14:m>
                  <a:r>
                    <a:rPr lang="en-US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C</a:t>
                  </a:r>
                  <a:r>
                    <a:rPr lang="en-US" sz="2800" b="1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  <a:r>
                    <a:rPr lang="el-GR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α</a:t>
                  </a:r>
                  <a:r>
                    <a:rPr lang="en-US" sz="2800" b="1" baseline="30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537" y="4997610"/>
                  <a:ext cx="175400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7194" t="-11628" b="-27907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131740" y="3230886"/>
                <a:ext cx="25394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C</a:t>
                </a:r>
                <a:r>
                  <a:rPr lang="en-US" sz="24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l-G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α</a:t>
                </a:r>
                <a:r>
                  <a:rPr lang="en-US" sz="2400" b="1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/ (1 - </a:t>
                </a:r>
                <a:r>
                  <a:rPr lang="el-G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α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740" y="3230886"/>
                <a:ext cx="2539478" cy="461665"/>
              </a:xfrm>
              <a:prstGeom prst="rect">
                <a:avLst/>
              </a:prstGeom>
              <a:blipFill>
                <a:blip r:embed="rId9"/>
                <a:stretch>
                  <a:fillRect l="-4000" t="-10811" r="-3000" b="-2702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>
            <a:extLst>
              <a:ext uri="{FF2B5EF4-FFF2-40B4-BE49-F238E27FC236}">
                <a16:creationId xmlns:a16="http://schemas.microsoft.com/office/drawing/2014/main" id="{9EFC4F98-954A-CAD1-E325-1652D66FC422}"/>
              </a:ext>
            </a:extLst>
          </p:cNvPr>
          <p:cNvSpPr txBox="1">
            <a:spLocks/>
          </p:cNvSpPr>
          <p:nvPr/>
        </p:nvSpPr>
        <p:spPr>
          <a:xfrm>
            <a:off x="181609" y="122260"/>
            <a:ext cx="1194151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CB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DD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Ly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689992-B50F-9D8E-02A2-F98CCB898841}"/>
              </a:ext>
            </a:extLst>
          </p:cNvPr>
          <p:cNvGrpSpPr/>
          <p:nvPr/>
        </p:nvGrpSpPr>
        <p:grpSpPr>
          <a:xfrm>
            <a:off x="2172379" y="930701"/>
            <a:ext cx="8458200" cy="1103175"/>
            <a:chOff x="1973424" y="1052198"/>
            <a:chExt cx="8458200" cy="1103175"/>
          </a:xfrm>
        </p:grpSpPr>
        <p:sp>
          <p:nvSpPr>
            <p:cNvPr id="13" name="Line 4">
              <a:extLst>
                <a:ext uri="{FF2B5EF4-FFF2-40B4-BE49-F238E27FC236}">
                  <a16:creationId xmlns:a16="http://schemas.microsoft.com/office/drawing/2014/main" id="{6CD10950-AF94-4656-8C49-03AC157D6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624" y="1545773"/>
              <a:ext cx="2057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02B10F83-C488-9604-B06E-889F4CD26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4624" y="1698173"/>
              <a:ext cx="2057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1049465-BEE3-53EA-C31D-6F43F1CA4747}"/>
                </a:ext>
              </a:extLst>
            </p:cNvPr>
            <p:cNvGrpSpPr/>
            <p:nvPr/>
          </p:nvGrpSpPr>
          <p:grpSpPr>
            <a:xfrm>
              <a:off x="1973424" y="1052198"/>
              <a:ext cx="8458200" cy="1103175"/>
              <a:chOff x="1973424" y="1052198"/>
              <a:chExt cx="8458200" cy="1103175"/>
            </a:xfrm>
          </p:grpSpPr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7B9DA27B-3C59-00ED-A3F8-A8ABF61EE7C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973424" y="1371600"/>
                <a:ext cx="8458200" cy="68580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altLang="en-US" b="1" baseline="-250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altLang="en-US" b="1" baseline="-250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dd</a:t>
                </a:r>
                <a:r>
                  <a:rPr lang="en-US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alt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vi-VN" altLang="en-US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       </a:t>
                </a:r>
                <a:r>
                  <a:rPr lang="en-US" alt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</a:t>
                </a:r>
                <a:r>
                  <a:rPr lang="en-US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</a:t>
                </a:r>
                <a:r>
                  <a:rPr lang="en-US" altLang="en-US" b="1" baseline="300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altLang="en-US" b="1" baseline="30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dd</a:t>
                </a:r>
                <a:r>
                  <a:rPr lang="en-US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 +  </a:t>
                </a:r>
                <a:r>
                  <a:rPr lang="en-US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nB</a:t>
                </a:r>
                <a:r>
                  <a:rPr lang="en-US" altLang="en-US" b="1" baseline="300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altLang="en-US" b="1" baseline="30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dd</a:t>
                </a:r>
                <a:r>
                  <a:rPr lang="en-US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20" name="Text Box 6">
                <a:extLst>
                  <a:ext uri="{FF2B5EF4-FFF2-40B4-BE49-F238E27FC236}">
                    <a16:creationId xmlns:a16="http://schemas.microsoft.com/office/drawing/2014/main" id="{511E9919-42A4-654F-CF31-7115AC2D37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8888" y="1052198"/>
                <a:ext cx="19812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dirty="0" err="1">
                    <a:solidFill>
                      <a:srgbClr val="C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Qt</a:t>
                </a:r>
                <a:r>
                  <a:rPr lang="en-US" alt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 ion </a:t>
                </a:r>
                <a:r>
                  <a:rPr lang="en-US" altLang="en-US" sz="2400" dirty="0" err="1">
                    <a:solidFill>
                      <a:srgbClr val="C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hoá</a:t>
                </a:r>
                <a:endParaRPr lang="en-US" altLang="en-US" sz="2400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1" name="Text Box 7">
                <a:extLst>
                  <a:ext uri="{FF2B5EF4-FFF2-40B4-BE49-F238E27FC236}">
                    <a16:creationId xmlns:a16="http://schemas.microsoft.com/office/drawing/2014/main" id="{50EE54D1-E1DD-554E-A188-2B64C35C77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424" y="1698173"/>
                <a:ext cx="25908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Qt </a:t>
                </a:r>
                <a:r>
                  <a:rPr lang="en-US" altLang="en-US" sz="2400" dirty="0" err="1">
                    <a:latin typeface="Arial" panose="020B0604020202020204" pitchFamily="34" charset="0"/>
                    <a:ea typeface="MS PGothic" panose="020B0600070205080204" pitchFamily="34" charset="-128"/>
                  </a:rPr>
                  <a:t>phân</a:t>
                </a:r>
                <a:r>
                  <a:rPr lang="en-US" altLang="en-US" sz="24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 </a:t>
                </a:r>
                <a:r>
                  <a:rPr lang="en-US" altLang="en-US" sz="2400" dirty="0" err="1">
                    <a:latin typeface="Arial" panose="020B0604020202020204" pitchFamily="34" charset="0"/>
                    <a:ea typeface="MS PGothic" panose="020B0600070205080204" pitchFamily="34" charset="-128"/>
                  </a:rPr>
                  <a:t>tử</a:t>
                </a:r>
                <a:r>
                  <a:rPr lang="en-US" altLang="en-US" sz="24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 </a:t>
                </a:r>
                <a:r>
                  <a:rPr lang="en-US" altLang="en-US" sz="2400" dirty="0" err="1">
                    <a:latin typeface="Arial" panose="020B0604020202020204" pitchFamily="34" charset="0"/>
                    <a:ea typeface="MS PGothic" panose="020B0600070205080204" pitchFamily="34" charset="-128"/>
                  </a:rPr>
                  <a:t>hoá</a:t>
                </a:r>
                <a:endParaRPr lang="en-US" altLang="en-US" sz="2400" dirty="0"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</p:grpSp>
      <p:sp>
        <p:nvSpPr>
          <p:cNvPr id="40" name="Rectangle 3">
            <a:extLst>
              <a:ext uri="{FF2B5EF4-FFF2-40B4-BE49-F238E27FC236}">
                <a16:creationId xmlns:a16="http://schemas.microsoft.com/office/drawing/2014/main" id="{BC1F8A0E-7895-FC9E-86A7-5967703E9032}"/>
              </a:ext>
            </a:extLst>
          </p:cNvPr>
          <p:cNvSpPr txBox="1">
            <a:spLocks noChangeArrowheads="1"/>
          </p:cNvSpPr>
          <p:nvPr/>
        </p:nvSpPr>
        <p:spPr>
          <a:xfrm>
            <a:off x="335110" y="3884989"/>
            <a:ext cx="7020655" cy="5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COOH (</a:t>
            </a:r>
            <a:r>
              <a:rPr lang="en-US" alt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⇌ CH</a:t>
            </a:r>
            <a:r>
              <a:rPr lang="en-US" altLang="en-US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COO</a:t>
            </a:r>
            <a:r>
              <a:rPr lang="en-US" altLang="en-US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-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</a:t>
            </a:r>
            <a:r>
              <a:rPr lang="en-US" alt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dd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 + H</a:t>
            </a:r>
            <a:r>
              <a:rPr lang="en-US" altLang="en-US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+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</a:t>
            </a:r>
            <a:r>
              <a:rPr lang="en-US" alt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dd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endParaRPr lang="en-US" altLang="en-US" b="1" baseline="30000" dirty="0">
              <a:solidFill>
                <a:srgbClr val="0000FF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en-US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D0EFA2C0-BE0F-951B-018A-96E6EF4A56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156489"/>
              </p:ext>
            </p:extLst>
          </p:nvPr>
        </p:nvGraphicFramePr>
        <p:xfrm>
          <a:off x="4646247" y="4451496"/>
          <a:ext cx="3156474" cy="913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10" imgW="1549400" imgH="457200" progId="Equation.3">
                  <p:embed/>
                </p:oleObj>
              </mc:Choice>
              <mc:Fallback>
                <p:oleObj name="Equation" r:id="rId10" imgW="1549400" imgH="457200" progId="Equation.3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D0EFA2C0-BE0F-951B-018A-96E6EF4A56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247" y="4451496"/>
                        <a:ext cx="3156474" cy="913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6">
            <a:extLst>
              <a:ext uri="{FF2B5EF4-FFF2-40B4-BE49-F238E27FC236}">
                <a16:creationId xmlns:a16="http://schemas.microsoft.com/office/drawing/2014/main" id="{49638581-7FFA-384E-D6DC-313D3CD8E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4378" y="4646521"/>
            <a:ext cx="2353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lang="en-US" altLang="en-US" sz="2800" b="1" baseline="-250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</a:t>
            </a:r>
            <a:r>
              <a:rPr lang="en-US" altLang="en-US" sz="2800" b="1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lgK</a:t>
            </a:r>
            <a:r>
              <a:rPr lang="en-US" altLang="en-US" sz="2800" b="1" baseline="-250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sz="28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Box 6">
            <a:extLst>
              <a:ext uri="{FF2B5EF4-FFF2-40B4-BE49-F238E27FC236}">
                <a16:creationId xmlns:a16="http://schemas.microsoft.com/office/drawing/2014/main" id="{8C562E6D-25F6-AF2D-6A6D-763E2AB19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88" y="4609581"/>
            <a:ext cx="38954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axit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4CC58336-433E-4FE3-6E80-8D1ED8A87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10" y="5364766"/>
            <a:ext cx="59687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en-US" altLang="en-US" sz="28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(dd) ⇌ NH</a:t>
            </a:r>
            <a:r>
              <a:rPr lang="en-US" altLang="en-US" sz="28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800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(dd)  +  OH</a:t>
            </a:r>
            <a:r>
              <a:rPr lang="en-US" altLang="en-US" sz="2800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(dd)</a:t>
            </a:r>
          </a:p>
        </p:txBody>
      </p:sp>
      <p:sp>
        <p:nvSpPr>
          <p:cNvPr id="45" name="Notched Right Arrow 44">
            <a:extLst>
              <a:ext uri="{FF2B5EF4-FFF2-40B4-BE49-F238E27FC236}">
                <a16:creationId xmlns:a16="http://schemas.microsoft.com/office/drawing/2014/main" id="{719DC2CC-352B-0B80-0105-A1DCA6278370}"/>
              </a:ext>
            </a:extLst>
          </p:cNvPr>
          <p:cNvSpPr/>
          <p:nvPr/>
        </p:nvSpPr>
        <p:spPr>
          <a:xfrm>
            <a:off x="8803599" y="2450743"/>
            <a:ext cx="334305" cy="27730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4749A4F7-B9C4-A47A-1F48-335FCB28D6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740718"/>
              </p:ext>
            </p:extLst>
          </p:nvPr>
        </p:nvGraphicFramePr>
        <p:xfrm>
          <a:off x="4687501" y="5957882"/>
          <a:ext cx="2836172" cy="900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12" imgW="1193760" imgH="457200" progId="Equation.3">
                  <p:embed/>
                </p:oleObj>
              </mc:Choice>
              <mc:Fallback>
                <p:oleObj name="Equation" r:id="rId12" imgW="1193760" imgH="457200" progId="Equation.3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4749A4F7-B9C4-A47A-1F48-335FCB28D6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501" y="5957882"/>
                        <a:ext cx="2836172" cy="900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1">
            <a:extLst>
              <a:ext uri="{FF2B5EF4-FFF2-40B4-BE49-F238E27FC236}">
                <a16:creationId xmlns:a16="http://schemas.microsoft.com/office/drawing/2014/main" id="{278F02F0-E32E-7370-7C98-4DC7716DF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4378" y="6087542"/>
            <a:ext cx="24229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lang="en-US" altLang="en-US" sz="2800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</a:t>
            </a:r>
            <a:r>
              <a:rPr lang="en-US" alt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lgK</a:t>
            </a:r>
            <a:r>
              <a:rPr lang="en-US" altLang="en-US" sz="2800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Box 11">
            <a:extLst>
              <a:ext uri="{FF2B5EF4-FFF2-40B4-BE49-F238E27FC236}">
                <a16:creationId xmlns:a16="http://schemas.microsoft.com/office/drawing/2014/main" id="{6DF9A966-FC5B-7B3D-7658-D7A050C26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88" y="6087542"/>
            <a:ext cx="48209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base:</a:t>
            </a:r>
          </a:p>
        </p:txBody>
      </p:sp>
    </p:spTree>
    <p:extLst>
      <p:ext uri="{BB962C8B-B14F-4D97-AF65-F5344CB8AC3E}">
        <p14:creationId xmlns:p14="http://schemas.microsoft.com/office/powerpoint/2010/main" val="231348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  <p:bldP spid="40" grpId="0"/>
      <p:bldP spid="42" grpId="0"/>
      <p:bldP spid="43" grpId="0"/>
      <p:bldP spid="44" grpId="0"/>
      <p:bldP spid="52" grpId="0"/>
      <p:bldP spid="5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94151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CB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DD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Ly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(K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HĐ)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2" name="Group 1"/>
          <p:cNvGrpSpPr/>
          <p:nvPr/>
        </p:nvGrpSpPr>
        <p:grpSpPr>
          <a:xfrm>
            <a:off x="181609" y="1007177"/>
            <a:ext cx="10673458" cy="830997"/>
            <a:chOff x="181609" y="1007177"/>
            <a:chExt cx="10673458" cy="830997"/>
          </a:xfrm>
        </p:grpSpPr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181609" y="1007177"/>
              <a:ext cx="6152689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336550" indent="-336550" algn="ctr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3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DUNG DỊCH ĐIỆN LY MẠNH: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66815" y="1017565"/>
              <a:ext cx="5088252" cy="8206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466725" algn="ctr">
                <a:lnSpc>
                  <a:spcPct val="150000"/>
                </a:lnSpc>
              </a:pPr>
              <a:r>
                <a:rPr lang="en-US" sz="36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3600" b="1" baseline="-250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sz="36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sz="3600" b="1" baseline="-250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36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→ </a:t>
              </a:r>
              <a:r>
                <a:rPr lang="en-US" sz="36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</a:t>
              </a:r>
              <a:r>
                <a:rPr lang="en-US" sz="3600" b="1" baseline="300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+n</a:t>
              </a:r>
              <a:r>
                <a:rPr lang="en-US" sz="3600" b="1" baseline="300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6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en-US" sz="36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nB</a:t>
              </a:r>
              <a:r>
                <a:rPr lang="en-US" sz="3600" b="1" baseline="300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-m</a:t>
              </a:r>
              <a:endParaRPr lang="vi-VN" sz="3600" dirty="0">
                <a:solidFill>
                  <a:srgbClr val="CC00CC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519654" y="2006935"/>
            <a:ext cx="11152691" cy="1305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ion → </a:t>
            </a:r>
            <a:r>
              <a:rPr 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NaCl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Na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…) →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9654" y="3665433"/>
            <a:ext cx="83904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khái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(a)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81E4388-66D3-4D80-A89B-ACE3EA031814}"/>
              </a:ext>
            </a:extLst>
          </p:cNvPr>
          <p:cNvSpPr txBox="1">
            <a:spLocks noChangeArrowheads="1"/>
          </p:cNvSpPr>
          <p:nvPr/>
        </p:nvSpPr>
        <p:spPr>
          <a:xfrm>
            <a:off x="8874876" y="3665433"/>
            <a:ext cx="1818952" cy="706125"/>
          </a:xfrm>
          <a:prstGeom prst="rect">
            <a:avLst/>
          </a:prstGeom>
          <a:solidFill>
            <a:srgbClr val="FFFF00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 = </a:t>
            </a:r>
            <a:r>
              <a:rPr lang="en-US" alt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f.C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B15369AA-BA8D-457C-9CCC-AEEA64F4F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54" y="4628400"/>
            <a:ext cx="11152691" cy="1305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f: (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hệ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hoạt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)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phụ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thuộc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vào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vi-VN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ản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nhiệt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tích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và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các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ion (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lực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ion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dd)</a:t>
            </a:r>
          </a:p>
        </p:txBody>
      </p:sp>
    </p:spTree>
    <p:extLst>
      <p:ext uri="{BB962C8B-B14F-4D97-AF65-F5344CB8AC3E}">
        <p14:creationId xmlns:p14="http://schemas.microsoft.com/office/powerpoint/2010/main" val="66965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94151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CB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DD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YẾU &amp; KHÓ TAN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3" name="Group 2"/>
          <p:cNvGrpSpPr/>
          <p:nvPr/>
        </p:nvGrpSpPr>
        <p:grpSpPr>
          <a:xfrm>
            <a:off x="98182" y="1014235"/>
            <a:ext cx="11941512" cy="739754"/>
            <a:chOff x="181609" y="4854715"/>
            <a:chExt cx="11941512" cy="739754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181609" y="4854715"/>
              <a:ext cx="4456894" cy="739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336550" indent="-336550" algn="ctr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32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DUNG DỊCH ÍT TAN:</a:t>
              </a:r>
            </a:p>
          </p:txBody>
        </p: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69EB1985-CC8D-4B4B-97DB-4133D1DEA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8503" y="5009694"/>
              <a:ext cx="748461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en-US" altLang="en-US" sz="3200" b="1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A</a:t>
              </a:r>
              <a:r>
                <a:rPr lang="en-US" altLang="en-US" sz="3200" b="1" baseline="-25000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m</a:t>
              </a:r>
              <a:r>
                <a:rPr lang="en-US" altLang="en-US" sz="3200" b="1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B</a:t>
              </a:r>
              <a:r>
                <a:rPr lang="en-US" altLang="en-US" sz="3200" b="1" baseline="-25000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n</a:t>
              </a:r>
              <a:r>
                <a:rPr lang="en-US" altLang="en-US" sz="3200" b="1" dirty="0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(r)   ↔   </a:t>
              </a:r>
              <a:r>
                <a:rPr lang="en-US" altLang="en-US" sz="3200" b="1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mA</a:t>
              </a:r>
              <a:r>
                <a:rPr lang="en-US" altLang="en-US" sz="3200" b="1" baseline="30000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n</a:t>
              </a:r>
              <a:r>
                <a:rPr lang="en-US" altLang="en-US" sz="3200" b="1" baseline="30000" dirty="0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+</a:t>
              </a:r>
              <a:r>
                <a:rPr lang="en-US" altLang="en-US" sz="3200" b="1" dirty="0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(</a:t>
              </a:r>
              <a:r>
                <a:rPr lang="en-US" altLang="en-US" sz="3200" b="1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dd</a:t>
              </a:r>
              <a:r>
                <a:rPr lang="en-US" altLang="en-US" sz="3200" b="1" dirty="0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)   +   </a:t>
              </a:r>
              <a:r>
                <a:rPr lang="en-US" altLang="en-US" sz="3200" b="1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nB</a:t>
              </a:r>
              <a:r>
                <a:rPr lang="en-US" altLang="en-US" sz="3200" b="1" baseline="30000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m</a:t>
              </a:r>
              <a:r>
                <a:rPr lang="en-US" altLang="en-US" sz="3200" b="1" baseline="30000" dirty="0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-</a:t>
              </a:r>
              <a:r>
                <a:rPr lang="en-US" altLang="en-US" sz="3200" b="1" dirty="0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 (</a:t>
              </a:r>
              <a:r>
                <a:rPr lang="en-US" altLang="en-US" sz="3200" b="1" dirty="0" err="1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dd</a:t>
              </a:r>
              <a:r>
                <a:rPr lang="en-US" altLang="en-US" sz="3200" b="1" dirty="0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  <a:sym typeface="Symbol" panose="05050102010706020507" pitchFamily="18" charset="2"/>
                </a:rPr>
                <a:t>) 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A2FAC9B-115F-0222-071B-1FD90D4DFB6D}"/>
              </a:ext>
            </a:extLst>
          </p:cNvPr>
          <p:cNvSpPr txBox="1"/>
          <p:nvPr/>
        </p:nvSpPr>
        <p:spPr>
          <a:xfrm>
            <a:off x="2690633" y="1753989"/>
            <a:ext cx="922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G = 0   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S[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mol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/l]              [A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n+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mS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         [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B</a:t>
            </a:r>
            <a:r>
              <a:rPr lang="en-US" sz="2800" baseline="30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nS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vi-VN" sz="2000" dirty="0">
                <a:latin typeface="Arial" pitchFamily="34" charset="0"/>
                <a:cs typeface="Arial" pitchFamily="34" charset="0"/>
                <a:sym typeface="Symbol"/>
              </a:rPr>
              <a:t>dd A</a:t>
            </a:r>
            <a:r>
              <a:rPr lang="vi-VN" sz="2000" baseline="-25000" dirty="0"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vi-VN" sz="2000" dirty="0">
                <a:latin typeface="Arial" pitchFamily="34" charset="0"/>
                <a:cs typeface="Arial" pitchFamily="34" charset="0"/>
                <a:sym typeface="Symbol"/>
              </a:rPr>
              <a:t>B</a:t>
            </a:r>
            <a:r>
              <a:rPr lang="vi-VN" sz="2000" baseline="-25000" dirty="0">
                <a:latin typeface="Arial" pitchFamily="34" charset="0"/>
                <a:cs typeface="Arial" pitchFamily="34" charset="0"/>
                <a:sym typeface="Symbol"/>
              </a:rPr>
              <a:t>n</a:t>
            </a:r>
            <a:r>
              <a:rPr lang="vi-VN" sz="2000" dirty="0">
                <a:latin typeface="Arial" pitchFamily="34" charset="0"/>
                <a:cs typeface="Arial" pitchFamily="34" charset="0"/>
                <a:sym typeface="Symbol"/>
              </a:rPr>
              <a:t> bh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     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ĐỘ TAN  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0C83AC-E613-BDDF-6ADB-C7DA6F561C0C}"/>
              </a:ext>
            </a:extLst>
          </p:cNvPr>
          <p:cNvGrpSpPr/>
          <p:nvPr/>
        </p:nvGrpSpPr>
        <p:grpSpPr>
          <a:xfrm>
            <a:off x="779896" y="3271121"/>
            <a:ext cx="8678063" cy="895792"/>
            <a:chOff x="779896" y="3271121"/>
            <a:chExt cx="8678063" cy="895792"/>
          </a:xfrm>
        </p:grpSpPr>
        <p:graphicFrame>
          <p:nvGraphicFramePr>
            <p:cNvPr id="13" name="Object 14">
              <a:extLst>
                <a:ext uri="{FF2B5EF4-FFF2-40B4-BE49-F238E27FC236}">
                  <a16:creationId xmlns:a16="http://schemas.microsoft.com/office/drawing/2014/main" id="{438A38EB-3BFB-48A1-A906-A65F83B5D2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5972283"/>
                </p:ext>
              </p:extLst>
            </p:nvPr>
          </p:nvGraphicFramePr>
          <p:xfrm>
            <a:off x="3465561" y="3271121"/>
            <a:ext cx="5992398" cy="895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8" name="Equation" r:id="rId4" imgW="1574640" imgH="253800" progId="Equation.3">
                    <p:embed/>
                  </p:oleObj>
                </mc:Choice>
                <mc:Fallback>
                  <p:oleObj name="Equation" r:id="rId4" imgW="1574640" imgH="253800" progId="Equation.3">
                    <p:embed/>
                    <p:pic>
                      <p:nvPicPr>
                        <p:cNvPr id="13" name="Object 14">
                          <a:extLst>
                            <a:ext uri="{FF2B5EF4-FFF2-40B4-BE49-F238E27FC236}">
                              <a16:creationId xmlns:a16="http://schemas.microsoft.com/office/drawing/2014/main" id="{438A38EB-3BFB-48A1-A906-A65F83B5D2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5561" y="3271121"/>
                          <a:ext cx="5992398" cy="895792"/>
                        </a:xfrm>
                        <a:prstGeom prst="rect">
                          <a:avLst/>
                        </a:prstGeom>
                        <a:solidFill>
                          <a:srgbClr val="00FFCC"/>
                        </a:solidFill>
                        <a:ln w="222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A216C35B-1E29-A838-5D84-ECEB28AA3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896" y="3429000"/>
              <a:ext cx="24387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VN" altLang="en-US" sz="3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Tích số tan</a:t>
              </a:r>
              <a:r>
                <a:rPr lang="en-US" altLang="en-US" sz="3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</p:grpSp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80A6E567-E0AB-731D-9805-A709053B3C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199399"/>
              </p:ext>
            </p:extLst>
          </p:nvPr>
        </p:nvGraphicFramePr>
        <p:xfrm>
          <a:off x="286605" y="4485686"/>
          <a:ext cx="4017171" cy="2250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6" imgW="1384300" imgH="774700" progId="Equation.3">
                  <p:embed/>
                </p:oleObj>
              </mc:Choice>
              <mc:Fallback>
                <p:oleObj name="Equation" r:id="rId6" imgW="1384300" imgH="774700" progId="Equation.3">
                  <p:embed/>
                  <p:pic>
                    <p:nvPicPr>
                      <p:cNvPr id="16" name="Object 11">
                        <a:extLst>
                          <a:ext uri="{FF2B5EF4-FFF2-40B4-BE49-F238E27FC236}">
                            <a16:creationId xmlns:a16="http://schemas.microsoft.com/office/drawing/2014/main" id="{80A6E567-E0AB-731D-9805-A709053B3C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05" y="4485686"/>
                        <a:ext cx="4017171" cy="2250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2F9BF1BE-0CFC-5837-67E5-1E227F9EF0D6}"/>
              </a:ext>
            </a:extLst>
          </p:cNvPr>
          <p:cNvGrpSpPr/>
          <p:nvPr/>
        </p:nvGrpSpPr>
        <p:grpSpPr>
          <a:xfrm>
            <a:off x="4538258" y="4607173"/>
            <a:ext cx="7501436" cy="914400"/>
            <a:chOff x="4538258" y="4607173"/>
            <a:chExt cx="7501436" cy="914400"/>
          </a:xfrm>
        </p:grpSpPr>
        <p:sp>
          <p:nvSpPr>
            <p:cNvPr id="17" name="Text Box 3">
              <a:extLst>
                <a:ext uri="{FF2B5EF4-FFF2-40B4-BE49-F238E27FC236}">
                  <a16:creationId xmlns:a16="http://schemas.microsoft.com/office/drawing/2014/main" id="{7505BB3C-94EC-8999-DB3B-237C29685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8258" y="4833498"/>
              <a:ext cx="4145461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11113" lvl="1" eaLnBrk="1" hangingPunct="1">
                <a:lnSpc>
                  <a:spcPct val="100000"/>
                </a:lnSpc>
                <a:spcBef>
                  <a:spcPct val="50000"/>
                </a:spcBef>
                <a:buNone/>
              </a:pPr>
              <a:r>
                <a:rPr lang="en-US" altLang="en-US" sz="3200" b="1" i="1" dirty="0" err="1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Chất</a:t>
              </a:r>
              <a:r>
                <a:rPr lang="en-US" altLang="en-US" sz="3200" b="1" i="1" dirty="0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sz="3200" b="1" i="1" dirty="0" err="1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đ</a:t>
              </a:r>
              <a:r>
                <a:rPr lang="en-US" altLang="en-US" sz="3200" b="1" i="1" dirty="0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/</a:t>
              </a:r>
              <a:r>
                <a:rPr lang="en-US" altLang="en-US" sz="3200" b="1" i="1" dirty="0" err="1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ly</a:t>
              </a:r>
              <a:r>
                <a:rPr lang="en-US" altLang="en-US" sz="3200" b="1" i="1" dirty="0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sz="3200" b="1" i="1" dirty="0" err="1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sẽ</a:t>
              </a:r>
              <a:r>
                <a:rPr lang="en-US" altLang="en-US" sz="3200" b="1" i="1" dirty="0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sz="3200" b="1" i="1" dirty="0" err="1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kết</a:t>
              </a:r>
              <a:r>
                <a:rPr lang="en-US" altLang="en-US" sz="3200" b="1" i="1" dirty="0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sz="3200" b="1" i="1" dirty="0" err="1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tủa</a:t>
              </a:r>
              <a:r>
                <a:rPr lang="en-US" altLang="en-US" sz="3200" b="1" i="1" dirty="0">
                  <a:solidFill>
                    <a:srgbClr val="7030A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:</a:t>
              </a:r>
            </a:p>
          </p:txBody>
        </p:sp>
        <p:graphicFrame>
          <p:nvGraphicFramePr>
            <p:cNvPr id="18" name="Object 5">
              <a:extLst>
                <a:ext uri="{FF2B5EF4-FFF2-40B4-BE49-F238E27FC236}">
                  <a16:creationId xmlns:a16="http://schemas.microsoft.com/office/drawing/2014/main" id="{DBFE718F-84B0-98A6-F673-758ED29B8E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0648440"/>
                </p:ext>
              </p:extLst>
            </p:nvPr>
          </p:nvGraphicFramePr>
          <p:xfrm>
            <a:off x="8683719" y="4607173"/>
            <a:ext cx="3355975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0" name="Equation" r:id="rId8" imgW="1002865" imgH="253890" progId="Equation.3">
                    <p:embed/>
                  </p:oleObj>
                </mc:Choice>
                <mc:Fallback>
                  <p:oleObj name="Equation" r:id="rId8" imgW="1002865" imgH="253890" progId="Equation.3">
                    <p:embed/>
                    <p:pic>
                      <p:nvPicPr>
                        <p:cNvPr id="18" name="Object 5">
                          <a:extLst>
                            <a:ext uri="{FF2B5EF4-FFF2-40B4-BE49-F238E27FC236}">
                              <a16:creationId xmlns:a16="http://schemas.microsoft.com/office/drawing/2014/main" id="{DBFE718F-84B0-98A6-F673-758ED29B8E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3719" y="4607173"/>
                          <a:ext cx="3355975" cy="914400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9933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E996BA-7C58-5167-034B-8AD6FA580FE9}"/>
              </a:ext>
            </a:extLst>
          </p:cNvPr>
          <p:cNvGrpSpPr/>
          <p:nvPr/>
        </p:nvGrpSpPr>
        <p:grpSpPr>
          <a:xfrm>
            <a:off x="5200217" y="5640635"/>
            <a:ext cx="6839477" cy="819150"/>
            <a:chOff x="5200217" y="5640635"/>
            <a:chExt cx="6839477" cy="819150"/>
          </a:xfrm>
        </p:grpSpPr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A7459EB3-7773-7631-B1EA-F9C51525A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0217" y="5757822"/>
              <a:ext cx="3355975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11113" lvl="1" eaLnBrk="1" hangingPunct="1">
                <a:lnSpc>
                  <a:spcPct val="100000"/>
                </a:lnSpc>
                <a:spcBef>
                  <a:spcPct val="50000"/>
                </a:spcBef>
                <a:buNone/>
              </a:pPr>
              <a:r>
                <a:rPr lang="en-US" altLang="en-US" sz="3200" b="1" i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Chất</a:t>
              </a:r>
              <a:r>
                <a:rPr lang="en-US" altLang="en-US" sz="3200" b="1" i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sz="3200" b="1" i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đ</a:t>
              </a:r>
              <a:r>
                <a:rPr lang="en-US" altLang="en-US" sz="3200" b="1" i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/</a:t>
              </a:r>
              <a:r>
                <a:rPr lang="en-US" altLang="en-US" sz="3200" b="1" i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ly</a:t>
              </a:r>
              <a:r>
                <a:rPr lang="en-US" altLang="en-US" sz="3200" b="1" i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sz="3200" b="1" i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sẽ</a:t>
              </a:r>
              <a:r>
                <a:rPr lang="en-US" altLang="en-US" sz="3200" b="1" i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tan:</a:t>
              </a:r>
              <a:r>
                <a:rPr lang="en-US" altLang="en-US" sz="3200" i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</a:p>
          </p:txBody>
        </p:sp>
        <p:graphicFrame>
          <p:nvGraphicFramePr>
            <p:cNvPr id="21" name="Object 8">
              <a:extLst>
                <a:ext uri="{FF2B5EF4-FFF2-40B4-BE49-F238E27FC236}">
                  <a16:creationId xmlns:a16="http://schemas.microsoft.com/office/drawing/2014/main" id="{8E48D0AD-9465-7C8C-C43B-1B5452DF3F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5101531"/>
                </p:ext>
              </p:extLst>
            </p:nvPr>
          </p:nvGraphicFramePr>
          <p:xfrm>
            <a:off x="8683719" y="5640635"/>
            <a:ext cx="3355975" cy="819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1" name="Equation" r:id="rId10" imgW="1066337" imgH="253890" progId="Equation.3">
                    <p:embed/>
                  </p:oleObj>
                </mc:Choice>
                <mc:Fallback>
                  <p:oleObj name="Equation" r:id="rId10" imgW="1066337" imgH="253890" progId="Equation.3">
                    <p:embed/>
                    <p:pic>
                      <p:nvPicPr>
                        <p:cNvPr id="21" name="Object 8">
                          <a:extLst>
                            <a:ext uri="{FF2B5EF4-FFF2-40B4-BE49-F238E27FC236}">
                              <a16:creationId xmlns:a16="http://schemas.microsoft.com/office/drawing/2014/main" id="{8E48D0AD-9465-7C8C-C43B-1B5452DF3F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3719" y="5640635"/>
                          <a:ext cx="3355975" cy="81915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1750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640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59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C1840-5697-66D6-6EAC-5D010E82B661}"/>
              </a:ext>
            </a:extLst>
          </p:cNvPr>
          <p:cNvSpPr txBox="1"/>
          <p:nvPr/>
        </p:nvSpPr>
        <p:spPr>
          <a:xfrm>
            <a:off x="297107" y="987134"/>
            <a:ext cx="11393906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algn="just">
              <a:lnSpc>
                <a:spcPct val="115000"/>
              </a:lnSpc>
              <a:spcAft>
                <a:spcPts val="1000"/>
              </a:spcAft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dung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HCl 4M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lít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HCl 0,5M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C1C656-7CD6-CA4C-2805-2BB90615971D}"/>
              </a:ext>
            </a:extLst>
          </p:cNvPr>
          <p:cNvSpPr txBox="1"/>
          <p:nvPr/>
        </p:nvSpPr>
        <p:spPr>
          <a:xfrm>
            <a:off x="503535" y="1542340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0,0125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0,125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0,875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r>
              <a:rPr lang="x-none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12,5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A75A23-E6F2-62E3-4188-95861E01BDA6}"/>
              </a:ext>
            </a:extLst>
          </p:cNvPr>
          <p:cNvSpPr txBox="1"/>
          <p:nvPr/>
        </p:nvSpPr>
        <p:spPr>
          <a:xfrm>
            <a:off x="260539" y="2172288"/>
            <a:ext cx="11393906" cy="94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algn="just">
              <a:lnSpc>
                <a:spcPct val="115000"/>
              </a:lnSpc>
              <a:spcAft>
                <a:spcPts val="1000"/>
              </a:spcAft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dung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0,5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lít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pH = 1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80BF09-BA53-92AC-EC0B-DE0D3BEF063B}"/>
              </a:ext>
            </a:extLst>
          </p:cNvPr>
          <p:cNvSpPr txBox="1"/>
          <p:nvPr/>
        </p:nvSpPr>
        <p:spPr>
          <a:xfrm>
            <a:off x="503534" y="3148736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0,125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0,25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0,5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r>
              <a:rPr lang="x-none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0,1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0819F-89E7-FDED-B03B-3FB8F5FB3755}"/>
              </a:ext>
            </a:extLst>
          </p:cNvPr>
          <p:cNvSpPr txBox="1"/>
          <p:nvPr/>
        </p:nvSpPr>
        <p:spPr>
          <a:xfrm>
            <a:off x="260539" y="3671326"/>
            <a:ext cx="11393906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algn="just">
              <a:lnSpc>
                <a:spcPct val="115000"/>
              </a:lnSpc>
              <a:spcAft>
                <a:spcPts val="1000"/>
              </a:spcAft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Cho dung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NaCl 0,5M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khối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riêng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 = 1,02 g/ml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aseline="-250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NaCl</a:t>
            </a:r>
            <a:r>
              <a:rPr lang="en-US" sz="2400" baseline="-250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58,5 g/mol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ta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1027113" indent="-484188" algn="just">
              <a:lnSpc>
                <a:spcPct val="115000"/>
              </a:lnSpc>
              <a:spcAft>
                <a:spcPts val="1000"/>
              </a:spcAft>
              <a:buAutoNum type="arabicParenBoth"/>
              <a:tabLst>
                <a:tab pos="1147763" algn="l"/>
              </a:tabLst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trăm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dd NaCl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C% = 2,87%;</a:t>
            </a:r>
          </a:p>
          <a:p>
            <a:pPr marL="1027113" indent="-484188" algn="just">
              <a:lnSpc>
                <a:spcPct val="115000"/>
              </a:lnSpc>
              <a:spcAft>
                <a:spcPts val="1000"/>
              </a:spcAft>
              <a:buAutoNum type="arabicParenBoth"/>
              <a:tabLst>
                <a:tab pos="1147763" algn="l"/>
              </a:tabLs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mol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NaCl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400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NaCl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0,009;</a:t>
            </a:r>
          </a:p>
          <a:p>
            <a:pPr marL="1027113" indent="-484188" algn="just">
              <a:lnSpc>
                <a:spcPct val="115000"/>
              </a:lnSpc>
              <a:spcAft>
                <a:spcPts val="1000"/>
              </a:spcAft>
              <a:buAutoNum type="arabicParenBoth"/>
              <a:tabLst>
                <a:tab pos="1147763" algn="l"/>
              </a:tabLst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molan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0,505 m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4E5B2B-ED75-20C3-7228-1CD9D2BE0BEF}"/>
              </a:ext>
            </a:extLst>
          </p:cNvPr>
          <p:cNvSpPr txBox="1"/>
          <p:nvPr/>
        </p:nvSpPr>
        <p:spPr>
          <a:xfrm>
            <a:off x="594465" y="6314804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3149600" algn="l"/>
                <a:tab pos="6084888" algn="l"/>
                <a:tab pos="8840788" algn="l"/>
                <a:tab pos="94996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1, 3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1, 2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x-none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595950" y="155789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310950" y="3169340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411534" y="6310143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69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  <p:bldP spid="14" grpId="0"/>
      <p:bldP spid="15" grpId="0"/>
      <p:bldP spid="16" grpId="0"/>
      <p:bldP spid="11" grpId="0" animBg="1"/>
      <p:bldP spid="12" grpId="0" animBg="1"/>
      <p:bldP spid="1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401664-E04C-35B8-43CD-6EC4584B7DEF}"/>
                  </a:ext>
                </a:extLst>
              </p:cNvPr>
              <p:cNvSpPr txBox="1"/>
              <p:nvPr/>
            </p:nvSpPr>
            <p:spPr>
              <a:xfrm>
                <a:off x="360948" y="1025198"/>
                <a:ext cx="11806273" cy="1744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sz="2400" b="1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 4</a:t>
                </a:r>
                <a:r>
                  <a:rPr lang="fr-F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Chọn đáp án </a:t>
                </a:r>
                <a:r>
                  <a:rPr lang="vi-V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đúng</a:t>
                </a:r>
                <a:r>
                  <a:rPr lang="vi-V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Ở 250C có cân bằng: </a:t>
                </a:r>
                <a:r>
                  <a:rPr lang="vi-V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vi-VN" sz="24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vi-V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(k)	 ⇄ 	H</a:t>
                </a:r>
                <a:r>
                  <a:rPr lang="vi-VN" sz="24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vi-V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(aq) </a:t>
                </a:r>
              </a:p>
              <a:p>
                <a:pPr>
                  <a:lnSpc>
                    <a:spcPct val="150000"/>
                  </a:lnSpc>
                </a:pP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vi-V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</m:e>
                      <m:sub>
                        <m:r>
                          <a:rPr lang="vi-V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</m:t>
                        </m:r>
                      </m:sup>
                    </m:sSubSup>
                  </m:oMath>
                </a14:m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[kJ/mol]        -33,56 		-27,83 </a:t>
                </a:r>
              </a:p>
              <a:p>
                <a:pPr>
                  <a:lnSpc>
                    <a:spcPct val="150000"/>
                  </a:lnSpc>
                </a:pP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Tính </a:t>
                </a:r>
                <a:r>
                  <a:rPr lang="vi-V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độ tan [M] của H</a:t>
                </a:r>
                <a:r>
                  <a:rPr lang="vi-VN" sz="2400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vi-V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nước khi </a:t>
                </a:r>
                <a:r>
                  <a:rPr lang="vi-VN" sz="24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áp suất H</a:t>
                </a:r>
                <a:r>
                  <a:rPr lang="vi-VN" sz="2400" baseline="-250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vi-VN" sz="24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là 1atm </a:t>
                </a: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ở 25</a:t>
                </a:r>
                <a:r>
                  <a:rPr lang="vi-V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401664-E04C-35B8-43CD-6EC4584B7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48" y="1025198"/>
                <a:ext cx="11806273" cy="1744517"/>
              </a:xfrm>
              <a:prstGeom prst="rect">
                <a:avLst/>
              </a:prstGeom>
              <a:blipFill>
                <a:blip r:embed="rId3"/>
                <a:stretch>
                  <a:fillRect l="-752" b="-507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D6B1083-DC06-86BB-2689-3A73BDB0B29E}"/>
              </a:ext>
            </a:extLst>
          </p:cNvPr>
          <p:cNvSpPr txBox="1"/>
          <p:nvPr/>
        </p:nvSpPr>
        <p:spPr>
          <a:xfrm>
            <a:off x="631181" y="2967335"/>
            <a:ext cx="9918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479675" algn="l"/>
                <a:tab pos="5019675" algn="l"/>
                <a:tab pos="7546975" algn="l"/>
              </a:tabLst>
            </a:pP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0,1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0,01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0,001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A2C88E-4C4E-E34D-AF74-6F601B6FFB74}"/>
              </a:ext>
            </a:extLst>
          </p:cNvPr>
          <p:cNvSpPr txBox="1"/>
          <p:nvPr/>
        </p:nvSpPr>
        <p:spPr>
          <a:xfrm>
            <a:off x="360948" y="4037699"/>
            <a:ext cx="115623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  <a:buClr>
                <a:srgbClr val="000000"/>
              </a:buClr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bão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hòa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bão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hòa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20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tan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200,0 g/100 ml 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tinh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khiết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hơi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bão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hòa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23,76 mmHg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BDC158-38F0-008A-1E8D-32CAC520377D}"/>
              </a:ext>
            </a:extLst>
          </p:cNvPr>
          <p:cNvSpPr txBox="1"/>
          <p:nvPr/>
        </p:nvSpPr>
        <p:spPr>
          <a:xfrm>
            <a:off x="631181" y="5904743"/>
            <a:ext cx="11292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017838" algn="l"/>
                <a:tab pos="6084888" algn="l"/>
                <a:tab pos="9056688" algn="l"/>
              </a:tabLst>
            </a:pP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19,79 mm Hg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3,97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3,79 </a:t>
            </a:r>
            <a:r>
              <a:rPr lang="fr-FR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1,73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06797" y="297952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614238" y="5901639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93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8" grpId="0"/>
      <p:bldP spid="22" grpId="0"/>
      <p:bldP spid="9" grpId="0" animBg="1"/>
      <p:bldP spid="1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01664-E04C-35B8-43CD-6EC4584B7DEF}"/>
              </a:ext>
            </a:extLst>
          </p:cNvPr>
          <p:cNvSpPr txBox="1"/>
          <p:nvPr/>
        </p:nvSpPr>
        <p:spPr>
          <a:xfrm>
            <a:off x="360948" y="863411"/>
            <a:ext cx="118062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fr-FR" sz="2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Khi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loãng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bay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hơi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1113">
              <a:lnSpc>
                <a:spcPct val="150000"/>
              </a:lnSpc>
              <a:tabLst>
                <a:tab pos="5726113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sôi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2)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thẩm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thấu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1113">
              <a:lnSpc>
                <a:spcPct val="150000"/>
              </a:lnSpc>
              <a:tabLst>
                <a:tab pos="5678488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đông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	4)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hơi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hoà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B1083-DC06-86BB-2689-3A73BDB0B29E}"/>
              </a:ext>
            </a:extLst>
          </p:cNvPr>
          <p:cNvSpPr txBox="1"/>
          <p:nvPr/>
        </p:nvSpPr>
        <p:spPr>
          <a:xfrm>
            <a:off x="1343288" y="3283027"/>
            <a:ext cx="9918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479675" algn="l"/>
                <a:tab pos="5019675" algn="l"/>
                <a:tab pos="7546975" algn="l"/>
              </a:tabLst>
            </a:pP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1,2,3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3,4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1,2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A2C88E-4C4E-E34D-AF74-6F601B6FFB74}"/>
              </a:ext>
            </a:extLst>
          </p:cNvPr>
          <p:cNvSpPr txBox="1"/>
          <p:nvPr/>
        </p:nvSpPr>
        <p:spPr>
          <a:xfrm>
            <a:off x="360948" y="4037699"/>
            <a:ext cx="115623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  <a:buClr>
                <a:srgbClr val="000000"/>
              </a:buClr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bão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hòa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bão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hòa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20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tan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200,0 g/100 ml 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tinh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khiết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hơi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bão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hòa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23,76 mmHg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BDC158-38F0-008A-1E8D-32CAC520377D}"/>
              </a:ext>
            </a:extLst>
          </p:cNvPr>
          <p:cNvSpPr txBox="1"/>
          <p:nvPr/>
        </p:nvSpPr>
        <p:spPr>
          <a:xfrm>
            <a:off x="631181" y="5904743"/>
            <a:ext cx="11292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017838" algn="l"/>
                <a:tab pos="6084888" algn="l"/>
                <a:tab pos="9056688" algn="l"/>
              </a:tabLst>
            </a:pP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19,79 mm Hg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3,97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3,79 </a:t>
            </a:r>
            <a:r>
              <a:rPr lang="fr-FR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1,73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8881182" y="3268979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614238" y="5901639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60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8" grpId="0"/>
      <p:bldP spid="22" grpId="0"/>
      <p:bldP spid="9" grpId="0" animBg="1"/>
      <p:bldP spid="1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59FEA-9718-1BD1-8305-C6495376DFF1}"/>
              </a:ext>
            </a:extLst>
          </p:cNvPr>
          <p:cNvSpPr txBox="1"/>
          <p:nvPr/>
        </p:nvSpPr>
        <p:spPr>
          <a:xfrm>
            <a:off x="353260" y="2994315"/>
            <a:ext cx="11301185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  <a:buClr>
                <a:srgbClr val="000000"/>
              </a:buClr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khối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sz="24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hòa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tan 1g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tan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100 ml H</a:t>
            </a:r>
            <a:r>
              <a:rPr lang="en-US" sz="2400" baseline="-250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sôi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lên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0,1275</a:t>
            </a:r>
            <a:r>
              <a:rPr lang="en-US" sz="2400" baseline="30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C,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sôi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0,51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/mol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76D1E-0413-CEC0-C00B-732A426A9A33}"/>
              </a:ext>
            </a:extLst>
          </p:cNvPr>
          <p:cNvSpPr txBox="1"/>
          <p:nvPr/>
        </p:nvSpPr>
        <p:spPr>
          <a:xfrm>
            <a:off x="466652" y="4299971"/>
            <a:ext cx="11292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017838" algn="l"/>
                <a:tab pos="6084888" algn="l"/>
                <a:tab pos="9056688" algn="l"/>
              </a:tabLst>
            </a:pP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 g/mol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g/mol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g/mol 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g/mol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343678-D3F3-C51C-531A-47741B775DEA}"/>
              </a:ext>
            </a:extLst>
          </p:cNvPr>
          <p:cNvSpPr txBox="1"/>
          <p:nvPr/>
        </p:nvSpPr>
        <p:spPr>
          <a:xfrm>
            <a:off x="362330" y="993294"/>
            <a:ext cx="11187793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  <a:buClr>
                <a:srgbClr val="000000"/>
              </a:buClr>
            </a:pPr>
            <a:r>
              <a:rPr lang="fr-FR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fr-FR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đáp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sôi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loãng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chứa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tan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bay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hơi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sôi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dung</a:t>
            </a:r>
            <a:r>
              <a:rPr lang="fr-FR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3E52EE-66EE-87BD-5045-53DDE94D7BD6}"/>
              </a:ext>
            </a:extLst>
          </p:cNvPr>
          <p:cNvSpPr txBox="1"/>
          <p:nvPr/>
        </p:nvSpPr>
        <p:spPr>
          <a:xfrm>
            <a:off x="362331" y="2301599"/>
            <a:ext cx="11292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659063" algn="l"/>
                <a:tab pos="5546725" algn="l"/>
                <a:tab pos="8170863" algn="l"/>
              </a:tabLst>
            </a:pP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4D447B-F40D-90BB-9274-DAADE10EB140}"/>
              </a:ext>
            </a:extLst>
          </p:cNvPr>
          <p:cNvSpPr txBox="1"/>
          <p:nvPr/>
        </p:nvSpPr>
        <p:spPr>
          <a:xfrm>
            <a:off x="362330" y="5075660"/>
            <a:ext cx="11187793" cy="94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buClr>
                <a:srgbClr val="000000"/>
              </a:buClr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khối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vi-VN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không điện ly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hòa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tan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g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tan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lít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thẩm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thấu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0,436 atm </a:t>
            </a:r>
            <a:r>
              <a:rPr lang="vi-V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 25</a:t>
            </a:r>
            <a:r>
              <a:rPr lang="vi-VN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vi-V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348821-805C-5CF6-C4F6-796F76285017}"/>
              </a:ext>
            </a:extLst>
          </p:cNvPr>
          <p:cNvSpPr txBox="1"/>
          <p:nvPr/>
        </p:nvSpPr>
        <p:spPr>
          <a:xfrm>
            <a:off x="618719" y="6108385"/>
            <a:ext cx="11292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017838" algn="l"/>
                <a:tab pos="6084888" algn="l"/>
                <a:tab pos="9056688" algn="l"/>
              </a:tabLst>
            </a:pP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 g/mol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g/mol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g/mol 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g/mol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28999" y="228476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531174" y="429104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658422" y="6101360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59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4" grpId="0"/>
      <p:bldP spid="16" grpId="0"/>
      <p:bldP spid="21" grpId="0"/>
      <p:bldP spid="12" grpId="0" animBg="1"/>
      <p:bldP spid="13" grpId="0" animBg="1"/>
      <p:bldP spid="1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775062" y="3426900"/>
            <a:ext cx="570368" cy="568080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1423" y="892156"/>
            <a:ext cx="11289154" cy="3037306"/>
            <a:chOff x="451423" y="892156"/>
            <a:chExt cx="11289154" cy="30373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A20E4FD-ADF6-6E95-E908-475918AC280E}"/>
                </a:ext>
              </a:extLst>
            </p:cNvPr>
            <p:cNvSpPr txBox="1"/>
            <p:nvPr/>
          </p:nvSpPr>
          <p:spPr>
            <a:xfrm>
              <a:off x="451423" y="892156"/>
              <a:ext cx="1128915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en-US" sz="24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Câu</a:t>
              </a:r>
              <a:r>
                <a:rPr lang="en-US" altLang="en-US" sz="24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11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Chọn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án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đúng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Cho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dung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dịch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khi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hòa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tan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lần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lượt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10g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tan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ly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C</a:t>
              </a:r>
              <a:r>
                <a:rPr lang="en-US" alt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C</a:t>
              </a:r>
              <a:r>
                <a:rPr lang="en-US" alt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 kg </a:t>
              </a:r>
              <a:r>
                <a:rPr lang="en-US" alt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nước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alt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Sắp</a:t>
              </a:r>
              <a:r>
                <a:rPr lang="en-US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xếp</a:t>
              </a:r>
              <a:r>
                <a:rPr lang="en-US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sôi</a:t>
              </a:r>
              <a:r>
                <a:rPr lang="en-US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dung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dịch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thứ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tự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dần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3E774F-2951-C91B-C511-6D61DED36771}"/>
                </a:ext>
              </a:extLst>
            </p:cNvPr>
            <p:cNvSpPr/>
            <p:nvPr/>
          </p:nvSpPr>
          <p:spPr>
            <a:xfrm>
              <a:off x="861368" y="2614770"/>
              <a:ext cx="4545219" cy="579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 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7B4123-E484-8EAE-7A0E-F14FB86226AC}"/>
                </a:ext>
              </a:extLst>
            </p:cNvPr>
            <p:cNvSpPr/>
            <p:nvPr/>
          </p:nvSpPr>
          <p:spPr>
            <a:xfrm>
              <a:off x="6794421" y="2642294"/>
              <a:ext cx="4527201" cy="579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 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02E4F82-C35A-4136-7DBF-F1E485DED067}"/>
                </a:ext>
              </a:extLst>
            </p:cNvPr>
            <p:cNvSpPr/>
            <p:nvPr/>
          </p:nvSpPr>
          <p:spPr>
            <a:xfrm>
              <a:off x="847572" y="3291374"/>
              <a:ext cx="4424994" cy="579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 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 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97E477-B752-92FA-0A9A-7A29C15A9C92}"/>
                </a:ext>
              </a:extLst>
            </p:cNvPr>
            <p:cNvSpPr/>
            <p:nvPr/>
          </p:nvSpPr>
          <p:spPr>
            <a:xfrm>
              <a:off x="6857910" y="3349495"/>
              <a:ext cx="4493538" cy="579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C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0DB7B9-1F6A-3F2B-64C8-FA908670E5E4}"/>
              </a:ext>
            </a:extLst>
          </p:cNvPr>
          <p:cNvSpPr txBox="1"/>
          <p:nvPr/>
        </p:nvSpPr>
        <p:spPr>
          <a:xfrm>
            <a:off x="391911" y="3967978"/>
            <a:ext cx="113486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</a:pPr>
            <a:r>
              <a:rPr lang="en-US" sz="2400" b="1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Cho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loãng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NaCl, MgCl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Na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</a:t>
            </a:r>
            <a:r>
              <a:rPr lang="en-US" sz="24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chúng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molan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muối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NaCl, MgCl</a:t>
            </a:r>
            <a:r>
              <a:rPr lang="en-US" sz="2400" baseline="-250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</a:t>
            </a:r>
            <a:r>
              <a:rPr lang="en-US" sz="2400" baseline="-250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</a:t>
            </a:r>
            <a:r>
              <a:rPr lang="en-US" sz="2400" baseline="-250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kiện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ngoài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sôi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dãy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C80A38-8EF0-5C56-E778-0A21B3797DCD}"/>
              </a:ext>
            </a:extLst>
          </p:cNvPr>
          <p:cNvSpPr txBox="1"/>
          <p:nvPr/>
        </p:nvSpPr>
        <p:spPr>
          <a:xfrm>
            <a:off x="588042" y="6268503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754313" algn="l"/>
                <a:tab pos="5821363" algn="l"/>
                <a:tab pos="8434388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x-none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90286" y="6265379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56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/>
      <p:bldP spid="22" grpId="0"/>
      <p:bldP spid="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83071" y="2697364"/>
            <a:ext cx="570368" cy="568080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1423" y="892156"/>
            <a:ext cx="11289154" cy="2995294"/>
            <a:chOff x="451423" y="892156"/>
            <a:chExt cx="11289154" cy="299529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A20E4FD-ADF6-6E95-E908-475918AC280E}"/>
                </a:ext>
              </a:extLst>
            </p:cNvPr>
            <p:cNvSpPr txBox="1"/>
            <p:nvPr/>
          </p:nvSpPr>
          <p:spPr>
            <a:xfrm>
              <a:off x="451423" y="892156"/>
              <a:ext cx="11289154" cy="11339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en-US" sz="24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Câu</a:t>
              </a:r>
              <a:r>
                <a:rPr lang="en-US" altLang="en-US" sz="24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13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Chọn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án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đúng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sôi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(T</a:t>
              </a:r>
              <a:r>
                <a:rPr lang="en-US" altLang="en-US" sz="2400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nước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đỉnh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núi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Phanxipăng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khí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quyển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0,7 atm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alt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Biết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hoá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hơi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nước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41,8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kJ/mol.  </a:t>
              </a:r>
              <a:endParaRPr lang="x-none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3E774F-2951-C91B-C511-6D61DED36771}"/>
                </a:ext>
              </a:extLst>
            </p:cNvPr>
            <p:cNvSpPr/>
            <p:nvPr/>
          </p:nvSpPr>
          <p:spPr>
            <a:xfrm>
              <a:off x="776046" y="2614770"/>
              <a:ext cx="1638590" cy="579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90,38</a:t>
              </a:r>
              <a:r>
                <a:rPr lang="en-US" alt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 </a:t>
              </a:r>
              <a:endParaRPr lang="en-US" alt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7B4123-E484-8EAE-7A0E-F14FB86226AC}"/>
                </a:ext>
              </a:extLst>
            </p:cNvPr>
            <p:cNvSpPr/>
            <p:nvPr/>
          </p:nvSpPr>
          <p:spPr>
            <a:xfrm>
              <a:off x="3409217" y="2614770"/>
              <a:ext cx="1544012" cy="579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84,12</a:t>
              </a:r>
              <a:r>
                <a:rPr lang="en-US" alt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02E4F82-C35A-4136-7DBF-F1E485DED067}"/>
                </a:ext>
              </a:extLst>
            </p:cNvPr>
            <p:cNvSpPr/>
            <p:nvPr/>
          </p:nvSpPr>
          <p:spPr>
            <a:xfrm>
              <a:off x="789672" y="3289385"/>
              <a:ext cx="1544012" cy="579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93,26</a:t>
              </a:r>
              <a:r>
                <a:rPr lang="en-US" alt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97E477-B752-92FA-0A9A-7A29C15A9C92}"/>
                </a:ext>
              </a:extLst>
            </p:cNvPr>
            <p:cNvSpPr/>
            <p:nvPr/>
          </p:nvSpPr>
          <p:spPr>
            <a:xfrm>
              <a:off x="3418033" y="3307483"/>
              <a:ext cx="1715534" cy="579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 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102,54</a:t>
              </a:r>
              <a:r>
                <a:rPr lang="en-US" alt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0DB7B9-1F6A-3F2B-64C8-FA908670E5E4}"/>
                  </a:ext>
                </a:extLst>
              </p:cNvPr>
              <p:cNvSpPr txBox="1"/>
              <p:nvPr/>
            </p:nvSpPr>
            <p:spPr>
              <a:xfrm>
                <a:off x="391911" y="4018544"/>
                <a:ext cx="11348666" cy="17617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113" lvl="1" algn="just" fontAlgn="base">
                  <a:lnSpc>
                    <a:spcPct val="150000"/>
                  </a:lnSpc>
                </a:pPr>
                <a:r>
                  <a:rPr lang="en-US" sz="2400" b="1" u="sng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Câu</a:t>
                </a:r>
                <a:r>
                  <a:rPr lang="en-US" sz="2400" b="1" u="sng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14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sôi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Br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cân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Br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lỏng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x-non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Br</a:t>
                </a:r>
                <a:r>
                  <a:rPr lang="en-US" sz="24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hơi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11113" lvl="1" algn="just" fontAlgn="base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	         		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tt</m:t>
                        </m:r>
                      </m:sub>
                      <m:sup>
                        <m:r>
                          <a:rPr lang="vi-V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298</m:t>
                        </m:r>
                      </m:sup>
                    </m:sSubSup>
                    <m:d>
                      <m:dPr>
                        <m:ctrlPr>
                          <a:rPr lang="vi-V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vi-V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J</m:t>
                        </m:r>
                        <m:r>
                          <a:rPr lang="vi-V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vi-V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mol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0		  30,7</a:t>
                </a:r>
              </a:p>
              <a:p>
                <a:pPr marL="11113" lvl="1" algn="just" fontAlgn="base">
                  <a:lnSpc>
                    <a:spcPct val="150000"/>
                  </a:lnSpc>
                </a:pP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	       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S</m:t>
                        </m:r>
                      </m:e>
                      <m:sup>
                        <m:r>
                          <a:rPr lang="vi-V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298</m:t>
                        </m:r>
                      </m:sup>
                    </m:sSup>
                    <m:d>
                      <m:dPr>
                        <m:ctrlPr>
                          <a:rPr lang="vi-V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J</m:t>
                        </m:r>
                        <m:r>
                          <a:rPr lang="vi-V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vi-V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mol</m:t>
                        </m:r>
                        <m:r>
                          <a:rPr lang="vi-V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vi-V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152,3	  245,3</a:t>
                </a:r>
                <a:endParaRPr lang="x-none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0DB7B9-1F6A-3F2B-64C8-FA908670E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11" y="4018544"/>
                <a:ext cx="11348666" cy="1761764"/>
              </a:xfrm>
              <a:prstGeom prst="rect">
                <a:avLst/>
              </a:prstGeom>
              <a:blipFill>
                <a:blip r:embed="rId3"/>
                <a:stretch>
                  <a:fillRect l="-670" b="-285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2EC80A38-8EF0-5C56-E778-0A21B3797DCD}"/>
              </a:ext>
            </a:extLst>
          </p:cNvPr>
          <p:cNvSpPr txBox="1"/>
          <p:nvPr/>
        </p:nvSpPr>
        <p:spPr>
          <a:xfrm>
            <a:off x="528531" y="5558908"/>
            <a:ext cx="60673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tabLst>
                <a:tab pos="127000" algn="l"/>
                <a:tab pos="2754313" algn="l"/>
                <a:tab pos="5821363" algn="l"/>
                <a:tab pos="8434388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330,1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198,5K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tabLst>
                <a:tab pos="127000" algn="l"/>
                <a:tab pos="2754313" algn="l"/>
                <a:tab pos="5821363" algn="l"/>
                <a:tab pos="8434388" algn="l"/>
              </a:tabLst>
            </a:pP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330,1K</a:t>
            </a:r>
            <a:r>
              <a:rPr lang="x-none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198,5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580558" y="625318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FE614A-88B4-F763-4B7A-719679D1ABB8}"/>
                  </a:ext>
                </a:extLst>
              </p:cNvPr>
              <p:cNvSpPr txBox="1"/>
              <p:nvPr/>
            </p:nvSpPr>
            <p:spPr>
              <a:xfrm>
                <a:off x="4991484" y="2050915"/>
                <a:ext cx="7327199" cy="1999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Lỏng </a:t>
                </a:r>
                <a14:m>
                  <m:oMath xmlns:m="http://schemas.openxmlformats.org/officeDocument/2006/math">
                    <m:r>
                      <a:rPr lang="x-none" sz="22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x-none" sz="2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Hơi </a:t>
                </a:r>
              </a:p>
              <a:p>
                <a:r>
                  <a:rPr lang="x-none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Mối quan hệ giữa P</a:t>
                </a:r>
                <a:r>
                  <a:rPr lang="x-none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bh</a:t>
                </a:r>
                <a:r>
                  <a:rPr lang="x-none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nhiệt độ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20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x-none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nhiệt hoá hơi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l-G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H)</a:t>
                </a:r>
                <a:r>
                  <a:rPr lang="x-none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x-none" sz="2200" i="1" dirty="0">
                          <a:latin typeface="Cambria Math" panose="02040503050406030204" pitchFamily="18" charset="0"/>
                        </a:rPr>
                        <m:t>ln</m:t>
                      </m:r>
                      <m:f>
                        <m:fPr>
                          <m:ctrlPr>
                            <a:rPr lang="x-none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x-none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x-none" sz="22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vi-V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x-none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x-none" sz="22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vi-V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vi-VN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vi-V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vi-V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vi-VN" sz="2200" i="1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d>
                        <m:dPr>
                          <m:ctrlPr>
                            <a:rPr lang="vi-V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vi-V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vi-V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2200" i="1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vi-V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vi-V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vi-V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vi-V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2200" i="1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vi-VN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vi-VN" sz="22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vi-V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</m:t>
                    </m:r>
                    <m:r>
                      <a:rPr lang="vi-V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vi-V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x-none" sz="2200" i="1" dirty="0"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ctrlPr>
                          <a:rPr lang="x-none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200" b="0" i="1" smtClean="0">
                            <a:latin typeface="Cambria Math" panose="02040503050406030204" pitchFamily="18" charset="0"/>
                          </a:rPr>
                          <m:t>0,7</m:t>
                        </m:r>
                      </m:num>
                      <m:den>
                        <m:r>
                          <a:rPr lang="vi-V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vi-VN" sz="22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vi-V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200" b="0" i="1" smtClean="0">
                            <a:latin typeface="Cambria Math" panose="02040503050406030204" pitchFamily="18" charset="0"/>
                          </a:rPr>
                          <m:t>41800</m:t>
                        </m:r>
                      </m:num>
                      <m:den>
                        <m:r>
                          <a:rPr lang="vi-V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8,314</m:t>
                        </m:r>
                      </m:den>
                    </m:f>
                    <m:d>
                      <m:dPr>
                        <m:ctrlPr>
                          <a:rPr lang="vi-V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vi-VN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vi-V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2200" i="1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vi-V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vi-VN" sz="2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vi-VN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a:rPr lang="vi-VN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x-none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x-none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x-none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90,38</a:t>
                </a:r>
                <a:endParaRPr lang="x-none" sz="2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FE614A-88B4-F763-4B7A-719679D1A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484" y="2050915"/>
                <a:ext cx="7327199" cy="1999330"/>
              </a:xfrm>
              <a:prstGeom prst="rect">
                <a:avLst/>
              </a:prstGeom>
              <a:blipFill>
                <a:blip r:embed="rId4"/>
                <a:stretch>
                  <a:fillRect l="-1211" t="-1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2A7956-E9AF-CAD9-CB76-3A7D341DBFC6}"/>
                  </a:ext>
                </a:extLst>
              </p:cNvPr>
              <p:cNvSpPr txBox="1"/>
              <p:nvPr/>
            </p:nvSpPr>
            <p:spPr>
              <a:xfrm>
                <a:off x="4989114" y="6021288"/>
                <a:ext cx="43431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x-non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x-non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x-non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vi-V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sSup>
                        <m:sSupPr>
                          <m:ctrlPr>
                            <a:rPr lang="vi-V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sup>
                      </m:sSup>
                      <m:r>
                        <a:rPr lang="vi-V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vi-V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a:rPr lang="vi-V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ô</m:t>
                          </m:r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vi-V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.∆</m:t>
                      </m:r>
                      <m:sSup>
                        <m:sSupPr>
                          <m:ctrlPr>
                            <a:rPr lang="vi-V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sup>
                      </m:sSup>
                      <m:r>
                        <a:rPr lang="vi-V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x-none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2A7956-E9AF-CAD9-CB76-3A7D341DB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114" y="6021288"/>
                <a:ext cx="4343112" cy="523220"/>
              </a:xfrm>
              <a:prstGeom prst="rect">
                <a:avLst/>
              </a:prstGeom>
              <a:blipFill>
                <a:blip r:embed="rId5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EA2746-211F-B136-0D99-CCC821CCD499}"/>
                  </a:ext>
                </a:extLst>
              </p:cNvPr>
              <p:cNvSpPr txBox="1"/>
              <p:nvPr/>
            </p:nvSpPr>
            <p:spPr>
              <a:xfrm>
                <a:off x="9204361" y="5976666"/>
                <a:ext cx="2727991" cy="664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x-non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x-none" sz="24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x-none" sz="24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vi-V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400" b="0" i="1" smtClean="0">
                            <a:latin typeface="Cambria Math" panose="02040503050406030204" pitchFamily="18" charset="0"/>
                          </a:rPr>
                          <m:t>30700</m:t>
                        </m:r>
                      </m:num>
                      <m:den>
                        <m:r>
                          <a:rPr lang="vi-VN" sz="2400" b="0" i="1" smtClean="0">
                            <a:latin typeface="Cambria Math" panose="02040503050406030204" pitchFamily="18" charset="0"/>
                          </a:rPr>
                          <m:t>(245,3−152,2)</m:t>
                        </m:r>
                      </m:den>
                    </m:f>
                  </m:oMath>
                </a14:m>
                <a:endParaRPr lang="x-non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EA2746-211F-B136-0D99-CCC821CCD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361" y="5976666"/>
                <a:ext cx="2727991" cy="664284"/>
              </a:xfrm>
              <a:prstGeom prst="rect">
                <a:avLst/>
              </a:prstGeom>
              <a:blipFill>
                <a:blip r:embed="rId6"/>
                <a:stretch>
                  <a:fillRect l="-3241" b="-943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83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/>
      <p:bldP spid="22" grpId="0"/>
      <p:bldP spid="14" grpId="0" animBg="1"/>
      <p:bldP spid="7" grpId="0"/>
      <p:bldP spid="9" grpId="0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0E4FD-ADF6-6E95-E908-475918AC280E}"/>
              </a:ext>
            </a:extLst>
          </p:cNvPr>
          <p:cNvSpPr txBox="1"/>
          <p:nvPr/>
        </p:nvSpPr>
        <p:spPr>
          <a:xfrm>
            <a:off x="322562" y="890648"/>
            <a:ext cx="11588271" cy="2949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 algn="just" fontAlgn="base">
              <a:lnSpc>
                <a:spcPct val="150000"/>
              </a:lnSpc>
              <a:spcAft>
                <a:spcPts val="1200"/>
              </a:spcAft>
            </a:pPr>
            <a:r>
              <a:rPr lang="en-US" altLang="en-US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Trật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sắp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xếp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dung </a:t>
            </a:r>
            <a:r>
              <a:rPr lang="en-US" sz="24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0,01M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phù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thẩm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thấu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muối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sz="2400" i="1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 fontAlgn="base">
              <a:lnSpc>
                <a:spcPct val="150000"/>
              </a:lnSpc>
              <a:buSzPts val="1300"/>
              <a:tabLst>
                <a:tab pos="6121400" algn="l"/>
              </a:tabLst>
            </a:pPr>
            <a:r>
              <a:rPr lang="es-ES" sz="2400" spc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COOH – NaCl - C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CaCl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x-none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x-none" sz="24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CH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COOH - NaCl - CaCl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x-none" sz="2400" spc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 fontAlgn="base">
              <a:lnSpc>
                <a:spcPct val="150000"/>
              </a:lnSpc>
              <a:buSzPts val="1300"/>
              <a:tabLst>
                <a:tab pos="6121400" algn="l"/>
              </a:tabLst>
            </a:pPr>
            <a:r>
              <a:rPr lang="es-ES" sz="2400" spc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CaCl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CH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COOH - C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 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NaCl	</a:t>
            </a:r>
            <a:r>
              <a:rPr lang="es-ES" sz="2400" spc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CaCl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NaCl - CH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COOH - C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ES" sz="24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ES" sz="2400" spc="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endParaRPr lang="x-none" sz="2400" spc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2562" y="4208335"/>
            <a:ext cx="11483950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50000"/>
              </a:lnSpc>
            </a:pPr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16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tan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0,585 gam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NaCl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lít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thẩm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thấu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25</a:t>
            </a:r>
            <a:r>
              <a:rPr lang="en-US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(Cho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NaCl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58,5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 = 0,082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lit.atm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mol.K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NaCl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C80A38-8EF0-5C56-E778-0A21B3797DCD}"/>
              </a:ext>
            </a:extLst>
          </p:cNvPr>
          <p:cNvSpPr txBox="1"/>
          <p:nvPr/>
        </p:nvSpPr>
        <p:spPr>
          <a:xfrm>
            <a:off x="594465" y="6097947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754313" algn="l"/>
                <a:tab pos="5821363" algn="l"/>
                <a:tab pos="8434388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0,244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0,488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0,041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x-none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0,021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426370" y="3359445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313893" y="609794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03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8" grpId="0"/>
      <p:bldP spid="9" grpId="0" animBg="1"/>
      <p:bldP spid="1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7802" y="971217"/>
            <a:ext cx="937121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50000"/>
              </a:lnSpc>
            </a:pPr>
            <a:r>
              <a:rPr lang="fr-FR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17: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465138"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465138"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465138"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đa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lên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khi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465138"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4)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yếu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là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0.05</a:t>
            </a:r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80A38-8EF0-5C56-E778-0A21B3797DCD}"/>
              </a:ext>
            </a:extLst>
          </p:cNvPr>
          <p:cNvSpPr txBox="1"/>
          <p:nvPr/>
        </p:nvSpPr>
        <p:spPr>
          <a:xfrm>
            <a:off x="594465" y="3891858"/>
            <a:ext cx="11212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754313" algn="l"/>
                <a:tab pos="5821363" algn="l"/>
                <a:tab pos="8434388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1,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2, 3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2, 3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3, 4</a:t>
            </a:r>
            <a:r>
              <a:rPr lang="x-none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7802" y="4587015"/>
            <a:ext cx="11216643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50000"/>
              </a:lnSpc>
            </a:pPr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18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đáp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Cho 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</a:t>
            </a:r>
            <a:r>
              <a:rPr lang="en-US" sz="2400" baseline="-250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0,3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ion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vậy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đẳng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C80A38-8EF0-5C56-E778-0A21B3797DCD}"/>
              </a:ext>
            </a:extLst>
          </p:cNvPr>
          <p:cNvSpPr txBox="1"/>
          <p:nvPr/>
        </p:nvSpPr>
        <p:spPr>
          <a:xfrm>
            <a:off x="594465" y="5990874"/>
            <a:ext cx="11445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754313" algn="l"/>
                <a:tab pos="5821363" algn="l"/>
                <a:tab pos="8434388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2,1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,9</a:t>
            </a:r>
            <a:r>
              <a:rPr lang="x-none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3313893" y="3907772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387800" y="5987660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5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9" grpId="0"/>
      <p:bldP spid="13" grpId="0"/>
      <p:bldP spid="14" grpId="0" animBg="1"/>
      <p:bldP spid="1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3479" y="3371660"/>
            <a:ext cx="11222183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fontAlgn="base">
              <a:lnSpc>
                <a:spcPct val="150000"/>
              </a:lnSpc>
            </a:pPr>
            <a:r>
              <a:rPr lang="en-US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đáp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HF 0,1M ở 25</a:t>
            </a:r>
            <a:r>
              <a:rPr lang="en-US" sz="2400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8% HF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ion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hằng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HF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bao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nhiêu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C80A38-8EF0-5C56-E778-0A21B3797DCD}"/>
              </a:ext>
            </a:extLst>
          </p:cNvPr>
          <p:cNvSpPr txBox="1"/>
          <p:nvPr/>
        </p:nvSpPr>
        <p:spPr>
          <a:xfrm>
            <a:off x="584976" y="4684461"/>
            <a:ext cx="10932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754313" algn="l"/>
                <a:tab pos="5821363" algn="l"/>
                <a:tab pos="8434388" algn="l"/>
              </a:tabLst>
            </a:pP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7,0 x 10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6,4 x 10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 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6,4 x 10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-4 </a:t>
            </a:r>
            <a:r>
              <a:rPr lang="x-none" sz="24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7,0 x 10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endParaRPr lang="x-none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3479" y="942414"/>
            <a:ext cx="11433033" cy="1685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s-ES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19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muối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0,5 M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s-ES" sz="2400" dirty="0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s-ES" sz="2400" dirty="0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s-ES" sz="2400" dirty="0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s-ES" sz="2400" dirty="0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s-ES" sz="2400" dirty="0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s-ES" sz="2400" dirty="0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90% ở 30</a:t>
            </a:r>
            <a:r>
              <a:rPr lang="es-ES" sz="2400" baseline="30000" dirty="0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" sz="2400" dirty="0">
                <a:solidFill>
                  <a:srgbClr val="CC00C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ngọt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thẩm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thấu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30</a:t>
            </a:r>
            <a:r>
              <a:rPr lang="es-E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lang="es-E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s-E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s-E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nén</a:t>
            </a:r>
            <a:r>
              <a:rPr lang="es-E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s-E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s-E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s-E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s-E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465" y="2789726"/>
            <a:ext cx="11059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460625" algn="l"/>
                <a:tab pos="5486400" algn="l"/>
                <a:tab pos="8462963" algn="l"/>
              </a:tabLs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&gt; 2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&gt; 301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&gt; 12,5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&gt; 23,7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9037685" y="2803674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8984933" y="4686081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73479" y="5146126"/>
            <a:ext cx="11433032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fr-FR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21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Dung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vi-V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lang="fr-FR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0,1M </a:t>
            </a:r>
            <a:r>
              <a:rPr lang="fr-FR" alt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fr-FR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fr-FR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fr-FR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(α)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ở </a:t>
            </a:r>
            <a:r>
              <a:rPr lang="en-US" alt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α’ = α/3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71709" y="6396335"/>
            <a:ext cx="104495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293938" algn="l"/>
                <a:tab pos="4572000" algn="l"/>
                <a:tab pos="6865938" algn="l"/>
              </a:tabLs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0,3M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0,6M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0,9M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1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,2M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5813407" y="6361963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85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5" grpId="0"/>
      <p:bldP spid="7" grpId="0"/>
      <p:bldP spid="17" grpId="0" animBg="1"/>
      <p:bldP spid="18" grpId="0" animBg="1"/>
      <p:bldP spid="20" grpId="0"/>
      <p:bldP spid="21" grpId="0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7 –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zh-TW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" name="Rectangle 21"/>
          <p:cNvSpPr/>
          <p:nvPr/>
        </p:nvSpPr>
        <p:spPr>
          <a:xfrm>
            <a:off x="373478" y="1040774"/>
            <a:ext cx="11433033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s-ES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22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Cu(OH)</a:t>
            </a:r>
            <a:r>
              <a:rPr lang="en-US" sz="24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 = 2×10</a:t>
            </a:r>
            <a:r>
              <a:rPr lang="en-US" sz="24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NaOH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Cu(NO</a:t>
            </a:r>
            <a:r>
              <a:rPr lang="en-US" sz="24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0,02M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tủa</a:t>
            </a:r>
            <a:r>
              <a:rPr lang="en-US" sz="24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Cu(OH)</a:t>
            </a:r>
            <a:r>
              <a:rPr lang="en-US" sz="2400" baseline="-250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tủa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79714" y="2932401"/>
            <a:ext cx="11059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460625" algn="l"/>
                <a:tab pos="5486400" algn="l"/>
                <a:tab pos="8462963" algn="l"/>
              </a:tabLst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A. 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9	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B. 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	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C. 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	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D. 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6454789" y="2932146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0ECD28-5EEC-CD9B-A30B-308E22ED6068}"/>
              </a:ext>
            </a:extLst>
          </p:cNvPr>
          <p:cNvSpPr/>
          <p:nvPr/>
        </p:nvSpPr>
        <p:spPr>
          <a:xfrm>
            <a:off x="477800" y="3670882"/>
            <a:ext cx="11433033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lvl="1" algn="just">
              <a:lnSpc>
                <a:spcPct val="150000"/>
              </a:lnSpc>
            </a:pPr>
            <a:r>
              <a:rPr lang="es-ES" sz="2400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s-ES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23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BaSO</a:t>
            </a:r>
            <a:r>
              <a:rPr lang="en-US" sz="24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SrSO</a:t>
            </a:r>
            <a:r>
              <a:rPr lang="en-US" sz="24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9,97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6,49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giọt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(NH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0,1M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[Ba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10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[Sr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1M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BBAB1-B0EA-1D92-2A47-1D8698DBB501}"/>
              </a:ext>
            </a:extLst>
          </p:cNvPr>
          <p:cNvSpPr/>
          <p:nvPr/>
        </p:nvSpPr>
        <p:spPr>
          <a:xfrm>
            <a:off x="979714" y="5404649"/>
            <a:ext cx="11059980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127000" algn="l"/>
                <a:tab pos="2460625" algn="l"/>
                <a:tab pos="5486400" algn="l"/>
                <a:tab pos="8462963" algn="l"/>
              </a:tabLs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50000"/>
              </a:lnSpc>
              <a:tabLst>
                <a:tab pos="127000" algn="l"/>
                <a:tab pos="2460625" algn="l"/>
                <a:tab pos="5486400" algn="l"/>
                <a:tab pos="8462963" algn="l"/>
              </a:tabLs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SrSO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tủa</a:t>
            </a:r>
            <a:endParaRPr lang="en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6306531-6B85-A3D4-AF21-20F9093F0B07}"/>
              </a:ext>
            </a:extLst>
          </p:cNvPr>
          <p:cNvSpPr/>
          <p:nvPr/>
        </p:nvSpPr>
        <p:spPr>
          <a:xfrm>
            <a:off x="942314" y="6079147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10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6" grpId="0" animBg="1"/>
      <p:bldP spid="2" grpId="0"/>
      <p:bldP spid="5" grpId="0"/>
      <p:bldP spid="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62490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–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73479" y="845702"/>
            <a:ext cx="1143303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u="sng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s-ES" sz="2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24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ở 25</a:t>
            </a:r>
            <a:r>
              <a:rPr lang="es-E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E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3H</a:t>
            </a:r>
            <a:r>
              <a:rPr lang="es-ES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ES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s-E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+ 2NO</a:t>
            </a:r>
            <a:r>
              <a:rPr lang="es-ES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S" sz="2400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E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s-E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+ 2H</a:t>
            </a:r>
            <a:r>
              <a:rPr lang="en-US" sz="2400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3S(r) + 2NO(k) + 4H</a:t>
            </a:r>
            <a:r>
              <a:rPr lang="pt-BR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O(l);  K</a:t>
            </a:r>
            <a:r>
              <a:rPr lang="pt-BR" sz="24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10</a:t>
            </a:r>
            <a:r>
              <a:rPr lang="pt-BR" sz="2400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pt-BR" sz="2400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ính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(K)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3ZnS(r) + 2NO</a:t>
            </a:r>
            <a:r>
              <a:rPr lang="en-US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+ 8H</a:t>
            </a:r>
            <a:r>
              <a:rPr lang="en-US" sz="24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3Zn</a:t>
            </a:r>
            <a:r>
              <a:rPr lang="pt-BR" sz="24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(dd) + 3S(r) + 2NO(k) + 4H</a:t>
            </a:r>
            <a:r>
              <a:rPr lang="pt-BR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O(l)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 biết ở 25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C: T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ZnS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-24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(K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K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H2S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3479" y="3888768"/>
            <a:ext cx="11059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27000" algn="l"/>
                <a:tab pos="2460625" algn="l"/>
                <a:tab pos="5486400" algn="l"/>
                <a:tab pos="8462963" algn="l"/>
              </a:tabLst>
            </a:pP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-52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76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5852200" y="3888768"/>
            <a:ext cx="475590" cy="475713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3479" y="4364009"/>
            <a:ext cx="10228386" cy="587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3H</a:t>
            </a:r>
            <a:r>
              <a:rPr lang="es-E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E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+ 2NO</a:t>
            </a:r>
            <a:r>
              <a:rPr lang="es-E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+ 2H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3S(r) + 2NO(k) + 4H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O(l);  K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10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pt-B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98068" y="4990234"/>
            <a:ext cx="10228386" cy="587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ZnS</a:t>
            </a:r>
            <a:r>
              <a:rPr lang="es-E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(r)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Zn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(dd) + S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(dd);                 </a:t>
            </a:r>
            <a:r>
              <a:rPr lang="pt-B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pt-BR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ZnS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10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-24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pt-B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89276" y="5547190"/>
            <a:ext cx="11017236" cy="587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H</a:t>
            </a:r>
            <a:r>
              <a:rPr lang="es-E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E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s-E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2H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(dd) + S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(dd);                (K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 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K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= 10</a:t>
            </a:r>
            <a:r>
              <a:rPr lang="pt-BR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pt-B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pt-BR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pt-B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3479" y="6134340"/>
            <a:ext cx="9306969" cy="587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3ZnS(r) + 2NO</a:t>
            </a:r>
            <a:r>
              <a:rPr lang="en-US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+ 8H</a:t>
            </a:r>
            <a:r>
              <a:rPr lang="en-US" sz="24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3Zn</a:t>
            </a:r>
            <a:r>
              <a:rPr lang="pt-BR" sz="24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(dd) + 3S(r) + 2NO(k) + 4H</a:t>
            </a:r>
            <a:r>
              <a:rPr lang="pt-BR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O(l)</a:t>
            </a:r>
          </a:p>
        </p:txBody>
      </p:sp>
      <p:sp>
        <p:nvSpPr>
          <p:cNvPr id="29" name="Curved Right Arrow 28"/>
          <p:cNvSpPr/>
          <p:nvPr/>
        </p:nvSpPr>
        <p:spPr>
          <a:xfrm>
            <a:off x="103885" y="6059148"/>
            <a:ext cx="294348" cy="47411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Notched Right Arrow 29"/>
          <p:cNvSpPr/>
          <p:nvPr/>
        </p:nvSpPr>
        <p:spPr>
          <a:xfrm>
            <a:off x="9576683" y="6408999"/>
            <a:ext cx="263769" cy="19910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9830439" y="5902416"/>
                <a:ext cx="2367404" cy="982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n-US" sz="2400" b="0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p>
                        </m:sSubSup>
                        <m:r>
                          <a:rPr lang="en-US" sz="24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</m:num>
                      <m:den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a:rPr lang="en-US" sz="2400" b="0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pt-BR" sz="2400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pt-BR" sz="2400" baseline="30000" dirty="0"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-68</a:t>
                </a:r>
                <a:endParaRPr lang="pt-BR" sz="2400" dirty="0">
                  <a:solidFill>
                    <a:srgbClr val="CC00CC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439" y="5902416"/>
                <a:ext cx="2367404" cy="982320"/>
              </a:xfrm>
              <a:prstGeom prst="rect">
                <a:avLst/>
              </a:prstGeom>
              <a:blipFill>
                <a:blip r:embed="rId3"/>
                <a:stretch>
                  <a:fillRect l="-10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Arrow 31"/>
          <p:cNvSpPr/>
          <p:nvPr/>
        </p:nvSpPr>
        <p:spPr>
          <a:xfrm>
            <a:off x="7693621" y="5227242"/>
            <a:ext cx="325315" cy="1808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eft Arrow 32"/>
          <p:cNvSpPr/>
          <p:nvPr/>
        </p:nvSpPr>
        <p:spPr>
          <a:xfrm>
            <a:off x="7727292" y="5802014"/>
            <a:ext cx="325315" cy="1808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6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6" grpId="0" animBg="1"/>
      <p:bldP spid="14" grpId="0"/>
      <p:bldP spid="27" grpId="0"/>
      <p:bldP spid="28" grpId="0"/>
      <p:bldP spid="16" grpId="0"/>
      <p:bldP spid="29" grpId="0" animBg="1"/>
      <p:bldP spid="30" grpId="0" animBg="1"/>
      <p:bldP spid="31" grpId="0"/>
      <p:bldP spid="32" grpId="0" animBg="1"/>
      <p:bldP spid="3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4445" y="6459785"/>
            <a:ext cx="512776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22767" t="2336" r="23001" b="2562"/>
          <a:stretch/>
        </p:blipFill>
        <p:spPr>
          <a:xfrm>
            <a:off x="3819524" y="371844"/>
            <a:ext cx="42767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2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1CE5C92EF93654ABEEEC0E4817C999F" ma:contentTypeVersion="11" ma:contentTypeDescription="Tạo tài liệu mới." ma:contentTypeScope="" ma:versionID="7cd46180d53ef57f8f15ef7b32be0c01">
  <xsd:schema xmlns:xsd="http://www.w3.org/2001/XMLSchema" xmlns:xs="http://www.w3.org/2001/XMLSchema" xmlns:p="http://schemas.microsoft.com/office/2006/metadata/properties" xmlns:ns3="3e938420-8c97-46ce-a2e8-40c02b4fa026" targetNamespace="http://schemas.microsoft.com/office/2006/metadata/properties" ma:root="true" ma:fieldsID="c715c92bbd2da65c606104f2a45fda19" ns3:_="">
    <xsd:import namespace="3e938420-8c97-46ce-a2e8-40c02b4fa0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38420-8c97-46ce-a2e8-40c02b4fa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4F5BD4-0E3E-4FF3-B28D-5ECDCBD81BD8}">
  <ds:schemaRefs>
    <ds:schemaRef ds:uri="3e938420-8c97-46ce-a2e8-40c02b4fa026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B551663-701F-451D-8E00-32410EB1F0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A3F13D-8B62-4846-83DA-EE08456865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938420-8c97-46ce-a2e8-40c02b4f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148364</TotalTime>
  <Words>7414</Words>
  <Application>Microsoft Office PowerPoint</Application>
  <PresentationFormat>Widescreen</PresentationFormat>
  <Paragraphs>807</Paragraphs>
  <Slides>70</Slides>
  <Notes>67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86" baseType="lpstr">
      <vt:lpstr>Arial Unicode MS</vt:lpstr>
      <vt:lpstr>MS PGothic</vt:lpstr>
      <vt:lpstr>SimSun</vt:lpstr>
      <vt:lpstr>Arial</vt:lpstr>
      <vt:lpstr>Calibri</vt:lpstr>
      <vt:lpstr>Calibri Light</vt:lpstr>
      <vt:lpstr>Cambria Math</vt:lpstr>
      <vt:lpstr>MS Mincho</vt:lpstr>
      <vt:lpstr>Permanent Marker</vt:lpstr>
      <vt:lpstr>新細明體</vt:lpstr>
      <vt:lpstr>Symbol</vt:lpstr>
      <vt:lpstr>Times New Roman</vt:lpstr>
      <vt:lpstr>Wingdings</vt:lpstr>
      <vt:lpstr>Office Theme</vt:lpstr>
      <vt:lpstr>Equation</vt:lpstr>
      <vt:lpstr>Microsoft Equation 3.0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VERNUS</dc:creator>
  <cp:lastModifiedBy>ASIA</cp:lastModifiedBy>
  <cp:revision>2671</cp:revision>
  <cp:lastPrinted>2022-04-05T11:02:26Z</cp:lastPrinted>
  <dcterms:created xsi:type="dcterms:W3CDTF">2019-11-21T08:08:13Z</dcterms:created>
  <dcterms:modified xsi:type="dcterms:W3CDTF">2023-12-22T04:08:23Z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0x010100F1CE5C92EF93654ABEEEC0E4817C999F</vt:lpwstr>
  </property>
</Properties>
</file>