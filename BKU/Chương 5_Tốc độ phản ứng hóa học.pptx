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44"/>
  </p:notesMasterIdLst>
  <p:handoutMasterIdLst>
    <p:handoutMasterId r:id="rId45"/>
  </p:handoutMasterIdLst>
  <p:sldIdLst>
    <p:sldId id="256" r:id="rId5"/>
    <p:sldId id="435" r:id="rId6"/>
    <p:sldId id="534" r:id="rId7"/>
    <p:sldId id="610" r:id="rId8"/>
    <p:sldId id="609" r:id="rId9"/>
    <p:sldId id="584" r:id="rId10"/>
    <p:sldId id="585" r:id="rId11"/>
    <p:sldId id="535" r:id="rId12"/>
    <p:sldId id="583" r:id="rId13"/>
    <p:sldId id="582" r:id="rId14"/>
    <p:sldId id="581" r:id="rId15"/>
    <p:sldId id="574" r:id="rId16"/>
    <p:sldId id="606" r:id="rId17"/>
    <p:sldId id="598" r:id="rId18"/>
    <p:sldId id="586" r:id="rId19"/>
    <p:sldId id="587" r:id="rId20"/>
    <p:sldId id="607" r:id="rId21"/>
    <p:sldId id="594" r:id="rId22"/>
    <p:sldId id="539" r:id="rId23"/>
    <p:sldId id="595" r:id="rId24"/>
    <p:sldId id="593" r:id="rId25"/>
    <p:sldId id="590" r:id="rId26"/>
    <p:sldId id="591" r:id="rId27"/>
    <p:sldId id="589" r:id="rId28"/>
    <p:sldId id="605" r:id="rId29"/>
    <p:sldId id="597" r:id="rId30"/>
    <p:sldId id="592" r:id="rId31"/>
    <p:sldId id="596" r:id="rId32"/>
    <p:sldId id="588" r:id="rId33"/>
    <p:sldId id="600" r:id="rId34"/>
    <p:sldId id="599" r:id="rId35"/>
    <p:sldId id="555" r:id="rId36"/>
    <p:sldId id="601" r:id="rId37"/>
    <p:sldId id="602" r:id="rId38"/>
    <p:sldId id="611" r:id="rId39"/>
    <p:sldId id="541" r:id="rId40"/>
    <p:sldId id="604" r:id="rId41"/>
    <p:sldId id="603" r:id="rId42"/>
    <p:sldId id="608" r:id="rId4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FF0000"/>
    <a:srgbClr val="0000FF"/>
    <a:srgbClr val="30F070"/>
    <a:srgbClr val="A27B00"/>
    <a:srgbClr val="993366"/>
    <a:srgbClr val="00FFCC"/>
    <a:srgbClr val="EC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8" autoAdjust="0"/>
    <p:restoredTop sz="95604" autoAdjust="0"/>
  </p:normalViewPr>
  <p:slideViewPr>
    <p:cSldViewPr snapToGrid="0">
      <p:cViewPr varScale="1">
        <p:scale>
          <a:sx n="55" d="100"/>
          <a:sy n="55" d="100"/>
        </p:scale>
        <p:origin x="72" y="1206"/>
      </p:cViewPr>
      <p:guideLst>
        <p:guide orient="horz" pos="2112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eu Do" userId="8091c26b-a61d-4e97-addd-a670c191ef7c" providerId="ADAL" clId="{B576023A-6152-CE4D-81D6-540EB22B3AA6}"/>
    <pc:docChg chg="modSld">
      <pc:chgData name="Hieu Do" userId="8091c26b-a61d-4e97-addd-a670c191ef7c" providerId="ADAL" clId="{B576023A-6152-CE4D-81D6-540EB22B3AA6}" dt="2022-08-02T04:00:14.225" v="0" actId="1076"/>
      <pc:docMkLst>
        <pc:docMk/>
      </pc:docMkLst>
      <pc:sldChg chg="modSp">
        <pc:chgData name="Hieu Do" userId="8091c26b-a61d-4e97-addd-a670c191ef7c" providerId="ADAL" clId="{B576023A-6152-CE4D-81D6-540EB22B3AA6}" dt="2022-08-02T04:00:14.225" v="0" actId="1076"/>
        <pc:sldMkLst>
          <pc:docMk/>
          <pc:sldMk cId="1406802015" sldId="535"/>
        </pc:sldMkLst>
        <pc:spChg chg="mod">
          <ac:chgData name="Hieu Do" userId="8091c26b-a61d-4e97-addd-a670c191ef7c" providerId="ADAL" clId="{B576023A-6152-CE4D-81D6-540EB22B3AA6}" dt="2022-08-02T04:00:14.225" v="0" actId="1076"/>
          <ac:spMkLst>
            <pc:docMk/>
            <pc:sldMk cId="1406802015" sldId="535"/>
            <ac:spMk id="7" creationId="{1EDD7E2A-23CE-66C2-43BD-66064F4C0AE7}"/>
          </ac:spMkLst>
        </pc:spChg>
      </pc:sldChg>
    </pc:docChg>
  </pc:docChgLst>
  <pc:docChgLst>
    <pc:chgData name="Hieu Do" userId="8091c26b-a61d-4e97-addd-a670c191ef7c" providerId="ADAL" clId="{EE5BA2CC-8DAB-3647-80F9-5EBFB0865BF7}"/>
    <pc:docChg chg="undo custSel modSld">
      <pc:chgData name="Hieu Do" userId="8091c26b-a61d-4e97-addd-a670c191ef7c" providerId="ADAL" clId="{EE5BA2CC-8DAB-3647-80F9-5EBFB0865BF7}" dt="2022-10-25T10:19:04.728" v="719" actId="20577"/>
      <pc:docMkLst>
        <pc:docMk/>
      </pc:docMkLst>
      <pc:sldChg chg="addSp modSp modAnim">
        <pc:chgData name="Hieu Do" userId="8091c26b-a61d-4e97-addd-a670c191ef7c" providerId="ADAL" clId="{EE5BA2CC-8DAB-3647-80F9-5EBFB0865BF7}" dt="2022-10-24T02:09:27.775" v="609"/>
        <pc:sldMkLst>
          <pc:docMk/>
          <pc:sldMk cId="1632588312" sldId="534"/>
        </pc:sldMkLst>
        <pc:spChg chg="mod">
          <ac:chgData name="Hieu Do" userId="8091c26b-a61d-4e97-addd-a670c191ef7c" providerId="ADAL" clId="{EE5BA2CC-8DAB-3647-80F9-5EBFB0865BF7}" dt="2022-10-09T00:23:47.573" v="1" actId="20577"/>
          <ac:spMkLst>
            <pc:docMk/>
            <pc:sldMk cId="1632588312" sldId="534"/>
            <ac:spMk id="8" creationId="{331D9A70-ED9E-4E72-9E02-B3BC8359FF9A}"/>
          </ac:spMkLst>
        </pc:spChg>
        <pc:spChg chg="mod">
          <ac:chgData name="Hieu Do" userId="8091c26b-a61d-4e97-addd-a670c191ef7c" providerId="ADAL" clId="{EE5BA2CC-8DAB-3647-80F9-5EBFB0865BF7}" dt="2022-10-09T00:24:49.541" v="2" actId="164"/>
          <ac:spMkLst>
            <pc:docMk/>
            <pc:sldMk cId="1632588312" sldId="534"/>
            <ac:spMk id="9" creationId="{62AEBE8E-A59A-4062-B400-6B6705F3F970}"/>
          </ac:spMkLst>
        </pc:spChg>
        <pc:spChg chg="mod">
          <ac:chgData name="Hieu Do" userId="8091c26b-a61d-4e97-addd-a670c191ef7c" providerId="ADAL" clId="{EE5BA2CC-8DAB-3647-80F9-5EBFB0865BF7}" dt="2022-10-24T02:09:24.877" v="608" actId="164"/>
          <ac:spMkLst>
            <pc:docMk/>
            <pc:sldMk cId="1632588312" sldId="534"/>
            <ac:spMk id="13" creationId="{51358BB9-84E4-2162-2507-BE0F0D750470}"/>
          </ac:spMkLst>
        </pc:spChg>
        <pc:spChg chg="mod">
          <ac:chgData name="Hieu Do" userId="8091c26b-a61d-4e97-addd-a670c191ef7c" providerId="ADAL" clId="{EE5BA2CC-8DAB-3647-80F9-5EBFB0865BF7}" dt="2022-10-24T02:09:24.877" v="608" actId="164"/>
          <ac:spMkLst>
            <pc:docMk/>
            <pc:sldMk cId="1632588312" sldId="534"/>
            <ac:spMk id="15" creationId="{51358BB9-84E4-2162-2507-BE0F0D750470}"/>
          </ac:spMkLst>
        </pc:spChg>
        <pc:grpChg chg="add mod">
          <ac:chgData name="Hieu Do" userId="8091c26b-a61d-4e97-addd-a670c191ef7c" providerId="ADAL" clId="{EE5BA2CC-8DAB-3647-80F9-5EBFB0865BF7}" dt="2022-10-24T02:09:24.877" v="608" actId="164"/>
          <ac:grpSpMkLst>
            <pc:docMk/>
            <pc:sldMk cId="1632588312" sldId="534"/>
            <ac:grpSpMk id="2" creationId="{6BC5551E-BCF9-4C5F-35C5-C3786A501596}"/>
          </ac:grpSpMkLst>
        </pc:grpChg>
        <pc:grpChg chg="add mod">
          <ac:chgData name="Hieu Do" userId="8091c26b-a61d-4e97-addd-a670c191ef7c" providerId="ADAL" clId="{EE5BA2CC-8DAB-3647-80F9-5EBFB0865BF7}" dt="2022-10-24T02:09:24.877" v="608" actId="164"/>
          <ac:grpSpMkLst>
            <pc:docMk/>
            <pc:sldMk cId="1632588312" sldId="534"/>
            <ac:grpSpMk id="3" creationId="{5C42EF93-4CDF-5AC8-E679-0146C3E659DE}"/>
          </ac:grpSpMkLst>
        </pc:grpChg>
        <pc:picChg chg="mod">
          <ac:chgData name="Hieu Do" userId="8091c26b-a61d-4e97-addd-a670c191ef7c" providerId="ADAL" clId="{EE5BA2CC-8DAB-3647-80F9-5EBFB0865BF7}" dt="2022-10-09T00:24:49.541" v="2" actId="164"/>
          <ac:picMkLst>
            <pc:docMk/>
            <pc:sldMk cId="1632588312" sldId="534"/>
            <ac:picMk id="10" creationId="{D42B5377-8E0E-B997-A732-CC2F7E003FE0}"/>
          </ac:picMkLst>
        </pc:picChg>
        <pc:picChg chg="mod">
          <ac:chgData name="Hieu Do" userId="8091c26b-a61d-4e97-addd-a670c191ef7c" providerId="ADAL" clId="{EE5BA2CC-8DAB-3647-80F9-5EBFB0865BF7}" dt="2022-10-24T02:09:24.877" v="608" actId="164"/>
          <ac:picMkLst>
            <pc:docMk/>
            <pc:sldMk cId="1632588312" sldId="534"/>
            <ac:picMk id="11" creationId="{FBE6EB92-C8D0-D868-1493-526D53A88198}"/>
          </ac:picMkLst>
        </pc:picChg>
        <pc:picChg chg="mod">
          <ac:chgData name="Hieu Do" userId="8091c26b-a61d-4e97-addd-a670c191ef7c" providerId="ADAL" clId="{EE5BA2CC-8DAB-3647-80F9-5EBFB0865BF7}" dt="2022-10-24T02:09:24.877" v="608" actId="164"/>
          <ac:picMkLst>
            <pc:docMk/>
            <pc:sldMk cId="1632588312" sldId="534"/>
            <ac:picMk id="12" creationId="{E26977D8-224B-211D-D216-B2CDD6035E67}"/>
          </ac:picMkLst>
        </pc:picChg>
      </pc:sldChg>
      <pc:sldChg chg="modSp mod modAnim">
        <pc:chgData name="Hieu Do" userId="8091c26b-a61d-4e97-addd-a670c191ef7c" providerId="ADAL" clId="{EE5BA2CC-8DAB-3647-80F9-5EBFB0865BF7}" dt="2022-10-25T10:19:04.728" v="719" actId="20577"/>
        <pc:sldMkLst>
          <pc:docMk/>
          <pc:sldMk cId="1406802015" sldId="535"/>
        </pc:sldMkLst>
        <pc:spChg chg="mod">
          <ac:chgData name="Hieu Do" userId="8091c26b-a61d-4e97-addd-a670c191ef7c" providerId="ADAL" clId="{EE5BA2CC-8DAB-3647-80F9-5EBFB0865BF7}" dt="2022-10-25T10:19:04.728" v="719" actId="20577"/>
          <ac:spMkLst>
            <pc:docMk/>
            <pc:sldMk cId="1406802015" sldId="535"/>
            <ac:spMk id="23" creationId="{DAD16D05-67DE-463A-92E5-0B3CF244B79A}"/>
          </ac:spMkLst>
        </pc:spChg>
        <pc:spChg chg="mod">
          <ac:chgData name="Hieu Do" userId="8091c26b-a61d-4e97-addd-a670c191ef7c" providerId="ADAL" clId="{EE5BA2CC-8DAB-3647-80F9-5EBFB0865BF7}" dt="2022-10-24T01:42:21.774" v="409" actId="20577"/>
          <ac:spMkLst>
            <pc:docMk/>
            <pc:sldMk cId="1406802015" sldId="535"/>
            <ac:spMk id="25" creationId="{F31D0E7C-D5EC-4754-A941-BBABC1570DC6}"/>
          </ac:spMkLst>
        </pc:spChg>
        <pc:spChg chg="mod">
          <ac:chgData name="Hieu Do" userId="8091c26b-a61d-4e97-addd-a670c191ef7c" providerId="ADAL" clId="{EE5BA2CC-8DAB-3647-80F9-5EBFB0865BF7}" dt="2022-10-24T01:42:17.786" v="407" actId="20577"/>
          <ac:spMkLst>
            <pc:docMk/>
            <pc:sldMk cId="1406802015" sldId="535"/>
            <ac:spMk id="26" creationId="{A6199A61-BF42-4F7B-852C-15340A29AF0F}"/>
          </ac:spMkLst>
        </pc:spChg>
        <pc:spChg chg="mod">
          <ac:chgData name="Hieu Do" userId="8091c26b-a61d-4e97-addd-a670c191ef7c" providerId="ADAL" clId="{EE5BA2CC-8DAB-3647-80F9-5EBFB0865BF7}" dt="2022-10-24T01:42:26.213" v="413" actId="20577"/>
          <ac:spMkLst>
            <pc:docMk/>
            <pc:sldMk cId="1406802015" sldId="535"/>
            <ac:spMk id="27" creationId="{81E58CD5-2A23-40FF-8DB1-6E7607C0579C}"/>
          </ac:spMkLst>
        </pc:spChg>
        <pc:spChg chg="mod">
          <ac:chgData name="Hieu Do" userId="8091c26b-a61d-4e97-addd-a670c191ef7c" providerId="ADAL" clId="{EE5BA2CC-8DAB-3647-80F9-5EBFB0865BF7}" dt="2022-10-24T01:42:24.134" v="411" actId="20577"/>
          <ac:spMkLst>
            <pc:docMk/>
            <pc:sldMk cId="1406802015" sldId="535"/>
            <ac:spMk id="28" creationId="{19617A6D-A11A-4CF6-8820-3E4DE76864D7}"/>
          </ac:spMkLst>
        </pc:spChg>
        <pc:spChg chg="mod">
          <ac:chgData name="Hieu Do" userId="8091c26b-a61d-4e97-addd-a670c191ef7c" providerId="ADAL" clId="{EE5BA2CC-8DAB-3647-80F9-5EBFB0865BF7}" dt="2022-10-24T02:14:30.610" v="633" actId="20577"/>
          <ac:spMkLst>
            <pc:docMk/>
            <pc:sldMk cId="1406802015" sldId="535"/>
            <ac:spMk id="29" creationId="{A6199A61-BF42-4F7B-852C-15340A29AF0F}"/>
          </ac:spMkLst>
        </pc:spChg>
        <pc:spChg chg="mod">
          <ac:chgData name="Hieu Do" userId="8091c26b-a61d-4e97-addd-a670c191ef7c" providerId="ADAL" clId="{EE5BA2CC-8DAB-3647-80F9-5EBFB0865BF7}" dt="2022-10-24T02:15:56.061" v="674" actId="1038"/>
          <ac:spMkLst>
            <pc:docMk/>
            <pc:sldMk cId="1406802015" sldId="535"/>
            <ac:spMk id="30" creationId="{9B0B1D34-0DF0-4425-95BD-5272D9BFA028}"/>
          </ac:spMkLst>
        </pc:spChg>
      </pc:sldChg>
      <pc:sldChg chg="modAnim">
        <pc:chgData name="Hieu Do" userId="8091c26b-a61d-4e97-addd-a670c191ef7c" providerId="ADAL" clId="{EE5BA2CC-8DAB-3647-80F9-5EBFB0865BF7}" dt="2022-10-09T00:51:18.678" v="139"/>
        <pc:sldMkLst>
          <pc:docMk/>
          <pc:sldMk cId="985001379" sldId="539"/>
        </pc:sldMkLst>
      </pc:sldChg>
      <pc:sldChg chg="modSp modAnim">
        <pc:chgData name="Hieu Do" userId="8091c26b-a61d-4e97-addd-a670c191ef7c" providerId="ADAL" clId="{EE5BA2CC-8DAB-3647-80F9-5EBFB0865BF7}" dt="2022-10-09T03:51:39.329" v="343"/>
        <pc:sldMkLst>
          <pc:docMk/>
          <pc:sldMk cId="3654085087" sldId="541"/>
        </pc:sldMkLst>
        <pc:spChg chg="mod">
          <ac:chgData name="Hieu Do" userId="8091c26b-a61d-4e97-addd-a670c191ef7c" providerId="ADAL" clId="{EE5BA2CC-8DAB-3647-80F9-5EBFB0865BF7}" dt="2022-10-09T03:48:31.467" v="330" actId="20577"/>
          <ac:spMkLst>
            <pc:docMk/>
            <pc:sldMk cId="3654085087" sldId="541"/>
            <ac:spMk id="5" creationId="{00000000-0000-0000-0000-000000000000}"/>
          </ac:spMkLst>
        </pc:spChg>
        <pc:spChg chg="mod">
          <ac:chgData name="Hieu Do" userId="8091c26b-a61d-4e97-addd-a670c191ef7c" providerId="ADAL" clId="{EE5BA2CC-8DAB-3647-80F9-5EBFB0865BF7}" dt="2022-10-09T03:48:32.400" v="333" actId="20577"/>
          <ac:spMkLst>
            <pc:docMk/>
            <pc:sldMk cId="3654085087" sldId="541"/>
            <ac:spMk id="10" creationId="{00000000-0000-0000-0000-000000000000}"/>
          </ac:spMkLst>
        </pc:spChg>
      </pc:sldChg>
      <pc:sldChg chg="modSp mod modAnim">
        <pc:chgData name="Hieu Do" userId="8091c26b-a61d-4e97-addd-a670c191ef7c" providerId="ADAL" clId="{EE5BA2CC-8DAB-3647-80F9-5EBFB0865BF7}" dt="2022-10-24T01:56:56.556" v="607" actId="207"/>
        <pc:sldMkLst>
          <pc:docMk/>
          <pc:sldMk cId="2216520052" sldId="574"/>
        </pc:sldMkLst>
        <pc:spChg chg="mod">
          <ac:chgData name="Hieu Do" userId="8091c26b-a61d-4e97-addd-a670c191ef7c" providerId="ADAL" clId="{EE5BA2CC-8DAB-3647-80F9-5EBFB0865BF7}" dt="2022-10-24T01:56:35.621" v="585" actId="1038"/>
          <ac:spMkLst>
            <pc:docMk/>
            <pc:sldMk cId="2216520052" sldId="574"/>
            <ac:spMk id="2" creationId="{00000000-0000-0000-0000-000000000000}"/>
          </ac:spMkLst>
        </pc:spChg>
        <pc:spChg chg="mod">
          <ac:chgData name="Hieu Do" userId="8091c26b-a61d-4e97-addd-a670c191ef7c" providerId="ADAL" clId="{EE5BA2CC-8DAB-3647-80F9-5EBFB0865BF7}" dt="2022-10-24T01:56:56.556" v="607" actId="207"/>
          <ac:spMkLst>
            <pc:docMk/>
            <pc:sldMk cId="2216520052" sldId="574"/>
            <ac:spMk id="6" creationId="{00000000-0000-0000-0000-000000000000}"/>
          </ac:spMkLst>
        </pc:spChg>
      </pc:sldChg>
      <pc:sldChg chg="addSp delSp modSp mod modAnim">
        <pc:chgData name="Hieu Do" userId="8091c26b-a61d-4e97-addd-a670c191ef7c" providerId="ADAL" clId="{EE5BA2CC-8DAB-3647-80F9-5EBFB0865BF7}" dt="2022-10-24T01:37:41.464" v="371" actId="478"/>
        <pc:sldMkLst>
          <pc:docMk/>
          <pc:sldMk cId="61599334" sldId="580"/>
        </pc:sldMkLst>
        <pc:spChg chg="mod">
          <ac:chgData name="Hieu Do" userId="8091c26b-a61d-4e97-addd-a670c191ef7c" providerId="ADAL" clId="{EE5BA2CC-8DAB-3647-80F9-5EBFB0865BF7}" dt="2022-10-24T01:37:32.078" v="369" actId="20577"/>
          <ac:spMkLst>
            <pc:docMk/>
            <pc:sldMk cId="61599334" sldId="580"/>
            <ac:spMk id="2" creationId="{00000000-0000-0000-0000-000000000000}"/>
          </ac:spMkLst>
        </pc:spChg>
        <pc:spChg chg="add del mod">
          <ac:chgData name="Hieu Do" userId="8091c26b-a61d-4e97-addd-a670c191ef7c" providerId="ADAL" clId="{EE5BA2CC-8DAB-3647-80F9-5EBFB0865BF7}" dt="2022-10-24T01:37:41.464" v="371" actId="478"/>
          <ac:spMkLst>
            <pc:docMk/>
            <pc:sldMk cId="61599334" sldId="580"/>
            <ac:spMk id="5" creationId="{8826C869-9846-BD9E-FEEE-6020C4B1151C}"/>
          </ac:spMkLst>
        </pc:spChg>
      </pc:sldChg>
      <pc:sldChg chg="modAnim">
        <pc:chgData name="Hieu Do" userId="8091c26b-a61d-4e97-addd-a670c191ef7c" providerId="ADAL" clId="{EE5BA2CC-8DAB-3647-80F9-5EBFB0865BF7}" dt="2022-10-09T00:35:43.366" v="46"/>
        <pc:sldMkLst>
          <pc:docMk/>
          <pc:sldMk cId="1862226385" sldId="581"/>
        </pc:sldMkLst>
      </pc:sldChg>
      <pc:sldChg chg="modAnim">
        <pc:chgData name="Hieu Do" userId="8091c26b-a61d-4e97-addd-a670c191ef7c" providerId="ADAL" clId="{EE5BA2CC-8DAB-3647-80F9-5EBFB0865BF7}" dt="2022-10-09T00:33:00.468" v="39"/>
        <pc:sldMkLst>
          <pc:docMk/>
          <pc:sldMk cId="2275936599" sldId="582"/>
        </pc:sldMkLst>
      </pc:sldChg>
      <pc:sldChg chg="modAnim">
        <pc:chgData name="Hieu Do" userId="8091c26b-a61d-4e97-addd-a670c191ef7c" providerId="ADAL" clId="{EE5BA2CC-8DAB-3647-80F9-5EBFB0865BF7}" dt="2022-10-09T00:30:55.959" v="33"/>
        <pc:sldMkLst>
          <pc:docMk/>
          <pc:sldMk cId="257367336" sldId="583"/>
        </pc:sldMkLst>
      </pc:sldChg>
      <pc:sldChg chg="modSp modAnim">
        <pc:chgData name="Hieu Do" userId="8091c26b-a61d-4e97-addd-a670c191ef7c" providerId="ADAL" clId="{EE5BA2CC-8DAB-3647-80F9-5EBFB0865BF7}" dt="2022-10-09T00:29:18.106" v="30"/>
        <pc:sldMkLst>
          <pc:docMk/>
          <pc:sldMk cId="495291284" sldId="584"/>
        </pc:sldMkLst>
        <pc:spChg chg="mod">
          <ac:chgData name="Hieu Do" userId="8091c26b-a61d-4e97-addd-a670c191ef7c" providerId="ADAL" clId="{EE5BA2CC-8DAB-3647-80F9-5EBFB0865BF7}" dt="2022-10-09T00:27:11.923" v="20" actId="20577"/>
          <ac:spMkLst>
            <pc:docMk/>
            <pc:sldMk cId="495291284" sldId="584"/>
            <ac:spMk id="15" creationId="{394D9DF9-FE93-4AE8-9DA9-23541D268353}"/>
          </ac:spMkLst>
        </pc:spChg>
      </pc:sldChg>
      <pc:sldChg chg="addSp delSp modSp mod modAnim">
        <pc:chgData name="Hieu Do" userId="8091c26b-a61d-4e97-addd-a670c191ef7c" providerId="ADAL" clId="{EE5BA2CC-8DAB-3647-80F9-5EBFB0865BF7}" dt="2022-10-25T10:18:21.221" v="707" actId="20577"/>
        <pc:sldMkLst>
          <pc:docMk/>
          <pc:sldMk cId="1361396962" sldId="585"/>
        </pc:sldMkLst>
        <pc:spChg chg="add del">
          <ac:chgData name="Hieu Do" userId="8091c26b-a61d-4e97-addd-a670c191ef7c" providerId="ADAL" clId="{EE5BA2CC-8DAB-3647-80F9-5EBFB0865BF7}" dt="2022-10-09T00:41:27.284" v="76" actId="478"/>
          <ac:spMkLst>
            <pc:docMk/>
            <pc:sldMk cId="1361396962" sldId="585"/>
            <ac:spMk id="12" creationId="{7F146606-F536-4266-898C-45E08B665725}"/>
          </ac:spMkLst>
        </pc:spChg>
        <pc:spChg chg="mod">
          <ac:chgData name="Hieu Do" userId="8091c26b-a61d-4e97-addd-a670c191ef7c" providerId="ADAL" clId="{EE5BA2CC-8DAB-3647-80F9-5EBFB0865BF7}" dt="2022-10-25T10:18:21.221" v="707" actId="20577"/>
          <ac:spMkLst>
            <pc:docMk/>
            <pc:sldMk cId="1361396962" sldId="585"/>
            <ac:spMk id="23" creationId="{DAD16D05-67DE-463A-92E5-0B3CF244B79A}"/>
          </ac:spMkLst>
        </pc:spChg>
        <pc:spChg chg="mod">
          <ac:chgData name="Hieu Do" userId="8091c26b-a61d-4e97-addd-a670c191ef7c" providerId="ADAL" clId="{EE5BA2CC-8DAB-3647-80F9-5EBFB0865BF7}" dt="2022-10-25T10:15:25.636" v="693" actId="20577"/>
          <ac:spMkLst>
            <pc:docMk/>
            <pc:sldMk cId="1361396962" sldId="585"/>
            <ac:spMk id="25" creationId="{F31D0E7C-D5EC-4754-A941-BBABC1570DC6}"/>
          </ac:spMkLst>
        </pc:spChg>
      </pc:sldChg>
      <pc:sldChg chg="addSp modSp modAnim">
        <pc:chgData name="Hieu Do" userId="8091c26b-a61d-4e97-addd-a670c191ef7c" providerId="ADAL" clId="{EE5BA2CC-8DAB-3647-80F9-5EBFB0865BF7}" dt="2022-10-24T02:17:30.545" v="681"/>
        <pc:sldMkLst>
          <pc:docMk/>
          <pc:sldMk cId="1255225696" sldId="586"/>
        </pc:sldMkLst>
        <pc:spChg chg="mod">
          <ac:chgData name="Hieu Do" userId="8091c26b-a61d-4e97-addd-a670c191ef7c" providerId="ADAL" clId="{EE5BA2CC-8DAB-3647-80F9-5EBFB0865BF7}" dt="2022-10-24T02:17:21.015" v="675" actId="164"/>
          <ac:spMkLst>
            <pc:docMk/>
            <pc:sldMk cId="1255225696" sldId="586"/>
            <ac:spMk id="15" creationId="{C6EAE680-AEF0-499F-9708-87BC5DCA5817}"/>
          </ac:spMkLst>
        </pc:spChg>
        <pc:spChg chg="mod">
          <ac:chgData name="Hieu Do" userId="8091c26b-a61d-4e97-addd-a670c191ef7c" providerId="ADAL" clId="{EE5BA2CC-8DAB-3647-80F9-5EBFB0865BF7}" dt="2022-10-24T02:17:21.015" v="675" actId="164"/>
          <ac:spMkLst>
            <pc:docMk/>
            <pc:sldMk cId="1255225696" sldId="586"/>
            <ac:spMk id="17" creationId="{973B9CC4-1F57-49E7-828C-C62581D82740}"/>
          </ac:spMkLst>
        </pc:spChg>
        <pc:grpChg chg="add mod">
          <ac:chgData name="Hieu Do" userId="8091c26b-a61d-4e97-addd-a670c191ef7c" providerId="ADAL" clId="{EE5BA2CC-8DAB-3647-80F9-5EBFB0865BF7}" dt="2022-10-24T02:17:21.015" v="675" actId="164"/>
          <ac:grpSpMkLst>
            <pc:docMk/>
            <pc:sldMk cId="1255225696" sldId="586"/>
            <ac:grpSpMk id="5" creationId="{6FBE6C62-42B4-6A8F-7561-75D41BAABE85}"/>
          </ac:grpSpMkLst>
        </pc:grpChg>
      </pc:sldChg>
      <pc:sldChg chg="modAnim">
        <pc:chgData name="Hieu Do" userId="8091c26b-a61d-4e97-addd-a670c191ef7c" providerId="ADAL" clId="{EE5BA2CC-8DAB-3647-80F9-5EBFB0865BF7}" dt="2022-10-09T00:47:00.023" v="116"/>
        <pc:sldMkLst>
          <pc:docMk/>
          <pc:sldMk cId="773387874" sldId="587"/>
        </pc:sldMkLst>
      </pc:sldChg>
      <pc:sldChg chg="modSp mod modAnim">
        <pc:chgData name="Hieu Do" userId="8091c26b-a61d-4e97-addd-a670c191ef7c" providerId="ADAL" clId="{EE5BA2CC-8DAB-3647-80F9-5EBFB0865BF7}" dt="2022-10-09T01:20:00.377" v="312"/>
        <pc:sldMkLst>
          <pc:docMk/>
          <pc:sldMk cId="784192360" sldId="588"/>
        </pc:sldMkLst>
        <pc:spChg chg="mod">
          <ac:chgData name="Hieu Do" userId="8091c26b-a61d-4e97-addd-a670c191ef7c" providerId="ADAL" clId="{EE5BA2CC-8DAB-3647-80F9-5EBFB0865BF7}" dt="2022-10-09T01:19:33.468" v="311" actId="1076"/>
          <ac:spMkLst>
            <pc:docMk/>
            <pc:sldMk cId="784192360" sldId="588"/>
            <ac:spMk id="13" creationId="{00000000-0000-0000-0000-000000000000}"/>
          </ac:spMkLst>
        </pc:spChg>
        <pc:graphicFrameChg chg="mod">
          <ac:chgData name="Hieu Do" userId="8091c26b-a61d-4e97-addd-a670c191ef7c" providerId="ADAL" clId="{EE5BA2CC-8DAB-3647-80F9-5EBFB0865BF7}" dt="2022-10-09T01:19:28.158" v="310" actId="1076"/>
          <ac:graphicFrameMkLst>
            <pc:docMk/>
            <pc:sldMk cId="784192360" sldId="588"/>
            <ac:graphicFrameMk id="12" creationId="{00000000-0000-0000-0000-000000000000}"/>
          </ac:graphicFrameMkLst>
        </pc:graphicFrameChg>
      </pc:sldChg>
      <pc:sldChg chg="modAnim">
        <pc:chgData name="Hieu Do" userId="8091c26b-a61d-4e97-addd-a670c191ef7c" providerId="ADAL" clId="{EE5BA2CC-8DAB-3647-80F9-5EBFB0865BF7}" dt="2022-10-09T01:08:40.138" v="277"/>
        <pc:sldMkLst>
          <pc:docMk/>
          <pc:sldMk cId="1690808763" sldId="589"/>
        </pc:sldMkLst>
      </pc:sldChg>
      <pc:sldChg chg="modSp modAnim">
        <pc:chgData name="Hieu Do" userId="8091c26b-a61d-4e97-addd-a670c191ef7c" providerId="ADAL" clId="{EE5BA2CC-8DAB-3647-80F9-5EBFB0865BF7}" dt="2022-10-24T02:19:11.958" v="684" actId="20577"/>
        <pc:sldMkLst>
          <pc:docMk/>
          <pc:sldMk cId="381259406" sldId="590"/>
        </pc:sldMkLst>
        <pc:spChg chg="mod">
          <ac:chgData name="Hieu Do" userId="8091c26b-a61d-4e97-addd-a670c191ef7c" providerId="ADAL" clId="{EE5BA2CC-8DAB-3647-80F9-5EBFB0865BF7}" dt="2022-10-24T02:19:11.958" v="684" actId="20577"/>
          <ac:spMkLst>
            <pc:docMk/>
            <pc:sldMk cId="381259406" sldId="590"/>
            <ac:spMk id="23" creationId="{00000000-0000-0000-0000-000000000000}"/>
          </ac:spMkLst>
        </pc:spChg>
      </pc:sldChg>
      <pc:sldChg chg="addSp delSp modSp mod delAnim modAnim">
        <pc:chgData name="Hieu Do" userId="8091c26b-a61d-4e97-addd-a670c191ef7c" providerId="ADAL" clId="{EE5BA2CC-8DAB-3647-80F9-5EBFB0865BF7}" dt="2022-10-24T01:52:29.922" v="500"/>
        <pc:sldMkLst>
          <pc:docMk/>
          <pc:sldMk cId="1170062000" sldId="591"/>
        </pc:sldMkLst>
        <pc:spChg chg="add mod">
          <ac:chgData name="Hieu Do" userId="8091c26b-a61d-4e97-addd-a670c191ef7c" providerId="ADAL" clId="{EE5BA2CC-8DAB-3647-80F9-5EBFB0865BF7}" dt="2022-10-24T01:52:25.961" v="499" actId="164"/>
          <ac:spMkLst>
            <pc:docMk/>
            <pc:sldMk cId="1170062000" sldId="591"/>
            <ac:spMk id="3" creationId="{0AEB28C4-5571-B5FD-2E50-594C804485EC}"/>
          </ac:spMkLst>
        </pc:spChg>
        <pc:spChg chg="add mod">
          <ac:chgData name="Hieu Do" userId="8091c26b-a61d-4e97-addd-a670c191ef7c" providerId="ADAL" clId="{EE5BA2CC-8DAB-3647-80F9-5EBFB0865BF7}" dt="2022-10-24T01:52:25.961" v="499" actId="164"/>
          <ac:spMkLst>
            <pc:docMk/>
            <pc:sldMk cId="1170062000" sldId="591"/>
            <ac:spMk id="6" creationId="{DB4F988D-B0E3-8C9A-98D3-BF7872455342}"/>
          </ac:spMkLst>
        </pc:spChg>
        <pc:grpChg chg="add mod">
          <ac:chgData name="Hieu Do" userId="8091c26b-a61d-4e97-addd-a670c191ef7c" providerId="ADAL" clId="{EE5BA2CC-8DAB-3647-80F9-5EBFB0865BF7}" dt="2022-10-24T01:52:25.961" v="499" actId="164"/>
          <ac:grpSpMkLst>
            <pc:docMk/>
            <pc:sldMk cId="1170062000" sldId="591"/>
            <ac:grpSpMk id="7" creationId="{4AA5A810-3838-F4B9-74D0-FB963FE675FE}"/>
          </ac:grpSpMkLst>
        </pc:grpChg>
        <pc:graphicFrameChg chg="add mod">
          <ac:chgData name="Hieu Do" userId="8091c26b-a61d-4e97-addd-a670c191ef7c" providerId="ADAL" clId="{EE5BA2CC-8DAB-3647-80F9-5EBFB0865BF7}" dt="2022-10-24T01:51:29.985" v="495" actId="1076"/>
          <ac:graphicFrameMkLst>
            <pc:docMk/>
            <pc:sldMk cId="1170062000" sldId="591"/>
            <ac:graphicFrameMk id="5" creationId="{A90408D4-7554-1F35-72A7-92CFB8E473B6}"/>
          </ac:graphicFrameMkLst>
        </pc:graphicFrameChg>
        <pc:graphicFrameChg chg="del">
          <ac:chgData name="Hieu Do" userId="8091c26b-a61d-4e97-addd-a670c191ef7c" providerId="ADAL" clId="{EE5BA2CC-8DAB-3647-80F9-5EBFB0865BF7}" dt="2022-10-24T01:50:06.817" v="477" actId="478"/>
          <ac:graphicFrameMkLst>
            <pc:docMk/>
            <pc:sldMk cId="1170062000" sldId="591"/>
            <ac:graphicFrameMk id="35" creationId="{00000000-0000-0000-0000-000000000000}"/>
          </ac:graphicFrameMkLst>
        </pc:graphicFrameChg>
      </pc:sldChg>
      <pc:sldChg chg="modAnim">
        <pc:chgData name="Hieu Do" userId="8091c26b-a61d-4e97-addd-a670c191ef7c" providerId="ADAL" clId="{EE5BA2CC-8DAB-3647-80F9-5EBFB0865BF7}" dt="2022-10-09T01:16:21.627" v="295"/>
        <pc:sldMkLst>
          <pc:docMk/>
          <pc:sldMk cId="2819485902" sldId="592"/>
        </pc:sldMkLst>
      </pc:sldChg>
      <pc:sldChg chg="modAnim">
        <pc:chgData name="Hieu Do" userId="8091c26b-a61d-4e97-addd-a670c191ef7c" providerId="ADAL" clId="{EE5BA2CC-8DAB-3647-80F9-5EBFB0865BF7}" dt="2022-10-09T00:59:17.926" v="231"/>
        <pc:sldMkLst>
          <pc:docMk/>
          <pc:sldMk cId="3619862036" sldId="593"/>
        </pc:sldMkLst>
      </pc:sldChg>
      <pc:sldChg chg="modAnim">
        <pc:chgData name="Hieu Do" userId="8091c26b-a61d-4e97-addd-a670c191ef7c" providerId="ADAL" clId="{EE5BA2CC-8DAB-3647-80F9-5EBFB0865BF7}" dt="2022-10-09T00:50:17.305" v="133"/>
        <pc:sldMkLst>
          <pc:docMk/>
          <pc:sldMk cId="1490572508" sldId="594"/>
        </pc:sldMkLst>
      </pc:sldChg>
      <pc:sldChg chg="addSp modSp mod modAnim">
        <pc:chgData name="Hieu Do" userId="8091c26b-a61d-4e97-addd-a670c191ef7c" providerId="ADAL" clId="{EE5BA2CC-8DAB-3647-80F9-5EBFB0865BF7}" dt="2022-10-09T00:57:02.764" v="223"/>
        <pc:sldMkLst>
          <pc:docMk/>
          <pc:sldMk cId="2919462845" sldId="595"/>
        </pc:sldMkLst>
        <pc:spChg chg="add mod">
          <ac:chgData name="Hieu Do" userId="8091c26b-a61d-4e97-addd-a670c191ef7c" providerId="ADAL" clId="{EE5BA2CC-8DAB-3647-80F9-5EBFB0865BF7}" dt="2022-10-09T00:56:02.015" v="217" actId="207"/>
          <ac:spMkLst>
            <pc:docMk/>
            <pc:sldMk cId="2919462845" sldId="595"/>
            <ac:spMk id="2" creationId="{43287ED7-20AA-3FF6-7C02-14419C13A17C}"/>
          </ac:spMkLst>
        </pc:spChg>
        <pc:spChg chg="add mod">
          <ac:chgData name="Hieu Do" userId="8091c26b-a61d-4e97-addd-a670c191ef7c" providerId="ADAL" clId="{EE5BA2CC-8DAB-3647-80F9-5EBFB0865BF7}" dt="2022-10-09T00:55:55.844" v="216" actId="207"/>
          <ac:spMkLst>
            <pc:docMk/>
            <pc:sldMk cId="2919462845" sldId="595"/>
            <ac:spMk id="3" creationId="{9D3CE5E2-DB1F-F238-3559-EC835EB2C953}"/>
          </ac:spMkLst>
        </pc:spChg>
        <pc:spChg chg="mod">
          <ac:chgData name="Hieu Do" userId="8091c26b-a61d-4e97-addd-a670c191ef7c" providerId="ADAL" clId="{EE5BA2CC-8DAB-3647-80F9-5EBFB0865BF7}" dt="2022-10-09T00:53:06.191" v="158" actId="1036"/>
          <ac:spMkLst>
            <pc:docMk/>
            <pc:sldMk cId="2919462845" sldId="595"/>
            <ac:spMk id="22" creationId="{00000000-0000-0000-0000-000000000000}"/>
          </ac:spMkLst>
        </pc:spChg>
        <pc:spChg chg="mod">
          <ac:chgData name="Hieu Do" userId="8091c26b-a61d-4e97-addd-a670c191ef7c" providerId="ADAL" clId="{EE5BA2CC-8DAB-3647-80F9-5EBFB0865BF7}" dt="2022-10-09T00:53:06.191" v="158" actId="1036"/>
          <ac:spMkLst>
            <pc:docMk/>
            <pc:sldMk cId="2919462845" sldId="595"/>
            <ac:spMk id="23" creationId="{C76F9EBE-C949-A922-1A94-3AC0BE1644D7}"/>
          </ac:spMkLst>
        </pc:spChg>
        <pc:spChg chg="mod">
          <ac:chgData name="Hieu Do" userId="8091c26b-a61d-4e97-addd-a670c191ef7c" providerId="ADAL" clId="{EE5BA2CC-8DAB-3647-80F9-5EBFB0865BF7}" dt="2022-10-09T00:54:35.746" v="194" actId="20577"/>
          <ac:spMkLst>
            <pc:docMk/>
            <pc:sldMk cId="2919462845" sldId="595"/>
            <ac:spMk id="30" creationId="{00000000-0000-0000-0000-000000000000}"/>
          </ac:spMkLst>
        </pc:spChg>
        <pc:grpChg chg="mod">
          <ac:chgData name="Hieu Do" userId="8091c26b-a61d-4e97-addd-a670c191ef7c" providerId="ADAL" clId="{EE5BA2CC-8DAB-3647-80F9-5EBFB0865BF7}" dt="2022-10-09T00:53:06.191" v="158" actId="1036"/>
          <ac:grpSpMkLst>
            <pc:docMk/>
            <pc:sldMk cId="2919462845" sldId="595"/>
            <ac:grpSpMk id="21" creationId="{00000000-0000-0000-0000-000000000000}"/>
          </ac:grpSpMkLst>
        </pc:grpChg>
      </pc:sldChg>
      <pc:sldChg chg="modAnim">
        <pc:chgData name="Hieu Do" userId="8091c26b-a61d-4e97-addd-a670c191ef7c" providerId="ADAL" clId="{EE5BA2CC-8DAB-3647-80F9-5EBFB0865BF7}" dt="2022-10-09T01:18:16.544" v="304"/>
        <pc:sldMkLst>
          <pc:docMk/>
          <pc:sldMk cId="610191753" sldId="596"/>
        </pc:sldMkLst>
      </pc:sldChg>
      <pc:sldChg chg="delSp modSp mod delAnim modAnim">
        <pc:chgData name="Hieu Do" userId="8091c26b-a61d-4e97-addd-a670c191ef7c" providerId="ADAL" clId="{EE5BA2CC-8DAB-3647-80F9-5EBFB0865BF7}" dt="2022-10-09T01:17:14.569" v="299" actId="1076"/>
        <pc:sldMkLst>
          <pc:docMk/>
          <pc:sldMk cId="594539039" sldId="597"/>
        </pc:sldMkLst>
        <pc:spChg chg="mod">
          <ac:chgData name="Hieu Do" userId="8091c26b-a61d-4e97-addd-a670c191ef7c" providerId="ADAL" clId="{EE5BA2CC-8DAB-3647-80F9-5EBFB0865BF7}" dt="2022-10-09T01:17:11.255" v="298" actId="1076"/>
          <ac:spMkLst>
            <pc:docMk/>
            <pc:sldMk cId="594539039" sldId="597"/>
            <ac:spMk id="5" creationId="{00000000-0000-0000-0000-000000000000}"/>
          </ac:spMkLst>
        </pc:spChg>
        <pc:spChg chg="mod">
          <ac:chgData name="Hieu Do" userId="8091c26b-a61d-4e97-addd-a670c191ef7c" providerId="ADAL" clId="{EE5BA2CC-8DAB-3647-80F9-5EBFB0865BF7}" dt="2022-10-09T01:17:11.255" v="298" actId="1076"/>
          <ac:spMkLst>
            <pc:docMk/>
            <pc:sldMk cId="594539039" sldId="597"/>
            <ac:spMk id="6" creationId="{00000000-0000-0000-0000-000000000000}"/>
          </ac:spMkLst>
        </pc:spChg>
        <pc:spChg chg="mod">
          <ac:chgData name="Hieu Do" userId="8091c26b-a61d-4e97-addd-a670c191ef7c" providerId="ADAL" clId="{EE5BA2CC-8DAB-3647-80F9-5EBFB0865BF7}" dt="2022-10-09T01:17:11.255" v="298" actId="1076"/>
          <ac:spMkLst>
            <pc:docMk/>
            <pc:sldMk cId="594539039" sldId="597"/>
            <ac:spMk id="7" creationId="{00000000-0000-0000-0000-000000000000}"/>
          </ac:spMkLst>
        </pc:spChg>
        <pc:spChg chg="mod">
          <ac:chgData name="Hieu Do" userId="8091c26b-a61d-4e97-addd-a670c191ef7c" providerId="ADAL" clId="{EE5BA2CC-8DAB-3647-80F9-5EBFB0865BF7}" dt="2022-10-09T01:17:14.569" v="299" actId="1076"/>
          <ac:spMkLst>
            <pc:docMk/>
            <pc:sldMk cId="594539039" sldId="597"/>
            <ac:spMk id="8" creationId="{00000000-0000-0000-0000-000000000000}"/>
          </ac:spMkLst>
        </pc:spChg>
        <pc:spChg chg="mod">
          <ac:chgData name="Hieu Do" userId="8091c26b-a61d-4e97-addd-a670c191ef7c" providerId="ADAL" clId="{EE5BA2CC-8DAB-3647-80F9-5EBFB0865BF7}" dt="2022-10-09T01:17:11.255" v="298" actId="1076"/>
          <ac:spMkLst>
            <pc:docMk/>
            <pc:sldMk cId="594539039" sldId="597"/>
            <ac:spMk id="9" creationId="{00000000-0000-0000-0000-000000000000}"/>
          </ac:spMkLst>
        </pc:spChg>
        <pc:spChg chg="del">
          <ac:chgData name="Hieu Do" userId="8091c26b-a61d-4e97-addd-a670c191ef7c" providerId="ADAL" clId="{EE5BA2CC-8DAB-3647-80F9-5EBFB0865BF7}" dt="2022-10-09T01:16:53.375" v="296" actId="478"/>
          <ac:spMkLst>
            <pc:docMk/>
            <pc:sldMk cId="594539039" sldId="597"/>
            <ac:spMk id="10" creationId="{00000000-0000-0000-0000-000000000000}"/>
          </ac:spMkLst>
        </pc:spChg>
        <pc:spChg chg="del">
          <ac:chgData name="Hieu Do" userId="8091c26b-a61d-4e97-addd-a670c191ef7c" providerId="ADAL" clId="{EE5BA2CC-8DAB-3647-80F9-5EBFB0865BF7}" dt="2022-10-09T01:16:54.961" v="297" actId="478"/>
          <ac:spMkLst>
            <pc:docMk/>
            <pc:sldMk cId="594539039" sldId="597"/>
            <ac:spMk id="12" creationId="{00000000-0000-0000-0000-000000000000}"/>
          </ac:spMkLst>
        </pc:spChg>
        <pc:graphicFrameChg chg="mod">
          <ac:chgData name="Hieu Do" userId="8091c26b-a61d-4e97-addd-a670c191ef7c" providerId="ADAL" clId="{EE5BA2CC-8DAB-3647-80F9-5EBFB0865BF7}" dt="2022-10-09T01:17:11.255" v="298" actId="1076"/>
          <ac:graphicFrameMkLst>
            <pc:docMk/>
            <pc:sldMk cId="594539039" sldId="597"/>
            <ac:graphicFrameMk id="15" creationId="{00000000-0000-0000-0000-000000000000}"/>
          </ac:graphicFrameMkLst>
        </pc:graphicFrameChg>
        <pc:graphicFrameChg chg="mod">
          <ac:chgData name="Hieu Do" userId="8091c26b-a61d-4e97-addd-a670c191ef7c" providerId="ADAL" clId="{EE5BA2CC-8DAB-3647-80F9-5EBFB0865BF7}" dt="2022-10-09T01:17:11.255" v="298" actId="1076"/>
          <ac:graphicFrameMkLst>
            <pc:docMk/>
            <pc:sldMk cId="594539039" sldId="597"/>
            <ac:graphicFrameMk id="16" creationId="{00000000-0000-0000-0000-000000000000}"/>
          </ac:graphicFrameMkLst>
        </pc:graphicFrameChg>
      </pc:sldChg>
      <pc:sldChg chg="modSp mod modAnim">
        <pc:chgData name="Hieu Do" userId="8091c26b-a61d-4e97-addd-a670c191ef7c" providerId="ADAL" clId="{EE5BA2CC-8DAB-3647-80F9-5EBFB0865BF7}" dt="2022-10-09T00:37:09.969" v="52" actId="1076"/>
        <pc:sldMkLst>
          <pc:docMk/>
          <pc:sldMk cId="1940225907" sldId="598"/>
        </pc:sldMkLst>
        <pc:spChg chg="mod">
          <ac:chgData name="Hieu Do" userId="8091c26b-a61d-4e97-addd-a670c191ef7c" providerId="ADAL" clId="{EE5BA2CC-8DAB-3647-80F9-5EBFB0865BF7}" dt="2022-10-09T00:37:09.969" v="52" actId="1076"/>
          <ac:spMkLst>
            <pc:docMk/>
            <pc:sldMk cId="1940225907" sldId="598"/>
            <ac:spMk id="41" creationId="{00000000-0000-0000-0000-000000000000}"/>
          </ac:spMkLst>
        </pc:spChg>
      </pc:sldChg>
      <pc:sldChg chg="modAnim">
        <pc:chgData name="Hieu Do" userId="8091c26b-a61d-4e97-addd-a670c191ef7c" providerId="ADAL" clId="{EE5BA2CC-8DAB-3647-80F9-5EBFB0865BF7}" dt="2022-10-09T01:23:47.408" v="320"/>
        <pc:sldMkLst>
          <pc:docMk/>
          <pc:sldMk cId="2329432368" sldId="599"/>
        </pc:sldMkLst>
      </pc:sldChg>
      <pc:sldChg chg="modAnim">
        <pc:chgData name="Hieu Do" userId="8091c26b-a61d-4e97-addd-a670c191ef7c" providerId="ADAL" clId="{EE5BA2CC-8DAB-3647-80F9-5EBFB0865BF7}" dt="2022-10-09T01:22:13.907" v="316"/>
        <pc:sldMkLst>
          <pc:docMk/>
          <pc:sldMk cId="3797354940" sldId="600"/>
        </pc:sldMkLst>
      </pc:sldChg>
      <pc:sldChg chg="modAnim">
        <pc:chgData name="Hieu Do" userId="8091c26b-a61d-4e97-addd-a670c191ef7c" providerId="ADAL" clId="{EE5BA2CC-8DAB-3647-80F9-5EBFB0865BF7}" dt="2022-10-09T01:25:44.265" v="327"/>
        <pc:sldMkLst>
          <pc:docMk/>
          <pc:sldMk cId="3811462398" sldId="601"/>
        </pc:sldMkLst>
      </pc:sldChg>
      <pc:sldChg chg="modAnim">
        <pc:chgData name="Hieu Do" userId="8091c26b-a61d-4e97-addd-a670c191ef7c" providerId="ADAL" clId="{EE5BA2CC-8DAB-3647-80F9-5EBFB0865BF7}" dt="2022-10-09T04:11:57.681" v="353"/>
        <pc:sldMkLst>
          <pc:docMk/>
          <pc:sldMk cId="23744035" sldId="603"/>
        </pc:sldMkLst>
      </pc:sldChg>
      <pc:sldChg chg="delSp mod modAnim">
        <pc:chgData name="Hieu Do" userId="8091c26b-a61d-4e97-addd-a670c191ef7c" providerId="ADAL" clId="{EE5BA2CC-8DAB-3647-80F9-5EBFB0865BF7}" dt="2022-10-09T04:04:29.679" v="349"/>
        <pc:sldMkLst>
          <pc:docMk/>
          <pc:sldMk cId="3551143139" sldId="604"/>
        </pc:sldMkLst>
        <pc:spChg chg="del">
          <ac:chgData name="Hieu Do" userId="8091c26b-a61d-4e97-addd-a670c191ef7c" providerId="ADAL" clId="{EE5BA2CC-8DAB-3647-80F9-5EBFB0865BF7}" dt="2022-10-09T04:03:37.899" v="344" actId="478"/>
          <ac:spMkLst>
            <pc:docMk/>
            <pc:sldMk cId="3551143139" sldId="604"/>
            <ac:spMk id="12" creationId="{00000000-0000-0000-0000-000000000000}"/>
          </ac:spMkLst>
        </pc:spChg>
      </pc:sldChg>
      <pc:sldChg chg="modAnim">
        <pc:chgData name="Hieu Do" userId="8091c26b-a61d-4e97-addd-a670c191ef7c" providerId="ADAL" clId="{EE5BA2CC-8DAB-3647-80F9-5EBFB0865BF7}" dt="2022-10-09T01:10:59.927" v="281"/>
        <pc:sldMkLst>
          <pc:docMk/>
          <pc:sldMk cId="604067520" sldId="605"/>
        </pc:sldMkLst>
      </pc:sldChg>
      <pc:sldChg chg="addSp delSp modSp mod modAnim">
        <pc:chgData name="Hieu Do" userId="8091c26b-a61d-4e97-addd-a670c191ef7c" providerId="ADAL" clId="{EE5BA2CC-8DAB-3647-80F9-5EBFB0865BF7}" dt="2022-10-09T04:15:24.480" v="368"/>
        <pc:sldMkLst>
          <pc:docMk/>
          <pc:sldMk cId="2414942979" sldId="606"/>
        </pc:sldMkLst>
        <pc:spChg chg="mod">
          <ac:chgData name="Hieu Do" userId="8091c26b-a61d-4e97-addd-a670c191ef7c" providerId="ADAL" clId="{EE5BA2CC-8DAB-3647-80F9-5EBFB0865BF7}" dt="2022-10-09T04:14:34.952" v="362" actId="1036"/>
          <ac:spMkLst>
            <pc:docMk/>
            <pc:sldMk cId="2414942979" sldId="606"/>
            <ac:spMk id="5" creationId="{00000000-0000-0000-0000-000000000000}"/>
          </ac:spMkLst>
        </pc:spChg>
        <pc:spChg chg="add del mod">
          <ac:chgData name="Hieu Do" userId="8091c26b-a61d-4e97-addd-a670c191ef7c" providerId="ADAL" clId="{EE5BA2CC-8DAB-3647-80F9-5EBFB0865BF7}" dt="2022-10-09T04:14:51.111" v="364" actId="478"/>
          <ac:spMkLst>
            <pc:docMk/>
            <pc:sldMk cId="2414942979" sldId="606"/>
            <ac:spMk id="7" creationId="{4D85443C-B10A-9C4D-C353-F415A7B2F5D0}"/>
          </ac:spMkLst>
        </pc:spChg>
        <pc:spChg chg="mod">
          <ac:chgData name="Hieu Do" userId="8091c26b-a61d-4e97-addd-a670c191ef7c" providerId="ADAL" clId="{EE5BA2CC-8DAB-3647-80F9-5EBFB0865BF7}" dt="2022-10-09T04:14:17.628" v="357" actId="207"/>
          <ac:spMkLst>
            <pc:docMk/>
            <pc:sldMk cId="2414942979" sldId="606"/>
            <ac:spMk id="8" creationId="{00000000-0000-0000-0000-000000000000}"/>
          </ac:spMkLst>
        </pc:spChg>
      </pc:sldChg>
      <pc:sldChg chg="addSp delSp modSp mod modAnim">
        <pc:chgData name="Hieu Do" userId="8091c26b-a61d-4e97-addd-a670c191ef7c" providerId="ADAL" clId="{EE5BA2CC-8DAB-3647-80F9-5EBFB0865BF7}" dt="2022-10-09T00:48:16.357" v="124"/>
        <pc:sldMkLst>
          <pc:docMk/>
          <pc:sldMk cId="308490996" sldId="607"/>
        </pc:sldMkLst>
        <pc:spChg chg="add mod">
          <ac:chgData name="Hieu Do" userId="8091c26b-a61d-4e97-addd-a670c191ef7c" providerId="ADAL" clId="{EE5BA2CC-8DAB-3647-80F9-5EBFB0865BF7}" dt="2022-10-09T00:47:42.788" v="118"/>
          <ac:spMkLst>
            <pc:docMk/>
            <pc:sldMk cId="308490996" sldId="607"/>
            <ac:spMk id="2" creationId="{FD4753B1-3BB6-72E8-DFA3-E319772A5D84}"/>
          </ac:spMkLst>
        </pc:spChg>
        <pc:spChg chg="del">
          <ac:chgData name="Hieu Do" userId="8091c26b-a61d-4e97-addd-a670c191ef7c" providerId="ADAL" clId="{EE5BA2CC-8DAB-3647-80F9-5EBFB0865BF7}" dt="2022-10-09T00:47:41.621" v="117" actId="478"/>
          <ac:spMkLst>
            <pc:docMk/>
            <pc:sldMk cId="308490996" sldId="607"/>
            <ac:spMk id="24" creationId="{00000000-0000-0000-0000-000000000000}"/>
          </ac:spMkLst>
        </pc:spChg>
      </pc:sldChg>
    </pc:docChg>
  </pc:docChgLst>
  <pc:docChgLst>
    <pc:chgData name="Hieu Do" userId="8091c26b-a61d-4e97-addd-a670c191ef7c" providerId="ADAL" clId="{0ECF39FF-CFDB-AE47-85CE-E1B366B68B64}"/>
    <pc:docChg chg="undo custSel modSld">
      <pc:chgData name="Hieu Do" userId="8091c26b-a61d-4e97-addd-a670c191ef7c" providerId="ADAL" clId="{0ECF39FF-CFDB-AE47-85CE-E1B366B68B64}" dt="2022-06-20T01:59:52.594" v="87" actId="20577"/>
      <pc:docMkLst>
        <pc:docMk/>
      </pc:docMkLst>
      <pc:sldChg chg="modSp mod">
        <pc:chgData name="Hieu Do" userId="8091c26b-a61d-4e97-addd-a670c191ef7c" providerId="ADAL" clId="{0ECF39FF-CFDB-AE47-85CE-E1B366B68B64}" dt="2022-06-20T01:59:52.594" v="87" actId="20577"/>
        <pc:sldMkLst>
          <pc:docMk/>
          <pc:sldMk cId="3555926662" sldId="547"/>
        </pc:sldMkLst>
        <pc:spChg chg="mod">
          <ac:chgData name="Hieu Do" userId="8091c26b-a61d-4e97-addd-a670c191ef7c" providerId="ADAL" clId="{0ECF39FF-CFDB-AE47-85CE-E1B366B68B64}" dt="2022-06-20T01:59:52.594" v="87" actId="20577"/>
          <ac:spMkLst>
            <pc:docMk/>
            <pc:sldMk cId="3555926662" sldId="547"/>
            <ac:spMk id="11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59:13.617" v="67" actId="1076"/>
          <ac:grpSpMkLst>
            <pc:docMk/>
            <pc:sldMk cId="3555926662" sldId="547"/>
            <ac:grpSpMk id="3" creationId="{00000000-0000-0000-0000-000000000000}"/>
          </ac:grpSpMkLst>
        </pc:grpChg>
        <pc:graphicFrameChg chg="mod">
          <ac:chgData name="Hieu Do" userId="8091c26b-a61d-4e97-addd-a670c191ef7c" providerId="ADAL" clId="{0ECF39FF-CFDB-AE47-85CE-E1B366B68B64}" dt="2022-06-20T01:59:03.362" v="66" actId="1076"/>
          <ac:graphicFrameMkLst>
            <pc:docMk/>
            <pc:sldMk cId="3555926662" sldId="547"/>
            <ac:graphicFrameMk id="10" creationId="{00000000-0000-0000-0000-000000000000}"/>
          </ac:graphicFrameMkLst>
        </pc:graphicFrameChg>
      </pc:sldChg>
      <pc:sldChg chg="modSp mod">
        <pc:chgData name="Hieu Do" userId="8091c26b-a61d-4e97-addd-a670c191ef7c" providerId="ADAL" clId="{0ECF39FF-CFDB-AE47-85CE-E1B366B68B64}" dt="2022-06-20T01:57:31.010" v="36" actId="20577"/>
        <pc:sldMkLst>
          <pc:docMk/>
          <pc:sldMk cId="2972956599" sldId="548"/>
        </pc:sldMkLst>
        <pc:spChg chg="mod">
          <ac:chgData name="Hieu Do" userId="8091c26b-a61d-4e97-addd-a670c191ef7c" providerId="ADAL" clId="{0ECF39FF-CFDB-AE47-85CE-E1B366B68B64}" dt="2022-06-20T01:57:31.010" v="36" actId="20577"/>
          <ac:spMkLst>
            <pc:docMk/>
            <pc:sldMk cId="2972956599" sldId="548"/>
            <ac:spMk id="6" creationId="{00000000-0000-0000-0000-000000000000}"/>
          </ac:spMkLst>
        </pc:spChg>
      </pc:sldChg>
      <pc:sldChg chg="modSp mod">
        <pc:chgData name="Hieu Do" userId="8091c26b-a61d-4e97-addd-a670c191ef7c" providerId="ADAL" clId="{0ECF39FF-CFDB-AE47-85CE-E1B366B68B64}" dt="2022-06-20T01:58:17.425" v="37" actId="167"/>
        <pc:sldMkLst>
          <pc:docMk/>
          <pc:sldMk cId="3808147081" sldId="555"/>
        </pc:sldMkLst>
        <pc:grpChg chg="mod">
          <ac:chgData name="Hieu Do" userId="8091c26b-a61d-4e97-addd-a670c191ef7c" providerId="ADAL" clId="{0ECF39FF-CFDB-AE47-85CE-E1B366B68B64}" dt="2022-06-20T01:44:16.133" v="27" actId="166"/>
          <ac:grpSpMkLst>
            <pc:docMk/>
            <pc:sldMk cId="3808147081" sldId="555"/>
            <ac:grpSpMk id="10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58:17.425" v="37" actId="167"/>
          <ac:picMkLst>
            <pc:docMk/>
            <pc:sldMk cId="3808147081" sldId="555"/>
            <ac:picMk id="6" creationId="{00000000-0000-0000-0000-000000000000}"/>
          </ac:picMkLst>
        </pc:picChg>
      </pc:sldChg>
      <pc:sldChg chg="modSp">
        <pc:chgData name="Hieu Do" userId="8091c26b-a61d-4e97-addd-a670c191ef7c" providerId="ADAL" clId="{0ECF39FF-CFDB-AE47-85CE-E1B366B68B64}" dt="2022-06-20T01:42:51.695" v="15" actId="1038"/>
        <pc:sldMkLst>
          <pc:docMk/>
          <pc:sldMk cId="44966325" sldId="559"/>
        </pc:sldMkLst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2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3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5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6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8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33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46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20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34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41" creationId="{00000000-0000-0000-0000-000000000000}"/>
          </ac:picMkLst>
        </pc:pic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1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4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37" creationId="{00000000-0000-0000-0000-000000000000}"/>
          </ac:cxnSpMkLst>
        </pc:cxnChg>
      </pc:sldChg>
    </pc:docChg>
  </pc:docChgLst>
  <pc:docChgLst>
    <pc:chgData name="Hieu Do" userId="8091c26b-a61d-4e97-addd-a670c191ef7c" providerId="ADAL" clId="{4D0DDFEC-16B5-E543-8C81-4DE67122FE3C}"/>
    <pc:docChg chg="undo custSel addSld modSld sldOrd">
      <pc:chgData name="Hieu Do" userId="8091c26b-a61d-4e97-addd-a670c191ef7c" providerId="ADAL" clId="{4D0DDFEC-16B5-E543-8C81-4DE67122FE3C}" dt="2022-06-28T11:53:49.399" v="1071" actId="114"/>
      <pc:docMkLst>
        <pc:docMk/>
      </pc:docMkLst>
      <pc:sldChg chg="addSp delSp modSp mod">
        <pc:chgData name="Hieu Do" userId="8091c26b-a61d-4e97-addd-a670c191ef7c" providerId="ADAL" clId="{4D0DDFEC-16B5-E543-8C81-4DE67122FE3C}" dt="2022-06-28T05:49:47.966" v="91" actId="1076"/>
        <pc:sldMkLst>
          <pc:docMk/>
          <pc:sldMk cId="1632588312" sldId="534"/>
        </pc:sldMkLst>
        <pc:spChg chg="add mod">
          <ac:chgData name="Hieu Do" userId="8091c26b-a61d-4e97-addd-a670c191ef7c" providerId="ADAL" clId="{4D0DDFEC-16B5-E543-8C81-4DE67122FE3C}" dt="2022-06-28T05:49:47.966" v="91" actId="1076"/>
          <ac:spMkLst>
            <pc:docMk/>
            <pc:sldMk cId="1632588312" sldId="534"/>
            <ac:spMk id="6" creationId="{CDD4C873-10D7-2B81-CAD0-6B70B1497B58}"/>
          </ac:spMkLst>
        </pc:spChg>
        <pc:spChg chg="add mod">
          <ac:chgData name="Hieu Do" userId="8091c26b-a61d-4e97-addd-a670c191ef7c" providerId="ADAL" clId="{4D0DDFEC-16B5-E543-8C81-4DE67122FE3C}" dt="2022-06-28T05:49:43.702" v="90"/>
          <ac:spMkLst>
            <pc:docMk/>
            <pc:sldMk cId="1632588312" sldId="534"/>
            <ac:spMk id="7" creationId="{76B45F72-B7D9-8C2D-7F9D-267F14FACF91}"/>
          </ac:spMkLst>
        </pc:spChg>
        <pc:spChg chg="mod">
          <ac:chgData name="Hieu Do" userId="8091c26b-a61d-4e97-addd-a670c191ef7c" providerId="ADAL" clId="{4D0DDFEC-16B5-E543-8C81-4DE67122FE3C}" dt="2022-06-28T04:44:24.736" v="3" actId="207"/>
          <ac:spMkLst>
            <pc:docMk/>
            <pc:sldMk cId="1632588312" sldId="534"/>
            <ac:spMk id="14" creationId="{00000000-0000-0000-0000-000000000000}"/>
          </ac:spMkLst>
        </pc:spChg>
        <pc:spChg chg="del mod">
          <ac:chgData name="Hieu Do" userId="8091c26b-a61d-4e97-addd-a670c191ef7c" providerId="ADAL" clId="{4D0DDFEC-16B5-E543-8C81-4DE67122FE3C}" dt="2022-06-28T05:49:42.848" v="89" actId="478"/>
          <ac:spMkLst>
            <pc:docMk/>
            <pc:sldMk cId="1632588312" sldId="534"/>
            <ac:spMk id="24" creationId="{00000000-0000-0000-0000-000000000000}"/>
          </ac:spMkLst>
        </pc:spChg>
      </pc:sldChg>
      <pc:sldChg chg="addSp delSp modSp add mod">
        <pc:chgData name="Hieu Do" userId="8091c26b-a61d-4e97-addd-a670c191ef7c" providerId="ADAL" clId="{4D0DDFEC-16B5-E543-8C81-4DE67122FE3C}" dt="2022-06-28T05:54:53.194" v="150" actId="20577"/>
        <pc:sldMkLst>
          <pc:docMk/>
          <pc:sldMk cId="1406802015" sldId="535"/>
        </pc:sldMkLst>
        <pc:spChg chg="del">
          <ac:chgData name="Hieu Do" userId="8091c26b-a61d-4e97-addd-a670c191ef7c" providerId="ADAL" clId="{4D0DDFEC-16B5-E543-8C81-4DE67122FE3C}" dt="2022-06-28T05:49:15.117" v="79" actId="478"/>
          <ac:spMkLst>
            <pc:docMk/>
            <pc:sldMk cId="1406802015" sldId="535"/>
            <ac:spMk id="6" creationId="{CDD4C873-10D7-2B81-CAD0-6B70B1497B58}"/>
          </ac:spMkLst>
        </pc:spChg>
        <pc:spChg chg="add mod">
          <ac:chgData name="Hieu Do" userId="8091c26b-a61d-4e97-addd-a670c191ef7c" providerId="ADAL" clId="{4D0DDFEC-16B5-E543-8C81-4DE67122FE3C}" dt="2022-06-28T05:53:54.285" v="129" actId="12"/>
          <ac:spMkLst>
            <pc:docMk/>
            <pc:sldMk cId="1406802015" sldId="535"/>
            <ac:spMk id="7" creationId="{1EDD7E2A-23CE-66C2-43BD-66064F4C0AE7}"/>
          </ac:spMkLst>
        </pc:spChg>
        <pc:spChg chg="add del mod">
          <ac:chgData name="Hieu Do" userId="8091c26b-a61d-4e97-addd-a670c191ef7c" providerId="ADAL" clId="{4D0DDFEC-16B5-E543-8C81-4DE67122FE3C}" dt="2022-06-28T05:54:53.194" v="150" actId="20577"/>
          <ac:spMkLst>
            <pc:docMk/>
            <pc:sldMk cId="1406802015" sldId="535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5:52:39.509" v="123" actId="1076"/>
          <ac:graphicFrameMkLst>
            <pc:docMk/>
            <pc:sldMk cId="1406802015" sldId="535"/>
            <ac:graphicFrameMk id="8" creationId="{545B1EEA-9840-468A-7B3B-F4BB657E106C}"/>
          </ac:graphicFrameMkLst>
        </pc:graphicFrameChg>
      </pc:sldChg>
      <pc:sldChg chg="addSp delSp modSp add mod">
        <pc:chgData name="Hieu Do" userId="8091c26b-a61d-4e97-addd-a670c191ef7c" providerId="ADAL" clId="{4D0DDFEC-16B5-E543-8C81-4DE67122FE3C}" dt="2022-06-28T06:01:30.900" v="180" actId="20577"/>
        <pc:sldMkLst>
          <pc:docMk/>
          <pc:sldMk cId="3637287449" sldId="536"/>
        </pc:sldMkLst>
        <pc:spChg chg="del">
          <ac:chgData name="Hieu Do" userId="8091c26b-a61d-4e97-addd-a670c191ef7c" providerId="ADAL" clId="{4D0DDFEC-16B5-E543-8C81-4DE67122FE3C}" dt="2022-06-28T05:56:12.991" v="152" actId="478"/>
          <ac:spMkLst>
            <pc:docMk/>
            <pc:sldMk cId="3637287449" sldId="536"/>
            <ac:spMk id="7" creationId="{1EDD7E2A-23CE-66C2-43BD-66064F4C0AE7}"/>
          </ac:spMkLst>
        </pc:spChg>
        <pc:spChg chg="add mod">
          <ac:chgData name="Hieu Do" userId="8091c26b-a61d-4e97-addd-a670c191ef7c" providerId="ADAL" clId="{4D0DDFEC-16B5-E543-8C81-4DE67122FE3C}" dt="2022-06-28T06:01:30.900" v="180" actId="20577"/>
          <ac:spMkLst>
            <pc:docMk/>
            <pc:sldMk cId="3637287449" sldId="536"/>
            <ac:spMk id="9" creationId="{0BA538F7-E86C-CC57-D948-A670419A4377}"/>
          </ac:spMkLst>
        </pc:spChg>
        <pc:graphicFrameChg chg="del">
          <ac:chgData name="Hieu Do" userId="8091c26b-a61d-4e97-addd-a670c191ef7c" providerId="ADAL" clId="{4D0DDFEC-16B5-E543-8C81-4DE67122FE3C}" dt="2022-06-28T05:56:14.485" v="153" actId="478"/>
          <ac:graphicFrameMkLst>
            <pc:docMk/>
            <pc:sldMk cId="3637287449" sldId="536"/>
            <ac:graphicFrameMk id="8" creationId="{545B1EEA-9840-468A-7B3B-F4BB657E106C}"/>
          </ac:graphicFrameMkLst>
        </pc:graphicFrameChg>
        <pc:graphicFrameChg chg="add mod">
          <ac:chgData name="Hieu Do" userId="8091c26b-a61d-4e97-addd-a670c191ef7c" providerId="ADAL" clId="{4D0DDFEC-16B5-E543-8C81-4DE67122FE3C}" dt="2022-06-28T05:58:23.051" v="165" actId="14100"/>
          <ac:graphicFrameMkLst>
            <pc:docMk/>
            <pc:sldMk cId="3637287449" sldId="536"/>
            <ac:graphicFrameMk id="10" creationId="{8F8AC18D-0FFD-232C-CD55-BCB5CFA5C1C3}"/>
          </ac:graphicFrameMkLst>
        </pc:graphicFrameChg>
      </pc:sldChg>
      <pc:sldChg chg="addSp delSp modSp add mod">
        <pc:chgData name="Hieu Do" userId="8091c26b-a61d-4e97-addd-a670c191ef7c" providerId="ADAL" clId="{4D0DDFEC-16B5-E543-8C81-4DE67122FE3C}" dt="2022-06-28T06:24:21.910" v="372" actId="1076"/>
        <pc:sldMkLst>
          <pc:docMk/>
          <pc:sldMk cId="297886410" sldId="537"/>
        </pc:sldMkLst>
        <pc:spChg chg="del">
          <ac:chgData name="Hieu Do" userId="8091c26b-a61d-4e97-addd-a670c191ef7c" providerId="ADAL" clId="{4D0DDFEC-16B5-E543-8C81-4DE67122FE3C}" dt="2022-06-28T06:02:08.289" v="182" actId="478"/>
          <ac:spMkLst>
            <pc:docMk/>
            <pc:sldMk cId="297886410" sldId="537"/>
            <ac:spMk id="9" creationId="{0BA538F7-E86C-CC57-D948-A670419A4377}"/>
          </ac:spMkLst>
        </pc:spChg>
        <pc:spChg chg="add mod">
          <ac:chgData name="Hieu Do" userId="8091c26b-a61d-4e97-addd-a670c191ef7c" providerId="ADAL" clId="{4D0DDFEC-16B5-E543-8C81-4DE67122FE3C}" dt="2022-06-28T06:22:21.320" v="353" actId="12"/>
          <ac:spMkLst>
            <pc:docMk/>
            <pc:sldMk cId="297886410" sldId="537"/>
            <ac:spMk id="11" creationId="{F5070E25-20F7-1C18-3484-9230810D2B4E}"/>
          </ac:spMkLst>
        </pc:spChg>
        <pc:spChg chg="mod">
          <ac:chgData name="Hieu Do" userId="8091c26b-a61d-4e97-addd-a670c191ef7c" providerId="ADAL" clId="{4D0DDFEC-16B5-E543-8C81-4DE67122FE3C}" dt="2022-06-28T06:22:58.731" v="366" actId="20577"/>
          <ac:spMkLst>
            <pc:docMk/>
            <pc:sldMk cId="297886410" sldId="537"/>
            <ac:spMk id="24" creationId="{00000000-0000-0000-0000-000000000000}"/>
          </ac:spMkLst>
        </pc:spChg>
        <pc:graphicFrameChg chg="del">
          <ac:chgData name="Hieu Do" userId="8091c26b-a61d-4e97-addd-a670c191ef7c" providerId="ADAL" clId="{4D0DDFEC-16B5-E543-8C81-4DE67122FE3C}" dt="2022-06-28T06:02:09.170" v="183" actId="478"/>
          <ac:graphicFrameMkLst>
            <pc:docMk/>
            <pc:sldMk cId="297886410" sldId="537"/>
            <ac:graphicFrameMk id="10" creationId="{8F8AC18D-0FFD-232C-CD55-BCB5CFA5C1C3}"/>
          </ac:graphicFrameMkLst>
        </pc:graphicFrameChg>
        <pc:picChg chg="add del mod">
          <ac:chgData name="Hieu Do" userId="8091c26b-a61d-4e97-addd-a670c191ef7c" providerId="ADAL" clId="{4D0DDFEC-16B5-E543-8C81-4DE67122FE3C}" dt="2022-06-28T06:05:38.444" v="202" actId="21"/>
          <ac:picMkLst>
            <pc:docMk/>
            <pc:sldMk cId="297886410" sldId="537"/>
            <ac:picMk id="8" creationId="{0D6946D4-6FB8-05C4-2C39-88544B3FE03D}"/>
          </ac:picMkLst>
        </pc:picChg>
        <pc:picChg chg="add mod">
          <ac:chgData name="Hieu Do" userId="8091c26b-a61d-4e97-addd-a670c191ef7c" providerId="ADAL" clId="{4D0DDFEC-16B5-E543-8C81-4DE67122FE3C}" dt="2022-06-28T06:24:21.910" v="372" actId="1076"/>
          <ac:picMkLst>
            <pc:docMk/>
            <pc:sldMk cId="297886410" sldId="537"/>
            <ac:picMk id="12" creationId="{D42F235D-AE3E-99F2-A994-0F130B8DE641}"/>
          </ac:picMkLst>
        </pc:picChg>
      </pc:sldChg>
      <pc:sldChg chg="addSp modSp add mod">
        <pc:chgData name="Hieu Do" userId="8091c26b-a61d-4e97-addd-a670c191ef7c" providerId="ADAL" clId="{4D0DDFEC-16B5-E543-8C81-4DE67122FE3C}" dt="2022-06-28T06:42:19.797" v="502" actId="1076"/>
        <pc:sldMkLst>
          <pc:docMk/>
          <pc:sldMk cId="202865914" sldId="538"/>
        </pc:sldMkLst>
        <pc:spChg chg="add mod">
          <ac:chgData name="Hieu Do" userId="8091c26b-a61d-4e97-addd-a670c191ef7c" providerId="ADAL" clId="{4D0DDFEC-16B5-E543-8C81-4DE67122FE3C}" dt="2022-06-28T06:42:15.690" v="501" actId="1076"/>
          <ac:spMkLst>
            <pc:docMk/>
            <pc:sldMk cId="202865914" sldId="538"/>
            <ac:spMk id="2" creationId="{17D66A69-3099-D6DB-2F30-6264A294FD12}"/>
          </ac:spMkLst>
        </pc:spChg>
        <pc:spChg chg="add mod">
          <ac:chgData name="Hieu Do" userId="8091c26b-a61d-4e97-addd-a670c191ef7c" providerId="ADAL" clId="{4D0DDFEC-16B5-E543-8C81-4DE67122FE3C}" dt="2022-06-28T06:42:19.797" v="502" actId="1076"/>
          <ac:spMkLst>
            <pc:docMk/>
            <pc:sldMk cId="202865914" sldId="538"/>
            <ac:spMk id="6" creationId="{32036BA4-69A3-8FB9-0C0A-23F065E6007D}"/>
          </ac:spMkLst>
        </pc:spChg>
        <pc:spChg chg="mod">
          <ac:chgData name="Hieu Do" userId="8091c26b-a61d-4e97-addd-a670c191ef7c" providerId="ADAL" clId="{4D0DDFEC-16B5-E543-8C81-4DE67122FE3C}" dt="2022-06-28T06:26:48.710" v="425" actId="20577"/>
          <ac:spMkLst>
            <pc:docMk/>
            <pc:sldMk cId="202865914" sldId="538"/>
            <ac:spMk id="24" creationId="{00000000-0000-0000-0000-000000000000}"/>
          </ac:spMkLst>
        </pc:spChg>
      </pc:sldChg>
      <pc:sldChg chg="addSp delSp modSp add mod ord">
        <pc:chgData name="Hieu Do" userId="8091c26b-a61d-4e97-addd-a670c191ef7c" providerId="ADAL" clId="{4D0DDFEC-16B5-E543-8C81-4DE67122FE3C}" dt="2022-06-28T06:14:00.468" v="274" actId="20578"/>
        <pc:sldMkLst>
          <pc:docMk/>
          <pc:sldMk cId="985001379" sldId="539"/>
        </pc:sldMkLst>
        <pc:spChg chg="add mod">
          <ac:chgData name="Hieu Do" userId="8091c26b-a61d-4e97-addd-a670c191ef7c" providerId="ADAL" clId="{4D0DDFEC-16B5-E543-8C81-4DE67122FE3C}" dt="2022-06-28T06:08:30.670" v="245" actId="1076"/>
          <ac:spMkLst>
            <pc:docMk/>
            <pc:sldMk cId="985001379" sldId="539"/>
            <ac:spMk id="6" creationId="{51358BB9-84E4-2162-2507-BE0F0D750470}"/>
          </ac:spMkLst>
        </pc:spChg>
        <pc:spChg chg="del">
          <ac:chgData name="Hieu Do" userId="8091c26b-a61d-4e97-addd-a670c191ef7c" providerId="ADAL" clId="{4D0DDFEC-16B5-E543-8C81-4DE67122FE3C}" dt="2022-06-28T06:05:33.497" v="200" actId="478"/>
          <ac:spMkLst>
            <pc:docMk/>
            <pc:sldMk cId="985001379" sldId="539"/>
            <ac:spMk id="9" creationId="{0BA538F7-E86C-CC57-D948-A670419A4377}"/>
          </ac:spMkLst>
        </pc:spChg>
        <pc:spChg chg="add mod">
          <ac:chgData name="Hieu Do" userId="8091c26b-a61d-4e97-addd-a670c191ef7c" providerId="ADAL" clId="{4D0DDFEC-16B5-E543-8C81-4DE67122FE3C}" dt="2022-06-28T06:09:05.046" v="273" actId="20577"/>
          <ac:spMkLst>
            <pc:docMk/>
            <pc:sldMk cId="985001379" sldId="539"/>
            <ac:spMk id="13" creationId="{15FB0ABE-7C10-D1EB-6927-500E36B13748}"/>
          </ac:spMkLst>
        </pc:spChg>
        <pc:graphicFrameChg chg="del">
          <ac:chgData name="Hieu Do" userId="8091c26b-a61d-4e97-addd-a670c191ef7c" providerId="ADAL" clId="{4D0DDFEC-16B5-E543-8C81-4DE67122FE3C}" dt="2022-06-28T06:05:34.867" v="201" actId="478"/>
          <ac:graphicFrameMkLst>
            <pc:docMk/>
            <pc:sldMk cId="985001379" sldId="539"/>
            <ac:graphicFrameMk id="10" creationId="{8F8AC18D-0FFD-232C-CD55-BCB5CFA5C1C3}"/>
          </ac:graphicFrameMkLst>
        </pc:graphicFrameChg>
        <pc:picChg chg="add mod">
          <ac:chgData name="Hieu Do" userId="8091c26b-a61d-4e97-addd-a670c191ef7c" providerId="ADAL" clId="{4D0DDFEC-16B5-E543-8C81-4DE67122FE3C}" dt="2022-06-28T06:08:21.991" v="244" actId="14100"/>
          <ac:picMkLst>
            <pc:docMk/>
            <pc:sldMk cId="985001379" sldId="539"/>
            <ac:picMk id="2" creationId="{FBE6EB92-C8D0-D868-1493-526D53A88198}"/>
          </ac:picMkLst>
        </pc:picChg>
        <pc:picChg chg="add del">
          <ac:chgData name="Hieu Do" userId="8091c26b-a61d-4e97-addd-a670c191ef7c" providerId="ADAL" clId="{4D0DDFEC-16B5-E543-8C81-4DE67122FE3C}" dt="2022-06-28T06:06:54.974" v="208" actId="478"/>
          <ac:picMkLst>
            <pc:docMk/>
            <pc:sldMk cId="985001379" sldId="539"/>
            <ac:picMk id="3" creationId="{2988CCC8-459E-15A2-8FF5-D7F98B0B7634}"/>
          </ac:picMkLst>
        </pc:picChg>
        <pc:picChg chg="add mod">
          <ac:chgData name="Hieu Do" userId="8091c26b-a61d-4e97-addd-a670c191ef7c" providerId="ADAL" clId="{4D0DDFEC-16B5-E543-8C81-4DE67122FE3C}" dt="2022-06-28T06:08:51.983" v="252" actId="1076"/>
          <ac:picMkLst>
            <pc:docMk/>
            <pc:sldMk cId="985001379" sldId="539"/>
            <ac:picMk id="5" creationId="{E26977D8-224B-211D-D216-B2CDD6035E67}"/>
          </ac:picMkLst>
        </pc:picChg>
        <pc:picChg chg="add mod">
          <ac:chgData name="Hieu Do" userId="8091c26b-a61d-4e97-addd-a670c191ef7c" providerId="ADAL" clId="{4D0DDFEC-16B5-E543-8C81-4DE67122FE3C}" dt="2022-06-28T06:05:43.448" v="204" actId="1076"/>
          <ac:picMkLst>
            <pc:docMk/>
            <pc:sldMk cId="985001379" sldId="539"/>
            <ac:picMk id="8" creationId="{D42B5377-8E0E-B997-A732-CC2F7E003FE0}"/>
          </ac:picMkLst>
        </pc:picChg>
      </pc:sldChg>
      <pc:sldChg chg="addSp delSp modSp add mod">
        <pc:chgData name="Hieu Do" userId="8091c26b-a61d-4e97-addd-a670c191ef7c" providerId="ADAL" clId="{4D0DDFEC-16B5-E543-8C81-4DE67122FE3C}" dt="2022-06-28T06:17:24.694" v="318" actId="114"/>
        <pc:sldMkLst>
          <pc:docMk/>
          <pc:sldMk cId="3982982208" sldId="540"/>
        </pc:sldMkLst>
        <pc:spChg chg="add mod">
          <ac:chgData name="Hieu Do" userId="8091c26b-a61d-4e97-addd-a670c191ef7c" providerId="ADAL" clId="{4D0DDFEC-16B5-E543-8C81-4DE67122FE3C}" dt="2022-06-28T06:17:24.694" v="318" actId="114"/>
          <ac:spMkLst>
            <pc:docMk/>
            <pc:sldMk cId="3982982208" sldId="540"/>
            <ac:spMk id="8" creationId="{C5CEE193-AA26-F000-0FD5-2BB2B7D983A1}"/>
          </ac:spMkLst>
        </pc:spChg>
        <pc:spChg chg="del">
          <ac:chgData name="Hieu Do" userId="8091c26b-a61d-4e97-addd-a670c191ef7c" providerId="ADAL" clId="{4D0DDFEC-16B5-E543-8C81-4DE67122FE3C}" dt="2022-06-28T06:14:12.170" v="277" actId="478"/>
          <ac:spMkLst>
            <pc:docMk/>
            <pc:sldMk cId="3982982208" sldId="540"/>
            <ac:spMk id="9" creationId="{0BA538F7-E86C-CC57-D948-A670419A4377}"/>
          </ac:spMkLst>
        </pc:spChg>
        <pc:graphicFrameChg chg="del">
          <ac:chgData name="Hieu Do" userId="8091c26b-a61d-4e97-addd-a670c191ef7c" providerId="ADAL" clId="{4D0DDFEC-16B5-E543-8C81-4DE67122FE3C}" dt="2022-06-28T06:14:09.660" v="276" actId="478"/>
          <ac:graphicFrameMkLst>
            <pc:docMk/>
            <pc:sldMk cId="3982982208" sldId="540"/>
            <ac:graphicFrameMk id="10" creationId="{8F8AC18D-0FFD-232C-CD55-BCB5CFA5C1C3}"/>
          </ac:graphicFrameMkLst>
        </pc:graphicFrameChg>
        <pc:graphicFrameChg chg="add mod">
          <ac:chgData name="Hieu Do" userId="8091c26b-a61d-4e97-addd-a670c191ef7c" providerId="ADAL" clId="{4D0DDFEC-16B5-E543-8C81-4DE67122FE3C}" dt="2022-06-28T06:16:33.515" v="304" actId="1036"/>
          <ac:graphicFrameMkLst>
            <pc:docMk/>
            <pc:sldMk cId="3982982208" sldId="540"/>
            <ac:graphicFrameMk id="11" creationId="{C908FAF2-ADDA-44CC-63CD-8FD0E0935ECA}"/>
          </ac:graphicFrameMkLst>
        </pc:graphicFrameChg>
      </pc:sldChg>
      <pc:sldChg chg="addSp modSp add mod">
        <pc:chgData name="Hieu Do" userId="8091c26b-a61d-4e97-addd-a670c191ef7c" providerId="ADAL" clId="{4D0DDFEC-16B5-E543-8C81-4DE67122FE3C}" dt="2022-06-28T07:13:50.766" v="713" actId="114"/>
        <pc:sldMkLst>
          <pc:docMk/>
          <pc:sldMk cId="3654085087" sldId="541"/>
        </pc:sldMkLst>
        <pc:spChg chg="mod">
          <ac:chgData name="Hieu Do" userId="8091c26b-a61d-4e97-addd-a670c191ef7c" providerId="ADAL" clId="{4D0DDFEC-16B5-E543-8C81-4DE67122FE3C}" dt="2022-06-28T06:59:44.865" v="658" actId="14100"/>
          <ac:spMkLst>
            <pc:docMk/>
            <pc:sldMk cId="3654085087" sldId="541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07:13:21.761" v="705" actId="207"/>
          <ac:spMkLst>
            <pc:docMk/>
            <pc:sldMk cId="3654085087" sldId="541"/>
            <ac:spMk id="6" creationId="{83EE1081-1030-91FA-C168-18C8E5BE90E1}"/>
          </ac:spMkLst>
        </pc:spChg>
        <pc:spChg chg="add mod">
          <ac:chgData name="Hieu Do" userId="8091c26b-a61d-4e97-addd-a670c191ef7c" providerId="ADAL" clId="{4D0DDFEC-16B5-E543-8C81-4DE67122FE3C}" dt="2022-06-28T07:13:50.766" v="713" actId="114"/>
          <ac:spMkLst>
            <pc:docMk/>
            <pc:sldMk cId="3654085087" sldId="541"/>
            <ac:spMk id="8" creationId="{B492014E-3204-22B7-0C07-97F1BA523895}"/>
          </ac:spMkLst>
        </pc:spChg>
        <pc:spChg chg="mod">
          <ac:chgData name="Hieu Do" userId="8091c26b-a61d-4e97-addd-a670c191ef7c" providerId="ADAL" clId="{4D0DDFEC-16B5-E543-8C81-4DE67122FE3C}" dt="2022-06-28T06:58:11.825" v="644" actId="20577"/>
          <ac:spMkLst>
            <pc:docMk/>
            <pc:sldMk cId="3654085087" sldId="541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7:07:49.431" v="704" actId="14100"/>
          <ac:graphicFrameMkLst>
            <pc:docMk/>
            <pc:sldMk cId="3654085087" sldId="541"/>
            <ac:graphicFrameMk id="9" creationId="{6533C85F-01BD-0FF1-EF4B-CD03941FBB48}"/>
          </ac:graphicFrameMkLst>
        </pc:graphicFrameChg>
        <pc:picChg chg="add mod">
          <ac:chgData name="Hieu Do" userId="8091c26b-a61d-4e97-addd-a670c191ef7c" providerId="ADAL" clId="{4D0DDFEC-16B5-E543-8C81-4DE67122FE3C}" dt="2022-06-28T07:05:39.898" v="689" actId="14100"/>
          <ac:picMkLst>
            <pc:docMk/>
            <pc:sldMk cId="3654085087" sldId="541"/>
            <ac:picMk id="7" creationId="{AC1934B2-4A95-87CB-7EE3-533E82727AE3}"/>
          </ac:picMkLst>
        </pc:picChg>
      </pc:sldChg>
      <pc:sldChg chg="addSp modSp add mod">
        <pc:chgData name="Hieu Do" userId="8091c26b-a61d-4e97-addd-a670c191ef7c" providerId="ADAL" clId="{4D0DDFEC-16B5-E543-8C81-4DE67122FE3C}" dt="2022-06-28T06:59:50.874" v="659" actId="14100"/>
        <pc:sldMkLst>
          <pc:docMk/>
          <pc:sldMk cId="1191899340" sldId="542"/>
        </pc:sldMkLst>
        <pc:spChg chg="mod">
          <ac:chgData name="Hieu Do" userId="8091c26b-a61d-4e97-addd-a670c191ef7c" providerId="ADAL" clId="{4D0DDFEC-16B5-E543-8C81-4DE67122FE3C}" dt="2022-06-28T06:59:50.874" v="659" actId="14100"/>
          <ac:spMkLst>
            <pc:docMk/>
            <pc:sldMk cId="1191899340" sldId="542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06:53:26.699" v="609" actId="1076"/>
          <ac:spMkLst>
            <pc:docMk/>
            <pc:sldMk cId="1191899340" sldId="542"/>
            <ac:spMk id="6" creationId="{BF6476A3-D636-B971-3D03-1FAD9B45C65C}"/>
          </ac:spMkLst>
        </pc:spChg>
        <pc:spChg chg="add mod">
          <ac:chgData name="Hieu Do" userId="8091c26b-a61d-4e97-addd-a670c191ef7c" providerId="ADAL" clId="{4D0DDFEC-16B5-E543-8C81-4DE67122FE3C}" dt="2022-06-28T06:53:15.665" v="608" actId="1076"/>
          <ac:spMkLst>
            <pc:docMk/>
            <pc:sldMk cId="1191899340" sldId="542"/>
            <ac:spMk id="9" creationId="{CB052804-B68F-8FA6-2649-94C950FC39A4}"/>
          </ac:spMkLst>
        </pc:spChg>
        <pc:spChg chg="mod">
          <ac:chgData name="Hieu Do" userId="8091c26b-a61d-4e97-addd-a670c191ef7c" providerId="ADAL" clId="{4D0DDFEC-16B5-E543-8C81-4DE67122FE3C}" dt="2022-06-28T06:53:47.465" v="610" actId="20577"/>
          <ac:spMkLst>
            <pc:docMk/>
            <pc:sldMk cId="1191899340" sldId="542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6:53:15.665" v="608" actId="1076"/>
          <ac:graphicFrameMkLst>
            <pc:docMk/>
            <pc:sldMk cId="1191899340" sldId="542"/>
            <ac:graphicFrameMk id="7" creationId="{5F5BBA25-F47E-BB46-5689-8D11F24A758D}"/>
          </ac:graphicFrameMkLst>
        </pc:graphicFrameChg>
        <pc:graphicFrameChg chg="add mod">
          <ac:chgData name="Hieu Do" userId="8091c26b-a61d-4e97-addd-a670c191ef7c" providerId="ADAL" clId="{4D0DDFEC-16B5-E543-8C81-4DE67122FE3C}" dt="2022-06-28T06:53:26.699" v="609" actId="1076"/>
          <ac:graphicFrameMkLst>
            <pc:docMk/>
            <pc:sldMk cId="1191899340" sldId="542"/>
            <ac:graphicFrameMk id="8" creationId="{4D39E89A-5437-B07E-8466-99C42713BA5E}"/>
          </ac:graphicFrameMkLst>
        </pc:graphicFrameChg>
      </pc:sldChg>
      <pc:sldChg chg="addSp delSp modSp add mod">
        <pc:chgData name="Hieu Do" userId="8091c26b-a61d-4e97-addd-a670c191ef7c" providerId="ADAL" clId="{4D0DDFEC-16B5-E543-8C81-4DE67122FE3C}" dt="2022-06-28T06:38:21.384" v="498" actId="1076"/>
        <pc:sldMkLst>
          <pc:docMk/>
          <pc:sldMk cId="340596140" sldId="543"/>
        </pc:sldMkLst>
        <pc:spChg chg="add mod">
          <ac:chgData name="Hieu Do" userId="8091c26b-a61d-4e97-addd-a670c191ef7c" providerId="ADAL" clId="{4D0DDFEC-16B5-E543-8C81-4DE67122FE3C}" dt="2022-06-28T06:38:14.472" v="497" actId="14100"/>
          <ac:spMkLst>
            <pc:docMk/>
            <pc:sldMk cId="340596140" sldId="543"/>
            <ac:spMk id="2" creationId="{D833FADC-0BE0-6815-9B34-34ED6F9DD313}"/>
          </ac:spMkLst>
        </pc:spChg>
        <pc:spChg chg="mod">
          <ac:chgData name="Hieu Do" userId="8091c26b-a61d-4e97-addd-a670c191ef7c" providerId="ADAL" clId="{4D0DDFEC-16B5-E543-8C81-4DE67122FE3C}" dt="2022-06-28T06:30:15.443" v="444" actId="14100"/>
          <ac:spMkLst>
            <pc:docMk/>
            <pc:sldMk cId="340596140" sldId="543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06:34:31.388" v="474"/>
          <ac:spMkLst>
            <pc:docMk/>
            <pc:sldMk cId="340596140" sldId="543"/>
            <ac:spMk id="8" creationId="{90E271EA-DD7C-44D6-33BA-DD089E34ACD6}"/>
          </ac:spMkLst>
        </pc:spChg>
        <pc:spChg chg="del">
          <ac:chgData name="Hieu Do" userId="8091c26b-a61d-4e97-addd-a670c191ef7c" providerId="ADAL" clId="{4D0DDFEC-16B5-E543-8C81-4DE67122FE3C}" dt="2022-06-28T06:34:30.507" v="473" actId="478"/>
          <ac:spMkLst>
            <pc:docMk/>
            <pc:sldMk cId="340596140" sldId="543"/>
            <ac:spMk id="24" creationId="{00000000-0000-0000-0000-000000000000}"/>
          </ac:spMkLst>
        </pc:spChg>
        <pc:picChg chg="add mod">
          <ac:chgData name="Hieu Do" userId="8091c26b-a61d-4e97-addd-a670c191ef7c" providerId="ADAL" clId="{4D0DDFEC-16B5-E543-8C81-4DE67122FE3C}" dt="2022-06-28T06:38:21.384" v="498" actId="1076"/>
          <ac:picMkLst>
            <pc:docMk/>
            <pc:sldMk cId="340596140" sldId="543"/>
            <ac:picMk id="6" creationId="{EB6B0CE6-AD46-384C-EA8A-F29853D78461}"/>
          </ac:picMkLst>
        </pc:picChg>
      </pc:sldChg>
      <pc:sldChg chg="addSp delSp modSp add mod">
        <pc:chgData name="Hieu Do" userId="8091c26b-a61d-4e97-addd-a670c191ef7c" providerId="ADAL" clId="{4D0DDFEC-16B5-E543-8C81-4DE67122FE3C}" dt="2022-06-28T11:53:49.399" v="1071" actId="114"/>
        <pc:sldMkLst>
          <pc:docMk/>
          <pc:sldMk cId="2460401529" sldId="544"/>
        </pc:sldMkLst>
        <pc:spChg chg="add mod">
          <ac:chgData name="Hieu Do" userId="8091c26b-a61d-4e97-addd-a670c191ef7c" providerId="ADAL" clId="{4D0DDFEC-16B5-E543-8C81-4DE67122FE3C}" dt="2022-06-28T11:50:17.032" v="1010" actId="20577"/>
          <ac:spMkLst>
            <pc:docMk/>
            <pc:sldMk cId="2460401529" sldId="544"/>
            <ac:spMk id="2" creationId="{B2AF0C26-53CB-34E2-E931-36481A879970}"/>
          </ac:spMkLst>
        </pc:spChg>
        <pc:spChg chg="mod">
          <ac:chgData name="Hieu Do" userId="8091c26b-a61d-4e97-addd-a670c191ef7c" providerId="ADAL" clId="{4D0DDFEC-16B5-E543-8C81-4DE67122FE3C}" dt="2022-06-28T07:00:05.664" v="661" actId="14100"/>
          <ac:spMkLst>
            <pc:docMk/>
            <pc:sldMk cId="2460401529" sldId="544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11:53:49.399" v="1071" actId="114"/>
          <ac:spMkLst>
            <pc:docMk/>
            <pc:sldMk cId="2460401529" sldId="544"/>
            <ac:spMk id="6" creationId="{9B478487-BB0C-0669-EC93-E4CB4945859C}"/>
          </ac:spMkLst>
        </pc:spChg>
        <pc:spChg chg="add del mod">
          <ac:chgData name="Hieu Do" userId="8091c26b-a61d-4e97-addd-a670c191ef7c" providerId="ADAL" clId="{4D0DDFEC-16B5-E543-8C81-4DE67122FE3C}" dt="2022-06-28T11:50:23.922" v="1011" actId="207"/>
          <ac:spMkLst>
            <pc:docMk/>
            <pc:sldMk cId="2460401529" sldId="544"/>
            <ac:spMk id="7" creationId="{C76F9EBE-C949-A922-1A94-3AC0BE1644D7}"/>
          </ac:spMkLst>
        </pc:spChg>
        <pc:spChg chg="add del mod">
          <ac:chgData name="Hieu Do" userId="8091c26b-a61d-4e97-addd-a670c191ef7c" providerId="ADAL" clId="{4D0DDFEC-16B5-E543-8C81-4DE67122FE3C}" dt="2022-06-28T11:44:54.863" v="944"/>
          <ac:spMkLst>
            <pc:docMk/>
            <pc:sldMk cId="2460401529" sldId="544"/>
            <ac:spMk id="8" creationId="{C5468CB9-D2F8-732A-9A26-461AAA7494E9}"/>
          </ac:spMkLst>
        </pc:spChg>
        <pc:spChg chg="mod">
          <ac:chgData name="Hieu Do" userId="8091c26b-a61d-4e97-addd-a670c191ef7c" providerId="ADAL" clId="{4D0DDFEC-16B5-E543-8C81-4DE67122FE3C}" dt="2022-06-28T11:41:35.830" v="877" actId="20577"/>
          <ac:spMkLst>
            <pc:docMk/>
            <pc:sldMk cId="2460401529" sldId="544"/>
            <ac:spMk id="24" creationId="{00000000-0000-0000-0000-000000000000}"/>
          </ac:spMkLst>
        </pc:spChg>
      </pc:sldChg>
      <pc:sldChg chg="addSp modSp add mod">
        <pc:chgData name="Hieu Do" userId="8091c26b-a61d-4e97-addd-a670c191ef7c" providerId="ADAL" clId="{4D0DDFEC-16B5-E543-8C81-4DE67122FE3C}" dt="2022-06-28T11:32:07.899" v="778" actId="207"/>
        <pc:sldMkLst>
          <pc:docMk/>
          <pc:sldMk cId="3663262857" sldId="545"/>
        </pc:sldMkLst>
        <pc:spChg chg="mod">
          <ac:chgData name="Hieu Do" userId="8091c26b-a61d-4e97-addd-a670c191ef7c" providerId="ADAL" clId="{4D0DDFEC-16B5-E543-8C81-4DE67122FE3C}" dt="2022-06-28T06:59:59.716" v="660" actId="14100"/>
          <ac:spMkLst>
            <pc:docMk/>
            <pc:sldMk cId="3663262857" sldId="545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11:32:07.899" v="778" actId="207"/>
          <ac:spMkLst>
            <pc:docMk/>
            <pc:sldMk cId="3663262857" sldId="545"/>
            <ac:spMk id="6" creationId="{B0A99067-B1FC-A165-4744-476F105E68E3}"/>
          </ac:spMkLst>
        </pc:spChg>
        <pc:spChg chg="mod">
          <ac:chgData name="Hieu Do" userId="8091c26b-a61d-4e97-addd-a670c191ef7c" providerId="ADAL" clId="{4D0DDFEC-16B5-E543-8C81-4DE67122FE3C}" dt="2022-06-28T07:15:01.439" v="746" actId="20577"/>
          <ac:spMkLst>
            <pc:docMk/>
            <pc:sldMk cId="3663262857" sldId="545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7:21:52.719" v="773" actId="14100"/>
          <ac:graphicFrameMkLst>
            <pc:docMk/>
            <pc:sldMk cId="3663262857" sldId="545"/>
            <ac:graphicFrameMk id="7" creationId="{CA0C1729-AB6F-7F8D-5830-1CD463169916}"/>
          </ac:graphicFrameMkLst>
        </pc:graphicFrameChg>
      </pc:sldChg>
      <pc:sldChg chg="add">
        <pc:chgData name="Hieu Do" userId="8091c26b-a61d-4e97-addd-a670c191ef7c" providerId="ADAL" clId="{4D0DDFEC-16B5-E543-8C81-4DE67122FE3C}" dt="2022-06-28T07:23:07.355" v="774" actId="2890"/>
        <pc:sldMkLst>
          <pc:docMk/>
          <pc:sldMk cId="1231918030" sldId="546"/>
        </pc:sldMkLst>
      </pc:sldChg>
      <pc:sldChg chg="add">
        <pc:chgData name="Hieu Do" userId="8091c26b-a61d-4e97-addd-a670c191ef7c" providerId="ADAL" clId="{4D0DDFEC-16B5-E543-8C81-4DE67122FE3C}" dt="2022-06-28T07:23:10.373" v="775" actId="2890"/>
        <pc:sldMkLst>
          <pc:docMk/>
          <pc:sldMk cId="1765500170" sldId="547"/>
        </pc:sldMkLst>
      </pc:sldChg>
      <pc:sldChg chg="add">
        <pc:chgData name="Hieu Do" userId="8091c26b-a61d-4e97-addd-a670c191ef7c" providerId="ADAL" clId="{4D0DDFEC-16B5-E543-8C81-4DE67122FE3C}" dt="2022-06-28T07:23:13.032" v="776" actId="2890"/>
        <pc:sldMkLst>
          <pc:docMk/>
          <pc:sldMk cId="233743028" sldId="548"/>
        </pc:sldMkLst>
      </pc:sldChg>
    </pc:docChg>
  </pc:docChgLst>
  <pc:docChgLst>
    <pc:chgData name="Hieu Do" userId="8091c26b-a61d-4e97-addd-a670c191ef7c" providerId="ADAL" clId="{6A93C0B3-936B-C841-80B6-6D8987B43E4E}"/>
    <pc:docChg chg="custSel addSld delSld modSld sldOrd">
      <pc:chgData name="Hieu Do" userId="8091c26b-a61d-4e97-addd-a670c191ef7c" providerId="ADAL" clId="{6A93C0B3-936B-C841-80B6-6D8987B43E4E}" dt="2023-08-22T12:02:41.328" v="1520" actId="1076"/>
      <pc:docMkLst>
        <pc:docMk/>
      </pc:docMkLst>
      <pc:sldChg chg="addSp delSp modSp mod delAnim modAnim">
        <pc:chgData name="Hieu Do" userId="8091c26b-a61d-4e97-addd-a670c191ef7c" providerId="ADAL" clId="{6A93C0B3-936B-C841-80B6-6D8987B43E4E}" dt="2023-08-22T11:46:20.977" v="848" actId="20577"/>
        <pc:sldMkLst>
          <pc:docMk/>
          <pc:sldMk cId="1632588312" sldId="534"/>
        </pc:sldMkLst>
        <pc:spChg chg="add mod">
          <ac:chgData name="Hieu Do" userId="8091c26b-a61d-4e97-addd-a670c191ef7c" providerId="ADAL" clId="{6A93C0B3-936B-C841-80B6-6D8987B43E4E}" dt="2023-08-22T11:46:11.733" v="816" actId="20577"/>
          <ac:spMkLst>
            <pc:docMk/>
            <pc:sldMk cId="1632588312" sldId="534"/>
            <ac:spMk id="4" creationId="{6DD52A74-3BD8-6703-93E1-9D4F031165A1}"/>
          </ac:spMkLst>
        </pc:spChg>
        <pc:spChg chg="add mod">
          <ac:chgData name="Hieu Do" userId="8091c26b-a61d-4e97-addd-a670c191ef7c" providerId="ADAL" clId="{6A93C0B3-936B-C841-80B6-6D8987B43E4E}" dt="2023-08-22T11:46:20.977" v="848" actId="20577"/>
          <ac:spMkLst>
            <pc:docMk/>
            <pc:sldMk cId="1632588312" sldId="534"/>
            <ac:spMk id="5" creationId="{98513C6F-1CB9-5FE7-2AD9-15D70CC16D13}"/>
          </ac:spMkLst>
        </pc:spChg>
        <pc:spChg chg="del">
          <ac:chgData name="Hieu Do" userId="8091c26b-a61d-4e97-addd-a670c191ef7c" providerId="ADAL" clId="{6A93C0B3-936B-C841-80B6-6D8987B43E4E}" dt="2023-08-22T11:35:54.017" v="1" actId="478"/>
          <ac:spMkLst>
            <pc:docMk/>
            <pc:sldMk cId="1632588312" sldId="534"/>
            <ac:spMk id="8" creationId="{331D9A70-ED9E-4E72-9E02-B3BC8359FF9A}"/>
          </ac:spMkLst>
        </pc:spChg>
        <pc:spChg chg="mod">
          <ac:chgData name="Hieu Do" userId="8091c26b-a61d-4e97-addd-a670c191ef7c" providerId="ADAL" clId="{6A93C0B3-936B-C841-80B6-6D8987B43E4E}" dt="2023-08-22T11:35:59.098" v="4"/>
          <ac:spMkLst>
            <pc:docMk/>
            <pc:sldMk cId="1632588312" sldId="534"/>
            <ac:spMk id="16" creationId="{322FA744-83A7-0863-DFC7-D21E665DAA6D}"/>
          </ac:spMkLst>
        </pc:spChg>
        <pc:spChg chg="mod">
          <ac:chgData name="Hieu Do" userId="8091c26b-a61d-4e97-addd-a670c191ef7c" providerId="ADAL" clId="{6A93C0B3-936B-C841-80B6-6D8987B43E4E}" dt="2023-08-22T11:35:59.098" v="4"/>
          <ac:spMkLst>
            <pc:docMk/>
            <pc:sldMk cId="1632588312" sldId="534"/>
            <ac:spMk id="22" creationId="{BB311A2F-B517-8545-B464-5BB3E2851D49}"/>
          </ac:spMkLst>
        </pc:spChg>
        <pc:spChg chg="mod">
          <ac:chgData name="Hieu Do" userId="8091c26b-a61d-4e97-addd-a670c191ef7c" providerId="ADAL" clId="{6A93C0B3-936B-C841-80B6-6D8987B43E4E}" dt="2023-08-22T11:35:59.098" v="4"/>
          <ac:spMkLst>
            <pc:docMk/>
            <pc:sldMk cId="1632588312" sldId="534"/>
            <ac:spMk id="23" creationId="{6D4331A7-D9AF-A05C-F423-A0EFB28B4D89}"/>
          </ac:spMkLst>
        </pc:spChg>
        <pc:spChg chg="mod">
          <ac:chgData name="Hieu Do" userId="8091c26b-a61d-4e97-addd-a670c191ef7c" providerId="ADAL" clId="{6A93C0B3-936B-C841-80B6-6D8987B43E4E}" dt="2023-08-22T11:35:59.098" v="4"/>
          <ac:spMkLst>
            <pc:docMk/>
            <pc:sldMk cId="1632588312" sldId="534"/>
            <ac:spMk id="24" creationId="{D4C035C1-77FD-9948-C533-E261673451D9}"/>
          </ac:spMkLst>
        </pc:spChg>
        <pc:spChg chg="mod">
          <ac:chgData name="Hieu Do" userId="8091c26b-a61d-4e97-addd-a670c191ef7c" providerId="ADAL" clId="{6A93C0B3-936B-C841-80B6-6D8987B43E4E}" dt="2023-08-22T11:35:59.098" v="4"/>
          <ac:spMkLst>
            <pc:docMk/>
            <pc:sldMk cId="1632588312" sldId="534"/>
            <ac:spMk id="25" creationId="{AFE16108-95CA-1984-8D70-72F57F7F2705}"/>
          </ac:spMkLst>
        </pc:spChg>
        <pc:spChg chg="mod">
          <ac:chgData name="Hieu Do" userId="8091c26b-a61d-4e97-addd-a670c191ef7c" providerId="ADAL" clId="{6A93C0B3-936B-C841-80B6-6D8987B43E4E}" dt="2023-08-22T11:35:59.098" v="4"/>
          <ac:spMkLst>
            <pc:docMk/>
            <pc:sldMk cId="1632588312" sldId="534"/>
            <ac:spMk id="26" creationId="{3B4F6C9A-E5E7-FAED-EC4E-89234993DC64}"/>
          </ac:spMkLst>
        </pc:spChg>
        <pc:spChg chg="mod">
          <ac:chgData name="Hieu Do" userId="8091c26b-a61d-4e97-addd-a670c191ef7c" providerId="ADAL" clId="{6A93C0B3-936B-C841-80B6-6D8987B43E4E}" dt="2023-08-22T11:35:59.098" v="4"/>
          <ac:spMkLst>
            <pc:docMk/>
            <pc:sldMk cId="1632588312" sldId="534"/>
            <ac:spMk id="31" creationId="{BC0CB972-BC90-F137-AF60-8E644556B35C}"/>
          </ac:spMkLst>
        </pc:spChg>
        <pc:spChg chg="mod">
          <ac:chgData name="Hieu Do" userId="8091c26b-a61d-4e97-addd-a670c191ef7c" providerId="ADAL" clId="{6A93C0B3-936B-C841-80B6-6D8987B43E4E}" dt="2023-08-22T11:35:59.098" v="4"/>
          <ac:spMkLst>
            <pc:docMk/>
            <pc:sldMk cId="1632588312" sldId="534"/>
            <ac:spMk id="32" creationId="{5524D275-4937-8EDD-F2EE-847075BFE682}"/>
          </ac:spMkLst>
        </pc:spChg>
        <pc:spChg chg="mod">
          <ac:chgData name="Hieu Do" userId="8091c26b-a61d-4e97-addd-a670c191ef7c" providerId="ADAL" clId="{6A93C0B3-936B-C841-80B6-6D8987B43E4E}" dt="2023-08-22T11:35:59.098" v="4"/>
          <ac:spMkLst>
            <pc:docMk/>
            <pc:sldMk cId="1632588312" sldId="534"/>
            <ac:spMk id="33" creationId="{64107F70-7C22-3009-091B-D5E264786793}"/>
          </ac:spMkLst>
        </pc:spChg>
        <pc:spChg chg="add mod">
          <ac:chgData name="Hieu Do" userId="8091c26b-a61d-4e97-addd-a670c191ef7c" providerId="ADAL" clId="{6A93C0B3-936B-C841-80B6-6D8987B43E4E}" dt="2023-08-22T11:45:49.972" v="769" actId="20577"/>
          <ac:spMkLst>
            <pc:docMk/>
            <pc:sldMk cId="1632588312" sldId="534"/>
            <ac:spMk id="38" creationId="{F1B5CB9B-B5C6-4953-F004-7D18FDAB9C30}"/>
          </ac:spMkLst>
        </pc:spChg>
        <pc:grpChg chg="del">
          <ac:chgData name="Hieu Do" userId="8091c26b-a61d-4e97-addd-a670c191ef7c" providerId="ADAL" clId="{6A93C0B3-936B-C841-80B6-6D8987B43E4E}" dt="2023-08-22T11:35:56.691" v="2" actId="478"/>
          <ac:grpSpMkLst>
            <pc:docMk/>
            <pc:sldMk cId="1632588312" sldId="534"/>
            <ac:grpSpMk id="3" creationId="{5C42EF93-4CDF-5AC8-E679-0146C3E659DE}"/>
          </ac:grpSpMkLst>
        </pc:grpChg>
        <pc:grpChg chg="add mod">
          <ac:chgData name="Hieu Do" userId="8091c26b-a61d-4e97-addd-a670c191ef7c" providerId="ADAL" clId="{6A93C0B3-936B-C841-80B6-6D8987B43E4E}" dt="2023-08-22T11:35:59.098" v="4"/>
          <ac:grpSpMkLst>
            <pc:docMk/>
            <pc:sldMk cId="1632588312" sldId="534"/>
            <ac:grpSpMk id="6" creationId="{B3EE4A80-67F8-6548-C74B-DBDAFAFBFBEE}"/>
          </ac:grpSpMkLst>
        </pc:grpChg>
        <pc:grpChg chg="mod">
          <ac:chgData name="Hieu Do" userId="8091c26b-a61d-4e97-addd-a670c191ef7c" providerId="ADAL" clId="{6A93C0B3-936B-C841-80B6-6D8987B43E4E}" dt="2023-08-22T11:35:59.098" v="4"/>
          <ac:grpSpMkLst>
            <pc:docMk/>
            <pc:sldMk cId="1632588312" sldId="534"/>
            <ac:grpSpMk id="17" creationId="{DD640D7B-4F4D-877B-D017-9EF9F5536609}"/>
          </ac:grpSpMkLst>
        </pc:grpChg>
        <pc:grpChg chg="mod">
          <ac:chgData name="Hieu Do" userId="8091c26b-a61d-4e97-addd-a670c191ef7c" providerId="ADAL" clId="{6A93C0B3-936B-C841-80B6-6D8987B43E4E}" dt="2023-08-22T11:35:59.098" v="4"/>
          <ac:grpSpMkLst>
            <pc:docMk/>
            <pc:sldMk cId="1632588312" sldId="534"/>
            <ac:grpSpMk id="18" creationId="{05F54FAA-E210-31D0-A131-B1607B0C5F90}"/>
          </ac:grpSpMkLst>
        </pc:grpChg>
        <pc:grpChg chg="mod">
          <ac:chgData name="Hieu Do" userId="8091c26b-a61d-4e97-addd-a670c191ef7c" providerId="ADAL" clId="{6A93C0B3-936B-C841-80B6-6D8987B43E4E}" dt="2023-08-22T11:35:59.098" v="4"/>
          <ac:grpSpMkLst>
            <pc:docMk/>
            <pc:sldMk cId="1632588312" sldId="534"/>
            <ac:grpSpMk id="27" creationId="{1D18C3B5-43A9-2A15-F259-CF6C7ECCFA02}"/>
          </ac:grpSpMkLst>
        </pc:grpChg>
        <pc:grpChg chg="mod">
          <ac:chgData name="Hieu Do" userId="8091c26b-a61d-4e97-addd-a670c191ef7c" providerId="ADAL" clId="{6A93C0B3-936B-C841-80B6-6D8987B43E4E}" dt="2023-08-22T11:35:59.098" v="4"/>
          <ac:grpSpMkLst>
            <pc:docMk/>
            <pc:sldMk cId="1632588312" sldId="534"/>
            <ac:grpSpMk id="28" creationId="{10787FEA-08E3-9B55-45C8-04C9F0BBB045}"/>
          </ac:grpSpMkLst>
        </pc:grpChg>
        <pc:cxnChg chg="mod">
          <ac:chgData name="Hieu Do" userId="8091c26b-a61d-4e97-addd-a670c191ef7c" providerId="ADAL" clId="{6A93C0B3-936B-C841-80B6-6D8987B43E4E}" dt="2023-08-22T11:35:59.098" v="4"/>
          <ac:cxnSpMkLst>
            <pc:docMk/>
            <pc:sldMk cId="1632588312" sldId="534"/>
            <ac:cxnSpMk id="20" creationId="{A74DEA20-40B2-4ABA-0991-69F300972662}"/>
          </ac:cxnSpMkLst>
        </pc:cxnChg>
        <pc:cxnChg chg="mod">
          <ac:chgData name="Hieu Do" userId="8091c26b-a61d-4e97-addd-a670c191ef7c" providerId="ADAL" clId="{6A93C0B3-936B-C841-80B6-6D8987B43E4E}" dt="2023-08-22T11:35:59.098" v="4"/>
          <ac:cxnSpMkLst>
            <pc:docMk/>
            <pc:sldMk cId="1632588312" sldId="534"/>
            <ac:cxnSpMk id="21" creationId="{2BC1C91D-D617-4A96-FC65-FC4B6362E51B}"/>
          </ac:cxnSpMkLst>
        </pc:cxnChg>
        <pc:cxnChg chg="mod">
          <ac:chgData name="Hieu Do" userId="8091c26b-a61d-4e97-addd-a670c191ef7c" providerId="ADAL" clId="{6A93C0B3-936B-C841-80B6-6D8987B43E4E}" dt="2023-08-22T11:35:59.098" v="4"/>
          <ac:cxnSpMkLst>
            <pc:docMk/>
            <pc:sldMk cId="1632588312" sldId="534"/>
            <ac:cxnSpMk id="29" creationId="{1FF654D4-F079-BCAA-1F68-0F4CDF28292F}"/>
          </ac:cxnSpMkLst>
        </pc:cxnChg>
        <pc:cxnChg chg="mod">
          <ac:chgData name="Hieu Do" userId="8091c26b-a61d-4e97-addd-a670c191ef7c" providerId="ADAL" clId="{6A93C0B3-936B-C841-80B6-6D8987B43E4E}" dt="2023-08-22T11:35:59.098" v="4"/>
          <ac:cxnSpMkLst>
            <pc:docMk/>
            <pc:sldMk cId="1632588312" sldId="534"/>
            <ac:cxnSpMk id="30" creationId="{E5ACED2B-BEAC-CECC-6C69-6178D223E755}"/>
          </ac:cxnSpMkLst>
        </pc:cxnChg>
        <pc:cxnChg chg="mod">
          <ac:chgData name="Hieu Do" userId="8091c26b-a61d-4e97-addd-a670c191ef7c" providerId="ADAL" clId="{6A93C0B3-936B-C841-80B6-6D8987B43E4E}" dt="2023-08-22T11:35:59.098" v="4"/>
          <ac:cxnSpMkLst>
            <pc:docMk/>
            <pc:sldMk cId="1632588312" sldId="534"/>
            <ac:cxnSpMk id="34" creationId="{2F423F2A-EA1F-594F-45DF-63B2B160D01C}"/>
          </ac:cxnSpMkLst>
        </pc:cxnChg>
        <pc:cxnChg chg="mod">
          <ac:chgData name="Hieu Do" userId="8091c26b-a61d-4e97-addd-a670c191ef7c" providerId="ADAL" clId="{6A93C0B3-936B-C841-80B6-6D8987B43E4E}" dt="2023-08-22T11:35:59.098" v="4"/>
          <ac:cxnSpMkLst>
            <pc:docMk/>
            <pc:sldMk cId="1632588312" sldId="534"/>
            <ac:cxnSpMk id="35" creationId="{B214FB93-2CA5-B4D0-EA28-5192B82A22AD}"/>
          </ac:cxnSpMkLst>
        </pc:cxnChg>
        <pc:cxnChg chg="mod">
          <ac:chgData name="Hieu Do" userId="8091c26b-a61d-4e97-addd-a670c191ef7c" providerId="ADAL" clId="{6A93C0B3-936B-C841-80B6-6D8987B43E4E}" dt="2023-08-22T11:35:59.098" v="4"/>
          <ac:cxnSpMkLst>
            <pc:docMk/>
            <pc:sldMk cId="1632588312" sldId="534"/>
            <ac:cxnSpMk id="36" creationId="{454C5CB3-6045-ADE9-40BC-B5143C969551}"/>
          </ac:cxnSpMkLst>
        </pc:cxnChg>
        <pc:cxnChg chg="mod">
          <ac:chgData name="Hieu Do" userId="8091c26b-a61d-4e97-addd-a670c191ef7c" providerId="ADAL" clId="{6A93C0B3-936B-C841-80B6-6D8987B43E4E}" dt="2023-08-22T11:35:59.098" v="4"/>
          <ac:cxnSpMkLst>
            <pc:docMk/>
            <pc:sldMk cId="1632588312" sldId="534"/>
            <ac:cxnSpMk id="37" creationId="{9E194488-13D3-405C-4062-C9F5080BB433}"/>
          </ac:cxnSpMkLst>
        </pc:cxnChg>
      </pc:sldChg>
      <pc:sldChg chg="ord">
        <pc:chgData name="Hieu Do" userId="8091c26b-a61d-4e97-addd-a670c191ef7c" providerId="ADAL" clId="{6A93C0B3-936B-C841-80B6-6D8987B43E4E}" dt="2023-08-22T11:58:54.577" v="1512" actId="20578"/>
        <pc:sldMkLst>
          <pc:docMk/>
          <pc:sldMk cId="1406802015" sldId="535"/>
        </pc:sldMkLst>
      </pc:sldChg>
      <pc:sldChg chg="del">
        <pc:chgData name="Hieu Do" userId="8091c26b-a61d-4e97-addd-a670c191ef7c" providerId="ADAL" clId="{6A93C0B3-936B-C841-80B6-6D8987B43E4E}" dt="2023-08-22T11:49:23.845" v="876" actId="2696"/>
        <pc:sldMkLst>
          <pc:docMk/>
          <pc:sldMk cId="61599334" sldId="580"/>
        </pc:sldMkLst>
      </pc:sldChg>
      <pc:sldChg chg="modSp mod">
        <pc:chgData name="Hieu Do" userId="8091c26b-a61d-4e97-addd-a670c191ef7c" providerId="ADAL" clId="{6A93C0B3-936B-C841-80B6-6D8987B43E4E}" dt="2023-08-22T11:50:29.612" v="969" actId="20577"/>
        <pc:sldMkLst>
          <pc:docMk/>
          <pc:sldMk cId="495291284" sldId="584"/>
        </pc:sldMkLst>
        <pc:spChg chg="mod">
          <ac:chgData name="Hieu Do" userId="8091c26b-a61d-4e97-addd-a670c191ef7c" providerId="ADAL" clId="{6A93C0B3-936B-C841-80B6-6D8987B43E4E}" dt="2023-08-22T11:50:29.612" v="969" actId="20577"/>
          <ac:spMkLst>
            <pc:docMk/>
            <pc:sldMk cId="495291284" sldId="584"/>
            <ac:spMk id="7" creationId="{76B45F72-B7D9-8C2D-7F9D-267F14FACF91}"/>
          </ac:spMkLst>
        </pc:spChg>
      </pc:sldChg>
      <pc:sldChg chg="ord">
        <pc:chgData name="Hieu Do" userId="8091c26b-a61d-4e97-addd-a670c191ef7c" providerId="ADAL" clId="{6A93C0B3-936B-C841-80B6-6D8987B43E4E}" dt="2023-08-22T11:58:41.455" v="1510" actId="20578"/>
        <pc:sldMkLst>
          <pc:docMk/>
          <pc:sldMk cId="1361396962" sldId="585"/>
        </pc:sldMkLst>
      </pc:sldChg>
      <pc:sldChg chg="modSp mod">
        <pc:chgData name="Hieu Do" userId="8091c26b-a61d-4e97-addd-a670c191ef7c" providerId="ADAL" clId="{6A93C0B3-936B-C841-80B6-6D8987B43E4E}" dt="2023-08-22T12:02:41.328" v="1520" actId="1076"/>
        <pc:sldMkLst>
          <pc:docMk/>
          <pc:sldMk cId="1170062000" sldId="591"/>
        </pc:sldMkLst>
        <pc:spChg chg="mod">
          <ac:chgData name="Hieu Do" userId="8091c26b-a61d-4e97-addd-a670c191ef7c" providerId="ADAL" clId="{6A93C0B3-936B-C841-80B6-6D8987B43E4E}" dt="2023-08-22T12:02:29.891" v="1519" actId="20577"/>
          <ac:spMkLst>
            <pc:docMk/>
            <pc:sldMk cId="1170062000" sldId="591"/>
            <ac:spMk id="3" creationId="{0AEB28C4-5571-B5FD-2E50-594C804485EC}"/>
          </ac:spMkLst>
        </pc:spChg>
        <pc:spChg chg="mod">
          <ac:chgData name="Hieu Do" userId="8091c26b-a61d-4e97-addd-a670c191ef7c" providerId="ADAL" clId="{6A93C0B3-936B-C841-80B6-6D8987B43E4E}" dt="2023-08-22T12:02:41.328" v="1520" actId="1076"/>
          <ac:spMkLst>
            <pc:docMk/>
            <pc:sldMk cId="1170062000" sldId="591"/>
            <ac:spMk id="6" creationId="{DB4F988D-B0E3-8C9A-98D3-BF7872455342}"/>
          </ac:spMkLst>
        </pc:spChg>
        <pc:grpChg chg="mod">
          <ac:chgData name="Hieu Do" userId="8091c26b-a61d-4e97-addd-a670c191ef7c" providerId="ADAL" clId="{6A93C0B3-936B-C841-80B6-6D8987B43E4E}" dt="2023-08-22T12:02:29.891" v="1519" actId="20577"/>
          <ac:grpSpMkLst>
            <pc:docMk/>
            <pc:sldMk cId="1170062000" sldId="591"/>
            <ac:grpSpMk id="7" creationId="{4AA5A810-3838-F4B9-74D0-FB963FE675FE}"/>
          </ac:grpSpMkLst>
        </pc:grpChg>
      </pc:sldChg>
      <pc:sldChg chg="modSp mod">
        <pc:chgData name="Hieu Do" userId="8091c26b-a61d-4e97-addd-a670c191ef7c" providerId="ADAL" clId="{6A93C0B3-936B-C841-80B6-6D8987B43E4E}" dt="2023-08-22T11:35:56.776" v="3" actId="27636"/>
        <pc:sldMkLst>
          <pc:docMk/>
          <pc:sldMk cId="1271203157" sldId="608"/>
        </pc:sldMkLst>
        <pc:spChg chg="mod">
          <ac:chgData name="Hieu Do" userId="8091c26b-a61d-4e97-addd-a670c191ef7c" providerId="ADAL" clId="{6A93C0B3-936B-C841-80B6-6D8987B43E4E}" dt="2023-08-22T11:35:56.776" v="3" actId="27636"/>
          <ac:spMkLst>
            <pc:docMk/>
            <pc:sldMk cId="1271203157" sldId="608"/>
            <ac:spMk id="21" creationId="{8419AFB7-2A9A-49A4-A9B3-704D1B3C6718}"/>
          </ac:spMkLst>
        </pc:spChg>
      </pc:sldChg>
      <pc:sldChg chg="addSp delSp modSp add mod delAnim modAnim">
        <pc:chgData name="Hieu Do" userId="8091c26b-a61d-4e97-addd-a670c191ef7c" providerId="ADAL" clId="{6A93C0B3-936B-C841-80B6-6D8987B43E4E}" dt="2023-08-22T11:49:51.888" v="926" actId="20577"/>
        <pc:sldMkLst>
          <pc:docMk/>
          <pc:sldMk cId="1341581941" sldId="609"/>
        </pc:sldMkLst>
        <pc:spChg chg="add mod">
          <ac:chgData name="Hieu Do" userId="8091c26b-a61d-4e97-addd-a670c191ef7c" providerId="ADAL" clId="{6A93C0B3-936B-C841-80B6-6D8987B43E4E}" dt="2023-08-22T11:47:55.600" v="872" actId="1076"/>
          <ac:spMkLst>
            <pc:docMk/>
            <pc:sldMk cId="1341581941" sldId="609"/>
            <ac:spMk id="4" creationId="{A667EE2E-E847-A0FB-D3B2-A607489D7C49}"/>
          </ac:spMkLst>
        </pc:spChg>
        <pc:spChg chg="add mod">
          <ac:chgData name="Hieu Do" userId="8091c26b-a61d-4e97-addd-a670c191ef7c" providerId="ADAL" clId="{6A93C0B3-936B-C841-80B6-6D8987B43E4E}" dt="2023-08-22T11:49:19.982" v="875" actId="1076"/>
          <ac:spMkLst>
            <pc:docMk/>
            <pc:sldMk cId="1341581941" sldId="609"/>
            <ac:spMk id="5" creationId="{3EC79966-3027-8D04-9B9E-A72EC8188138}"/>
          </ac:spMkLst>
        </pc:spChg>
        <pc:spChg chg="add mod">
          <ac:chgData name="Hieu Do" userId="8091c26b-a61d-4e97-addd-a670c191ef7c" providerId="ADAL" clId="{6A93C0B3-936B-C841-80B6-6D8987B43E4E}" dt="2023-08-22T11:49:19.982" v="875" actId="1076"/>
          <ac:spMkLst>
            <pc:docMk/>
            <pc:sldMk cId="1341581941" sldId="609"/>
            <ac:spMk id="6" creationId="{2A34594B-D812-2062-FABB-D2AEECC9E93F}"/>
          </ac:spMkLst>
        </pc:spChg>
        <pc:spChg chg="mod">
          <ac:chgData name="Hieu Do" userId="8091c26b-a61d-4e97-addd-a670c191ef7c" providerId="ADAL" clId="{6A93C0B3-936B-C841-80B6-6D8987B43E4E}" dt="2023-08-22T11:49:51.888" v="926" actId="20577"/>
          <ac:spMkLst>
            <pc:docMk/>
            <pc:sldMk cId="1341581941" sldId="609"/>
            <ac:spMk id="7" creationId="{76B45F72-B7D9-8C2D-7F9D-267F14FACF91}"/>
          </ac:spMkLst>
        </pc:spChg>
        <pc:spChg chg="del">
          <ac:chgData name="Hieu Do" userId="8091c26b-a61d-4e97-addd-a670c191ef7c" providerId="ADAL" clId="{6A93C0B3-936B-C841-80B6-6D8987B43E4E}" dt="2023-08-22T11:47:03.636" v="849" actId="478"/>
          <ac:spMkLst>
            <pc:docMk/>
            <pc:sldMk cId="1341581941" sldId="609"/>
            <ac:spMk id="8" creationId="{331D9A70-ED9E-4E72-9E02-B3BC8359FF9A}"/>
          </ac:spMkLst>
        </pc:spChg>
        <pc:spChg chg="del">
          <ac:chgData name="Hieu Do" userId="8091c26b-a61d-4e97-addd-a670c191ef7c" providerId="ADAL" clId="{6A93C0B3-936B-C841-80B6-6D8987B43E4E}" dt="2023-08-22T11:47:10.407" v="850" actId="478"/>
          <ac:spMkLst>
            <pc:docMk/>
            <pc:sldMk cId="1341581941" sldId="609"/>
            <ac:spMk id="9" creationId="{62AEBE8E-A59A-4062-B400-6B6705F3F970}"/>
          </ac:spMkLst>
        </pc:spChg>
        <pc:spChg chg="mod">
          <ac:chgData name="Hieu Do" userId="8091c26b-a61d-4e97-addd-a670c191ef7c" providerId="ADAL" clId="{6A93C0B3-936B-C841-80B6-6D8987B43E4E}" dt="2023-08-22T11:48:01.769" v="873" actId="1076"/>
          <ac:spMkLst>
            <pc:docMk/>
            <pc:sldMk cId="1341581941" sldId="609"/>
            <ac:spMk id="13" creationId="{51358BB9-84E4-2162-2507-BE0F0D750470}"/>
          </ac:spMkLst>
        </pc:spChg>
        <pc:spChg chg="mod">
          <ac:chgData name="Hieu Do" userId="8091c26b-a61d-4e97-addd-a670c191ef7c" providerId="ADAL" clId="{6A93C0B3-936B-C841-80B6-6D8987B43E4E}" dt="2023-08-22T11:48:01.769" v="873" actId="1076"/>
          <ac:spMkLst>
            <pc:docMk/>
            <pc:sldMk cId="1341581941" sldId="609"/>
            <ac:spMk id="15" creationId="{51358BB9-84E4-2162-2507-BE0F0D750470}"/>
          </ac:spMkLst>
        </pc:spChg>
        <pc:grpChg chg="del">
          <ac:chgData name="Hieu Do" userId="8091c26b-a61d-4e97-addd-a670c191ef7c" providerId="ADAL" clId="{6A93C0B3-936B-C841-80B6-6D8987B43E4E}" dt="2023-08-22T11:47:10.407" v="850" actId="478"/>
          <ac:grpSpMkLst>
            <pc:docMk/>
            <pc:sldMk cId="1341581941" sldId="609"/>
            <ac:grpSpMk id="2" creationId="{6BC5551E-BCF9-4C5F-35C5-C3786A501596}"/>
          </ac:grpSpMkLst>
        </pc:grpChg>
        <pc:grpChg chg="mod">
          <ac:chgData name="Hieu Do" userId="8091c26b-a61d-4e97-addd-a670c191ef7c" providerId="ADAL" clId="{6A93C0B3-936B-C841-80B6-6D8987B43E4E}" dt="2023-08-22T11:48:01.769" v="873" actId="1076"/>
          <ac:grpSpMkLst>
            <pc:docMk/>
            <pc:sldMk cId="1341581941" sldId="609"/>
            <ac:grpSpMk id="3" creationId="{5C42EF93-4CDF-5AC8-E679-0146C3E659DE}"/>
          </ac:grpSpMkLst>
        </pc:grpChg>
        <pc:picChg chg="mod">
          <ac:chgData name="Hieu Do" userId="8091c26b-a61d-4e97-addd-a670c191ef7c" providerId="ADAL" clId="{6A93C0B3-936B-C841-80B6-6D8987B43E4E}" dt="2023-08-22T11:48:01.769" v="873" actId="1076"/>
          <ac:picMkLst>
            <pc:docMk/>
            <pc:sldMk cId="1341581941" sldId="609"/>
            <ac:picMk id="10" creationId="{D42B5377-8E0E-B997-A732-CC2F7E003FE0}"/>
          </ac:picMkLst>
        </pc:picChg>
        <pc:picChg chg="mod">
          <ac:chgData name="Hieu Do" userId="8091c26b-a61d-4e97-addd-a670c191ef7c" providerId="ADAL" clId="{6A93C0B3-936B-C841-80B6-6D8987B43E4E}" dt="2023-08-22T11:48:01.769" v="873" actId="1076"/>
          <ac:picMkLst>
            <pc:docMk/>
            <pc:sldMk cId="1341581941" sldId="609"/>
            <ac:picMk id="11" creationId="{FBE6EB92-C8D0-D868-1493-526D53A88198}"/>
          </ac:picMkLst>
        </pc:picChg>
        <pc:picChg chg="mod">
          <ac:chgData name="Hieu Do" userId="8091c26b-a61d-4e97-addd-a670c191ef7c" providerId="ADAL" clId="{6A93C0B3-936B-C841-80B6-6D8987B43E4E}" dt="2023-08-22T11:48:01.769" v="873" actId="1076"/>
          <ac:picMkLst>
            <pc:docMk/>
            <pc:sldMk cId="1341581941" sldId="609"/>
            <ac:picMk id="12" creationId="{E26977D8-224B-211D-D216-B2CDD6035E67}"/>
          </ac:picMkLst>
        </pc:picChg>
      </pc:sldChg>
      <pc:sldChg chg="addSp delSp modSp add mod delAnim modAnim">
        <pc:chgData name="Hieu Do" userId="8091c26b-a61d-4e97-addd-a670c191ef7c" providerId="ADAL" clId="{6A93C0B3-936B-C841-80B6-6D8987B43E4E}" dt="2023-08-22T11:57:12.747" v="1507" actId="14100"/>
        <pc:sldMkLst>
          <pc:docMk/>
          <pc:sldMk cId="965084604" sldId="610"/>
        </pc:sldMkLst>
        <pc:spChg chg="add mod">
          <ac:chgData name="Hieu Do" userId="8091c26b-a61d-4e97-addd-a670c191ef7c" providerId="ADAL" clId="{6A93C0B3-936B-C841-80B6-6D8987B43E4E}" dt="2023-08-22T11:54:52.055" v="1246" actId="20577"/>
          <ac:spMkLst>
            <pc:docMk/>
            <pc:sldMk cId="965084604" sldId="610"/>
            <ac:spMk id="2" creationId="{5944B6E9-A124-7283-205A-93BAC0C0FAAC}"/>
          </ac:spMkLst>
        </pc:spChg>
        <pc:spChg chg="del">
          <ac:chgData name="Hieu Do" userId="8091c26b-a61d-4e97-addd-a670c191ef7c" providerId="ADAL" clId="{6A93C0B3-936B-C841-80B6-6D8987B43E4E}" dt="2023-08-22T11:51:16.745" v="972" actId="478"/>
          <ac:spMkLst>
            <pc:docMk/>
            <pc:sldMk cId="965084604" sldId="610"/>
            <ac:spMk id="4" creationId="{6DD52A74-3BD8-6703-93E1-9D4F031165A1}"/>
          </ac:spMkLst>
        </pc:spChg>
        <pc:spChg chg="del">
          <ac:chgData name="Hieu Do" userId="8091c26b-a61d-4e97-addd-a670c191ef7c" providerId="ADAL" clId="{6A93C0B3-936B-C841-80B6-6D8987B43E4E}" dt="2023-08-22T11:51:18.411" v="973" actId="478"/>
          <ac:spMkLst>
            <pc:docMk/>
            <pc:sldMk cId="965084604" sldId="610"/>
            <ac:spMk id="5" creationId="{98513C6F-1CB9-5FE7-2AD9-15D70CC16D13}"/>
          </ac:spMkLst>
        </pc:spChg>
        <pc:spChg chg="mod">
          <ac:chgData name="Hieu Do" userId="8091c26b-a61d-4e97-addd-a670c191ef7c" providerId="ADAL" clId="{6A93C0B3-936B-C841-80B6-6D8987B43E4E}" dt="2023-08-22T11:51:30.529" v="975" actId="20577"/>
          <ac:spMkLst>
            <pc:docMk/>
            <pc:sldMk cId="965084604" sldId="610"/>
            <ac:spMk id="7" creationId="{76B45F72-B7D9-8C2D-7F9D-267F14FACF91}"/>
          </ac:spMkLst>
        </pc:spChg>
        <pc:spChg chg="mod">
          <ac:chgData name="Hieu Do" userId="8091c26b-a61d-4e97-addd-a670c191ef7c" providerId="ADAL" clId="{6A93C0B3-936B-C841-80B6-6D8987B43E4E}" dt="2023-08-22T11:51:49.494" v="976"/>
          <ac:spMkLst>
            <pc:docMk/>
            <pc:sldMk cId="965084604" sldId="610"/>
            <ac:spMk id="9" creationId="{1038D37C-5649-272D-3E0B-C3A6BE0A5435}"/>
          </ac:spMkLst>
        </pc:spChg>
        <pc:spChg chg="mod">
          <ac:chgData name="Hieu Do" userId="8091c26b-a61d-4e97-addd-a670c191ef7c" providerId="ADAL" clId="{6A93C0B3-936B-C841-80B6-6D8987B43E4E}" dt="2023-08-22T11:51:49.494" v="976"/>
          <ac:spMkLst>
            <pc:docMk/>
            <pc:sldMk cId="965084604" sldId="610"/>
            <ac:spMk id="10" creationId="{461AD935-7AAA-9ADA-1B1E-32D16D860F3D}"/>
          </ac:spMkLst>
        </pc:spChg>
        <pc:spChg chg="mod">
          <ac:chgData name="Hieu Do" userId="8091c26b-a61d-4e97-addd-a670c191ef7c" providerId="ADAL" clId="{6A93C0B3-936B-C841-80B6-6D8987B43E4E}" dt="2023-08-22T11:51:49.494" v="976"/>
          <ac:spMkLst>
            <pc:docMk/>
            <pc:sldMk cId="965084604" sldId="610"/>
            <ac:spMk id="11" creationId="{26603B5C-A2AE-B479-6250-54C609799576}"/>
          </ac:spMkLst>
        </pc:spChg>
        <pc:spChg chg="add mod">
          <ac:chgData name="Hieu Do" userId="8091c26b-a61d-4e97-addd-a670c191ef7c" providerId="ADAL" clId="{6A93C0B3-936B-C841-80B6-6D8987B43E4E}" dt="2023-08-22T11:56:26.234" v="1379" actId="1076"/>
          <ac:spMkLst>
            <pc:docMk/>
            <pc:sldMk cId="965084604" sldId="610"/>
            <ac:spMk id="12" creationId="{F9B2F80C-ABAB-BFBE-7C5F-D137FA9E3637}"/>
          </ac:spMkLst>
        </pc:spChg>
        <pc:spChg chg="add mod">
          <ac:chgData name="Hieu Do" userId="8091c26b-a61d-4e97-addd-a670c191ef7c" providerId="ADAL" clId="{6A93C0B3-936B-C841-80B6-6D8987B43E4E}" dt="2023-08-22T11:56:59.545" v="1494" actId="14100"/>
          <ac:spMkLst>
            <pc:docMk/>
            <pc:sldMk cId="965084604" sldId="610"/>
            <ac:spMk id="15" creationId="{D220A796-A9B2-D1D9-3ADB-F8CBEC6819EC}"/>
          </ac:spMkLst>
        </pc:spChg>
        <pc:spChg chg="del">
          <ac:chgData name="Hieu Do" userId="8091c26b-a61d-4e97-addd-a670c191ef7c" providerId="ADAL" clId="{6A93C0B3-936B-C841-80B6-6D8987B43E4E}" dt="2023-08-22T11:51:20.171" v="974" actId="478"/>
          <ac:spMkLst>
            <pc:docMk/>
            <pc:sldMk cId="965084604" sldId="610"/>
            <ac:spMk id="38" creationId="{F1B5CB9B-B5C6-4953-F004-7D18FDAB9C30}"/>
          </ac:spMkLst>
        </pc:spChg>
        <pc:spChg chg="add mod">
          <ac:chgData name="Hieu Do" userId="8091c26b-a61d-4e97-addd-a670c191ef7c" providerId="ADAL" clId="{6A93C0B3-936B-C841-80B6-6D8987B43E4E}" dt="2023-08-22T11:57:12.747" v="1507" actId="14100"/>
          <ac:spMkLst>
            <pc:docMk/>
            <pc:sldMk cId="965084604" sldId="610"/>
            <ac:spMk id="40" creationId="{85BEC261-BE7B-92AC-003B-391A9C6FCB79}"/>
          </ac:spMkLst>
        </pc:spChg>
        <pc:spChg chg="add mod">
          <ac:chgData name="Hieu Do" userId="8091c26b-a61d-4e97-addd-a670c191ef7c" providerId="ADAL" clId="{6A93C0B3-936B-C841-80B6-6D8987B43E4E}" dt="2023-08-22T11:52:41.082" v="1006" actId="20577"/>
          <ac:spMkLst>
            <pc:docMk/>
            <pc:sldMk cId="965084604" sldId="610"/>
            <ac:spMk id="41" creationId="{83ABB2DA-42EF-F4AD-C36A-9936B3696B82}"/>
          </ac:spMkLst>
        </pc:spChg>
        <pc:spChg chg="add mod">
          <ac:chgData name="Hieu Do" userId="8091c26b-a61d-4e97-addd-a670c191ef7c" providerId="ADAL" clId="{6A93C0B3-936B-C841-80B6-6D8987B43E4E}" dt="2023-08-22T11:55:50.693" v="1306" actId="20577"/>
          <ac:spMkLst>
            <pc:docMk/>
            <pc:sldMk cId="965084604" sldId="610"/>
            <ac:spMk id="42" creationId="{B1FB82D7-4D80-8AF6-6268-486A0166D1C4}"/>
          </ac:spMkLst>
        </pc:spChg>
        <pc:grpChg chg="add mod">
          <ac:chgData name="Hieu Do" userId="8091c26b-a61d-4e97-addd-a670c191ef7c" providerId="ADAL" clId="{6A93C0B3-936B-C841-80B6-6D8987B43E4E}" dt="2023-08-22T11:51:49.494" v="976"/>
          <ac:grpSpMkLst>
            <pc:docMk/>
            <pc:sldMk cId="965084604" sldId="610"/>
            <ac:grpSpMk id="3" creationId="{2E3EC739-756F-274D-2B79-71B553E4D6FC}"/>
          </ac:grpSpMkLst>
        </pc:grpChg>
        <pc:grpChg chg="del">
          <ac:chgData name="Hieu Do" userId="8091c26b-a61d-4e97-addd-a670c191ef7c" providerId="ADAL" clId="{6A93C0B3-936B-C841-80B6-6D8987B43E4E}" dt="2023-08-22T11:51:15.002" v="971" actId="478"/>
          <ac:grpSpMkLst>
            <pc:docMk/>
            <pc:sldMk cId="965084604" sldId="610"/>
            <ac:grpSpMk id="6" creationId="{B3EE4A80-67F8-6548-C74B-DBDAFAFBFBEE}"/>
          </ac:grpSpMkLst>
        </pc:grpChg>
        <pc:picChg chg="mod">
          <ac:chgData name="Hieu Do" userId="8091c26b-a61d-4e97-addd-a670c191ef7c" providerId="ADAL" clId="{6A93C0B3-936B-C841-80B6-6D8987B43E4E}" dt="2023-08-22T11:51:49.494" v="976"/>
          <ac:picMkLst>
            <pc:docMk/>
            <pc:sldMk cId="965084604" sldId="610"/>
            <ac:picMk id="8" creationId="{CD56429B-7EF9-6593-3978-1647F5E7A9D1}"/>
          </ac:picMkLst>
        </pc:picChg>
        <pc:cxnChg chg="add mod">
          <ac:chgData name="Hieu Do" userId="8091c26b-a61d-4e97-addd-a670c191ef7c" providerId="ADAL" clId="{6A93C0B3-936B-C841-80B6-6D8987B43E4E}" dt="2023-08-22T11:56:59.545" v="1494" actId="14100"/>
          <ac:cxnSpMkLst>
            <pc:docMk/>
            <pc:sldMk cId="965084604" sldId="610"/>
            <ac:cxnSpMk id="13" creationId="{216C4FCE-E77D-FC43-D360-068DB5934E03}"/>
          </ac:cxnSpMkLst>
        </pc:cxnChg>
        <pc:cxnChg chg="add mod">
          <ac:chgData name="Hieu Do" userId="8091c26b-a61d-4e97-addd-a670c191ef7c" providerId="ADAL" clId="{6A93C0B3-936B-C841-80B6-6D8987B43E4E}" dt="2023-08-22T11:57:12.747" v="1507" actId="14100"/>
          <ac:cxnSpMkLst>
            <pc:docMk/>
            <pc:sldMk cId="965084604" sldId="610"/>
            <ac:cxnSpMk id="39" creationId="{B5CEB085-F47C-90AB-3F01-7D3AA5F60114}"/>
          </ac:cxnSpMkLst>
        </pc:cxnChg>
      </pc:sldChg>
    </pc:docChg>
  </pc:docChgLst>
  <pc:docChgLst>
    <pc:chgData name="Hieu Do" userId="8091c26b-a61d-4e97-addd-a670c191ef7c" providerId="ADAL" clId="{C9902785-F06B-A548-9813-D3AE98CA83E9}"/>
    <pc:docChg chg="undo redo custSel addSld delSld modSld">
      <pc:chgData name="Hieu Do" userId="8091c26b-a61d-4e97-addd-a670c191ef7c" providerId="ADAL" clId="{C9902785-F06B-A548-9813-D3AE98CA83E9}" dt="2022-06-20T08:37:23.604" v="5301" actId="403"/>
      <pc:docMkLst>
        <pc:docMk/>
      </pc:docMkLst>
      <pc:sldChg chg="modSp mod">
        <pc:chgData name="Hieu Do" userId="8091c26b-a61d-4e97-addd-a670c191ef7c" providerId="ADAL" clId="{C9902785-F06B-A548-9813-D3AE98CA83E9}" dt="2022-06-20T02:09:29.850" v="123" actId="207"/>
        <pc:sldMkLst>
          <pc:docMk/>
          <pc:sldMk cId="2175107412" sldId="256"/>
        </pc:sldMkLst>
        <pc:spChg chg="mod">
          <ac:chgData name="Hieu Do" userId="8091c26b-a61d-4e97-addd-a670c191ef7c" providerId="ADAL" clId="{C9902785-F06B-A548-9813-D3AE98CA83E9}" dt="2022-06-20T02:09:29.850" v="123" actId="207"/>
          <ac:spMkLst>
            <pc:docMk/>
            <pc:sldMk cId="2175107412" sldId="256"/>
            <ac:spMk id="42" creationId="{00000000-0000-0000-0000-000000000000}"/>
          </ac:spMkLst>
        </pc:spChg>
      </pc:sldChg>
      <pc:sldChg chg="addSp delSp modSp mod">
        <pc:chgData name="Hieu Do" userId="8091c26b-a61d-4e97-addd-a670c191ef7c" providerId="ADAL" clId="{C9902785-F06B-A548-9813-D3AE98CA83E9}" dt="2022-06-20T02:34:30.585" v="345" actId="1035"/>
        <pc:sldMkLst>
          <pc:docMk/>
          <pc:sldMk cId="1632588312" sldId="534"/>
        </pc:sldMkLst>
        <pc:spChg chg="add mod">
          <ac:chgData name="Hieu Do" userId="8091c26b-a61d-4e97-addd-a670c191ef7c" providerId="ADAL" clId="{C9902785-F06B-A548-9813-D3AE98CA83E9}" dt="2022-06-20T02:34:30.585" v="345" actId="1035"/>
          <ac:spMkLst>
            <pc:docMk/>
            <pc:sldMk cId="1632588312" sldId="534"/>
            <ac:spMk id="2" creationId="{A52B815E-735D-39D1-4D8B-6ED971B35263}"/>
          </ac:spMkLst>
        </pc:spChg>
        <pc:spChg chg="del mod">
          <ac:chgData name="Hieu Do" userId="8091c26b-a61d-4e97-addd-a670c191ef7c" providerId="ADAL" clId="{C9902785-F06B-A548-9813-D3AE98CA83E9}" dt="2022-06-20T02:18:16.061" v="173" actId="478"/>
          <ac:spMkLst>
            <pc:docMk/>
            <pc:sldMk cId="1632588312" sldId="534"/>
            <ac:spMk id="5" creationId="{BF7B7F28-9CF2-3222-D872-C618B1A7EAF4}"/>
          </ac:spMkLst>
        </pc:spChg>
        <pc:spChg chg="del">
          <ac:chgData name="Hieu Do" userId="8091c26b-a61d-4e97-addd-a670c191ef7c" providerId="ADAL" clId="{C9902785-F06B-A548-9813-D3AE98CA83E9}" dt="2022-06-20T02:05:36.992" v="36" actId="478"/>
          <ac:spMkLst>
            <pc:docMk/>
            <pc:sldMk cId="1632588312" sldId="534"/>
            <ac:spMk id="6" creationId="{7162734D-D60F-B12B-D991-BA2C10F35C49}"/>
          </ac:spMkLst>
        </pc:spChg>
        <pc:spChg chg="add mod">
          <ac:chgData name="Hieu Do" userId="8091c26b-a61d-4e97-addd-a670c191ef7c" providerId="ADAL" clId="{C9902785-F06B-A548-9813-D3AE98CA83E9}" dt="2022-06-20T02:34:17.301" v="333" actId="1076"/>
          <ac:spMkLst>
            <pc:docMk/>
            <pc:sldMk cId="1632588312" sldId="534"/>
            <ac:spMk id="7" creationId="{3969CD7A-D51A-E798-58D8-658848B422C8}"/>
          </ac:spMkLst>
        </pc:spChg>
        <pc:spChg chg="add mod">
          <ac:chgData name="Hieu Do" userId="8091c26b-a61d-4e97-addd-a670c191ef7c" providerId="ADAL" clId="{C9902785-F06B-A548-9813-D3AE98CA83E9}" dt="2022-06-20T02:34:24.118" v="342" actId="1037"/>
          <ac:spMkLst>
            <pc:docMk/>
            <pc:sldMk cId="1632588312" sldId="534"/>
            <ac:spMk id="8" creationId="{69C20EB9-BCE6-D413-AC0B-FF29ECCA1EFE}"/>
          </ac:spMkLst>
        </pc:spChg>
        <pc:spChg chg="add mod">
          <ac:chgData name="Hieu Do" userId="8091c26b-a61d-4e97-addd-a670c191ef7c" providerId="ADAL" clId="{C9902785-F06B-A548-9813-D3AE98CA83E9}" dt="2022-06-20T02:33:32.262" v="325" actId="20577"/>
          <ac:spMkLst>
            <pc:docMk/>
            <pc:sldMk cId="1632588312" sldId="534"/>
            <ac:spMk id="11" creationId="{5F844C01-9E2F-92F1-B1F4-0BC16D9B5004}"/>
          </ac:spMkLst>
        </pc:spChg>
        <pc:spChg chg="add del mod">
          <ac:chgData name="Hieu Do" userId="8091c26b-a61d-4e97-addd-a670c191ef7c" providerId="ADAL" clId="{C9902785-F06B-A548-9813-D3AE98CA83E9}" dt="2022-06-20T02:22:04.181" v="178" actId="478"/>
          <ac:spMkLst>
            <pc:docMk/>
            <pc:sldMk cId="1632588312" sldId="534"/>
            <ac:spMk id="12" creationId="{C553B88C-F5AD-5816-2BA0-ED310EAEBB11}"/>
          </ac:spMkLst>
        </pc:spChg>
        <pc:spChg chg="add mod">
          <ac:chgData name="Hieu Do" userId="8091c26b-a61d-4e97-addd-a670c191ef7c" providerId="ADAL" clId="{C9902785-F06B-A548-9813-D3AE98CA83E9}" dt="2022-06-20T02:32:37.951" v="310" actId="948"/>
          <ac:spMkLst>
            <pc:docMk/>
            <pc:sldMk cId="1632588312" sldId="534"/>
            <ac:spMk id="13" creationId="{440B50A7-AA06-EEB2-DD99-77982EBA392A}"/>
          </ac:spMkLst>
        </pc:spChg>
        <pc:spChg chg="mod">
          <ac:chgData name="Hieu Do" userId="8091c26b-a61d-4e97-addd-a670c191ef7c" providerId="ADAL" clId="{C9902785-F06B-A548-9813-D3AE98CA83E9}" dt="2022-06-20T02:10:18.875" v="131" actId="207"/>
          <ac:spMkLst>
            <pc:docMk/>
            <pc:sldMk cId="1632588312" sldId="534"/>
            <ac:spMk id="14" creationId="{00000000-0000-0000-0000-000000000000}"/>
          </ac:spMkLst>
        </pc:spChg>
        <pc:spChg chg="del">
          <ac:chgData name="Hieu Do" userId="8091c26b-a61d-4e97-addd-a670c191ef7c" providerId="ADAL" clId="{C9902785-F06B-A548-9813-D3AE98CA83E9}" dt="2022-06-20T02:05:39.060" v="37" actId="478"/>
          <ac:spMkLst>
            <pc:docMk/>
            <pc:sldMk cId="1632588312" sldId="534"/>
            <ac:spMk id="21" creationId="{1F87450A-C351-64ED-7AED-FD3C3EFA0CFC}"/>
          </ac:spMkLst>
        </pc:spChg>
        <pc:spChg chg="mod">
          <ac:chgData name="Hieu Do" userId="8091c26b-a61d-4e97-addd-a670c191ef7c" providerId="ADAL" clId="{C9902785-F06B-A548-9813-D3AE98CA83E9}" dt="2022-06-20T02:13:07.421" v="164" actId="6549"/>
          <ac:spMkLst>
            <pc:docMk/>
            <pc:sldMk cId="1632588312" sldId="534"/>
            <ac:spMk id="24" creationId="{00000000-0000-0000-0000-000000000000}"/>
          </ac:spMkLst>
        </pc:spChg>
        <pc:spChg chg="del">
          <ac:chgData name="Hieu Do" userId="8091c26b-a61d-4e97-addd-a670c191ef7c" providerId="ADAL" clId="{C9902785-F06B-A548-9813-D3AE98CA83E9}" dt="2022-06-20T02:05:40.688" v="38" actId="478"/>
          <ac:spMkLst>
            <pc:docMk/>
            <pc:sldMk cId="1632588312" sldId="534"/>
            <ac:spMk id="25" creationId="{72542FA7-2743-F3CE-D8EE-94C5419241FE}"/>
          </ac:spMkLst>
        </pc:spChg>
        <pc:spChg chg="del">
          <ac:chgData name="Hieu Do" userId="8091c26b-a61d-4e97-addd-a670c191ef7c" providerId="ADAL" clId="{C9902785-F06B-A548-9813-D3AE98CA83E9}" dt="2022-06-20T02:05:42.963" v="39" actId="478"/>
          <ac:spMkLst>
            <pc:docMk/>
            <pc:sldMk cId="1632588312" sldId="534"/>
            <ac:spMk id="26" creationId="{C1EE2E60-C2D6-C538-3FF2-D5E03BDD0056}"/>
          </ac:spMkLst>
        </pc:spChg>
        <pc:grpChg chg="add mod">
          <ac:chgData name="Hieu Do" userId="8091c26b-a61d-4e97-addd-a670c191ef7c" providerId="ADAL" clId="{C9902785-F06B-A548-9813-D3AE98CA83E9}" dt="2022-06-20T02:32:45.196" v="315" actId="1036"/>
          <ac:grpSpMkLst>
            <pc:docMk/>
            <pc:sldMk cId="1632588312" sldId="534"/>
            <ac:grpSpMk id="3" creationId="{D94A9C77-4513-AFA0-EB9C-D10F1C0682BD}"/>
          </ac:grpSpMkLst>
        </pc:grpChg>
        <pc:picChg chg="add mod">
          <ac:chgData name="Hieu Do" userId="8091c26b-a61d-4e97-addd-a670c191ef7c" providerId="ADAL" clId="{C9902785-F06B-A548-9813-D3AE98CA83E9}" dt="2022-06-20T02:31:52.540" v="303" actId="1035"/>
          <ac:picMkLst>
            <pc:docMk/>
            <pc:sldMk cId="1632588312" sldId="534"/>
            <ac:picMk id="15" creationId="{D9637473-F57D-DF8A-3277-E5D05E28287F}"/>
          </ac:picMkLst>
        </pc:picChg>
        <pc:picChg chg="add mod">
          <ac:chgData name="Hieu Do" userId="8091c26b-a61d-4e97-addd-a670c191ef7c" providerId="ADAL" clId="{C9902785-F06B-A548-9813-D3AE98CA83E9}" dt="2022-06-20T02:31:43.079" v="276" actId="164"/>
          <ac:picMkLst>
            <pc:docMk/>
            <pc:sldMk cId="1632588312" sldId="534"/>
            <ac:picMk id="16" creationId="{BF46560D-04ED-6F20-AB48-190209AC3C66}"/>
          </ac:picMkLst>
        </pc:picChg>
        <pc:picChg chg="add mod">
          <ac:chgData name="Hieu Do" userId="8091c26b-a61d-4e97-addd-a670c191ef7c" providerId="ADAL" clId="{C9902785-F06B-A548-9813-D3AE98CA83E9}" dt="2022-06-20T02:31:43.079" v="276" actId="164"/>
          <ac:picMkLst>
            <pc:docMk/>
            <pc:sldMk cId="1632588312" sldId="534"/>
            <ac:picMk id="17" creationId="{E16CC99B-9BEC-10CE-658F-D90CCEFDD444}"/>
          </ac:picMkLst>
        </pc:picChg>
      </pc:sldChg>
      <pc:sldChg chg="addSp delSp modSp add mod">
        <pc:chgData name="Hieu Do" userId="8091c26b-a61d-4e97-addd-a670c191ef7c" providerId="ADAL" clId="{C9902785-F06B-A548-9813-D3AE98CA83E9}" dt="2022-06-20T07:08:08.244" v="2978" actId="20577"/>
        <pc:sldMkLst>
          <pc:docMk/>
          <pc:sldMk cId="3797559898" sldId="535"/>
        </pc:sldMkLst>
        <pc:spChg chg="del">
          <ac:chgData name="Hieu Do" userId="8091c26b-a61d-4e97-addd-a670c191ef7c" providerId="ADAL" clId="{C9902785-F06B-A548-9813-D3AE98CA83E9}" dt="2022-06-20T02:34:58.952" v="348" actId="478"/>
          <ac:spMkLst>
            <pc:docMk/>
            <pc:sldMk cId="3797559898" sldId="535"/>
            <ac:spMk id="2" creationId="{A52B815E-735D-39D1-4D8B-6ED971B35263}"/>
          </ac:spMkLst>
        </pc:spChg>
        <pc:spChg chg="add mod">
          <ac:chgData name="Hieu Do" userId="8091c26b-a61d-4e97-addd-a670c191ef7c" providerId="ADAL" clId="{C9902785-F06B-A548-9813-D3AE98CA83E9}" dt="2022-06-20T03:30:38.552" v="1500" actId="1038"/>
          <ac:spMkLst>
            <pc:docMk/>
            <pc:sldMk cId="3797559898" sldId="535"/>
            <ac:spMk id="5" creationId="{7973F630-03A2-FA95-93B6-0BB8312D901D}"/>
          </ac:spMkLst>
        </pc:spChg>
        <pc:spChg chg="del">
          <ac:chgData name="Hieu Do" userId="8091c26b-a61d-4e97-addd-a670c191ef7c" providerId="ADAL" clId="{C9902785-F06B-A548-9813-D3AE98CA83E9}" dt="2022-06-20T02:35:00.150" v="349" actId="478"/>
          <ac:spMkLst>
            <pc:docMk/>
            <pc:sldMk cId="3797559898" sldId="535"/>
            <ac:spMk id="7" creationId="{3969CD7A-D51A-E798-58D8-658848B422C8}"/>
          </ac:spMkLst>
        </pc:spChg>
        <pc:spChg chg="del">
          <ac:chgData name="Hieu Do" userId="8091c26b-a61d-4e97-addd-a670c191ef7c" providerId="ADAL" clId="{C9902785-F06B-A548-9813-D3AE98CA83E9}" dt="2022-06-20T02:34:55.803" v="347" actId="478"/>
          <ac:spMkLst>
            <pc:docMk/>
            <pc:sldMk cId="3797559898" sldId="535"/>
            <ac:spMk id="8" creationId="{69C20EB9-BCE6-D413-AC0B-FF29ECCA1EFE}"/>
          </ac:spMkLst>
        </pc:spChg>
        <pc:spChg chg="del">
          <ac:chgData name="Hieu Do" userId="8091c26b-a61d-4e97-addd-a670c191ef7c" providerId="ADAL" clId="{C9902785-F06B-A548-9813-D3AE98CA83E9}" dt="2022-06-20T02:35:05.032" v="352" actId="478"/>
          <ac:spMkLst>
            <pc:docMk/>
            <pc:sldMk cId="3797559898" sldId="535"/>
            <ac:spMk id="11" creationId="{5F844C01-9E2F-92F1-B1F4-0BC16D9B5004}"/>
          </ac:spMkLst>
        </pc:spChg>
        <pc:spChg chg="del">
          <ac:chgData name="Hieu Do" userId="8091c26b-a61d-4e97-addd-a670c191ef7c" providerId="ADAL" clId="{C9902785-F06B-A548-9813-D3AE98CA83E9}" dt="2022-06-20T02:35:02.847" v="351" actId="478"/>
          <ac:spMkLst>
            <pc:docMk/>
            <pc:sldMk cId="3797559898" sldId="535"/>
            <ac:spMk id="13" creationId="{440B50A7-AA06-EEB2-DD99-77982EBA392A}"/>
          </ac:spMkLst>
        </pc:spChg>
        <pc:spChg chg="mod">
          <ac:chgData name="Hieu Do" userId="8091c26b-a61d-4e97-addd-a670c191ef7c" providerId="ADAL" clId="{C9902785-F06B-A548-9813-D3AE98CA83E9}" dt="2022-06-20T07:07:49.884" v="2914" actId="1076"/>
          <ac:spMkLst>
            <pc:docMk/>
            <pc:sldMk cId="3797559898" sldId="535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3:28:03.174" v="1485" actId="1037"/>
          <ac:spMkLst>
            <pc:docMk/>
            <pc:sldMk cId="3797559898" sldId="535"/>
            <ac:spMk id="20" creationId="{008F2B62-0F87-F790-2538-D038DC1C440C}"/>
          </ac:spMkLst>
        </pc:spChg>
        <pc:spChg chg="add mod">
          <ac:chgData name="Hieu Do" userId="8091c26b-a61d-4e97-addd-a670c191ef7c" providerId="ADAL" clId="{C9902785-F06B-A548-9813-D3AE98CA83E9}" dt="2022-06-20T03:06:24.327" v="1173" actId="115"/>
          <ac:spMkLst>
            <pc:docMk/>
            <pc:sldMk cId="3797559898" sldId="535"/>
            <ac:spMk id="21" creationId="{581BEF06-5D6A-7304-B8D2-1F5B9BFC830D}"/>
          </ac:spMkLst>
        </pc:spChg>
        <pc:spChg chg="add mod">
          <ac:chgData name="Hieu Do" userId="8091c26b-a61d-4e97-addd-a670c191ef7c" providerId="ADAL" clId="{C9902785-F06B-A548-9813-D3AE98CA83E9}" dt="2022-06-20T03:09:52.658" v="1284" actId="1076"/>
          <ac:spMkLst>
            <pc:docMk/>
            <pc:sldMk cId="3797559898" sldId="535"/>
            <ac:spMk id="22" creationId="{D171496F-28CC-57C9-D764-2AF2B3FB6188}"/>
          </ac:spMkLst>
        </pc:spChg>
        <pc:spChg chg="add mod">
          <ac:chgData name="Hieu Do" userId="8091c26b-a61d-4e97-addd-a670c191ef7c" providerId="ADAL" clId="{C9902785-F06B-A548-9813-D3AE98CA83E9}" dt="2022-06-20T03:09:44.192" v="1282" actId="1038"/>
          <ac:spMkLst>
            <pc:docMk/>
            <pc:sldMk cId="3797559898" sldId="535"/>
            <ac:spMk id="23" creationId="{114BA031-C827-CA8E-50AA-5C3839AB776A}"/>
          </ac:spMkLst>
        </pc:spChg>
        <pc:spChg chg="mod">
          <ac:chgData name="Hieu Do" userId="8091c26b-a61d-4e97-addd-a670c191ef7c" providerId="ADAL" clId="{C9902785-F06B-A548-9813-D3AE98CA83E9}" dt="2022-06-20T07:08:08.244" v="2978" actId="20577"/>
          <ac:spMkLst>
            <pc:docMk/>
            <pc:sldMk cId="3797559898" sldId="535"/>
            <ac:spMk id="2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3:09:39.002" v="1277" actId="1035"/>
          <ac:spMkLst>
            <pc:docMk/>
            <pc:sldMk cId="3797559898" sldId="535"/>
            <ac:spMk id="25" creationId="{B71561E6-430A-D0A0-11FF-82FE37EDADDC}"/>
          </ac:spMkLst>
        </pc:spChg>
        <pc:spChg chg="add mod">
          <ac:chgData name="Hieu Do" userId="8091c26b-a61d-4e97-addd-a670c191ef7c" providerId="ADAL" clId="{C9902785-F06B-A548-9813-D3AE98CA83E9}" dt="2022-06-20T03:07:47.925" v="1224" actId="1076"/>
          <ac:spMkLst>
            <pc:docMk/>
            <pc:sldMk cId="3797559898" sldId="535"/>
            <ac:spMk id="26" creationId="{9C17EBFF-4639-3A57-4FBB-D0E02497E419}"/>
          </ac:spMkLst>
        </pc:spChg>
        <pc:spChg chg="add mod">
          <ac:chgData name="Hieu Do" userId="8091c26b-a61d-4e97-addd-a670c191ef7c" providerId="ADAL" clId="{C9902785-F06B-A548-9813-D3AE98CA83E9}" dt="2022-06-20T03:09:00.840" v="1270" actId="1076"/>
          <ac:spMkLst>
            <pc:docMk/>
            <pc:sldMk cId="3797559898" sldId="535"/>
            <ac:spMk id="27" creationId="{C658D9F5-2EFF-F5ED-4DF8-26A412AFBB0F}"/>
          </ac:spMkLst>
        </pc:spChg>
        <pc:grpChg chg="del">
          <ac:chgData name="Hieu Do" userId="8091c26b-a61d-4e97-addd-a670c191ef7c" providerId="ADAL" clId="{C9902785-F06B-A548-9813-D3AE98CA83E9}" dt="2022-06-20T02:35:00.920" v="350" actId="478"/>
          <ac:grpSpMkLst>
            <pc:docMk/>
            <pc:sldMk cId="3797559898" sldId="535"/>
            <ac:grpSpMk id="3" creationId="{D94A9C77-4513-AFA0-EB9C-D10F1C0682BD}"/>
          </ac:grpSpMkLst>
        </pc:grpChg>
        <pc:picChg chg="add mod">
          <ac:chgData name="Hieu Do" userId="8091c26b-a61d-4e97-addd-a670c191ef7c" providerId="ADAL" clId="{C9902785-F06B-A548-9813-D3AE98CA83E9}" dt="2022-06-20T02:59:43.633" v="952" actId="14100"/>
          <ac:picMkLst>
            <pc:docMk/>
            <pc:sldMk cId="3797559898" sldId="535"/>
            <ac:picMk id="18" creationId="{C1AFF280-B24B-08C6-6806-A36E2BA1EE1A}"/>
          </ac:picMkLst>
        </pc:picChg>
        <pc:picChg chg="add mod">
          <ac:chgData name="Hieu Do" userId="8091c26b-a61d-4e97-addd-a670c191ef7c" providerId="ADAL" clId="{C9902785-F06B-A548-9813-D3AE98CA83E9}" dt="2022-06-20T02:59:12.853" v="948" actId="1076"/>
          <ac:picMkLst>
            <pc:docMk/>
            <pc:sldMk cId="3797559898" sldId="535"/>
            <ac:picMk id="28" creationId="{5A3C2C04-927E-5237-8E64-B23D26195910}"/>
          </ac:picMkLst>
        </pc:picChg>
        <pc:picChg chg="add mod">
          <ac:chgData name="Hieu Do" userId="8091c26b-a61d-4e97-addd-a670c191ef7c" providerId="ADAL" clId="{C9902785-F06B-A548-9813-D3AE98CA83E9}" dt="2022-06-20T03:07:49.801" v="1225" actId="1076"/>
          <ac:picMkLst>
            <pc:docMk/>
            <pc:sldMk cId="3797559898" sldId="535"/>
            <ac:picMk id="29" creationId="{3D910568-5FFF-29F6-FA16-79DCF04DA7E6}"/>
          </ac:picMkLst>
        </pc:picChg>
        <pc:picChg chg="add mod">
          <ac:chgData name="Hieu Do" userId="8091c26b-a61d-4e97-addd-a670c191ef7c" providerId="ADAL" clId="{C9902785-F06B-A548-9813-D3AE98CA83E9}" dt="2022-06-20T02:55:45.240" v="823"/>
          <ac:picMkLst>
            <pc:docMk/>
            <pc:sldMk cId="3797559898" sldId="535"/>
            <ac:picMk id="30" creationId="{DB1D00D5-BFF7-E80C-D86E-51FCE637CFA4}"/>
          </ac:picMkLst>
        </pc:picChg>
      </pc:sldChg>
      <pc:sldChg chg="del">
        <pc:chgData name="Hieu Do" userId="8091c26b-a61d-4e97-addd-a670c191ef7c" providerId="ADAL" clId="{C9902785-F06B-A548-9813-D3AE98CA83E9}" dt="2022-06-20T02:04:32.527" v="0" actId="2696"/>
        <pc:sldMkLst>
          <pc:docMk/>
          <pc:sldMk cId="479427900" sldId="536"/>
        </pc:sldMkLst>
      </pc:sldChg>
      <pc:sldChg chg="addSp delSp modSp add mod">
        <pc:chgData name="Hieu Do" userId="8091c26b-a61d-4e97-addd-a670c191ef7c" providerId="ADAL" clId="{C9902785-F06B-A548-9813-D3AE98CA83E9}" dt="2022-06-20T07:08:24.820" v="2980"/>
        <pc:sldMkLst>
          <pc:docMk/>
          <pc:sldMk cId="2707577957" sldId="536"/>
        </pc:sldMkLst>
        <pc:spChg chg="add mod">
          <ac:chgData name="Hieu Do" userId="8091c26b-a61d-4e97-addd-a670c191ef7c" providerId="ADAL" clId="{C9902785-F06B-A548-9813-D3AE98CA83E9}" dt="2022-06-20T03:34:16.688" v="1613" actId="1076"/>
          <ac:spMkLst>
            <pc:docMk/>
            <pc:sldMk cId="2707577957" sldId="536"/>
            <ac:spMk id="2" creationId="{5F1154BE-93C3-782A-70ED-BA11D127A91B}"/>
          </ac:spMkLst>
        </pc:spChg>
        <pc:spChg chg="add del mod">
          <ac:chgData name="Hieu Do" userId="8091c26b-a61d-4e97-addd-a670c191ef7c" providerId="ADAL" clId="{C9902785-F06B-A548-9813-D3AE98CA83E9}" dt="2022-06-20T07:08:24.199" v="2979" actId="478"/>
          <ac:spMkLst>
            <pc:docMk/>
            <pc:sldMk cId="2707577957" sldId="536"/>
            <ac:spMk id="6" creationId="{BBDA92D8-A95A-3795-8CE8-797001118350}"/>
          </ac:spMkLst>
        </pc:spChg>
        <pc:spChg chg="add mod">
          <ac:chgData name="Hieu Do" userId="8091c26b-a61d-4e97-addd-a670c191ef7c" providerId="ADAL" clId="{C9902785-F06B-A548-9813-D3AE98CA83E9}" dt="2022-06-20T03:24:45.198" v="1452" actId="403"/>
          <ac:spMkLst>
            <pc:docMk/>
            <pc:sldMk cId="2707577957" sldId="536"/>
            <ac:spMk id="7" creationId="{1BDB8C74-8AE7-BFE3-9775-A49373DA9323}"/>
          </ac:spMkLst>
        </pc:spChg>
        <pc:spChg chg="add mod">
          <ac:chgData name="Hieu Do" userId="8091c26b-a61d-4e97-addd-a670c191ef7c" providerId="ADAL" clId="{C9902785-F06B-A548-9813-D3AE98CA83E9}" dt="2022-06-20T03:24:54.841" v="1453" actId="2711"/>
          <ac:spMkLst>
            <pc:docMk/>
            <pc:sldMk cId="2707577957" sldId="536"/>
            <ac:spMk id="8" creationId="{950001B9-1EA0-0E86-66CD-31CF00CE0F24}"/>
          </ac:spMkLst>
        </pc:spChg>
        <pc:spChg chg="add mod">
          <ac:chgData name="Hieu Do" userId="8091c26b-a61d-4e97-addd-a670c191ef7c" providerId="ADAL" clId="{C9902785-F06B-A548-9813-D3AE98CA83E9}" dt="2022-06-20T03:26:09.691" v="1468" actId="20577"/>
          <ac:spMkLst>
            <pc:docMk/>
            <pc:sldMk cId="2707577957" sldId="536"/>
            <ac:spMk id="11" creationId="{B3C9C48C-9422-A462-AF24-F77F3887B026}"/>
          </ac:spMkLst>
        </pc:spChg>
        <pc:spChg chg="add mod">
          <ac:chgData name="Hieu Do" userId="8091c26b-a61d-4e97-addd-a670c191ef7c" providerId="ADAL" clId="{C9902785-F06B-A548-9813-D3AE98CA83E9}" dt="2022-06-20T07:08:24.820" v="2980"/>
          <ac:spMkLst>
            <pc:docMk/>
            <pc:sldMk cId="2707577957" sldId="536"/>
            <ac:spMk id="13" creationId="{64FE1033-314B-FE62-EC6C-5838723BA07D}"/>
          </ac:spMkLst>
        </pc:spChg>
        <pc:spChg chg="del">
          <ac:chgData name="Hieu Do" userId="8091c26b-a61d-4e97-addd-a670c191ef7c" providerId="ADAL" clId="{C9902785-F06B-A548-9813-D3AE98CA83E9}" dt="2022-06-20T03:10:55.839" v="1285" actId="478"/>
          <ac:spMkLst>
            <pc:docMk/>
            <pc:sldMk cId="2707577957" sldId="536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3:24:14.488" v="1448" actId="1076"/>
          <ac:picMkLst>
            <pc:docMk/>
            <pc:sldMk cId="2707577957" sldId="536"/>
            <ac:picMk id="9" creationId="{172B5FD8-2A1D-3070-9695-C8B3D16EA6B4}"/>
          </ac:picMkLst>
        </pc:picChg>
        <pc:picChg chg="add mod">
          <ac:chgData name="Hieu Do" userId="8091c26b-a61d-4e97-addd-a670c191ef7c" providerId="ADAL" clId="{C9902785-F06B-A548-9813-D3AE98CA83E9}" dt="2022-06-20T03:25:58.089" v="1462" actId="1076"/>
          <ac:picMkLst>
            <pc:docMk/>
            <pc:sldMk cId="2707577957" sldId="536"/>
            <ac:picMk id="10" creationId="{47AE4D98-7BBD-BD95-2976-32F611603CDD}"/>
          </ac:picMkLst>
        </pc:picChg>
      </pc:sldChg>
      <pc:sldChg chg="del">
        <pc:chgData name="Hieu Do" userId="8091c26b-a61d-4e97-addd-a670c191ef7c" providerId="ADAL" clId="{C9902785-F06B-A548-9813-D3AE98CA83E9}" dt="2022-06-20T02:04:35.866" v="3" actId="2696"/>
        <pc:sldMkLst>
          <pc:docMk/>
          <pc:sldMk cId="453114556" sldId="537"/>
        </pc:sldMkLst>
      </pc:sldChg>
      <pc:sldChg chg="addSp delSp modSp add mod delAnim modAnim">
        <pc:chgData name="Hieu Do" userId="8091c26b-a61d-4e97-addd-a670c191ef7c" providerId="ADAL" clId="{C9902785-F06B-A548-9813-D3AE98CA83E9}" dt="2022-06-20T07:09:06.609" v="3058" actId="1035"/>
        <pc:sldMkLst>
          <pc:docMk/>
          <pc:sldMk cId="1787656675" sldId="537"/>
        </pc:sldMkLst>
        <pc:spChg chg="add mod">
          <ac:chgData name="Hieu Do" userId="8091c26b-a61d-4e97-addd-a670c191ef7c" providerId="ADAL" clId="{C9902785-F06B-A548-9813-D3AE98CA83E9}" dt="2022-06-20T03:44:16.424" v="1838" actId="1076"/>
          <ac:spMkLst>
            <pc:docMk/>
            <pc:sldMk cId="1787656675" sldId="537"/>
            <ac:spMk id="2" creationId="{F082005C-8CFD-AF72-7E78-ADEE969610BB}"/>
          </ac:spMkLst>
        </pc:spChg>
        <pc:spChg chg="add mod">
          <ac:chgData name="Hieu Do" userId="8091c26b-a61d-4e97-addd-a670c191ef7c" providerId="ADAL" clId="{C9902785-F06B-A548-9813-D3AE98CA83E9}" dt="2022-06-20T03:44:11.703" v="1837" actId="1076"/>
          <ac:spMkLst>
            <pc:docMk/>
            <pc:sldMk cId="1787656675" sldId="537"/>
            <ac:spMk id="3" creationId="{E8F8B92C-8A40-3BCF-FEEF-215C1907B334}"/>
          </ac:spMkLst>
        </pc:spChg>
        <pc:spChg chg="add mod">
          <ac:chgData name="Hieu Do" userId="8091c26b-a61d-4e97-addd-a670c191ef7c" providerId="ADAL" clId="{C9902785-F06B-A548-9813-D3AE98CA83E9}" dt="2022-06-20T03:45:11.967" v="1844" actId="113"/>
          <ac:spMkLst>
            <pc:docMk/>
            <pc:sldMk cId="1787656675" sldId="537"/>
            <ac:spMk id="5" creationId="{AA68F669-3182-2A72-CC75-49BC23956373}"/>
          </ac:spMkLst>
        </pc:spChg>
        <pc:spChg chg="add mod">
          <ac:chgData name="Hieu Do" userId="8091c26b-a61d-4e97-addd-a670c191ef7c" providerId="ADAL" clId="{C9902785-F06B-A548-9813-D3AE98CA83E9}" dt="2022-06-20T07:08:56.651" v="3052" actId="20577"/>
          <ac:spMkLst>
            <pc:docMk/>
            <pc:sldMk cId="1787656675" sldId="537"/>
            <ac:spMk id="6" creationId="{EC68ECC6-602F-06EB-5C2E-5FACCF2AF9D3}"/>
          </ac:spMkLst>
        </pc:spChg>
        <pc:spChg chg="add mod">
          <ac:chgData name="Hieu Do" userId="8091c26b-a61d-4e97-addd-a670c191ef7c" providerId="ADAL" clId="{C9902785-F06B-A548-9813-D3AE98CA83E9}" dt="2022-06-20T03:41:47.890" v="1786" actId="1076"/>
          <ac:spMkLst>
            <pc:docMk/>
            <pc:sldMk cId="1787656675" sldId="537"/>
            <ac:spMk id="7" creationId="{BE6A09D6-5C0A-9F02-AD94-2FB400427D84}"/>
          </ac:spMkLst>
        </pc:spChg>
        <pc:spChg chg="add mod">
          <ac:chgData name="Hieu Do" userId="8091c26b-a61d-4e97-addd-a670c191ef7c" providerId="ADAL" clId="{C9902785-F06B-A548-9813-D3AE98CA83E9}" dt="2022-06-20T04:10:39.526" v="2207" actId="207"/>
          <ac:spMkLst>
            <pc:docMk/>
            <pc:sldMk cId="1787656675" sldId="537"/>
            <ac:spMk id="13" creationId="{D17D50EE-CA1F-2521-50B0-168D76F0ED34}"/>
          </ac:spMkLst>
        </pc:spChg>
        <pc:spChg chg="mod">
          <ac:chgData name="Hieu Do" userId="8091c26b-a61d-4e97-addd-a670c191ef7c" providerId="ADAL" clId="{C9902785-F06B-A548-9813-D3AE98CA83E9}" dt="2022-06-20T07:09:06.609" v="3058" actId="1035"/>
          <ac:spMkLst>
            <pc:docMk/>
            <pc:sldMk cId="1787656675" sldId="537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4:10:42.965" v="2208" actId="207"/>
          <ac:spMkLst>
            <pc:docMk/>
            <pc:sldMk cId="1787656675" sldId="537"/>
            <ac:spMk id="15" creationId="{3995C064-7E65-D028-61D5-E7E2A7F647A8}"/>
          </ac:spMkLst>
        </pc:spChg>
        <pc:spChg chg="add mod">
          <ac:chgData name="Hieu Do" userId="8091c26b-a61d-4e97-addd-a670c191ef7c" providerId="ADAL" clId="{C9902785-F06B-A548-9813-D3AE98CA83E9}" dt="2022-06-20T03:47:55.985" v="1883" actId="20577"/>
          <ac:spMkLst>
            <pc:docMk/>
            <pc:sldMk cId="1787656675" sldId="537"/>
            <ac:spMk id="16" creationId="{7D4D7418-7237-B9F6-6BDC-104F73E96DA3}"/>
          </ac:spMkLst>
        </pc:spChg>
        <pc:spChg chg="add mod">
          <ac:chgData name="Hieu Do" userId="8091c26b-a61d-4e97-addd-a670c191ef7c" providerId="ADAL" clId="{C9902785-F06B-A548-9813-D3AE98CA83E9}" dt="2022-06-20T03:46:55.180" v="1855" actId="1076"/>
          <ac:spMkLst>
            <pc:docMk/>
            <pc:sldMk cId="1787656675" sldId="537"/>
            <ac:spMk id="17" creationId="{345AB2D6-4ED1-4BF7-5C9E-80ACC3940CD9}"/>
          </ac:spMkLst>
        </pc:spChg>
        <pc:spChg chg="add del mod">
          <ac:chgData name="Hieu Do" userId="8091c26b-a61d-4e97-addd-a670c191ef7c" providerId="ADAL" clId="{C9902785-F06B-A548-9813-D3AE98CA83E9}" dt="2022-06-20T03:46:01.618" v="1847" actId="478"/>
          <ac:spMkLst>
            <pc:docMk/>
            <pc:sldMk cId="1787656675" sldId="537"/>
            <ac:spMk id="18" creationId="{B98C61BB-B1EA-0315-0E01-89DA9FD3DAE6}"/>
          </ac:spMkLst>
        </pc:spChg>
        <pc:spChg chg="add mod">
          <ac:chgData name="Hieu Do" userId="8091c26b-a61d-4e97-addd-a670c191ef7c" providerId="ADAL" clId="{C9902785-F06B-A548-9813-D3AE98CA83E9}" dt="2022-06-20T03:47:59.449" v="1885" actId="20577"/>
          <ac:spMkLst>
            <pc:docMk/>
            <pc:sldMk cId="1787656675" sldId="537"/>
            <ac:spMk id="20" creationId="{226E8FCD-29D3-F970-F32A-8E269275E2AC}"/>
          </ac:spMkLst>
        </pc:spChg>
        <pc:spChg chg="add mod">
          <ac:chgData name="Hieu Do" userId="8091c26b-a61d-4e97-addd-a670c191ef7c" providerId="ADAL" clId="{C9902785-F06B-A548-9813-D3AE98CA83E9}" dt="2022-06-20T03:48:16.533" v="1890" actId="20577"/>
          <ac:spMkLst>
            <pc:docMk/>
            <pc:sldMk cId="1787656675" sldId="537"/>
            <ac:spMk id="21" creationId="{D8F6D553-7292-2A3F-974F-B4C135AE21B8}"/>
          </ac:spMkLst>
        </pc:spChg>
        <pc:spChg chg="del">
          <ac:chgData name="Hieu Do" userId="8091c26b-a61d-4e97-addd-a670c191ef7c" providerId="ADAL" clId="{C9902785-F06B-A548-9813-D3AE98CA83E9}" dt="2022-06-20T03:30:08.928" v="1486" actId="478"/>
          <ac:spMkLst>
            <pc:docMk/>
            <pc:sldMk cId="1787656675" sldId="537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3:42:00.596" v="1789" actId="1076"/>
          <ac:picMkLst>
            <pc:docMk/>
            <pc:sldMk cId="1787656675" sldId="537"/>
            <ac:picMk id="11" creationId="{AAC12C47-9103-22CE-81C4-6D0A64DA3492}"/>
          </ac:picMkLst>
        </pc:picChg>
        <pc:picChg chg="add mod">
          <ac:chgData name="Hieu Do" userId="8091c26b-a61d-4e97-addd-a670c191ef7c" providerId="ADAL" clId="{C9902785-F06B-A548-9813-D3AE98CA83E9}" dt="2022-06-20T04:10:48.212" v="2212" actId="1038"/>
          <ac:picMkLst>
            <pc:docMk/>
            <pc:sldMk cId="1787656675" sldId="537"/>
            <ac:picMk id="12" creationId="{372DC767-49BD-8E32-4D30-616D119A72E7}"/>
          </ac:picMkLst>
        </pc:picChg>
      </pc:sldChg>
      <pc:sldChg chg="addSp delSp modSp add mod">
        <pc:chgData name="Hieu Do" userId="8091c26b-a61d-4e97-addd-a670c191ef7c" providerId="ADAL" clId="{C9902785-F06B-A548-9813-D3AE98CA83E9}" dt="2022-06-20T07:09:35.771" v="3061" actId="20577"/>
        <pc:sldMkLst>
          <pc:docMk/>
          <pc:sldMk cId="916353257" sldId="538"/>
        </pc:sldMkLst>
        <pc:spChg chg="add mod">
          <ac:chgData name="Hieu Do" userId="8091c26b-a61d-4e97-addd-a670c191ef7c" providerId="ADAL" clId="{C9902785-F06B-A548-9813-D3AE98CA83E9}" dt="2022-06-20T07:09:35.771" v="3061" actId="20577"/>
          <ac:spMkLst>
            <pc:docMk/>
            <pc:sldMk cId="916353257" sldId="538"/>
            <ac:spMk id="6" creationId="{6CED21B1-78B8-0FF7-658B-DCDB63599B08}"/>
          </ac:spMkLst>
        </pc:spChg>
        <pc:spChg chg="add mod">
          <ac:chgData name="Hieu Do" userId="8091c26b-a61d-4e97-addd-a670c191ef7c" providerId="ADAL" clId="{C9902785-F06B-A548-9813-D3AE98CA83E9}" dt="2022-06-20T06:35:03.383" v="2299" actId="20577"/>
          <ac:spMkLst>
            <pc:docMk/>
            <pc:sldMk cId="916353257" sldId="538"/>
            <ac:spMk id="7" creationId="{8AEAED07-4086-26DD-782E-5FC43AF7000B}"/>
          </ac:spMkLst>
        </pc:spChg>
        <pc:spChg chg="add mod">
          <ac:chgData name="Hieu Do" userId="8091c26b-a61d-4e97-addd-a670c191ef7c" providerId="ADAL" clId="{C9902785-F06B-A548-9813-D3AE98CA83E9}" dt="2022-06-20T07:07:32.349" v="2912" actId="1076"/>
          <ac:spMkLst>
            <pc:docMk/>
            <pc:sldMk cId="916353257" sldId="538"/>
            <ac:spMk id="8" creationId="{25901A83-3868-3916-87DF-7C86962AAFD4}"/>
          </ac:spMkLst>
        </pc:spChg>
        <pc:spChg chg="add mod">
          <ac:chgData name="Hieu Do" userId="8091c26b-a61d-4e97-addd-a670c191ef7c" providerId="ADAL" clId="{C9902785-F06B-A548-9813-D3AE98CA83E9}" dt="2022-06-20T04:09:47.171" v="2206" actId="1076"/>
          <ac:spMkLst>
            <pc:docMk/>
            <pc:sldMk cId="916353257" sldId="538"/>
            <ac:spMk id="9" creationId="{28D1C83F-C229-0A3F-7550-038EFC4D43A5}"/>
          </ac:spMkLst>
        </pc:spChg>
        <pc:spChg chg="del">
          <ac:chgData name="Hieu Do" userId="8091c26b-a61d-4e97-addd-a670c191ef7c" providerId="ADAL" clId="{C9902785-F06B-A548-9813-D3AE98CA83E9}" dt="2022-06-20T03:53:08.404" v="1902" actId="478"/>
          <ac:spMkLst>
            <pc:docMk/>
            <pc:sldMk cId="916353257" sldId="538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3.377" v="1" actId="2696"/>
        <pc:sldMkLst>
          <pc:docMk/>
          <pc:sldMk cId="2601966689" sldId="538"/>
        </pc:sldMkLst>
      </pc:sldChg>
      <pc:sldChg chg="addSp modSp add mod">
        <pc:chgData name="Hieu Do" userId="8091c26b-a61d-4e97-addd-a670c191ef7c" providerId="ADAL" clId="{C9902785-F06B-A548-9813-D3AE98CA83E9}" dt="2022-06-20T08:00:34.196" v="4189" actId="115"/>
        <pc:sldMkLst>
          <pc:docMk/>
          <pc:sldMk cId="182321172" sldId="539"/>
        </pc:sldMkLst>
        <pc:spChg chg="add mod">
          <ac:chgData name="Hieu Do" userId="8091c26b-a61d-4e97-addd-a670c191ef7c" providerId="ADAL" clId="{C9902785-F06B-A548-9813-D3AE98CA83E9}" dt="2022-06-20T07:59:25.640" v="4179" actId="1076"/>
          <ac:spMkLst>
            <pc:docMk/>
            <pc:sldMk cId="182321172" sldId="539"/>
            <ac:spMk id="6" creationId="{59E7EA7E-4C37-CFA7-8C92-DF852D3B872C}"/>
          </ac:spMkLst>
        </pc:spChg>
        <pc:spChg chg="add mod">
          <ac:chgData name="Hieu Do" userId="8091c26b-a61d-4e97-addd-a670c191ef7c" providerId="ADAL" clId="{C9902785-F06B-A548-9813-D3AE98CA83E9}" dt="2022-06-20T07:59:29.468" v="4180" actId="1076"/>
          <ac:spMkLst>
            <pc:docMk/>
            <pc:sldMk cId="182321172" sldId="539"/>
            <ac:spMk id="7" creationId="{65EA8776-FB6F-6D9A-14EE-6E72BD4A375A}"/>
          </ac:spMkLst>
        </pc:spChg>
        <pc:spChg chg="add mod">
          <ac:chgData name="Hieu Do" userId="8091c26b-a61d-4e97-addd-a670c191ef7c" providerId="ADAL" clId="{C9902785-F06B-A548-9813-D3AE98CA83E9}" dt="2022-06-20T08:00:07.351" v="4185" actId="115"/>
          <ac:spMkLst>
            <pc:docMk/>
            <pc:sldMk cId="182321172" sldId="539"/>
            <ac:spMk id="8" creationId="{E95EB06B-AEEA-4203-1C3C-8BE459C197B9}"/>
          </ac:spMkLst>
        </pc:spChg>
        <pc:spChg chg="add mod">
          <ac:chgData name="Hieu Do" userId="8091c26b-a61d-4e97-addd-a670c191ef7c" providerId="ADAL" clId="{C9902785-F06B-A548-9813-D3AE98CA83E9}" dt="2022-06-20T07:59:38.667" v="4182" actId="1076"/>
          <ac:spMkLst>
            <pc:docMk/>
            <pc:sldMk cId="182321172" sldId="539"/>
            <ac:spMk id="9" creationId="{4EC3A887-587E-DF09-EB01-A93EDA252B3B}"/>
          </ac:spMkLst>
        </pc:spChg>
        <pc:spChg chg="add mod">
          <ac:chgData name="Hieu Do" userId="8091c26b-a61d-4e97-addd-a670c191ef7c" providerId="ADAL" clId="{C9902785-F06B-A548-9813-D3AE98CA83E9}" dt="2022-06-20T08:00:34.196" v="4189" actId="115"/>
          <ac:spMkLst>
            <pc:docMk/>
            <pc:sldMk cId="182321172" sldId="539"/>
            <ac:spMk id="10" creationId="{4624013E-41BC-7835-7948-64287D8B5CD2}"/>
          </ac:spMkLst>
        </pc:spChg>
        <pc:spChg chg="mod">
          <ac:chgData name="Hieu Do" userId="8091c26b-a61d-4e97-addd-a670c191ef7c" providerId="ADAL" clId="{C9902785-F06B-A548-9813-D3AE98CA83E9}" dt="2022-06-20T07:11:30.895" v="3222" actId="20577"/>
          <ac:spMkLst>
            <pc:docMk/>
            <pc:sldMk cId="182321172" sldId="539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5.630" v="2" actId="2696"/>
        <pc:sldMkLst>
          <pc:docMk/>
          <pc:sldMk cId="1730692921" sldId="539"/>
        </pc:sldMkLst>
      </pc:sldChg>
      <pc:sldChg chg="del">
        <pc:chgData name="Hieu Do" userId="8091c26b-a61d-4e97-addd-a670c191ef7c" providerId="ADAL" clId="{C9902785-F06B-A548-9813-D3AE98CA83E9}" dt="2022-06-20T02:04:36.569" v="6" actId="2696"/>
        <pc:sldMkLst>
          <pc:docMk/>
          <pc:sldMk cId="2628323466" sldId="540"/>
        </pc:sldMkLst>
      </pc:sldChg>
      <pc:sldChg chg="addSp delSp modSp add mod">
        <pc:chgData name="Hieu Do" userId="8091c26b-a61d-4e97-addd-a670c191ef7c" providerId="ADAL" clId="{C9902785-F06B-A548-9813-D3AE98CA83E9}" dt="2022-06-20T07:10:39.789" v="3130" actId="20577"/>
        <pc:sldMkLst>
          <pc:docMk/>
          <pc:sldMk cId="2957382706" sldId="540"/>
        </pc:sldMkLst>
        <pc:spChg chg="add mod">
          <ac:chgData name="Hieu Do" userId="8091c26b-a61d-4e97-addd-a670c191ef7c" providerId="ADAL" clId="{C9902785-F06B-A548-9813-D3AE98CA83E9}" dt="2022-06-20T06:42:45.016" v="2561" actId="207"/>
          <ac:spMkLst>
            <pc:docMk/>
            <pc:sldMk cId="2957382706" sldId="540"/>
            <ac:spMk id="7" creationId="{55AE45D5-4EF9-FAC1-55F7-FEFF252D7586}"/>
          </ac:spMkLst>
        </pc:spChg>
        <pc:spChg chg="add mod">
          <ac:chgData name="Hieu Do" userId="8091c26b-a61d-4e97-addd-a670c191ef7c" providerId="ADAL" clId="{C9902785-F06B-A548-9813-D3AE98CA83E9}" dt="2022-06-20T07:10:39.789" v="3130" actId="20577"/>
          <ac:spMkLst>
            <pc:docMk/>
            <pc:sldMk cId="2957382706" sldId="540"/>
            <ac:spMk id="8" creationId="{497B24E2-E5F8-5FA6-1471-354CB4C40663}"/>
          </ac:spMkLst>
        </pc:spChg>
        <pc:spChg chg="add mod">
          <ac:chgData name="Hieu Do" userId="8091c26b-a61d-4e97-addd-a670c191ef7c" providerId="ADAL" clId="{C9902785-F06B-A548-9813-D3AE98CA83E9}" dt="2022-06-20T06:45:15.971" v="2606" actId="255"/>
          <ac:spMkLst>
            <pc:docMk/>
            <pc:sldMk cId="2957382706" sldId="540"/>
            <ac:spMk id="9" creationId="{240EE13B-A554-DBDD-CB94-1FF038AD6067}"/>
          </ac:spMkLst>
        </pc:spChg>
        <pc:spChg chg="add mod">
          <ac:chgData name="Hieu Do" userId="8091c26b-a61d-4e97-addd-a670c191ef7c" providerId="ADAL" clId="{C9902785-F06B-A548-9813-D3AE98CA83E9}" dt="2022-06-20T06:54:08.932" v="2638" actId="114"/>
          <ac:spMkLst>
            <pc:docMk/>
            <pc:sldMk cId="2957382706" sldId="540"/>
            <ac:spMk id="10" creationId="{364D791F-FE63-F3F5-BC49-B7198F33CE86}"/>
          </ac:spMkLst>
        </pc:spChg>
        <pc:spChg chg="add mod">
          <ac:chgData name="Hieu Do" userId="8091c26b-a61d-4e97-addd-a670c191ef7c" providerId="ADAL" clId="{C9902785-F06B-A548-9813-D3AE98CA83E9}" dt="2022-06-20T06:59:44.224" v="2778" actId="114"/>
          <ac:spMkLst>
            <pc:docMk/>
            <pc:sldMk cId="2957382706" sldId="540"/>
            <ac:spMk id="11" creationId="{AE17DDDF-1007-B744-666B-E9B1220FFC3C}"/>
          </ac:spMkLst>
        </pc:spChg>
        <pc:spChg chg="add mod">
          <ac:chgData name="Hieu Do" userId="8091c26b-a61d-4e97-addd-a670c191ef7c" providerId="ADAL" clId="{C9902785-F06B-A548-9813-D3AE98CA83E9}" dt="2022-06-20T06:58:02.029" v="2708" actId="114"/>
          <ac:spMkLst>
            <pc:docMk/>
            <pc:sldMk cId="2957382706" sldId="540"/>
            <ac:spMk id="12" creationId="{6E774AAC-2051-336E-C91A-6F4B1432FED3}"/>
          </ac:spMkLst>
        </pc:spChg>
        <pc:spChg chg="add mod">
          <ac:chgData name="Hieu Do" userId="8091c26b-a61d-4e97-addd-a670c191ef7c" providerId="ADAL" clId="{C9902785-F06B-A548-9813-D3AE98CA83E9}" dt="2022-06-20T06:59:37.132" v="2776" actId="114"/>
          <ac:spMkLst>
            <pc:docMk/>
            <pc:sldMk cId="2957382706" sldId="540"/>
            <ac:spMk id="13" creationId="{7E8FF762-CEE2-0707-CF26-F8735C54399B}"/>
          </ac:spMkLst>
        </pc:spChg>
        <pc:spChg chg="add mod">
          <ac:chgData name="Hieu Do" userId="8091c26b-a61d-4e97-addd-a670c191ef7c" providerId="ADAL" clId="{C9902785-F06B-A548-9813-D3AE98CA83E9}" dt="2022-06-20T06:59:40.293" v="2777" actId="114"/>
          <ac:spMkLst>
            <pc:docMk/>
            <pc:sldMk cId="2957382706" sldId="540"/>
            <ac:spMk id="15" creationId="{34CDF40C-10EC-0DCC-5265-67724845BF5C}"/>
          </ac:spMkLst>
        </pc:spChg>
        <pc:spChg chg="add mod">
          <ac:chgData name="Hieu Do" userId="8091c26b-a61d-4e97-addd-a670c191ef7c" providerId="ADAL" clId="{C9902785-F06B-A548-9813-D3AE98CA83E9}" dt="2022-06-20T06:42:51.012" v="2562" actId="1076"/>
          <ac:spMkLst>
            <pc:docMk/>
            <pc:sldMk cId="2957382706" sldId="540"/>
            <ac:spMk id="16" creationId="{DD646A4C-6F5A-35DD-AC89-CC4CF8A126A9}"/>
          </ac:spMkLst>
        </pc:spChg>
        <pc:spChg chg="del">
          <ac:chgData name="Hieu Do" userId="8091c26b-a61d-4e97-addd-a670c191ef7c" providerId="ADAL" clId="{C9902785-F06B-A548-9813-D3AE98CA83E9}" dt="2022-06-20T04:14:41.031" v="2265" actId="478"/>
          <ac:spMkLst>
            <pc:docMk/>
            <pc:sldMk cId="2957382706" sldId="540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6:46:00.788" v="2607" actId="14100"/>
          <ac:picMkLst>
            <pc:docMk/>
            <pc:sldMk cId="2957382706" sldId="540"/>
            <ac:picMk id="6" creationId="{831966E5-670A-4A05-E59E-F0F734D5111F}"/>
          </ac:picMkLst>
        </pc:picChg>
      </pc:sldChg>
      <pc:sldChg chg="addSp modSp add mod">
        <pc:chgData name="Hieu Do" userId="8091c26b-a61d-4e97-addd-a670c191ef7c" providerId="ADAL" clId="{C9902785-F06B-A548-9813-D3AE98CA83E9}" dt="2022-06-20T08:25:55.444" v="5298" actId="1076"/>
        <pc:sldMkLst>
          <pc:docMk/>
          <pc:sldMk cId="1785046417" sldId="541"/>
        </pc:sldMkLst>
        <pc:spChg chg="add mod">
          <ac:chgData name="Hieu Do" userId="8091c26b-a61d-4e97-addd-a670c191ef7c" providerId="ADAL" clId="{C9902785-F06B-A548-9813-D3AE98CA83E9}" dt="2022-06-20T08:19:23.084" v="4825" actId="14100"/>
          <ac:spMkLst>
            <pc:docMk/>
            <pc:sldMk cId="1785046417" sldId="541"/>
            <ac:spMk id="6" creationId="{0FAB4308-EAD6-425D-4713-2FBEFCC1999F}"/>
          </ac:spMkLst>
        </pc:spChg>
        <pc:spChg chg="add mod">
          <ac:chgData name="Hieu Do" userId="8091c26b-a61d-4e97-addd-a670c191ef7c" providerId="ADAL" clId="{C9902785-F06B-A548-9813-D3AE98CA83E9}" dt="2022-06-20T08:21:11.855" v="4986" actId="20577"/>
          <ac:spMkLst>
            <pc:docMk/>
            <pc:sldMk cId="1785046417" sldId="541"/>
            <ac:spMk id="7" creationId="{5D131ABF-F3E5-BB0D-C00C-43DF8F9D6A3C}"/>
          </ac:spMkLst>
        </pc:spChg>
        <pc:spChg chg="add mod">
          <ac:chgData name="Hieu Do" userId="8091c26b-a61d-4e97-addd-a670c191ef7c" providerId="ADAL" clId="{C9902785-F06B-A548-9813-D3AE98CA83E9}" dt="2022-06-20T08:21:33.651" v="5024" actId="1036"/>
          <ac:spMkLst>
            <pc:docMk/>
            <pc:sldMk cId="1785046417" sldId="541"/>
            <ac:spMk id="8" creationId="{EC8FDD7D-04FB-5278-150C-B3B140A1180B}"/>
          </ac:spMkLst>
        </pc:spChg>
        <pc:spChg chg="add mod">
          <ac:chgData name="Hieu Do" userId="8091c26b-a61d-4e97-addd-a670c191ef7c" providerId="ADAL" clId="{C9902785-F06B-A548-9813-D3AE98CA83E9}" dt="2022-06-20T08:22:01.920" v="5049" actId="1076"/>
          <ac:spMkLst>
            <pc:docMk/>
            <pc:sldMk cId="1785046417" sldId="541"/>
            <ac:spMk id="9" creationId="{FC66E90E-0521-E9DD-9D0C-88CA80F1504F}"/>
          </ac:spMkLst>
        </pc:spChg>
        <pc:spChg chg="add mod">
          <ac:chgData name="Hieu Do" userId="8091c26b-a61d-4e97-addd-a670c191ef7c" providerId="ADAL" clId="{C9902785-F06B-A548-9813-D3AE98CA83E9}" dt="2022-06-20T08:22:31.678" v="5093" actId="1076"/>
          <ac:spMkLst>
            <pc:docMk/>
            <pc:sldMk cId="1785046417" sldId="541"/>
            <ac:spMk id="10" creationId="{31B4D0E1-1B11-C7BB-87EA-68FCBA12150B}"/>
          </ac:spMkLst>
        </pc:spChg>
        <pc:spChg chg="add mod">
          <ac:chgData name="Hieu Do" userId="8091c26b-a61d-4e97-addd-a670c191ef7c" providerId="ADAL" clId="{C9902785-F06B-A548-9813-D3AE98CA83E9}" dt="2022-06-20T08:24:26.459" v="5218" actId="1035"/>
          <ac:spMkLst>
            <pc:docMk/>
            <pc:sldMk cId="1785046417" sldId="541"/>
            <ac:spMk id="11" creationId="{BC28E3B1-AF33-1415-2573-12D8399FC259}"/>
          </ac:spMkLst>
        </pc:spChg>
        <pc:spChg chg="add mod">
          <ac:chgData name="Hieu Do" userId="8091c26b-a61d-4e97-addd-a670c191ef7c" providerId="ADAL" clId="{C9902785-F06B-A548-9813-D3AE98CA83E9}" dt="2022-06-20T08:25:44.759" v="5296" actId="1076"/>
          <ac:spMkLst>
            <pc:docMk/>
            <pc:sldMk cId="1785046417" sldId="541"/>
            <ac:spMk id="12" creationId="{65972387-1F6A-C380-EF4F-086013FCF5F1}"/>
          </ac:spMkLst>
        </pc:spChg>
        <pc:spChg chg="add mod">
          <ac:chgData name="Hieu Do" userId="8091c26b-a61d-4e97-addd-a670c191ef7c" providerId="ADAL" clId="{C9902785-F06B-A548-9813-D3AE98CA83E9}" dt="2022-06-20T08:25:41.657" v="5295" actId="1076"/>
          <ac:spMkLst>
            <pc:docMk/>
            <pc:sldMk cId="1785046417" sldId="541"/>
            <ac:spMk id="13" creationId="{B8444DE1-2327-D5A9-3006-35E8812A61F0}"/>
          </ac:spMkLst>
        </pc:spChg>
        <pc:spChg chg="mod">
          <ac:chgData name="Hieu Do" userId="8091c26b-a61d-4e97-addd-a670c191ef7c" providerId="ADAL" clId="{C9902785-F06B-A548-9813-D3AE98CA83E9}" dt="2022-06-20T08:18:04.996" v="4703" actId="1076"/>
          <ac:spMkLst>
            <pc:docMk/>
            <pc:sldMk cId="1785046417" sldId="541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8:25:51.045" v="5297" actId="1076"/>
          <ac:spMkLst>
            <pc:docMk/>
            <pc:sldMk cId="1785046417" sldId="541"/>
            <ac:spMk id="15" creationId="{351D5C5B-1EE3-6D21-1D2A-2297561B7BF7}"/>
          </ac:spMkLst>
        </pc:spChg>
        <pc:spChg chg="add mod">
          <ac:chgData name="Hieu Do" userId="8091c26b-a61d-4e97-addd-a670c191ef7c" providerId="ADAL" clId="{C9902785-F06B-A548-9813-D3AE98CA83E9}" dt="2022-06-20T08:25:55.444" v="5298" actId="1076"/>
          <ac:spMkLst>
            <pc:docMk/>
            <pc:sldMk cId="1785046417" sldId="541"/>
            <ac:spMk id="16" creationId="{FD7C1DA0-4805-E672-FE80-07D19A708B8C}"/>
          </ac:spMkLst>
        </pc:spChg>
        <pc:spChg chg="mod">
          <ac:chgData name="Hieu Do" userId="8091c26b-a61d-4e97-addd-a670c191ef7c" providerId="ADAL" clId="{C9902785-F06B-A548-9813-D3AE98CA83E9}" dt="2022-06-20T08:18:33.192" v="4805" actId="20577"/>
          <ac:spMkLst>
            <pc:docMk/>
            <pc:sldMk cId="1785046417" sldId="541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6.065" v="4" actId="2696"/>
        <pc:sldMkLst>
          <pc:docMk/>
          <pc:sldMk cId="3317354375" sldId="541"/>
        </pc:sldMkLst>
      </pc:sldChg>
      <pc:sldChg chg="addSp delSp modSp add mod">
        <pc:chgData name="Hieu Do" userId="8091c26b-a61d-4e97-addd-a670c191ef7c" providerId="ADAL" clId="{C9902785-F06B-A548-9813-D3AE98CA83E9}" dt="2022-06-20T08:37:23.604" v="5301" actId="403"/>
        <pc:sldMkLst>
          <pc:docMk/>
          <pc:sldMk cId="1822782119" sldId="542"/>
        </pc:sldMkLst>
        <pc:spChg chg="add mod">
          <ac:chgData name="Hieu Do" userId="8091c26b-a61d-4e97-addd-a670c191ef7c" providerId="ADAL" clId="{C9902785-F06B-A548-9813-D3AE98CA83E9}" dt="2022-06-20T08:17:41.747" v="4699" actId="114"/>
          <ac:spMkLst>
            <pc:docMk/>
            <pc:sldMk cId="1822782119" sldId="542"/>
            <ac:spMk id="8" creationId="{E0EF47E7-77D0-C00A-3094-9E4CCFAE32CB}"/>
          </ac:spMkLst>
        </pc:spChg>
        <pc:spChg chg="add mod">
          <ac:chgData name="Hieu Do" userId="8091c26b-a61d-4e97-addd-a670c191ef7c" providerId="ADAL" clId="{C9902785-F06B-A548-9813-D3AE98CA83E9}" dt="2022-06-20T08:17:34.436" v="4697" actId="115"/>
          <ac:spMkLst>
            <pc:docMk/>
            <pc:sldMk cId="1822782119" sldId="542"/>
            <ac:spMk id="9" creationId="{89E8D1AC-68A9-F167-6C5C-E36837003193}"/>
          </ac:spMkLst>
        </pc:spChg>
        <pc:spChg chg="add del mod">
          <ac:chgData name="Hieu Do" userId="8091c26b-a61d-4e97-addd-a670c191ef7c" providerId="ADAL" clId="{C9902785-F06B-A548-9813-D3AE98CA83E9}" dt="2022-06-20T08:12:10.782" v="4560" actId="478"/>
          <ac:spMkLst>
            <pc:docMk/>
            <pc:sldMk cId="1822782119" sldId="542"/>
            <ac:spMk id="10" creationId="{E77AC3E3-36B6-91FB-4693-EAF418A44ABB}"/>
          </ac:spMkLst>
        </pc:spChg>
        <pc:spChg chg="add mod">
          <ac:chgData name="Hieu Do" userId="8091c26b-a61d-4e97-addd-a670c191ef7c" providerId="ADAL" clId="{C9902785-F06B-A548-9813-D3AE98CA83E9}" dt="2022-06-20T08:16:48.414" v="4690" actId="20577"/>
          <ac:spMkLst>
            <pc:docMk/>
            <pc:sldMk cId="1822782119" sldId="542"/>
            <ac:spMk id="11" creationId="{6B2BD673-6D91-421A-307D-A7BBC25CA600}"/>
          </ac:spMkLst>
        </pc:spChg>
        <pc:spChg chg="add mod">
          <ac:chgData name="Hieu Do" userId="8091c26b-a61d-4e97-addd-a670c191ef7c" providerId="ADAL" clId="{C9902785-F06B-A548-9813-D3AE98CA83E9}" dt="2022-06-20T08:16:32.280" v="4676" actId="255"/>
          <ac:spMkLst>
            <pc:docMk/>
            <pc:sldMk cId="1822782119" sldId="542"/>
            <ac:spMk id="12" creationId="{8662E7A9-C62A-7E1B-F905-9B0FC0118667}"/>
          </ac:spMkLst>
        </pc:spChg>
        <pc:spChg chg="add mod">
          <ac:chgData name="Hieu Do" userId="8091c26b-a61d-4e97-addd-a670c191ef7c" providerId="ADAL" clId="{C9902785-F06B-A548-9813-D3AE98CA83E9}" dt="2022-06-20T08:37:23.604" v="5301" actId="403"/>
          <ac:spMkLst>
            <pc:docMk/>
            <pc:sldMk cId="1822782119" sldId="542"/>
            <ac:spMk id="13" creationId="{A7D4F6E3-0D1E-4913-3BCB-6E76D0E8AF96}"/>
          </ac:spMkLst>
        </pc:spChg>
        <pc:spChg chg="add mod">
          <ac:chgData name="Hieu Do" userId="8091c26b-a61d-4e97-addd-a670c191ef7c" providerId="ADAL" clId="{C9902785-F06B-A548-9813-D3AE98CA83E9}" dt="2022-06-20T08:16:57.482" v="4691" actId="1076"/>
          <ac:spMkLst>
            <pc:docMk/>
            <pc:sldMk cId="1822782119" sldId="542"/>
            <ac:spMk id="15" creationId="{CC157256-01E1-1BDD-DE48-7EB36BDFCC5A}"/>
          </ac:spMkLst>
        </pc:spChg>
        <pc:spChg chg="add mod">
          <ac:chgData name="Hieu Do" userId="8091c26b-a61d-4e97-addd-a670c191ef7c" providerId="ADAL" clId="{C9902785-F06B-A548-9813-D3AE98CA83E9}" dt="2022-06-20T08:16:59.548" v="4692" actId="1076"/>
          <ac:spMkLst>
            <pc:docMk/>
            <pc:sldMk cId="1822782119" sldId="542"/>
            <ac:spMk id="16" creationId="{546E0D91-3911-01F7-0492-F2D97C9DABD0}"/>
          </ac:spMkLst>
        </pc:spChg>
        <pc:spChg chg="add mod">
          <ac:chgData name="Hieu Do" userId="8091c26b-a61d-4e97-addd-a670c191ef7c" providerId="ADAL" clId="{C9902785-F06B-A548-9813-D3AE98CA83E9}" dt="2022-06-20T08:17:02.349" v="4693" actId="1076"/>
          <ac:spMkLst>
            <pc:docMk/>
            <pc:sldMk cId="1822782119" sldId="542"/>
            <ac:spMk id="17" creationId="{FB9B0B9C-6BF5-A574-ED37-D89428346227}"/>
          </ac:spMkLst>
        </pc:spChg>
        <pc:spChg chg="mod">
          <ac:chgData name="Hieu Do" userId="8091c26b-a61d-4e97-addd-a670c191ef7c" providerId="ADAL" clId="{C9902785-F06B-A548-9813-D3AE98CA83E9}" dt="2022-06-20T08:02:35.186" v="4246" actId="20577"/>
          <ac:spMkLst>
            <pc:docMk/>
            <pc:sldMk cId="1822782119" sldId="542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8:17:47.766" v="4700" actId="1076"/>
          <ac:picMkLst>
            <pc:docMk/>
            <pc:sldMk cId="1822782119" sldId="542"/>
            <ac:picMk id="6" creationId="{CC3543AA-42AA-44F1-46A2-9A50AB8D2298}"/>
          </ac:picMkLst>
        </pc:picChg>
        <pc:picChg chg="add mod">
          <ac:chgData name="Hieu Do" userId="8091c26b-a61d-4e97-addd-a670c191ef7c" providerId="ADAL" clId="{C9902785-F06B-A548-9813-D3AE98CA83E9}" dt="2022-06-20T08:12:30.163" v="4566" actId="1076"/>
          <ac:picMkLst>
            <pc:docMk/>
            <pc:sldMk cId="1822782119" sldId="542"/>
            <ac:picMk id="7" creationId="{859B9607-078D-BE4B-3E80-D2B718483E4A}"/>
          </ac:picMkLst>
        </pc:picChg>
      </pc:sldChg>
      <pc:sldChg chg="del">
        <pc:chgData name="Hieu Do" userId="8091c26b-a61d-4e97-addd-a670c191ef7c" providerId="ADAL" clId="{C9902785-F06B-A548-9813-D3AE98CA83E9}" dt="2022-06-20T02:04:36.239" v="5" actId="2696"/>
        <pc:sldMkLst>
          <pc:docMk/>
          <pc:sldMk cId="2533182628" sldId="542"/>
        </pc:sldMkLst>
      </pc:sldChg>
      <pc:sldChg chg="del">
        <pc:chgData name="Hieu Do" userId="8091c26b-a61d-4e97-addd-a670c191ef7c" providerId="ADAL" clId="{C9902785-F06B-A548-9813-D3AE98CA83E9}" dt="2022-06-20T02:04:36.781" v="7" actId="2696"/>
        <pc:sldMkLst>
          <pc:docMk/>
          <pc:sldMk cId="160845018" sldId="543"/>
        </pc:sldMkLst>
      </pc:sldChg>
      <pc:sldChg chg="add">
        <pc:chgData name="Hieu Do" userId="8091c26b-a61d-4e97-addd-a670c191ef7c" providerId="ADAL" clId="{C9902785-F06B-A548-9813-D3AE98CA83E9}" dt="2022-06-20T08:17:57.452" v="4701" actId="2890"/>
        <pc:sldMkLst>
          <pc:docMk/>
          <pc:sldMk cId="477466948" sldId="543"/>
        </pc:sldMkLst>
      </pc:sldChg>
      <pc:sldChg chg="del">
        <pc:chgData name="Hieu Do" userId="8091c26b-a61d-4e97-addd-a670c191ef7c" providerId="ADAL" clId="{C9902785-F06B-A548-9813-D3AE98CA83E9}" dt="2022-06-20T02:04:38.083" v="12" actId="2696"/>
        <pc:sldMkLst>
          <pc:docMk/>
          <pc:sldMk cId="95881556" sldId="544"/>
        </pc:sldMkLst>
      </pc:sldChg>
      <pc:sldChg chg="del">
        <pc:chgData name="Hieu Do" userId="8091c26b-a61d-4e97-addd-a670c191ef7c" providerId="ADAL" clId="{C9902785-F06B-A548-9813-D3AE98CA83E9}" dt="2022-06-20T02:04:37.872" v="11" actId="2696"/>
        <pc:sldMkLst>
          <pc:docMk/>
          <pc:sldMk cId="3195466115" sldId="545"/>
        </pc:sldMkLst>
      </pc:sldChg>
      <pc:sldChg chg="del">
        <pc:chgData name="Hieu Do" userId="8091c26b-a61d-4e97-addd-a670c191ef7c" providerId="ADAL" clId="{C9902785-F06B-A548-9813-D3AE98CA83E9}" dt="2022-06-20T02:04:37.645" v="10" actId="2696"/>
        <pc:sldMkLst>
          <pc:docMk/>
          <pc:sldMk cId="1360407124" sldId="546"/>
        </pc:sldMkLst>
      </pc:sldChg>
      <pc:sldChg chg="del">
        <pc:chgData name="Hieu Do" userId="8091c26b-a61d-4e97-addd-a670c191ef7c" providerId="ADAL" clId="{C9902785-F06B-A548-9813-D3AE98CA83E9}" dt="2022-06-20T02:04:36.957" v="8" actId="2696"/>
        <pc:sldMkLst>
          <pc:docMk/>
          <pc:sldMk cId="3555926662" sldId="547"/>
        </pc:sldMkLst>
      </pc:sldChg>
      <pc:sldChg chg="del">
        <pc:chgData name="Hieu Do" userId="8091c26b-a61d-4e97-addd-a670c191ef7c" providerId="ADAL" clId="{C9902785-F06B-A548-9813-D3AE98CA83E9}" dt="2022-06-20T02:04:37.132" v="9" actId="2696"/>
        <pc:sldMkLst>
          <pc:docMk/>
          <pc:sldMk cId="2972956599" sldId="548"/>
        </pc:sldMkLst>
      </pc:sldChg>
      <pc:sldChg chg="del">
        <pc:chgData name="Hieu Do" userId="8091c26b-a61d-4e97-addd-a670c191ef7c" providerId="ADAL" clId="{C9902785-F06B-A548-9813-D3AE98CA83E9}" dt="2022-06-20T02:04:38.262" v="13" actId="2696"/>
        <pc:sldMkLst>
          <pc:docMk/>
          <pc:sldMk cId="1012886757" sldId="549"/>
        </pc:sldMkLst>
      </pc:sldChg>
      <pc:sldChg chg="del">
        <pc:chgData name="Hieu Do" userId="8091c26b-a61d-4e97-addd-a670c191ef7c" providerId="ADAL" clId="{C9902785-F06B-A548-9813-D3AE98CA83E9}" dt="2022-06-20T02:04:40.272" v="21" actId="2696"/>
        <pc:sldMkLst>
          <pc:docMk/>
          <pc:sldMk cId="2382158402" sldId="550"/>
        </pc:sldMkLst>
      </pc:sldChg>
      <pc:sldChg chg="del">
        <pc:chgData name="Hieu Do" userId="8091c26b-a61d-4e97-addd-a670c191ef7c" providerId="ADAL" clId="{C9902785-F06B-A548-9813-D3AE98CA83E9}" dt="2022-06-20T02:04:38.686" v="15" actId="2696"/>
        <pc:sldMkLst>
          <pc:docMk/>
          <pc:sldMk cId="2760436217" sldId="551"/>
        </pc:sldMkLst>
      </pc:sldChg>
      <pc:sldChg chg="del">
        <pc:chgData name="Hieu Do" userId="8091c26b-a61d-4e97-addd-a670c191ef7c" providerId="ADAL" clId="{C9902785-F06B-A548-9813-D3AE98CA83E9}" dt="2022-06-20T02:04:39.084" v="17" actId="2696"/>
        <pc:sldMkLst>
          <pc:docMk/>
          <pc:sldMk cId="1087519252" sldId="552"/>
        </pc:sldMkLst>
      </pc:sldChg>
      <pc:sldChg chg="del">
        <pc:chgData name="Hieu Do" userId="8091c26b-a61d-4e97-addd-a670c191ef7c" providerId="ADAL" clId="{C9902785-F06B-A548-9813-D3AE98CA83E9}" dt="2022-06-20T02:04:38.446" v="14" actId="2696"/>
        <pc:sldMkLst>
          <pc:docMk/>
          <pc:sldMk cId="3866283393" sldId="553"/>
        </pc:sldMkLst>
      </pc:sldChg>
      <pc:sldChg chg="del">
        <pc:chgData name="Hieu Do" userId="8091c26b-a61d-4e97-addd-a670c191ef7c" providerId="ADAL" clId="{C9902785-F06B-A548-9813-D3AE98CA83E9}" dt="2022-06-20T02:04:38.903" v="16" actId="2696"/>
        <pc:sldMkLst>
          <pc:docMk/>
          <pc:sldMk cId="3607643248" sldId="554"/>
        </pc:sldMkLst>
      </pc:sldChg>
      <pc:sldChg chg="del">
        <pc:chgData name="Hieu Do" userId="8091c26b-a61d-4e97-addd-a670c191ef7c" providerId="ADAL" clId="{C9902785-F06B-A548-9813-D3AE98CA83E9}" dt="2022-06-20T02:04:39.490" v="18" actId="2696"/>
        <pc:sldMkLst>
          <pc:docMk/>
          <pc:sldMk cId="3808147081" sldId="555"/>
        </pc:sldMkLst>
      </pc:sldChg>
      <pc:sldChg chg="del">
        <pc:chgData name="Hieu Do" userId="8091c26b-a61d-4e97-addd-a670c191ef7c" providerId="ADAL" clId="{C9902785-F06B-A548-9813-D3AE98CA83E9}" dt="2022-06-20T02:04:40.891" v="24" actId="2696"/>
        <pc:sldMkLst>
          <pc:docMk/>
          <pc:sldMk cId="3166484182" sldId="556"/>
        </pc:sldMkLst>
      </pc:sldChg>
      <pc:sldChg chg="del">
        <pc:chgData name="Hieu Do" userId="8091c26b-a61d-4e97-addd-a670c191ef7c" providerId="ADAL" clId="{C9902785-F06B-A548-9813-D3AE98CA83E9}" dt="2022-06-20T02:04:39.722" v="19" actId="2696"/>
        <pc:sldMkLst>
          <pc:docMk/>
          <pc:sldMk cId="3724969017" sldId="557"/>
        </pc:sldMkLst>
      </pc:sldChg>
      <pc:sldChg chg="del">
        <pc:chgData name="Hieu Do" userId="8091c26b-a61d-4e97-addd-a670c191ef7c" providerId="ADAL" clId="{C9902785-F06B-A548-9813-D3AE98CA83E9}" dt="2022-06-20T02:04:39.912" v="20" actId="2696"/>
        <pc:sldMkLst>
          <pc:docMk/>
          <pc:sldMk cId="2389209577" sldId="558"/>
        </pc:sldMkLst>
      </pc:sldChg>
      <pc:sldChg chg="del">
        <pc:chgData name="Hieu Do" userId="8091c26b-a61d-4e97-addd-a670c191ef7c" providerId="ADAL" clId="{C9902785-F06B-A548-9813-D3AE98CA83E9}" dt="2022-06-20T02:04:40.486" v="22" actId="2696"/>
        <pc:sldMkLst>
          <pc:docMk/>
          <pc:sldMk cId="44966325" sldId="559"/>
        </pc:sldMkLst>
      </pc:sldChg>
      <pc:sldChg chg="del">
        <pc:chgData name="Hieu Do" userId="8091c26b-a61d-4e97-addd-a670c191ef7c" providerId="ADAL" clId="{C9902785-F06B-A548-9813-D3AE98CA83E9}" dt="2022-06-20T02:04:41.085" v="25" actId="2696"/>
        <pc:sldMkLst>
          <pc:docMk/>
          <pc:sldMk cId="3360809749" sldId="560"/>
        </pc:sldMkLst>
      </pc:sldChg>
      <pc:sldChg chg="del">
        <pc:chgData name="Hieu Do" userId="8091c26b-a61d-4e97-addd-a670c191ef7c" providerId="ADAL" clId="{C9902785-F06B-A548-9813-D3AE98CA83E9}" dt="2022-06-20T02:04:41.275" v="26" actId="2696"/>
        <pc:sldMkLst>
          <pc:docMk/>
          <pc:sldMk cId="2956700533" sldId="561"/>
        </pc:sldMkLst>
      </pc:sldChg>
      <pc:sldChg chg="del">
        <pc:chgData name="Hieu Do" userId="8091c26b-a61d-4e97-addd-a670c191ef7c" providerId="ADAL" clId="{C9902785-F06B-A548-9813-D3AE98CA83E9}" dt="2022-06-20T02:04:41.451" v="27" actId="2696"/>
        <pc:sldMkLst>
          <pc:docMk/>
          <pc:sldMk cId="1811797956" sldId="562"/>
        </pc:sldMkLst>
      </pc:sldChg>
      <pc:sldChg chg="del">
        <pc:chgData name="Hieu Do" userId="8091c26b-a61d-4e97-addd-a670c191ef7c" providerId="ADAL" clId="{C9902785-F06B-A548-9813-D3AE98CA83E9}" dt="2022-06-20T02:04:40.716" v="23" actId="2696"/>
        <pc:sldMkLst>
          <pc:docMk/>
          <pc:sldMk cId="898695266" sldId="563"/>
        </pc:sldMkLst>
      </pc:sldChg>
      <pc:sldChg chg="del">
        <pc:chgData name="Hieu Do" userId="8091c26b-a61d-4e97-addd-a670c191ef7c" providerId="ADAL" clId="{C9902785-F06B-A548-9813-D3AE98CA83E9}" dt="2022-06-20T02:04:41.683" v="28" actId="2696"/>
        <pc:sldMkLst>
          <pc:docMk/>
          <pc:sldMk cId="2014479424" sldId="565"/>
        </pc:sldMkLst>
      </pc:sldChg>
      <pc:sldChg chg="del">
        <pc:chgData name="Hieu Do" userId="8091c26b-a61d-4e97-addd-a670c191ef7c" providerId="ADAL" clId="{C9902785-F06B-A548-9813-D3AE98CA83E9}" dt="2022-06-20T02:04:42.191" v="30" actId="2696"/>
        <pc:sldMkLst>
          <pc:docMk/>
          <pc:sldMk cId="260629253" sldId="566"/>
        </pc:sldMkLst>
      </pc:sldChg>
      <pc:sldChg chg="del">
        <pc:chgData name="Hieu Do" userId="8091c26b-a61d-4e97-addd-a670c191ef7c" providerId="ADAL" clId="{C9902785-F06B-A548-9813-D3AE98CA83E9}" dt="2022-06-20T02:04:42.809" v="32" actId="2696"/>
        <pc:sldMkLst>
          <pc:docMk/>
          <pc:sldMk cId="2722667016" sldId="567"/>
        </pc:sldMkLst>
      </pc:sldChg>
      <pc:sldChg chg="del">
        <pc:chgData name="Hieu Do" userId="8091c26b-a61d-4e97-addd-a670c191ef7c" providerId="ADAL" clId="{C9902785-F06B-A548-9813-D3AE98CA83E9}" dt="2022-06-20T02:04:41.934" v="29" actId="2696"/>
        <pc:sldMkLst>
          <pc:docMk/>
          <pc:sldMk cId="322890662" sldId="568"/>
        </pc:sldMkLst>
      </pc:sldChg>
      <pc:sldChg chg="del">
        <pc:chgData name="Hieu Do" userId="8091c26b-a61d-4e97-addd-a670c191ef7c" providerId="ADAL" clId="{C9902785-F06B-A548-9813-D3AE98CA83E9}" dt="2022-06-20T02:04:43.855" v="35" actId="2696"/>
        <pc:sldMkLst>
          <pc:docMk/>
          <pc:sldMk cId="2288138841" sldId="569"/>
        </pc:sldMkLst>
      </pc:sldChg>
      <pc:sldChg chg="del">
        <pc:chgData name="Hieu Do" userId="8091c26b-a61d-4e97-addd-a670c191ef7c" providerId="ADAL" clId="{C9902785-F06B-A548-9813-D3AE98CA83E9}" dt="2022-06-20T02:04:42.505" v="31" actId="2696"/>
        <pc:sldMkLst>
          <pc:docMk/>
          <pc:sldMk cId="1120131306" sldId="570"/>
        </pc:sldMkLst>
      </pc:sldChg>
      <pc:sldChg chg="del">
        <pc:chgData name="Hieu Do" userId="8091c26b-a61d-4e97-addd-a670c191ef7c" providerId="ADAL" clId="{C9902785-F06B-A548-9813-D3AE98CA83E9}" dt="2022-06-20T02:04:43.595" v="34" actId="2696"/>
        <pc:sldMkLst>
          <pc:docMk/>
          <pc:sldMk cId="1502466028" sldId="571"/>
        </pc:sldMkLst>
      </pc:sldChg>
      <pc:sldChg chg="del">
        <pc:chgData name="Hieu Do" userId="8091c26b-a61d-4e97-addd-a670c191ef7c" providerId="ADAL" clId="{C9902785-F06B-A548-9813-D3AE98CA83E9}" dt="2022-06-20T02:04:43.348" v="33" actId="2696"/>
        <pc:sldMkLst>
          <pc:docMk/>
          <pc:sldMk cId="3796234869" sldId="572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4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4" Type="http://schemas.openxmlformats.org/officeDocument/2006/relationships/image" Target="../media/image5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8C8E-03B8-4368-86A2-3F9C4FBD9FE4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C663B-431B-423B-9A93-E685BED1D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744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95A99-AFDC-4489-AD5A-232A2B8B5E9F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77909-1D86-4682-89B5-4CE904D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3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9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81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44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60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43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38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56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72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06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17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90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20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96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50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487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061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94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6107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82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956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313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588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339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552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862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655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895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110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142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145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958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087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347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115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376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492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668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51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17A66-7196-4C84-BBB2-CA73672618B6}" type="datetime1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3513-0F9E-43EB-89A4-D9AE8DDAC043}" type="datetime1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A7EA-CC7C-4398-AFC7-D25B506E424B}" type="datetime1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408A-A315-4CDF-8E0E-95F46864F100}" type="datetime1">
              <a:rPr lang="en-US" smtClean="0"/>
              <a:t>8/22/2023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3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7088-E694-4A1C-A3F1-541B68AEB691}" type="datetime1">
              <a:rPr lang="en-US" smtClean="0"/>
              <a:t>8/22/2023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1F3D-CE55-4CE9-A057-45171E04E0AD}" type="datetime1">
              <a:rPr lang="en-US" smtClean="0"/>
              <a:t>8/22/2023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B77DF-599A-4B91-B412-44B30AFAC672}" type="datetime1">
              <a:rPr lang="en-US" smtClean="0"/>
              <a:t>8/22/2023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2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CCED-B603-48AC-9C36-5B8DDA8ED4F0}" type="datetime1">
              <a:rPr lang="en-US" smtClean="0"/>
              <a:t>8/22/2023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6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C8C3-C964-4CC9-B864-27C034D90A92}" type="datetime1">
              <a:rPr lang="en-US" smtClean="0"/>
              <a:t>8/22/2023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8042-F3E1-4971-9A68-5CC7D80BFD79}" type="datetime1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3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22B7-44FB-432C-A03F-62DA8464667C}" type="datetime1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5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1D6C-011E-4005-9578-EB92E29D72B9}" type="datetime1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7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7.jpe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20.png"/><Relationship Id="rId4" Type="http://schemas.openxmlformats.org/officeDocument/2006/relationships/image" Target="../media/image52.png"/><Relationship Id="rId9" Type="http://schemas.openxmlformats.org/officeDocument/2006/relationships/image" Target="../media/image1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png"/><Relationship Id="rId5" Type="http://schemas.openxmlformats.org/officeDocument/2006/relationships/image" Target="../media/image23.wmf"/><Relationship Id="rId4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png"/><Relationship Id="rId5" Type="http://schemas.openxmlformats.org/officeDocument/2006/relationships/image" Target="../media/image23.wmf"/><Relationship Id="rId4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25.wmf"/><Relationship Id="rId10" Type="http://schemas.openxmlformats.org/officeDocument/2006/relationships/image" Target="../media/image31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2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notesSlide" Target="../notesSlides/notesSlide25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33.wmf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31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8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4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26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4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50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7F4A910-118B-E89E-555C-15918BF29739}"/>
              </a:ext>
            </a:extLst>
          </p:cNvPr>
          <p:cNvSpPr/>
          <p:nvPr/>
        </p:nvSpPr>
        <p:spPr>
          <a:xfrm>
            <a:off x="0" y="6184234"/>
            <a:ext cx="12192000" cy="64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2" name="Rectangle 41"/>
          <p:cNvSpPr/>
          <p:nvPr/>
        </p:nvSpPr>
        <p:spPr>
          <a:xfrm>
            <a:off x="0" y="3024102"/>
            <a:ext cx="12192000" cy="135421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Chương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5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Tốc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Độ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Phản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Ứng</a:t>
            </a:r>
            <a:endParaRPr lang="vi-VN" sz="3600" b="1" dirty="0">
              <a:solidFill>
                <a:schemeClr val="bg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" y="-2"/>
            <a:ext cx="1201458" cy="118872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480215" y="122231"/>
            <a:ext cx="9366583" cy="10878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412708" y="1863286"/>
            <a:ext cx="9366583" cy="681474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Cương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85729" y="5530987"/>
            <a:ext cx="495555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GV: TS.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Đặng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Hân</a:t>
            </a:r>
            <a:endParaRPr lang="en-US" sz="26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Office: 112B2 or 804H3 Building</a:t>
            </a: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dvhan@hcmut.edu.vn</a:t>
            </a:r>
            <a:endParaRPr 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0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289415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" name="TextBox 5"/>
          <p:cNvSpPr txBox="1"/>
          <p:nvPr/>
        </p:nvSpPr>
        <p:spPr>
          <a:xfrm>
            <a:off x="993061" y="1320276"/>
            <a:ext cx="9111790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36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endParaRPr lang="en-US" sz="36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ưởng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endParaRPr lang="en-US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22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xmlns="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DD52A74-3BD8-6703-93E1-9D4F031165A1}"/>
              </a:ext>
            </a:extLst>
          </p:cNvPr>
          <p:cNvSpPr txBox="1">
            <a:spLocks noChangeArrowheads="1"/>
          </p:cNvSpPr>
          <p:nvPr/>
        </p:nvSpPr>
        <p:spPr>
          <a:xfrm>
            <a:off x="3947168" y="1055224"/>
            <a:ext cx="8062596" cy="2000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2013" indent="-4635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altLang="en-US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98513C6F-1CB9-5FE7-2AD9-15D70CC16D13}"/>
              </a:ext>
            </a:extLst>
          </p:cNvPr>
          <p:cNvSpPr txBox="1">
            <a:spLocks noChangeArrowheads="1"/>
          </p:cNvSpPr>
          <p:nvPr/>
        </p:nvSpPr>
        <p:spPr>
          <a:xfrm>
            <a:off x="3947168" y="3348693"/>
            <a:ext cx="8062596" cy="15457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2013" indent="-4635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3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altLang="en-US" sz="3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con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B3EE4A80-67F8-6548-C74B-DBDAFAFBFBEE}"/>
              </a:ext>
            </a:extLst>
          </p:cNvPr>
          <p:cNvGrpSpPr/>
          <p:nvPr/>
        </p:nvGrpSpPr>
        <p:grpSpPr>
          <a:xfrm>
            <a:off x="530812" y="756616"/>
            <a:ext cx="3645533" cy="6028042"/>
            <a:chOff x="530812" y="756616"/>
            <a:chExt cx="3645533" cy="602804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322FA744-83A7-0863-DFC7-D21E665DAA6D}"/>
                </a:ext>
              </a:extLst>
            </p:cNvPr>
            <p:cNvSpPr txBox="1"/>
            <p:nvPr/>
          </p:nvSpPr>
          <p:spPr>
            <a:xfrm>
              <a:off x="1422526" y="756616"/>
              <a:ext cx="236162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Domain of thermodynamics (Initial &amp; Final States)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DD640D7B-4F4D-877B-D017-9EF9F5536609}"/>
                </a:ext>
              </a:extLst>
            </p:cNvPr>
            <p:cNvGrpSpPr/>
            <p:nvPr/>
          </p:nvGrpSpPr>
          <p:grpSpPr>
            <a:xfrm>
              <a:off x="530812" y="1604015"/>
              <a:ext cx="3645533" cy="5180643"/>
              <a:chOff x="530812" y="1604015"/>
              <a:chExt cx="3645533" cy="5180643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xmlns="" id="{05F54FAA-E210-31D0-A131-B1607B0C5F90}"/>
                  </a:ext>
                </a:extLst>
              </p:cNvPr>
              <p:cNvGrpSpPr/>
              <p:nvPr/>
            </p:nvGrpSpPr>
            <p:grpSpPr>
              <a:xfrm>
                <a:off x="530812" y="2039813"/>
                <a:ext cx="3645533" cy="4744845"/>
                <a:chOff x="530812" y="2039813"/>
                <a:chExt cx="3645533" cy="4744845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xmlns="" id="{3B4F6C9A-E5E7-FAED-EC4E-89234993DC64}"/>
                    </a:ext>
                  </a:extLst>
                </p:cNvPr>
                <p:cNvSpPr txBox="1"/>
                <p:nvPr/>
              </p:nvSpPr>
              <p:spPr>
                <a:xfrm>
                  <a:off x="1753924" y="6415326"/>
                  <a:ext cx="1884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Reaction progress</a:t>
                  </a:r>
                </a:p>
              </p:txBody>
            </p: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xmlns="" id="{1D18C3B5-43A9-2A15-F259-CF6C7ECCFA02}"/>
                    </a:ext>
                  </a:extLst>
                </p:cNvPr>
                <p:cNvGrpSpPr/>
                <p:nvPr/>
              </p:nvGrpSpPr>
              <p:grpSpPr>
                <a:xfrm>
                  <a:off x="530812" y="2039813"/>
                  <a:ext cx="3645533" cy="4377204"/>
                  <a:chOff x="530812" y="2039813"/>
                  <a:chExt cx="3645533" cy="4377204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xmlns="" id="{10787FEA-08E3-9B55-45C8-04C9F0BBB045}"/>
                      </a:ext>
                    </a:extLst>
                  </p:cNvPr>
                  <p:cNvGrpSpPr/>
                  <p:nvPr/>
                </p:nvGrpSpPr>
                <p:grpSpPr>
                  <a:xfrm>
                    <a:off x="1204545" y="2039813"/>
                    <a:ext cx="2926082" cy="4058050"/>
                    <a:chOff x="4958862" y="1728089"/>
                    <a:chExt cx="3326075" cy="4589584"/>
                  </a:xfrm>
                </p:grpSpPr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xmlns="" id="{5524D275-4937-8EDD-F2EE-847075BFE6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58862" y="1745674"/>
                      <a:ext cx="3326075" cy="4571999"/>
                    </a:xfrm>
                    <a:prstGeom prst="rect">
                      <a:avLst/>
                    </a:prstGeom>
                    <a:scene3d>
                      <a:camera prst="orthographicFront"/>
                      <a:lightRig rig="threePt" dir="t"/>
                    </a:scene3d>
                    <a:sp3d>
                      <a:bevelT prst="angle"/>
                    </a:sp3d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xmlns="" id="{64107F70-7C22-3009-091B-D5E2647867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98260" y="1756768"/>
                      <a:ext cx="1247278" cy="4488074"/>
                    </a:xfrm>
                    <a:prstGeom prst="rect">
                      <a:avLst/>
                    </a:prstGeom>
                    <a:ln w="38100">
                      <a:noFill/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34" name="Straight Connector 33">
                      <a:extLst>
                        <a:ext uri="{FF2B5EF4-FFF2-40B4-BE49-F238E27FC236}">
                          <a16:creationId xmlns:a16="http://schemas.microsoft.com/office/drawing/2014/main" xmlns="" id="{2F423F2A-EA1F-594F-45DF-63B2B160D01C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6010473" y="1728089"/>
                      <a:ext cx="2922" cy="4514451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Straight Connector 34">
                      <a:extLst>
                        <a:ext uri="{FF2B5EF4-FFF2-40B4-BE49-F238E27FC236}">
                          <a16:creationId xmlns:a16="http://schemas.microsoft.com/office/drawing/2014/main" xmlns="" id="{B214FB93-2CA5-B4D0-EA28-5192B82A22A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215926" y="1736881"/>
                      <a:ext cx="18638" cy="4505658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Straight Connector 35">
                      <a:extLst>
                        <a:ext uri="{FF2B5EF4-FFF2-40B4-BE49-F238E27FC236}">
                          <a16:creationId xmlns:a16="http://schemas.microsoft.com/office/drawing/2014/main" xmlns="" id="{454C5CB3-6045-ADE9-40BC-B5143C96955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068719" y="4840063"/>
                      <a:ext cx="935458" cy="0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Straight Connector 36">
                      <a:extLst>
                        <a:ext uri="{FF2B5EF4-FFF2-40B4-BE49-F238E27FC236}">
                          <a16:creationId xmlns:a16="http://schemas.microsoft.com/office/drawing/2014/main" xmlns="" id="{9E194488-13D3-405C-4062-C9F5080BB43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235475" y="5696997"/>
                      <a:ext cx="935458" cy="5861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9" name="Straight Arrow Connector 28">
                    <a:extLst>
                      <a:ext uri="{FF2B5EF4-FFF2-40B4-BE49-F238E27FC236}">
                        <a16:creationId xmlns:a16="http://schemas.microsoft.com/office/drawing/2014/main" xmlns="" id="{1FF654D4-F079-BCAA-1F68-0F4CDF28292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58825" y="6415326"/>
                    <a:ext cx="3017520" cy="169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Arrow Connector 29">
                    <a:extLst>
                      <a:ext uri="{FF2B5EF4-FFF2-40B4-BE49-F238E27FC236}">
                        <a16:creationId xmlns:a16="http://schemas.microsoft.com/office/drawing/2014/main" xmlns="" id="{E5ACED2B-BEAC-CECC-6C69-6178D223E75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06232" y="2070985"/>
                    <a:ext cx="623" cy="3960446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xmlns="" id="{BC0CB972-BC90-F137-AF60-8E644556B35C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299082" y="3864653"/>
                    <a:ext cx="83279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/>
                      <a:t>Energy</a:t>
                    </a:r>
                  </a:p>
                </p:txBody>
              </p:sp>
            </p:grpSp>
          </p:grp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xmlns="" id="{A74DEA20-40B2-4ABA-0991-69F300972662}"/>
                  </a:ext>
                </a:extLst>
              </p:cNvPr>
              <p:cNvCxnSpPr/>
              <p:nvPr/>
            </p:nvCxnSpPr>
            <p:spPr>
              <a:xfrm flipH="1">
                <a:off x="1585546" y="1604015"/>
                <a:ext cx="200114" cy="43468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xmlns="" id="{2BC1C91D-D617-4A96-FC65-FC4B6362E51B}"/>
                  </a:ext>
                </a:extLst>
              </p:cNvPr>
              <p:cNvCxnSpPr/>
              <p:nvPr/>
            </p:nvCxnSpPr>
            <p:spPr>
              <a:xfrm>
                <a:off x="3356059" y="1633383"/>
                <a:ext cx="280378" cy="40986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BB311A2F-B517-8545-B464-5BB3E2851D49}"/>
                  </a:ext>
                </a:extLst>
              </p:cNvPr>
              <p:cNvSpPr txBox="1"/>
              <p:nvPr/>
            </p:nvSpPr>
            <p:spPr>
              <a:xfrm>
                <a:off x="2030597" y="1997409"/>
                <a:ext cx="12727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Domain of</a:t>
                </a:r>
              </a:p>
              <a:p>
                <a:pPr algn="ctr"/>
                <a:r>
                  <a:rPr lang="en-US" b="1" dirty="0"/>
                  <a:t>kinetics</a:t>
                </a: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xmlns="" id="{6D4331A7-D9AF-A05C-F423-A0EFB28B4D89}"/>
                  </a:ext>
                </a:extLst>
              </p:cNvPr>
              <p:cNvSpPr/>
              <p:nvPr/>
            </p:nvSpPr>
            <p:spPr>
              <a:xfrm>
                <a:off x="2154115" y="2858106"/>
                <a:ext cx="1046285" cy="2689833"/>
              </a:xfrm>
              <a:custGeom>
                <a:avLst/>
                <a:gdLst>
                  <a:gd name="connsiteX0" fmla="*/ 0 w 1046285"/>
                  <a:gd name="connsiteY0" fmla="*/ 1942487 h 2689833"/>
                  <a:gd name="connsiteX1" fmla="*/ 316523 w 1046285"/>
                  <a:gd name="connsiteY1" fmla="*/ 254364 h 2689833"/>
                  <a:gd name="connsiteX2" fmla="*/ 641839 w 1046285"/>
                  <a:gd name="connsiteY2" fmla="*/ 263156 h 2689833"/>
                  <a:gd name="connsiteX3" fmla="*/ 1046285 w 1046285"/>
                  <a:gd name="connsiteY3" fmla="*/ 2689833 h 2689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285" h="2689833">
                    <a:moveTo>
                      <a:pt x="0" y="1942487"/>
                    </a:moveTo>
                    <a:cubicBezTo>
                      <a:pt x="104775" y="1238369"/>
                      <a:pt x="209550" y="534252"/>
                      <a:pt x="316523" y="254364"/>
                    </a:cubicBezTo>
                    <a:cubicBezTo>
                      <a:pt x="423496" y="-25524"/>
                      <a:pt x="520212" y="-142755"/>
                      <a:pt x="641839" y="263156"/>
                    </a:cubicBezTo>
                    <a:cubicBezTo>
                      <a:pt x="763466" y="669067"/>
                      <a:pt x="904875" y="1679450"/>
                      <a:pt x="1046285" y="2689833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D4C035C1-77FD-9948-C533-E261673451D9}"/>
                  </a:ext>
                </a:extLst>
              </p:cNvPr>
              <p:cNvSpPr txBox="1"/>
              <p:nvPr/>
            </p:nvSpPr>
            <p:spPr>
              <a:xfrm>
                <a:off x="1178168" y="4457216"/>
                <a:ext cx="101771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Reactants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AFE16108-95CA-1984-8D70-72F57F7F2705}"/>
                  </a:ext>
                </a:extLst>
              </p:cNvPr>
              <p:cNvSpPr txBox="1"/>
              <p:nvPr/>
            </p:nvSpPr>
            <p:spPr>
              <a:xfrm>
                <a:off x="3175788" y="5213106"/>
                <a:ext cx="93557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/>
                  <a:t>Products</a:t>
                </a:r>
              </a:p>
            </p:txBody>
          </p:sp>
        </p:grp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F1B5CB9B-B5C6-4953-F004-7D18FDAB9C30}"/>
              </a:ext>
            </a:extLst>
          </p:cNvPr>
          <p:cNvSpPr txBox="1"/>
          <p:nvPr/>
        </p:nvSpPr>
        <p:spPr>
          <a:xfrm>
            <a:off x="4948381" y="4994060"/>
            <a:ext cx="6434775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x-none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x-none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ốc độ phản ứng hoá học</a:t>
            </a:r>
            <a:r>
              <a:rPr lang="x-none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x-none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x-none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Điều chỉnh tốc độ (nhanh hay chậm) phản ứng;</a:t>
            </a:r>
            <a:endParaRPr lang="x-none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x-none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Cơ chế tốc độ phản ứng</a:t>
            </a:r>
            <a:r>
              <a:rPr lang="x-none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58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xmlns="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944B6E9-A124-7283-205A-93BAC0C0FAAC}"/>
              </a:ext>
            </a:extLst>
          </p:cNvPr>
          <p:cNvSpPr/>
          <p:nvPr/>
        </p:nvSpPr>
        <p:spPr>
          <a:xfrm>
            <a:off x="5189614" y="1105378"/>
            <a:ext cx="6956170" cy="2000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7188" algn="just">
              <a:lnSpc>
                <a:spcPct val="150000"/>
              </a:lnSpc>
              <a:buSzPct val="80000"/>
            </a:pP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(C)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(t)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2E3EC739-756F-274D-2B79-71B553E4D6FC}"/>
              </a:ext>
            </a:extLst>
          </p:cNvPr>
          <p:cNvGrpSpPr/>
          <p:nvPr/>
        </p:nvGrpSpPr>
        <p:grpSpPr>
          <a:xfrm>
            <a:off x="37590" y="1925530"/>
            <a:ext cx="4884382" cy="4294111"/>
            <a:chOff x="1826728" y="614159"/>
            <a:chExt cx="7137400" cy="59379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xmlns="" id="{CD56429B-7EF9-6593-3978-1647F5E7A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26728" y="1081881"/>
              <a:ext cx="7137400" cy="547023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1038D37C-5649-272D-3E0B-C3A6BE0A5435}"/>
                </a:ext>
              </a:extLst>
            </p:cNvPr>
            <p:cNvSpPr txBox="1"/>
            <p:nvPr/>
          </p:nvSpPr>
          <p:spPr>
            <a:xfrm>
              <a:off x="2133225" y="614159"/>
              <a:ext cx="867164" cy="451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x-non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 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461AD935-7AAA-9ADA-1B1E-32D16D860F3D}"/>
                </a:ext>
              </a:extLst>
            </p:cNvPr>
            <p:cNvSpPr txBox="1"/>
            <p:nvPr/>
          </p:nvSpPr>
          <p:spPr>
            <a:xfrm>
              <a:off x="4973337" y="614160"/>
              <a:ext cx="999390" cy="451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x-non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30 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26603B5C-A2AE-B479-6250-54C609799576}"/>
                </a:ext>
              </a:extLst>
            </p:cNvPr>
            <p:cNvSpPr txBox="1"/>
            <p:nvPr/>
          </p:nvSpPr>
          <p:spPr>
            <a:xfrm>
              <a:off x="7945673" y="614160"/>
              <a:ext cx="999390" cy="451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x-non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60 s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9B2F80C-ABAB-BFBE-7C5F-D137FA9E3637}"/>
              </a:ext>
            </a:extLst>
          </p:cNvPr>
          <p:cNvSpPr/>
          <p:nvPr/>
        </p:nvSpPr>
        <p:spPr>
          <a:xfrm>
            <a:off x="5054307" y="4449994"/>
            <a:ext cx="6655291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SzPct val="80000"/>
              <a:buFont typeface="Wingdings" pitchFamily="2" charset="2"/>
              <a:buChar char="v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216C4FCE-E77D-FC43-D360-068DB5934E03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8381953" y="5111201"/>
            <a:ext cx="1952246" cy="380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220A796-A9B2-D1D9-3ADB-F8CBEC6819EC}"/>
              </a:ext>
            </a:extLst>
          </p:cNvPr>
          <p:cNvSpPr/>
          <p:nvPr/>
        </p:nvSpPr>
        <p:spPr>
          <a:xfrm>
            <a:off x="8958799" y="5492065"/>
            <a:ext cx="27507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SzPct val="80000"/>
            </a:pPr>
            <a:r>
              <a:rPr lang="en-US" sz="2800" b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endParaRPr lang="en-US" sz="2800" dirty="0">
              <a:solidFill>
                <a:srgbClr val="99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B5CEB085-F47C-90AB-3F01-7D3AA5F60114}"/>
              </a:ext>
            </a:extLst>
          </p:cNvPr>
          <p:cNvCxnSpPr>
            <a:cxnSpLocks/>
            <a:stCxn id="12" idx="2"/>
            <a:endCxn id="40" idx="0"/>
          </p:cNvCxnSpPr>
          <p:nvPr/>
        </p:nvCxnSpPr>
        <p:spPr>
          <a:xfrm flipH="1">
            <a:off x="6833941" y="5111201"/>
            <a:ext cx="1548012" cy="380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85BEC261-BE7B-92AC-003B-391A9C6FCB79}"/>
              </a:ext>
            </a:extLst>
          </p:cNvPr>
          <p:cNvSpPr/>
          <p:nvPr/>
        </p:nvSpPr>
        <p:spPr>
          <a:xfrm>
            <a:off x="5498818" y="5492065"/>
            <a:ext cx="26702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SzPct val="80000"/>
            </a:pP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tgian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83ABB2DA-42EF-F4AD-C36A-9936B3696B82}"/>
              </a:ext>
            </a:extLst>
          </p:cNvPr>
          <p:cNvSpPr/>
          <p:nvPr/>
        </p:nvSpPr>
        <p:spPr>
          <a:xfrm>
            <a:off x="151680" y="780981"/>
            <a:ext cx="4194561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2388" algn="ctr">
              <a:lnSpc>
                <a:spcPct val="150000"/>
              </a:lnSpc>
              <a:buSzPct val="80000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8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B1FB82D7-4D80-8AF6-6268-486A0166D1C4}"/>
              </a:ext>
            </a:extLst>
          </p:cNvPr>
          <p:cNvSpPr/>
          <p:nvPr/>
        </p:nvSpPr>
        <p:spPr>
          <a:xfrm>
            <a:off x="4921972" y="3447655"/>
            <a:ext cx="6919961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SzPct val="80000"/>
              <a:buFont typeface="Wingdings" pitchFamily="2" charset="2"/>
              <a:buChar char="v"/>
            </a:pP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M/</a:t>
            </a:r>
            <a:r>
              <a:rPr lang="x-none" sz="2800">
                <a:latin typeface="Times New Roman" panose="02020603050405020304" pitchFamily="18" charset="0"/>
                <a:cs typeface="Times New Roman" panose="02020603050405020304" pitchFamily="18" charset="0"/>
              </a:rPr>
              <a:t>s  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x-none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mol.l</a:t>
            </a:r>
            <a:r>
              <a:rPr lang="x-none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x-none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8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5" grpId="0"/>
      <p:bldP spid="40" grpId="0"/>
      <p:bldP spid="41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xmlns="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5C42EF93-4CDF-5AC8-E679-0146C3E659DE}"/>
              </a:ext>
            </a:extLst>
          </p:cNvPr>
          <p:cNvGrpSpPr/>
          <p:nvPr/>
        </p:nvGrpSpPr>
        <p:grpSpPr>
          <a:xfrm>
            <a:off x="7788411" y="1476061"/>
            <a:ext cx="3836127" cy="2511968"/>
            <a:chOff x="8361724" y="4318756"/>
            <a:chExt cx="3836127" cy="251196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42B5377-8E0E-B997-A732-CC2F7E003F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5762" y="4318756"/>
              <a:ext cx="3521458" cy="19721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xmlns="" id="{FBE6EB92-C8D0-D868-1493-526D53A88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61724" y="6443160"/>
              <a:ext cx="322105" cy="360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E26977D8-224B-211D-D216-B2CDD6035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10327" y="6426535"/>
              <a:ext cx="320000" cy="360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51358BB9-84E4-2162-2507-BE0F0D750470}"/>
                </a:ext>
              </a:extLst>
            </p:cNvPr>
            <p:cNvSpPr txBox="1"/>
            <p:nvPr/>
          </p:nvSpPr>
          <p:spPr>
            <a:xfrm>
              <a:off x="8662387" y="6307504"/>
              <a:ext cx="13244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pư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51358BB9-84E4-2162-2507-BE0F0D750470}"/>
                </a:ext>
              </a:extLst>
            </p:cNvPr>
            <p:cNvSpPr txBox="1"/>
            <p:nvPr/>
          </p:nvSpPr>
          <p:spPr>
            <a:xfrm>
              <a:off x="10588115" y="6301690"/>
              <a:ext cx="16097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Sản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phẩm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A667EE2E-E847-A0FB-D3B2-A607489D7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702" y="657042"/>
            <a:ext cx="10868526" cy="3330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1208088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538163" indent="-538163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altLang="en-US" sz="3200" dirty="0">
                <a:solidFill>
                  <a:srgbClr val="0000FF"/>
                </a:solidFill>
              </a:rPr>
              <a:t>4 </a:t>
            </a:r>
            <a:r>
              <a:rPr lang="en-US" altLang="en-US" sz="3200" dirty="0" err="1">
                <a:solidFill>
                  <a:srgbClr val="0000FF"/>
                </a:solidFill>
              </a:rPr>
              <a:t>yếu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</a:rPr>
              <a:t>tố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</a:rPr>
              <a:t>chính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ảnh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hưởng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chính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đến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tốc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độ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phản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ứng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hóa</a:t>
            </a:r>
            <a:r>
              <a:rPr lang="en-US" altLang="en-US" sz="3200" dirty="0">
                <a:solidFill>
                  <a:schemeClr val="tx1"/>
                </a:solidFill>
              </a:rPr>
              <a:t> hoc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Nồng</a:t>
            </a: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độ</a:t>
            </a: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tác</a:t>
            </a: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chất</a:t>
            </a:r>
            <a:r>
              <a:rPr lang="en-US" altLang="en-US" sz="2800" i="1" dirty="0">
                <a:solidFill>
                  <a:schemeClr val="tx1"/>
                </a:solidFill>
              </a:rPr>
              <a:t>,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Nhiệt</a:t>
            </a: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độ</a:t>
            </a:r>
            <a:r>
              <a:rPr lang="en-US" altLang="en-US" sz="2800" i="1" dirty="0">
                <a:solidFill>
                  <a:schemeClr val="tx1"/>
                </a:solidFill>
              </a:rPr>
              <a:t>,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Chất</a:t>
            </a: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xúc</a:t>
            </a: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tác</a:t>
            </a:r>
            <a:endParaRPr lang="en-US" altLang="en-US" sz="2800" i="1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Diện</a:t>
            </a: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tích</a:t>
            </a: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bề</a:t>
            </a: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mặt</a:t>
            </a:r>
            <a:r>
              <a:rPr lang="en-US" altLang="en-US" sz="2800" i="1" dirty="0">
                <a:solidFill>
                  <a:schemeClr val="tx1"/>
                </a:solidFill>
              </a:rPr>
              <a:t> (</a:t>
            </a:r>
            <a:r>
              <a:rPr lang="en-US" altLang="en-US" sz="2800" i="1" dirty="0" err="1">
                <a:solidFill>
                  <a:schemeClr val="tx1"/>
                </a:solidFill>
              </a:rPr>
              <a:t>phản</a:t>
            </a: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ứng</a:t>
            </a: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dị</a:t>
            </a:r>
            <a:r>
              <a:rPr lang="en-US" altLang="en-US" sz="2800" i="1" dirty="0">
                <a:solidFill>
                  <a:schemeClr val="tx1"/>
                </a:solidFill>
              </a:rPr>
              <a:t> </a:t>
            </a:r>
            <a:r>
              <a:rPr lang="en-US" altLang="en-US" sz="2800" i="1" dirty="0" err="1">
                <a:solidFill>
                  <a:schemeClr val="tx1"/>
                </a:solidFill>
              </a:rPr>
              <a:t>thể</a:t>
            </a:r>
            <a:r>
              <a:rPr lang="en-US" altLang="en-US" sz="2800" i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EC79966-3027-8D04-9B9E-A72EC8188138}"/>
              </a:ext>
            </a:extLst>
          </p:cNvPr>
          <p:cNvSpPr/>
          <p:nvPr/>
        </p:nvSpPr>
        <p:spPr>
          <a:xfrm>
            <a:off x="199702" y="4268138"/>
            <a:ext cx="11075835" cy="139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PƯHH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PƯHH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A34594B-D812-2062-FABB-D2AEECC9E93F}"/>
              </a:ext>
            </a:extLst>
          </p:cNvPr>
          <p:cNvSpPr txBox="1"/>
          <p:nvPr/>
        </p:nvSpPr>
        <p:spPr>
          <a:xfrm>
            <a:off x="1050883" y="5936429"/>
            <a:ext cx="5253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41581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xmlns="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PƯHH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xmlns="" id="{9CC2FBC5-C488-49D2-8906-767469660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672" y="822029"/>
            <a:ext cx="11216019" cy="130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65138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2800" b="1" dirty="0">
                <a:cs typeface="Times New Roman" panose="02020603050405020304" pitchFamily="18" charset="0"/>
              </a:rPr>
              <a:t>  </a:t>
            </a:r>
            <a:r>
              <a:rPr lang="vi-VN" altLang="en-US" sz="2800" b="1" dirty="0">
                <a:solidFill>
                  <a:srgbClr val="0000FF"/>
                </a:solidFill>
                <a:cs typeface="Times New Roman" panose="02020603050405020304" pitchFamily="18" charset="0"/>
              </a:rPr>
              <a:t>PHÂN TỬ SỐ: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tiểu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cs typeface="Times New Roman" panose="02020603050405020304" pitchFamily="18" charset="0"/>
              </a:rPr>
              <a:t> (</a:t>
            </a:r>
            <a:r>
              <a:rPr lang="en-US" altLang="en-US" sz="2800" dirty="0" err="1"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cs typeface="Times New Roman" panose="02020603050405020304" pitchFamily="18" charset="0"/>
              </a:rPr>
              <a:t>, ion)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tương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gây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nên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biến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đổi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hoá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học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1 </a:t>
            </a:r>
            <a:r>
              <a:rPr lang="en-US" altLang="en-US" sz="2800" dirty="0" err="1">
                <a:cs typeface="Times New Roman" panose="02020603050405020304" pitchFamily="18" charset="0"/>
              </a:rPr>
              <a:t>tác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dụng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bản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  <a:r>
              <a:rPr lang="en-US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8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 = 1,2,3)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812470" y="2160832"/>
            <a:ext cx="8478685" cy="1976664"/>
            <a:chOff x="1812470" y="2318791"/>
            <a:chExt cx="8478685" cy="1976664"/>
          </a:xfrm>
        </p:grpSpPr>
        <p:pic>
          <p:nvPicPr>
            <p:cNvPr id="10" name="Picture 5" descr="FG13_15-01UN">
              <a:extLst>
                <a:ext uri="{FF2B5EF4-FFF2-40B4-BE49-F238E27FC236}">
                  <a16:creationId xmlns:a16="http://schemas.microsoft.com/office/drawing/2014/main" xmlns="" id="{1A414D79-638D-4C7B-AA45-ADB91ACB42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475"/>
            <a:stretch>
              <a:fillRect/>
            </a:stretch>
          </p:blipFill>
          <p:spPr bwMode="auto">
            <a:xfrm>
              <a:off x="1988218" y="2541027"/>
              <a:ext cx="8302937" cy="1754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xmlns="" id="{860EFD75-BDE3-450B-A5C4-5B251226E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2470" y="2541027"/>
              <a:ext cx="2285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Đơn</a:t>
              </a:r>
              <a:r>
                <a:rPr lang="en-US" altLang="en-US" sz="2800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phân</a:t>
              </a:r>
              <a:r>
                <a:rPr lang="en-US" altLang="en-US" sz="2800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tử</a:t>
              </a:r>
              <a:endParaRPr lang="en-US" altLang="en-US" sz="2800" dirty="0">
                <a:solidFill>
                  <a:srgbClr val="00B05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xmlns="" id="{F83E80C7-715B-4E1F-AD84-7A08526C6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7774" y="2574030"/>
              <a:ext cx="2667000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Lưỡng</a:t>
              </a:r>
              <a:r>
                <a:rPr lang="en-US" altLang="en-US" sz="28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phân</a:t>
              </a:r>
              <a:r>
                <a:rPr lang="en-US" altLang="en-US" sz="28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tử</a:t>
              </a:r>
              <a:endPara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xmlns="" id="{D6931DEC-C8BB-4B5A-A8E8-B198E3949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5130" y="2318791"/>
              <a:ext cx="2438400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Tam </a:t>
              </a:r>
              <a:r>
                <a:rPr lang="en-US" altLang="en-US" sz="28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phân</a:t>
              </a:r>
              <a:r>
                <a:rPr lang="en-US" altLang="en-US" sz="28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tử</a:t>
              </a:r>
              <a:endPara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 Box 10">
            <a:extLst>
              <a:ext uri="{FF2B5EF4-FFF2-40B4-BE49-F238E27FC236}">
                <a16:creationId xmlns:a16="http://schemas.microsoft.com/office/drawing/2014/main" xmlns="" id="{394D9DF9-FE93-4AE8-9DA9-23541D268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343" y="4929864"/>
            <a:ext cx="8891983" cy="1953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= 1→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đơn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:   I</a:t>
            </a:r>
            <a:r>
              <a:rPr lang="en-US" altLang="en-US" sz="2800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(k) =  2I(k)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006600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 = 2→ </a:t>
            </a:r>
            <a:r>
              <a:rPr lang="en-US" altLang="en-US" sz="2800" dirty="0" err="1">
                <a:solidFill>
                  <a:srgbClr val="006600"/>
                </a:solidFill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cs typeface="Times New Roman" panose="02020603050405020304" pitchFamily="18" charset="0"/>
              </a:rPr>
              <a:t>lưỡng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: H</a:t>
            </a:r>
            <a:r>
              <a:rPr lang="en-US" altLang="en-US" sz="2800" baseline="-25000" dirty="0">
                <a:solidFill>
                  <a:srgbClr val="0066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(k)+I</a:t>
            </a:r>
            <a:r>
              <a:rPr lang="en-US" altLang="en-US" sz="2800" baseline="-25000" dirty="0">
                <a:solidFill>
                  <a:srgbClr val="0066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(k) = 2HI(k)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= 3→ </a:t>
            </a:r>
            <a:r>
              <a:rPr lang="en-US" altLang="en-US" sz="2800" dirty="0" err="1"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cs typeface="Times New Roman" panose="02020603050405020304" pitchFamily="18" charset="0"/>
              </a:rPr>
              <a:t> tam </a:t>
            </a:r>
            <a:r>
              <a:rPr lang="en-US" altLang="en-US" sz="2800" dirty="0" err="1"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cs typeface="Times New Roman" panose="02020603050405020304" pitchFamily="18" charset="0"/>
              </a:rPr>
              <a:t>: 2NO(k)+O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</a:rPr>
              <a:t>(k)=2NO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</a:rPr>
              <a:t>(k)</a:t>
            </a:r>
          </a:p>
        </p:txBody>
      </p:sp>
      <p:sp>
        <p:nvSpPr>
          <p:cNvPr id="5" name="Rectangle 4"/>
          <p:cNvSpPr/>
          <p:nvPr/>
        </p:nvSpPr>
        <p:spPr>
          <a:xfrm>
            <a:off x="553209" y="4195148"/>
            <a:ext cx="4804520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28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28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28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altLang="en-US" sz="28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altLang="en-US" sz="28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49529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1680" y="657552"/>
            <a:ext cx="116548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65138" algn="just">
              <a:lnSpc>
                <a:spcPct val="150000"/>
              </a:lnSpc>
            </a:pP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02199" y="2345612"/>
            <a:ext cx="5184201" cy="4321196"/>
            <a:chOff x="-13685" y="-15231"/>
            <a:chExt cx="4585685" cy="3286154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xmlns="" id="{038AF594-26F6-4DAF-8F46-2A5C73F31D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19" y="28382"/>
              <a:ext cx="4519681" cy="32425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EC4C65E5-6312-478D-BD83-CF936091C271}"/>
                </a:ext>
              </a:extLst>
            </p:cNvPr>
            <p:cNvSpPr txBox="1"/>
            <p:nvPr/>
          </p:nvSpPr>
          <p:spPr>
            <a:xfrm rot="16200000">
              <a:off x="-536349" y="1222839"/>
              <a:ext cx="135310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 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[mol L</a:t>
              </a:r>
              <a:r>
                <a:rPr lang="en-US" sz="1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]</a:t>
              </a:r>
              <a:endParaRPr lang="en-US" sz="1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xmlns="" id="{7F146606-F536-4266-898C-45E08B665725}"/>
                    </a:ext>
                  </a:extLst>
                </p:cNvPr>
                <p:cNvSpPr txBox="1"/>
                <p:nvPr/>
              </p:nvSpPr>
              <p:spPr>
                <a:xfrm>
                  <a:off x="810079" y="-15231"/>
                  <a:ext cx="3504745" cy="5278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Tốc độ tức thời tại 100 giây:</a:t>
                  </a:r>
                </a:p>
                <a:p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vi-VN" sz="1600" baseline="-25000" dirty="0">
                      <a:solidFill>
                        <a:srgbClr val="CC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tg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=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vi-VN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𝟎𝟐𝟕𝟐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,,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𝟎𝟏𝟕𝟒</m:t>
                          </m:r>
                        </m:num>
                        <m:den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𝟏𝟓𝟎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</m:den>
                      </m:f>
                    </m:oMath>
                  </a14:m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9,8.10</a:t>
                  </a:r>
                  <a:r>
                    <a:rPr lang="vi-VN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-5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mol L</a:t>
                  </a:r>
                  <a:r>
                    <a:rPr lang="vi-VN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vi-VN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</a:t>
                  </a:r>
                  <a:endPara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7F146606-F536-4266-898C-45E08B6657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79" y="-15231"/>
                  <a:ext cx="3504745" cy="52789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769" t="-2632"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7323FC41-EBDE-4F4E-9B6D-EBF697083BBE}"/>
                </a:ext>
              </a:extLst>
            </p:cNvPr>
            <p:cNvSpPr txBox="1"/>
            <p:nvPr/>
          </p:nvSpPr>
          <p:spPr>
            <a:xfrm rot="20731758" flipH="1">
              <a:off x="2202972" y="627448"/>
              <a:ext cx="374318" cy="444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xmlns="" id="{9E855DAD-2433-470F-9BB6-8E5108355600}"/>
                </a:ext>
              </a:extLst>
            </p:cNvPr>
            <p:cNvCxnSpPr/>
            <p:nvPr/>
          </p:nvCxnSpPr>
          <p:spPr>
            <a:xfrm>
              <a:off x="2971800" y="752291"/>
              <a:ext cx="0" cy="2189448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C48D7FE9-27B1-42C8-AA9F-E182E3F158AB}"/>
                </a:ext>
              </a:extLst>
            </p:cNvPr>
            <p:cNvCxnSpPr/>
            <p:nvPr/>
          </p:nvCxnSpPr>
          <p:spPr>
            <a:xfrm>
              <a:off x="1371600" y="752291"/>
              <a:ext cx="0" cy="2189448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xmlns="" id="{0C953557-C078-4EE7-9501-FCA48EB7620B}"/>
                    </a:ext>
                  </a:extLst>
                </p:cNvPr>
                <p:cNvSpPr txBox="1"/>
                <p:nvPr/>
              </p:nvSpPr>
              <p:spPr>
                <a:xfrm>
                  <a:off x="1219042" y="2249263"/>
                  <a:ext cx="2985307" cy="53067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Tốc độ trung bình:</a:t>
                  </a:r>
                </a:p>
                <a:p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</m:oMath>
                  </a14:m>
                  <a:r>
                    <a:rPr lang="en-US" sz="1600" baseline="-25000" dirty="0">
                      <a:solidFill>
                        <a:srgbClr val="CC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vi-VN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𝟎𝟏𝟓𝟓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num>
                        <m:den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den>
                      </m:f>
                    </m:oMath>
                  </a14:m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1,28.10</a:t>
                  </a:r>
                  <a:r>
                    <a:rPr lang="vi-VN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-4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mol L</a:t>
                  </a:r>
                  <a:r>
                    <a:rPr lang="vi-VN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vi-VN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</a:t>
                  </a:r>
                  <a:endPara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C953557-C078-4EE7-9501-FCA48EB762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042" y="2249263"/>
                  <a:ext cx="2985307" cy="53067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903" t="-2609" b="-17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C3DE6B4E-E7F1-4B4E-A5B6-2CD897B78DF4}"/>
                </a:ext>
              </a:extLst>
            </p:cNvPr>
            <p:cNvCxnSpPr>
              <a:cxnSpLocks/>
            </p:cNvCxnSpPr>
            <p:nvPr/>
          </p:nvCxnSpPr>
          <p:spPr>
            <a:xfrm>
              <a:off x="2192216" y="1171079"/>
              <a:ext cx="9617" cy="177066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41D32D7-C80E-430F-935D-DD96193C1DE9}"/>
              </a:ext>
            </a:extLst>
          </p:cNvPr>
          <p:cNvSpPr txBox="1"/>
          <p:nvPr/>
        </p:nvSpPr>
        <p:spPr>
          <a:xfrm>
            <a:off x="7004713" y="1414444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+   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=    </a:t>
            </a:r>
            <a:r>
              <a:rPr lang="en-US" sz="32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30AA4A5A-5857-4350-9B20-9760EE4B3427}"/>
              </a:ext>
            </a:extLst>
          </p:cNvPr>
          <p:cNvSpPr txBox="1"/>
          <p:nvPr/>
        </p:nvSpPr>
        <p:spPr>
          <a:xfrm>
            <a:off x="5731044" y="2047536"/>
            <a:ext cx="5388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       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    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sz="28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          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sz="2800" baseline="-250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 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63FF66A-8A3B-465A-80C4-17145F7A0AAB}"/>
              </a:ext>
            </a:extLst>
          </p:cNvPr>
          <p:cNvSpPr txBox="1"/>
          <p:nvPr/>
        </p:nvSpPr>
        <p:spPr>
          <a:xfrm>
            <a:off x="6907791" y="2696333"/>
            <a:ext cx="5008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C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0  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C</a:t>
            </a:r>
            <a:r>
              <a:rPr lang="en-US" sz="28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0     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C</a:t>
            </a:r>
            <a:r>
              <a:rPr lang="en-US" sz="2800" baseline="-250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 0 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DAD16D05-67DE-463A-92E5-0B3CF244B79A}"/>
                  </a:ext>
                </a:extLst>
              </p:cNvPr>
              <p:cNvSpPr txBox="1"/>
              <p:nvPr/>
            </p:nvSpPr>
            <p:spPr>
              <a:xfrm>
                <a:off x="7004713" y="3345130"/>
                <a:ext cx="4942581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C</a:t>
                </a:r>
                <a:r>
                  <a:rPr lang="en-US" sz="2800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   -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C</a:t>
                </a:r>
                <a:r>
                  <a:rPr lang="en-US" sz="2800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  +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C</a:t>
                </a:r>
                <a:r>
                  <a:rPr lang="en-US" sz="2800" baseline="-25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</a:t>
                </a:r>
                <a:r>
                  <a:rPr lang="en-US" sz="28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AD16D05-67DE-463A-92E5-0B3CF244B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713" y="3345130"/>
                <a:ext cx="4942581" cy="700705"/>
              </a:xfrm>
              <a:prstGeom prst="rect">
                <a:avLst/>
              </a:prstGeom>
              <a:blipFill>
                <a:blip r:embed="rId6"/>
                <a:stretch>
                  <a:fillRect l="-2564" b="-892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F31D0E7C-D5EC-4754-A941-BBABC1570DC6}"/>
                  </a:ext>
                </a:extLst>
              </p:cNvPr>
              <p:cNvSpPr txBox="1"/>
              <p:nvPr/>
            </p:nvSpPr>
            <p:spPr>
              <a:xfrm>
                <a:off x="6105393" y="4683520"/>
                <a:ext cx="1798639" cy="784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 sz="2800" b="1" baseline="-25000" dirty="0">
                    <a:solidFill>
                      <a:srgbClr val="0000FF"/>
                    </a:solidFill>
                  </a:rPr>
                  <a:t>A</a:t>
                </a:r>
                <a:r>
                  <a:rPr lang="en-US" sz="2800" dirty="0"/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</m:t>
                            </m:r>
                            <m: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sz="28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1D0E7C-D5EC-4754-A941-BBABC1570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393" y="4683520"/>
                <a:ext cx="1798639" cy="784446"/>
              </a:xfrm>
              <a:prstGeom prst="rect">
                <a:avLst/>
              </a:prstGeom>
              <a:blipFill>
                <a:blip r:embed="rId7"/>
                <a:stretch>
                  <a:fillRect l="-1399" b="-793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A6199A61-BF42-4F7B-852C-15340A29AF0F}"/>
              </a:ext>
            </a:extLst>
          </p:cNvPr>
          <p:cNvSpPr txBox="1"/>
          <p:nvPr/>
        </p:nvSpPr>
        <p:spPr>
          <a:xfrm>
            <a:off x="5731043" y="4086302"/>
            <a:ext cx="5388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81E58CD5-2A23-40FF-8DB1-6E7607C0579C}"/>
                  </a:ext>
                </a:extLst>
              </p:cNvPr>
              <p:cNvSpPr txBox="1"/>
              <p:nvPr/>
            </p:nvSpPr>
            <p:spPr>
              <a:xfrm>
                <a:off x="10190861" y="4683520"/>
                <a:ext cx="1857304" cy="784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 sz="2800" baseline="-25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</m:t>
                            </m:r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en-US" sz="28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1E58CD5-2A23-40FF-8DB1-6E7607C05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0861" y="4683520"/>
                <a:ext cx="1857304" cy="784446"/>
              </a:xfrm>
              <a:prstGeom prst="rect">
                <a:avLst/>
              </a:prstGeom>
              <a:blipFill rotWithShape="0">
                <a:blip r:embed="rId8"/>
                <a:stretch>
                  <a:fillRect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19617A6D-A11A-4CF6-8820-3E4DE76864D7}"/>
                  </a:ext>
                </a:extLst>
              </p:cNvPr>
              <p:cNvSpPr txBox="1"/>
              <p:nvPr/>
            </p:nvSpPr>
            <p:spPr>
              <a:xfrm>
                <a:off x="7982162" y="4683520"/>
                <a:ext cx="2000045" cy="784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 sz="28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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US" sz="28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9617A6D-A11A-4CF6-8820-3E4DE7686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162" y="4683520"/>
                <a:ext cx="2000045" cy="784446"/>
              </a:xfrm>
              <a:prstGeom prst="rect">
                <a:avLst/>
              </a:prstGeom>
              <a:blipFill rotWithShape="0">
                <a:blip r:embed="rId9"/>
                <a:stretch>
                  <a:fillRect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A6199A61-BF42-4F7B-852C-15340A29AF0F}"/>
              </a:ext>
            </a:extLst>
          </p:cNvPr>
          <p:cNvSpPr txBox="1"/>
          <p:nvPr/>
        </p:nvSpPr>
        <p:spPr>
          <a:xfrm>
            <a:off x="5731042" y="5487226"/>
            <a:ext cx="5659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9B0B1D34-0DF0-4425-95BD-5272D9BFA028}"/>
                  </a:ext>
                </a:extLst>
              </p:cNvPr>
              <p:cNvSpPr txBox="1"/>
              <p:nvPr/>
            </p:nvSpPr>
            <p:spPr>
              <a:xfrm>
                <a:off x="6414120" y="6008693"/>
                <a:ext cx="5502665" cy="78444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 sz="2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pư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</m:t>
                            </m:r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</m:t>
                            </m:r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2800" i="1">
                        <a:solidFill>
                          <a:srgbClr val="CC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</m:t>
                            </m:r>
                            <m: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0B1D34-0DF0-4425-95BD-5272D9BFA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120" y="6008693"/>
                <a:ext cx="5502665" cy="784446"/>
              </a:xfrm>
              <a:prstGeom prst="rect">
                <a:avLst/>
              </a:prstGeom>
              <a:blipFill rotWithShape="0">
                <a:blip r:embed="rId10"/>
                <a:stretch>
                  <a:fillRect b="-8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139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03261" y="6459785"/>
            <a:ext cx="56396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38187" y="1119259"/>
            <a:ext cx="5184201" cy="4321196"/>
            <a:chOff x="-13685" y="-15231"/>
            <a:chExt cx="4585685" cy="3286154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xmlns="" id="{038AF594-26F6-4DAF-8F46-2A5C73F31D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19" y="28382"/>
              <a:ext cx="4519681" cy="32425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EC4C65E5-6312-478D-BD83-CF936091C271}"/>
                </a:ext>
              </a:extLst>
            </p:cNvPr>
            <p:cNvSpPr txBox="1"/>
            <p:nvPr/>
          </p:nvSpPr>
          <p:spPr>
            <a:xfrm rot="16200000">
              <a:off x="-536349" y="1222839"/>
              <a:ext cx="135310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 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[mol L</a:t>
              </a:r>
              <a:r>
                <a:rPr lang="en-US" sz="1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]</a:t>
              </a:r>
              <a:endParaRPr lang="en-US" sz="1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xmlns="" id="{7F146606-F536-4266-898C-45E08B665725}"/>
                    </a:ext>
                  </a:extLst>
                </p:cNvPr>
                <p:cNvSpPr txBox="1"/>
                <p:nvPr/>
              </p:nvSpPr>
              <p:spPr>
                <a:xfrm>
                  <a:off x="810079" y="-15231"/>
                  <a:ext cx="3504745" cy="5278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Tốc độ tức thời tại 100 giây:</a:t>
                  </a:r>
                </a:p>
                <a:p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vi-VN" sz="1600" baseline="-25000" dirty="0">
                      <a:solidFill>
                        <a:srgbClr val="CC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tg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=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vi-VN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𝟎𝟐𝟕𝟐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,,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𝟎𝟏𝟕𝟒</m:t>
                          </m:r>
                        </m:num>
                        <m:den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𝟏𝟓𝟎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</m:den>
                      </m:f>
                    </m:oMath>
                  </a14:m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9,8.10</a:t>
                  </a:r>
                  <a:r>
                    <a:rPr lang="vi-VN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-5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mol L</a:t>
                  </a:r>
                  <a:r>
                    <a:rPr lang="vi-VN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vi-VN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</a:t>
                  </a:r>
                  <a:endPara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7F146606-F536-4266-898C-45E08B6657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79" y="-15231"/>
                  <a:ext cx="3504745" cy="52789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769" t="-2632"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7323FC41-EBDE-4F4E-9B6D-EBF697083BBE}"/>
                </a:ext>
              </a:extLst>
            </p:cNvPr>
            <p:cNvSpPr txBox="1"/>
            <p:nvPr/>
          </p:nvSpPr>
          <p:spPr>
            <a:xfrm rot="20731758" flipH="1">
              <a:off x="2202972" y="627448"/>
              <a:ext cx="374318" cy="444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xmlns="" id="{9E855DAD-2433-470F-9BB6-8E5108355600}"/>
                </a:ext>
              </a:extLst>
            </p:cNvPr>
            <p:cNvCxnSpPr/>
            <p:nvPr/>
          </p:nvCxnSpPr>
          <p:spPr>
            <a:xfrm>
              <a:off x="2971800" y="752291"/>
              <a:ext cx="0" cy="2189448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C48D7FE9-27B1-42C8-AA9F-E182E3F158AB}"/>
                </a:ext>
              </a:extLst>
            </p:cNvPr>
            <p:cNvCxnSpPr/>
            <p:nvPr/>
          </p:nvCxnSpPr>
          <p:spPr>
            <a:xfrm>
              <a:off x="1371600" y="752291"/>
              <a:ext cx="0" cy="2189448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xmlns="" id="{0C953557-C078-4EE7-9501-FCA48EB7620B}"/>
                    </a:ext>
                  </a:extLst>
                </p:cNvPr>
                <p:cNvSpPr txBox="1"/>
                <p:nvPr/>
              </p:nvSpPr>
              <p:spPr>
                <a:xfrm>
                  <a:off x="1219042" y="2249263"/>
                  <a:ext cx="2985307" cy="53067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Tốc độ trung bình:</a:t>
                  </a:r>
                </a:p>
                <a:p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</m:oMath>
                  </a14:m>
                  <a:r>
                    <a:rPr lang="en-US" sz="1600" baseline="-25000" dirty="0">
                      <a:solidFill>
                        <a:srgbClr val="CC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vi-VN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𝟎𝟏𝟓𝟓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num>
                        <m:den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den>
                      </m:f>
                    </m:oMath>
                  </a14:m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1,28.10</a:t>
                  </a:r>
                  <a:r>
                    <a:rPr lang="vi-VN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-4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mol L</a:t>
                  </a:r>
                  <a:r>
                    <a:rPr lang="vi-VN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</a:t>
                  </a:r>
                  <a:r>
                    <a:rPr lang="vi-V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vi-VN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</a:t>
                  </a:r>
                  <a:endPara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C953557-C078-4EE7-9501-FCA48EB762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042" y="2249263"/>
                  <a:ext cx="2985307" cy="53067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903" t="-2609" b="-17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C3DE6B4E-E7F1-4B4E-A5B6-2CD897B78DF4}"/>
                </a:ext>
              </a:extLst>
            </p:cNvPr>
            <p:cNvCxnSpPr>
              <a:cxnSpLocks/>
            </p:cNvCxnSpPr>
            <p:nvPr/>
          </p:nvCxnSpPr>
          <p:spPr>
            <a:xfrm>
              <a:off x="2192216" y="1171079"/>
              <a:ext cx="9617" cy="177066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41D32D7-C80E-430F-935D-DD96193C1DE9}"/>
              </a:ext>
            </a:extLst>
          </p:cNvPr>
          <p:cNvSpPr txBox="1"/>
          <p:nvPr/>
        </p:nvSpPr>
        <p:spPr>
          <a:xfrm>
            <a:off x="7004713" y="899069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+   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=    </a:t>
            </a:r>
            <a:r>
              <a:rPr lang="en-US" sz="32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30AA4A5A-5857-4350-9B20-9760EE4B3427}"/>
              </a:ext>
            </a:extLst>
          </p:cNvPr>
          <p:cNvSpPr txBox="1"/>
          <p:nvPr/>
        </p:nvSpPr>
        <p:spPr>
          <a:xfrm>
            <a:off x="5731044" y="1532161"/>
            <a:ext cx="5388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       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    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sz="28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          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sz="2800" baseline="-250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 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63FF66A-8A3B-465A-80C4-17145F7A0AAB}"/>
              </a:ext>
            </a:extLst>
          </p:cNvPr>
          <p:cNvSpPr txBox="1"/>
          <p:nvPr/>
        </p:nvSpPr>
        <p:spPr>
          <a:xfrm>
            <a:off x="6907791" y="2180958"/>
            <a:ext cx="5008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C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0  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C</a:t>
            </a:r>
            <a:r>
              <a:rPr lang="en-US" sz="28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0     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C</a:t>
            </a:r>
            <a:r>
              <a:rPr lang="en-US" sz="2800" baseline="-250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 0 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DAD16D05-67DE-463A-92E5-0B3CF244B79A}"/>
                  </a:ext>
                </a:extLst>
              </p:cNvPr>
              <p:cNvSpPr txBox="1"/>
              <p:nvPr/>
            </p:nvSpPr>
            <p:spPr>
              <a:xfrm>
                <a:off x="7004713" y="2829755"/>
                <a:ext cx="4942581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C</a:t>
                </a:r>
                <a:r>
                  <a:rPr lang="en-US" sz="2800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   -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C</a:t>
                </a:r>
                <a:r>
                  <a:rPr lang="en-US" sz="2800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  +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C</a:t>
                </a:r>
                <a:r>
                  <a:rPr lang="en-US" sz="2800" baseline="-25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</a:t>
                </a:r>
                <a:r>
                  <a:rPr lang="en-US" sz="28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AD16D05-67DE-463A-92E5-0B3CF244B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713" y="2829755"/>
                <a:ext cx="4942581" cy="700705"/>
              </a:xfrm>
              <a:prstGeom prst="rect">
                <a:avLst/>
              </a:prstGeom>
              <a:blipFill>
                <a:blip r:embed="rId6"/>
                <a:stretch>
                  <a:fillRect l="-2564" b="-1071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F31D0E7C-D5EC-4754-A941-BBABC1570DC6}"/>
                  </a:ext>
                </a:extLst>
              </p:cNvPr>
              <p:cNvSpPr txBox="1"/>
              <p:nvPr/>
            </p:nvSpPr>
            <p:spPr>
              <a:xfrm>
                <a:off x="6105393" y="4267895"/>
                <a:ext cx="1798639" cy="709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 sz="2800" b="1" baseline="-25000" dirty="0">
                    <a:solidFill>
                      <a:srgbClr val="0000FF"/>
                    </a:solidFill>
                  </a:rPr>
                  <a:t>A</a:t>
                </a:r>
                <a:r>
                  <a:rPr lang="en-US" sz="2800" dirty="0"/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1D0E7C-D5EC-4754-A941-BBABC1570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393" y="4267895"/>
                <a:ext cx="1798639" cy="709681"/>
              </a:xfrm>
              <a:prstGeom prst="rect">
                <a:avLst/>
              </a:prstGeom>
              <a:blipFill>
                <a:blip r:embed="rId7"/>
                <a:stretch>
                  <a:fillRect l="-1399" b="-877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A6199A61-BF42-4F7B-852C-15340A29AF0F}"/>
              </a:ext>
            </a:extLst>
          </p:cNvPr>
          <p:cNvSpPr txBox="1"/>
          <p:nvPr/>
        </p:nvSpPr>
        <p:spPr>
          <a:xfrm>
            <a:off x="5731043" y="3604177"/>
            <a:ext cx="5388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81E58CD5-2A23-40FF-8DB1-6E7607C0579C}"/>
                  </a:ext>
                </a:extLst>
              </p:cNvPr>
              <p:cNvSpPr txBox="1"/>
              <p:nvPr/>
            </p:nvSpPr>
            <p:spPr>
              <a:xfrm>
                <a:off x="10190861" y="4267895"/>
                <a:ext cx="1857304" cy="709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 sz="2800" baseline="-25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1E58CD5-2A23-40FF-8DB1-6E7607C05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0861" y="4267895"/>
                <a:ext cx="1857304" cy="709681"/>
              </a:xfrm>
              <a:prstGeom prst="rect">
                <a:avLst/>
              </a:prstGeom>
              <a:blipFill>
                <a:blip r:embed="rId8"/>
                <a:stretch>
                  <a:fillRect l="-2041" b="-877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19617A6D-A11A-4CF6-8820-3E4DE76864D7}"/>
                  </a:ext>
                </a:extLst>
              </p:cNvPr>
              <p:cNvSpPr txBox="1"/>
              <p:nvPr/>
            </p:nvSpPr>
            <p:spPr>
              <a:xfrm>
                <a:off x="7982162" y="4267895"/>
                <a:ext cx="2000045" cy="709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 sz="28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9617A6D-A11A-4CF6-8820-3E4DE7686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162" y="4267895"/>
                <a:ext cx="2000045" cy="709681"/>
              </a:xfrm>
              <a:prstGeom prst="rect">
                <a:avLst/>
              </a:prstGeom>
              <a:blipFill>
                <a:blip r:embed="rId9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A6199A61-BF42-4F7B-852C-15340A29AF0F}"/>
              </a:ext>
            </a:extLst>
          </p:cNvPr>
          <p:cNvSpPr txBox="1"/>
          <p:nvPr/>
        </p:nvSpPr>
        <p:spPr>
          <a:xfrm>
            <a:off x="5731042" y="5021726"/>
            <a:ext cx="5659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9B0B1D34-0DF0-4425-95BD-5272D9BFA028}"/>
                  </a:ext>
                </a:extLst>
              </p:cNvPr>
              <p:cNvSpPr txBox="1"/>
              <p:nvPr/>
            </p:nvSpPr>
            <p:spPr>
              <a:xfrm>
                <a:off x="6340726" y="5715011"/>
                <a:ext cx="5522538" cy="80515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ư</m:t>
                        </m:r>
                      </m:sub>
                    </m:sSub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3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3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3200" i="1">
                        <a:solidFill>
                          <a:srgbClr val="CC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32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32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B0B1D34-0DF0-4425-95BD-5272D9BFA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726" y="5715011"/>
                <a:ext cx="5522538" cy="805157"/>
              </a:xfrm>
              <a:prstGeom prst="rect">
                <a:avLst/>
              </a:prstGeom>
              <a:blipFill>
                <a:blip r:embed="rId10"/>
                <a:stretch>
                  <a:fillRect l="-229" b="-781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BDE0C332-D05D-4FD0-9A7C-D508230E694F}"/>
                  </a:ext>
                </a:extLst>
              </p:cNvPr>
              <p:cNvSpPr txBox="1"/>
              <p:nvPr/>
            </p:nvSpPr>
            <p:spPr>
              <a:xfrm>
                <a:off x="1430500" y="5799678"/>
                <a:ext cx="3250488" cy="704167"/>
              </a:xfrm>
              <a:prstGeom prst="rect">
                <a:avLst/>
              </a:prstGeom>
              <a:noFill/>
              <a:ln w="25400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vi-VN" sz="2800" dirty="0"/>
                  <a:t>V</a:t>
                </a:r>
                <a:r>
                  <a:rPr lang="vi-VN" sz="2800" baseline="-25000" dirty="0"/>
                  <a:t>pư</a:t>
                </a:r>
                <a:r>
                  <a:rPr lang="vi-VN" sz="2800" dirty="0"/>
                  <a:t> =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vi-VN" sz="2800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vi-VN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vi-VN" sz="2800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vi-VN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vi-VN" dirty="0">
                    <a:solidFill>
                      <a:schemeClr val="tx1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DE0C332-D05D-4FD0-9A7C-D508230E6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500" y="5799678"/>
                <a:ext cx="3250488" cy="704167"/>
              </a:xfrm>
              <a:prstGeom prst="rect">
                <a:avLst/>
              </a:prstGeom>
              <a:blipFill rotWithShape="0">
                <a:blip r:embed="rId11"/>
                <a:stretch>
                  <a:fillRect l="-3538" b="-6667"/>
                </a:stretch>
              </a:blipFill>
              <a:ln w="25400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680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xmlns="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40283" y="837895"/>
            <a:ext cx="10994136" cy="2254413"/>
            <a:chOff x="340283" y="837895"/>
            <a:chExt cx="10994136" cy="225441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6F0661DA-423E-42E5-65EF-689DCC9E0DCF}"/>
                </a:ext>
              </a:extLst>
            </p:cNvPr>
            <p:cNvSpPr/>
            <p:nvPr/>
          </p:nvSpPr>
          <p:spPr>
            <a:xfrm>
              <a:off x="340283" y="837895"/>
              <a:ext cx="1099413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buSzPct val="80000"/>
              </a:pPr>
              <a:r>
                <a:rPr 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luật</a:t>
              </a:r>
              <a:r>
                <a: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tác</a:t>
              </a:r>
              <a:r>
                <a: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dụng</a:t>
              </a:r>
              <a:r>
                <a: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khối</a:t>
              </a:r>
              <a:r>
                <a: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lượng</a:t>
              </a:r>
              <a:r>
                <a: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(M. 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Guldberg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P. 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Waage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17D57A0-3D13-7FD6-FBF6-0D7E6A97FBFA}"/>
                </a:ext>
              </a:extLst>
            </p:cNvPr>
            <p:cNvSpPr/>
            <p:nvPr/>
          </p:nvSpPr>
          <p:spPr>
            <a:xfrm>
              <a:off x="2125341" y="2445977"/>
              <a:ext cx="7424020" cy="646331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+ 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bB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=  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+ 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48877" y="1689436"/>
              <a:ext cx="895148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Ở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đổi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đồng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thể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đơn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giản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 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48877" y="3345900"/>
            <a:ext cx="6500827" cy="707886"/>
            <a:chOff x="848877" y="3345900"/>
            <a:chExt cx="6500827" cy="70788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3647D432-F5E2-110F-2BA5-6F019E8D6CA9}"/>
                </a:ext>
              </a:extLst>
            </p:cNvPr>
            <p:cNvSpPr/>
            <p:nvPr/>
          </p:nvSpPr>
          <p:spPr>
            <a:xfrm>
              <a:off x="848877" y="3350938"/>
              <a:ext cx="356540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Tốc</a:t>
              </a:r>
              <a:r>
                <a:rPr lang="en-US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14285" y="3345900"/>
              <a:ext cx="2935419" cy="707886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</a:t>
              </a:r>
              <a:r>
                <a:rPr lang="en-US" altLang="en-US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[A]</a:t>
              </a:r>
              <a:r>
                <a:rPr lang="en-US" altLang="en-US" sz="4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[B]</a:t>
              </a:r>
              <a:r>
                <a:rPr lang="en-US" altLang="en-US" sz="4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x-none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311828" y="4238047"/>
            <a:ext cx="5919546" cy="1267082"/>
            <a:chOff x="1311828" y="4238047"/>
            <a:chExt cx="5919546" cy="12670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3647D432-F5E2-110F-2BA5-6F019E8D6CA9}"/>
                </a:ext>
              </a:extLst>
            </p:cNvPr>
            <p:cNvSpPr/>
            <p:nvPr/>
          </p:nvSpPr>
          <p:spPr>
            <a:xfrm>
              <a:off x="1311828" y="4238047"/>
              <a:ext cx="106906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3647D432-F5E2-110F-2BA5-6F019E8D6CA9}"/>
                </a:ext>
              </a:extLst>
            </p:cNvPr>
            <p:cNvSpPr/>
            <p:nvPr/>
          </p:nvSpPr>
          <p:spPr>
            <a:xfrm>
              <a:off x="2380891" y="4294564"/>
              <a:ext cx="4850483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293688" indent="-293688">
                <a:buFont typeface="Wingdings" panose="05000000000000000000" pitchFamily="2" charset="2"/>
                <a:buChar char="§"/>
              </a:pP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endParaRPr 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3647D432-F5E2-110F-2BA5-6F019E8D6CA9}"/>
                </a:ext>
              </a:extLst>
            </p:cNvPr>
            <p:cNvSpPr/>
            <p:nvPr/>
          </p:nvSpPr>
          <p:spPr>
            <a:xfrm>
              <a:off x="2380890" y="4981909"/>
              <a:ext cx="4850483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293688" indent="-293688">
                <a:buFont typeface="Wingdings" panose="05000000000000000000" pitchFamily="2" charset="2"/>
                <a:buChar char="§"/>
              </a:pP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hằng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endParaRPr 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1680" y="5505129"/>
            <a:ext cx="4654452" cy="1199010"/>
            <a:chOff x="151680" y="5505129"/>
            <a:chExt cx="4654452" cy="1199010"/>
          </a:xfrm>
        </p:grpSpPr>
        <p:cxnSp>
          <p:nvCxnSpPr>
            <p:cNvPr id="21" name="Straight Arrow Connector 20"/>
            <p:cNvCxnSpPr>
              <a:stCxn id="18" idx="2"/>
              <a:endCxn id="22" idx="0"/>
            </p:cNvCxnSpPr>
            <p:nvPr/>
          </p:nvCxnSpPr>
          <p:spPr>
            <a:xfrm flipH="1">
              <a:off x="1810948" y="5505129"/>
              <a:ext cx="2995184" cy="6757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3647D432-F5E2-110F-2BA5-6F019E8D6CA9}"/>
                </a:ext>
              </a:extLst>
            </p:cNvPr>
            <p:cNvSpPr/>
            <p:nvPr/>
          </p:nvSpPr>
          <p:spPr>
            <a:xfrm>
              <a:off x="151680" y="6180919"/>
              <a:ext cx="3318535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Bản</a:t>
              </a:r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endParaRPr lang="x-none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848264" y="5491473"/>
            <a:ext cx="1912668" cy="1245756"/>
            <a:chOff x="3848264" y="5491473"/>
            <a:chExt cx="1912668" cy="124575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3647D432-F5E2-110F-2BA5-6F019E8D6CA9}"/>
                </a:ext>
              </a:extLst>
            </p:cNvPr>
            <p:cNvSpPr/>
            <p:nvPr/>
          </p:nvSpPr>
          <p:spPr>
            <a:xfrm>
              <a:off x="3848264" y="6214009"/>
              <a:ext cx="1912668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altLang="en-US" sz="2800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endParaRPr lang="x-none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Arrow Connector 24"/>
            <p:cNvCxnSpPr>
              <a:endCxn id="24" idx="0"/>
            </p:cNvCxnSpPr>
            <p:nvPr/>
          </p:nvCxnSpPr>
          <p:spPr>
            <a:xfrm>
              <a:off x="4804598" y="5491473"/>
              <a:ext cx="0" cy="72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4806132" y="5505129"/>
            <a:ext cx="3255881" cy="1199010"/>
            <a:chOff x="4806132" y="5505129"/>
            <a:chExt cx="3255881" cy="1199010"/>
          </a:xfrm>
        </p:grpSpPr>
        <p:cxnSp>
          <p:nvCxnSpPr>
            <p:cNvPr id="27" name="Straight Arrow Connector 26"/>
            <p:cNvCxnSpPr>
              <a:stCxn id="18" idx="2"/>
              <a:endCxn id="28" idx="0"/>
            </p:cNvCxnSpPr>
            <p:nvPr/>
          </p:nvCxnSpPr>
          <p:spPr>
            <a:xfrm>
              <a:off x="4806132" y="5505129"/>
              <a:ext cx="2357977" cy="6757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xmlns="" id="{3647D432-F5E2-110F-2BA5-6F019E8D6CA9}"/>
                </a:ext>
              </a:extLst>
            </p:cNvPr>
            <p:cNvSpPr/>
            <p:nvPr/>
          </p:nvSpPr>
          <p:spPr>
            <a:xfrm>
              <a:off x="6266205" y="6180919"/>
              <a:ext cx="1795808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en-US" sz="28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altLang="en-US" sz="2800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Xúc</a:t>
              </a:r>
              <a:r>
                <a:rPr lang="en-US" altLang="en-US" sz="28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tác</a:t>
              </a:r>
              <a:endParaRPr lang="x-none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669382" y="3384845"/>
            <a:ext cx="4248926" cy="3336801"/>
            <a:chOff x="7669382" y="3384845"/>
            <a:chExt cx="4248926" cy="3336801"/>
          </a:xfrm>
        </p:grpSpPr>
        <p:sp>
          <p:nvSpPr>
            <p:cNvPr id="30" name="Rectangle 29"/>
            <p:cNvSpPr/>
            <p:nvPr/>
          </p:nvSpPr>
          <p:spPr>
            <a:xfrm>
              <a:off x="8565756" y="3397659"/>
              <a:ext cx="3352552" cy="3323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Nghiệm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đúng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đơn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giản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hay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từng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giai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đoạn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phức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tạp</a:t>
              </a:r>
              <a:endPara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ight Brace 30"/>
            <p:cNvSpPr/>
            <p:nvPr/>
          </p:nvSpPr>
          <p:spPr>
            <a:xfrm>
              <a:off x="7669382" y="3384845"/>
              <a:ext cx="702158" cy="3302041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6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xmlns="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24DDBE07-25CC-4399-9AB0-54ADB349B7D9}"/>
              </a:ext>
            </a:extLst>
          </p:cNvPr>
          <p:cNvSpPr txBox="1">
            <a:spLocks noChangeArrowheads="1"/>
          </p:cNvSpPr>
          <p:nvPr/>
        </p:nvSpPr>
        <p:spPr>
          <a:xfrm>
            <a:off x="304080" y="1059125"/>
            <a:ext cx="9144000" cy="691342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vi-V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vi-V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xmlns="" id="{A31AD486-BA34-4FCB-9D59-0A1EB5427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80" y="3230574"/>
            <a:ext cx="9144000" cy="1392381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vi-VN" alt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∑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):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xmlns="" id="{47DB3C77-89B9-4C5E-BC07-CC6957AA8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6280" y="1818531"/>
            <a:ext cx="4800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cs typeface="Times New Roman" panose="02020603050405020304" pitchFamily="18" charset="0"/>
              </a:rPr>
              <a:t>H</a:t>
            </a:r>
            <a:r>
              <a:rPr lang="en-US" altLang="en-US" b="1" baseline="-25000" dirty="0">
                <a:cs typeface="Times New Roman" panose="02020603050405020304" pitchFamily="18" charset="0"/>
              </a:rPr>
              <a:t>2</a:t>
            </a:r>
            <a:r>
              <a:rPr lang="en-US" altLang="en-US" b="1" dirty="0">
                <a:cs typeface="Times New Roman" panose="02020603050405020304" pitchFamily="18" charset="0"/>
              </a:rPr>
              <a:t> (k)  +  I</a:t>
            </a:r>
            <a:r>
              <a:rPr lang="en-US" altLang="en-US" b="1" baseline="-25000" dirty="0">
                <a:cs typeface="Times New Roman" panose="02020603050405020304" pitchFamily="18" charset="0"/>
              </a:rPr>
              <a:t>2</a:t>
            </a:r>
            <a:r>
              <a:rPr lang="en-US" altLang="en-US" b="1" dirty="0">
                <a:cs typeface="Times New Roman" panose="02020603050405020304" pitchFamily="18" charset="0"/>
              </a:rPr>
              <a:t>(k)  =  2HI(k)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A5D9227F-3E51-41B1-8919-9D57AB35B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226" y="4986572"/>
            <a:ext cx="10801724" cy="1473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Một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phản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ứng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gồm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nhiều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giai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đoạn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nối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tiếp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, </a:t>
            </a:r>
            <a:b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</a:b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tốc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độ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pư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được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quyết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định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bởi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tốc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độ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giai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đọan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chậm</a:t>
            </a:r>
            <a:r>
              <a:rPr lang="en-US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cs typeface="Times New Roman" panose="02020603050405020304" pitchFamily="18" charset="0"/>
              </a:rPr>
              <a:t>nhất</a:t>
            </a:r>
            <a:r>
              <a:rPr lang="vi-VN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.</a:t>
            </a:r>
            <a:endParaRPr lang="en-US" altLang="en-US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4080" y="2585115"/>
            <a:ext cx="76402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vi-VN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alt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endParaRPr lang="en-US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93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/>
      <p:bldP spid="10" grpId="0" animBg="1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xmlns="" id="{F2B97DA0-73C8-4283-85D3-902FA2BD9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0861" y="888789"/>
            <a:ext cx="3959975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</a:t>
            </a:r>
            <a:r>
              <a:rPr lang="en-US" alt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4NO</a:t>
            </a:r>
            <a:r>
              <a:rPr lang="en-US" alt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O</a:t>
            </a:r>
            <a:r>
              <a:rPr lang="en-US" alt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xmlns="" id="{9FAEA435-3B8B-4F26-B187-C543A434A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935" y="2333685"/>
            <a:ext cx="990461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</a:t>
            </a:r>
            <a:r>
              <a:rPr lang="en-US" alt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O</a:t>
            </a:r>
            <a:r>
              <a:rPr lang="en-US" alt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(1)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chậm</a:t>
            </a:r>
            <a:endParaRPr lang="vi-V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vi-VN" altLang="en-US" sz="32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altLang="en-US" sz="3200" baseline="-250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vi-VN" altLang="en-US" sz="32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vi-VN" altLang="en-US" sz="3200" baseline="-250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32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vi-VN" altLang="en-US" sz="3200" baseline="-250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32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.[N</a:t>
            </a:r>
            <a:r>
              <a:rPr lang="en-US" altLang="en-US" sz="3200" baseline="-250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3200" baseline="-250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32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N</a:t>
            </a:r>
            <a:r>
              <a:rPr lang="en-US" altLang="en-US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4NO</a:t>
            </a:r>
            <a:r>
              <a:rPr lang="en-US" altLang="en-US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(2)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endParaRPr lang="vi-VN" alt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vi-VN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v</a:t>
            </a:r>
            <a:r>
              <a:rPr lang="vi-VN" altLang="en-US" sz="320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vi-VN" altLang="en-US" sz="320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.[N</a:t>
            </a:r>
            <a:r>
              <a:rPr lang="vi-VN" altLang="en-US" sz="320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vi-VN" altLang="en-US" sz="320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vi-VN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].[N</a:t>
            </a:r>
            <a:r>
              <a:rPr lang="vi-VN" altLang="en-US" sz="320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vi-VN" altLang="en-US" sz="320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altLang="en-US" sz="32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en-US" sz="3200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chậm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vi-V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alt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en-US" alt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vi-VN" alt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.[N</a:t>
            </a:r>
            <a:r>
              <a:rPr lang="en-US" alt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      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xmlns="" id="{C7E1388B-288E-4A04-85C5-3C0C18F1F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8" y="936306"/>
            <a:ext cx="228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u="sng" dirty="0" err="1">
                <a:cs typeface="Times New Roman" panose="02020603050405020304" pitchFamily="18" charset="0"/>
              </a:rPr>
              <a:t>Ví</a:t>
            </a:r>
            <a:r>
              <a:rPr lang="en-US" altLang="en-US" b="1" u="sng" dirty="0">
                <a:cs typeface="Times New Roman" panose="02020603050405020304" pitchFamily="18" charset="0"/>
              </a:rPr>
              <a:t> </a:t>
            </a:r>
            <a:r>
              <a:rPr lang="en-US" altLang="en-US" b="1" u="sng" dirty="0" err="1">
                <a:cs typeface="Times New Roman" panose="02020603050405020304" pitchFamily="18" charset="0"/>
              </a:rPr>
              <a:t>dụ</a:t>
            </a:r>
            <a:r>
              <a:rPr lang="en-US" altLang="en-US" b="1" u="sng" dirty="0">
                <a:cs typeface="Times New Roman" panose="02020603050405020304" pitchFamily="18" charset="0"/>
              </a:rPr>
              <a:t> 1</a:t>
            </a:r>
            <a:r>
              <a:rPr lang="en-US" altLang="en-US" dirty="0"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xmlns="" id="{88783AFF-1073-4976-BF99-F71967B58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35" y="1687354"/>
            <a:ext cx="487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i="1" dirty="0">
                <a:cs typeface="Times New Roman" panose="02020603050405020304" pitchFamily="18" charset="0"/>
              </a:rPr>
              <a:t>  </a:t>
            </a:r>
            <a:r>
              <a:rPr lang="en-US" altLang="en-US" b="1" i="1" dirty="0" err="1">
                <a:cs typeface="Times New Roman" panose="02020603050405020304" pitchFamily="18" charset="0"/>
              </a:rPr>
              <a:t>Có</a:t>
            </a:r>
            <a:r>
              <a:rPr lang="en-US" altLang="en-US" b="1" i="1" dirty="0"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cs typeface="Times New Roman" panose="02020603050405020304" pitchFamily="18" charset="0"/>
              </a:rPr>
              <a:t>hai</a:t>
            </a:r>
            <a:r>
              <a:rPr lang="en-US" altLang="en-US" b="1" i="1" dirty="0"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cs typeface="Times New Roman" panose="02020603050405020304" pitchFamily="18" charset="0"/>
              </a:rPr>
              <a:t>giai</a:t>
            </a:r>
            <a:r>
              <a:rPr lang="en-US" altLang="en-US" b="1" i="1" dirty="0"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cs typeface="Times New Roman" panose="02020603050405020304" pitchFamily="18" charset="0"/>
              </a:rPr>
              <a:t>đoạn</a:t>
            </a:r>
            <a:r>
              <a:rPr lang="en-US" altLang="en-US" b="1" i="1" dirty="0">
                <a:cs typeface="Times New Roman" panose="02020603050405020304" pitchFamily="18" charset="0"/>
              </a:rPr>
              <a:t> n</a:t>
            </a:r>
            <a:r>
              <a:rPr lang="vi-VN" altLang="en-US" b="1" i="1" dirty="0">
                <a:cs typeface="Times New Roman" panose="02020603050405020304" pitchFamily="18" charset="0"/>
              </a:rPr>
              <a:t>ối tiếp: </a:t>
            </a:r>
            <a:endParaRPr lang="en-US" altLang="en-US" b="1" i="1" dirty="0"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65088" y="6165798"/>
            <a:ext cx="3839513" cy="58477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hản ứng bậc nhất</a:t>
            </a:r>
            <a:endParaRPr lang="en-US" sz="3200" dirty="0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xmlns="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2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8601" y="6459785"/>
            <a:ext cx="508620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50980" y="1021701"/>
            <a:ext cx="10391192" cy="3960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/>
          </a:p>
        </p:txBody>
      </p:sp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296010"/>
              </p:ext>
            </p:extLst>
          </p:nvPr>
        </p:nvGraphicFramePr>
        <p:xfrm>
          <a:off x="1091747" y="2688306"/>
          <a:ext cx="8627837" cy="2126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4" imgW="6858000" imgH="1685880" progId="ChemWindow.Document">
                  <p:embed/>
                </p:oleObj>
              </mc:Choice>
              <mc:Fallback>
                <p:oleObj name="Document" r:id="rId4" imgW="6858000" imgH="1685880" progId="ChemWindow.Document">
                  <p:embed/>
                  <p:pic>
                    <p:nvPicPr>
                      <p:cNvPr id="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1747" y="2688306"/>
                        <a:ext cx="8627837" cy="2126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2950918" y="971402"/>
            <a:ext cx="6006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2NO(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Br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2NOBr(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494778" y="1935621"/>
            <a:ext cx="66095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233" y="5144888"/>
            <a:ext cx="8916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xmlns="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xmlns="" id="{C7E1388B-288E-4A04-85C5-3C0C18F1F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753" y="981603"/>
            <a:ext cx="228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u="sng" dirty="0" err="1">
                <a:cs typeface="Times New Roman" panose="02020603050405020304" pitchFamily="18" charset="0"/>
              </a:rPr>
              <a:t>Ví</a:t>
            </a:r>
            <a:r>
              <a:rPr lang="en-US" altLang="en-US" b="1" u="sng" dirty="0">
                <a:cs typeface="Times New Roman" panose="02020603050405020304" pitchFamily="18" charset="0"/>
              </a:rPr>
              <a:t> </a:t>
            </a:r>
            <a:r>
              <a:rPr lang="en-US" altLang="en-US" b="1" u="sng" dirty="0" err="1">
                <a:cs typeface="Times New Roman" panose="02020603050405020304" pitchFamily="18" charset="0"/>
              </a:rPr>
              <a:t>dụ</a:t>
            </a:r>
            <a:r>
              <a:rPr lang="en-US" altLang="en-US" b="1" u="sng" dirty="0">
                <a:cs typeface="Times New Roman" panose="02020603050405020304" pitchFamily="18" charset="0"/>
              </a:rPr>
              <a:t> 2</a:t>
            </a:r>
            <a:r>
              <a:rPr lang="en-US" altLang="en-US" dirty="0"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1652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5" grpId="0"/>
      <p:bldP spid="13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8601" y="6459785"/>
            <a:ext cx="508620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50980" y="1021701"/>
            <a:ext cx="10391192" cy="3960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</a:pPr>
            <a:endParaRPr lang="en-US" sz="3200" dirty="0">
              <a:solidFill>
                <a:srgbClr val="CC00CC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495552" y="1021701"/>
            <a:ext cx="53591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2NO(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Br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2NOBr(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0770" y="1645082"/>
            <a:ext cx="40382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chậm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(Step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0770" y="3775054"/>
            <a:ext cx="868200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(Step 1)</a:t>
            </a:r>
          </a:p>
          <a:p>
            <a:pPr lvl="4" algn="just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863046" y="4347616"/>
                <a:ext cx="3406702" cy="8495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lvl="4"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1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sz="2800" b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b="1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sz="2800" b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800" b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2800" b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8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sz="2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NOBr</m:t>
                        </m:r>
                        <m:r>
                          <m:rPr>
                            <m:nor/>
                          </m:rPr>
                          <a:rPr lang="en-US" sz="2800" b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2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sz="2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NO</m:t>
                        </m:r>
                        <m:r>
                          <m:rPr>
                            <m:nor/>
                          </m:rPr>
                          <a:rPr lang="en-US" sz="2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][</m:t>
                        </m:r>
                        <m:sSub>
                          <m:sSubPr>
                            <m:ctrlPr>
                              <a:rPr lang="en-US" sz="2800" b="1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𝑩𝒓</m:t>
                            </m:r>
                          </m:e>
                          <m:sub>
                            <m:r>
                              <a:rPr lang="en-US" sz="2800" b="1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] </m:t>
                        </m:r>
                      </m:den>
                    </m:f>
                  </m:oMath>
                </a14:m>
                <a:endParaRPr 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046" y="4347616"/>
                <a:ext cx="3406702" cy="849592"/>
              </a:xfrm>
              <a:prstGeom prst="rect">
                <a:avLst/>
              </a:prstGeom>
              <a:blipFill rotWithShape="0">
                <a:blip r:embed="rId4"/>
                <a:stretch>
                  <a:fillRect l="-3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672010" y="2266480"/>
            <a:ext cx="31245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 </a:t>
            </a:r>
            <a:r>
              <a:rPr 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[NOBr</a:t>
            </a:r>
            <a:r>
              <a:rPr 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][NO]</a:t>
            </a:r>
          </a:p>
        </p:txBody>
      </p:sp>
      <p:sp>
        <p:nvSpPr>
          <p:cNvPr id="10" name="Notched Right Arrow 9"/>
          <p:cNvSpPr/>
          <p:nvPr/>
        </p:nvSpPr>
        <p:spPr>
          <a:xfrm>
            <a:off x="6271025" y="4650980"/>
            <a:ext cx="457200" cy="31652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728225" y="4256355"/>
                <a:ext cx="4113947" cy="9812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NOBr</m:t>
                      </m:r>
                      <m:r>
                        <m:rPr>
                          <m:nor/>
                        </m:rPr>
                        <a:rPr lang="en-US" sz="2800" b="1" baseline="-25000" dirty="0" smtClean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]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800" b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800" b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800" b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NO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][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𝑩𝒓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225" y="4256355"/>
                <a:ext cx="4113947" cy="9812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840770" y="2961680"/>
            <a:ext cx="73388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NOBr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38" y="5155043"/>
            <a:ext cx="4322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339639"/>
              </p:ext>
            </p:extLst>
          </p:nvPr>
        </p:nvGraphicFramePr>
        <p:xfrm>
          <a:off x="2917983" y="5780110"/>
          <a:ext cx="6514296" cy="104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6" imgW="2768400" imgH="444240" progId="Equation.3">
                  <p:embed/>
                </p:oleObj>
              </mc:Choice>
              <mc:Fallback>
                <p:oleObj name="Equation" r:id="rId6" imgW="2768400" imgH="444240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983" y="5780110"/>
                        <a:ext cx="6514296" cy="1044800"/>
                      </a:xfrm>
                      <a:prstGeom prst="rect">
                        <a:avLst/>
                      </a:prstGeom>
                      <a:solidFill>
                        <a:schemeClr val="hlink">
                          <a:alpha val="5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標題 1">
            <a:extLst>
              <a:ext uri="{FF2B5EF4-FFF2-40B4-BE49-F238E27FC236}">
                <a16:creationId xmlns:a16="http://schemas.microsoft.com/office/drawing/2014/main" xmlns="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4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3" grpId="0"/>
      <p:bldP spid="9" grpId="0"/>
      <p:bldP spid="10" grpId="0" animBg="1"/>
      <p:bldP spid="11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9282864" y="5500066"/>
            <a:ext cx="426401" cy="557751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xmlns="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xmlns="" id="{C7E1388B-288E-4A04-85C5-3C0C18F1F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335" y="948998"/>
            <a:ext cx="1100017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en-US" b="1" u="sng" dirty="0" err="1">
                <a:cs typeface="Times New Roman" panose="02020603050405020304" pitchFamily="18" charset="0"/>
              </a:rPr>
              <a:t>Ví</a:t>
            </a:r>
            <a:r>
              <a:rPr lang="en-US" altLang="en-US" b="1" u="sng" dirty="0">
                <a:cs typeface="Times New Roman" panose="02020603050405020304" pitchFamily="18" charset="0"/>
              </a:rPr>
              <a:t> </a:t>
            </a:r>
            <a:r>
              <a:rPr lang="en-US" altLang="en-US" b="1" u="sng" dirty="0" err="1">
                <a:cs typeface="Times New Roman" panose="02020603050405020304" pitchFamily="18" charset="0"/>
              </a:rPr>
              <a:t>dụ</a:t>
            </a:r>
            <a:r>
              <a:rPr lang="en-US" altLang="en-US" b="1" u="sng" dirty="0">
                <a:cs typeface="Times New Roman" panose="02020603050405020304" pitchFamily="18" charset="0"/>
              </a:rPr>
              <a:t> 2</a:t>
            </a:r>
            <a:r>
              <a:rPr lang="en-US" altLang="en-US" dirty="0"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Chọn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</a:t>
            </a:r>
            <a:r>
              <a:rPr lang="vi-VN" altLang="en-US" sz="2800" dirty="0">
                <a:cs typeface="Times New Roman" panose="02020603050405020304" pitchFamily="18" charset="0"/>
              </a:rPr>
              <a:t>ươ</a:t>
            </a:r>
            <a:r>
              <a:rPr lang="en-US" altLang="en-US" sz="2800" dirty="0" err="1">
                <a:cs typeface="Times New Roman" panose="02020603050405020304" pitchFamily="18" charset="0"/>
              </a:rPr>
              <a:t>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án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đúng</a:t>
            </a:r>
            <a:r>
              <a:rPr lang="en-US" altLang="en-US" sz="2800" dirty="0">
                <a:cs typeface="Times New Roman" panose="02020603050405020304" pitchFamily="18" charset="0"/>
              </a:rPr>
              <a:t>. C</a:t>
            </a:r>
            <a:r>
              <a:rPr lang="vi-VN" altLang="en-US" sz="2800" dirty="0">
                <a:cs typeface="Times New Roman" panose="02020603050405020304" pitchFamily="18" charset="0"/>
              </a:rPr>
              <a:t>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chế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phản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phức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tạp</a:t>
            </a:r>
            <a:r>
              <a:rPr lang="en-US" altLang="en-US" sz="2800" dirty="0">
                <a:cs typeface="Times New Roman" panose="02020603050405020304" pitchFamily="18" charset="0"/>
              </a:rPr>
              <a:t>:</a:t>
            </a:r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088686" y="1757146"/>
            <a:ext cx="60228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2NO</a:t>
            </a:r>
            <a:r>
              <a:rPr lang="en-US" alt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 + F</a:t>
            </a:r>
            <a:r>
              <a:rPr lang="en-US" alt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(k) → 2NO</a:t>
            </a:r>
            <a:r>
              <a:rPr lang="en-US" alt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xmlns="" id="{C7E1388B-288E-4A04-85C5-3C0C18F1F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335" y="2505073"/>
            <a:ext cx="69640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thể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giải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thích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cs typeface="Times New Roman" panose="02020603050405020304" pitchFamily="18" charset="0"/>
              </a:rPr>
              <a:t> 2 </a:t>
            </a:r>
            <a:r>
              <a:rPr lang="en-US" altLang="en-US" sz="2800" dirty="0" err="1">
                <a:cs typeface="Times New Roman" panose="02020603050405020304" pitchFamily="18" charset="0"/>
              </a:rPr>
              <a:t>ph</a:t>
            </a:r>
            <a:r>
              <a:rPr lang="vi-VN" altLang="en-US" sz="2800" dirty="0">
                <a:cs typeface="Times New Roman" panose="02020603050405020304" pitchFamily="18" charset="0"/>
              </a:rPr>
              <a:t>ươ</a:t>
            </a:r>
            <a:r>
              <a:rPr lang="en-US" altLang="en-US" sz="2800" dirty="0" err="1">
                <a:cs typeface="Times New Roman" panose="02020603050405020304" pitchFamily="18" charset="0"/>
              </a:rPr>
              <a:t>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trình</a:t>
            </a:r>
            <a:r>
              <a:rPr lang="en-US" altLang="en-US" sz="2800" dirty="0">
                <a:cs typeface="Times New Roman" panose="02020603050405020304" pitchFamily="18" charset="0"/>
              </a:rPr>
              <a:t> đ</a:t>
            </a:r>
            <a:r>
              <a:rPr lang="vi-VN" altLang="en-US" sz="2800" dirty="0">
                <a:cs typeface="Times New Roman" panose="02020603050405020304" pitchFamily="18" charset="0"/>
              </a:rPr>
              <a:t>ơ</a:t>
            </a:r>
            <a:r>
              <a:rPr lang="en-US" altLang="en-US" sz="2800" dirty="0">
                <a:cs typeface="Times New Roman" panose="02020603050405020304" pitchFamily="18" charset="0"/>
              </a:rPr>
              <a:t>n </a:t>
            </a:r>
            <a:r>
              <a:rPr lang="en-US" altLang="en-US" sz="2800" dirty="0" err="1">
                <a:cs typeface="Times New Roman" panose="02020603050405020304" pitchFamily="18" charset="0"/>
              </a:rPr>
              <a:t>giản</a:t>
            </a:r>
            <a:r>
              <a:rPr lang="en-US" altLang="en-US" sz="2800" dirty="0">
                <a:cs typeface="Times New Roman" panose="02020603050405020304" pitchFamily="18" charset="0"/>
              </a:rPr>
              <a:t>:</a:t>
            </a:r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441762" y="3134072"/>
            <a:ext cx="1036475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it-IT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NO</a:t>
            </a:r>
            <a:r>
              <a:rPr lang="it-IT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it-IT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(k) + F</a:t>
            </a:r>
            <a:r>
              <a:rPr lang="it-IT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it-IT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(k) </a:t>
            </a:r>
            <a:r>
              <a:rPr lang="it-IT" sz="3200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it-IT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NO</a:t>
            </a:r>
            <a:r>
              <a:rPr lang="it-IT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it-IT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 (k) + F (k)	        (chậm)	</a:t>
            </a:r>
            <a:endParaRPr 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it-IT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NO</a:t>
            </a:r>
            <a:r>
              <a:rPr lang="it-IT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it-IT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(k) + F (k) </a:t>
            </a:r>
            <a:r>
              <a:rPr lang="it-IT" sz="3200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it-IT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NO</a:t>
            </a:r>
            <a:r>
              <a:rPr lang="it-IT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it-IT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 (k)		        (nhanh)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06335" y="4317069"/>
            <a:ext cx="110001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Biểu thức tốc độ của phản ứng sẽ được biểu diễn bằng công thức: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51680" y="5208731"/>
                <a:ext cx="2718886" cy="958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𝑁𝑂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𝑁𝑂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80" y="5208731"/>
                <a:ext cx="2718886" cy="958276"/>
              </a:xfrm>
              <a:prstGeom prst="rect">
                <a:avLst/>
              </a:prstGeom>
              <a:blipFill rotWithShape="0">
                <a:blip r:embed="rId3"/>
                <a:stretch>
                  <a:fillRect l="-4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249672" y="5227853"/>
                <a:ext cx="2698046" cy="958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𝑁𝑂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𝑁𝑂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672" y="5227853"/>
                <a:ext cx="2698046" cy="958276"/>
              </a:xfrm>
              <a:prstGeom prst="rect">
                <a:avLst/>
              </a:prstGeom>
              <a:blipFill rotWithShape="0">
                <a:blip r:embed="rId4"/>
                <a:stretch>
                  <a:fillRect l="-4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352626" y="5472720"/>
                <a:ext cx="2704843" cy="5850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𝑁𝑂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626" y="5472720"/>
                <a:ext cx="2704843" cy="585097"/>
              </a:xfrm>
              <a:prstGeom prst="rect">
                <a:avLst/>
              </a:prstGeom>
              <a:blipFill rotWithShape="0">
                <a:blip r:embed="rId5"/>
                <a:stretch>
                  <a:fillRect l="-4505" t="-7292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9282864" y="5498832"/>
                <a:ext cx="2726900" cy="560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D.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𝑁𝑂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864" y="5498832"/>
                <a:ext cx="2726900" cy="560218"/>
              </a:xfrm>
              <a:prstGeom prst="rect">
                <a:avLst/>
              </a:prstGeom>
              <a:blipFill>
                <a:blip r:embed="rId6"/>
                <a:stretch>
                  <a:fillRect l="-5116" t="-8696" b="-2173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22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/>
      <p:bldP spid="23" grpId="0"/>
      <p:bldP spid="25" grpId="0"/>
      <p:bldP spid="26" grpId="0"/>
      <p:bldP spid="27" grpId="0"/>
      <p:bldP spid="38" grpId="0"/>
      <p:bldP spid="39" grpId="0"/>
      <p:bldP spid="40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quát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69A49E51-E200-4660-94FB-B1FDBCB7AD87}"/>
              </a:ext>
            </a:extLst>
          </p:cNvPr>
          <p:cNvSpPr txBox="1">
            <a:spLocks noChangeArrowheads="1"/>
          </p:cNvSpPr>
          <p:nvPr/>
        </p:nvSpPr>
        <p:spPr>
          <a:xfrm>
            <a:off x="388937" y="960200"/>
            <a:ext cx="8755062" cy="7127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en-US" sz="3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  </a:t>
            </a:r>
            <a:r>
              <a:rPr lang="en-US" altLang="en-US" sz="3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=  </a:t>
            </a:r>
            <a:r>
              <a:rPr lang="en-US" altLang="en-US" sz="3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+  </a:t>
            </a:r>
            <a:r>
              <a:rPr lang="en-US" altLang="en-US" sz="3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xmlns="" id="{19E788B3-512A-41F3-847E-5A6C291FF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8987" y="1672987"/>
            <a:ext cx="826030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Tốc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độ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phản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ứng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tổng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quát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  <a:r>
              <a:rPr lang="vi-V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v = k</a:t>
            </a:r>
            <a:r>
              <a:rPr lang="vi-VN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.</a:t>
            </a:r>
            <a:r>
              <a:rPr lang="en-US" altLang="en-US" sz="4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C</a:t>
            </a:r>
            <a:r>
              <a:rPr lang="en-US" altLang="en-US" sz="4000" b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4000" b="1" baseline="30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4000" b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vi-VN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.</a:t>
            </a:r>
            <a:r>
              <a:rPr lang="en-US" altLang="en-US" sz="4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C</a:t>
            </a:r>
            <a:r>
              <a:rPr lang="en-US" altLang="en-US" sz="4000" b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B</a:t>
            </a:r>
            <a:r>
              <a:rPr lang="en-US" altLang="en-US" sz="4000" b="1" baseline="30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m</a:t>
            </a:r>
            <a:endParaRPr lang="en-US" alt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xmlns="" id="{D95E5F4B-AE5C-4977-90BE-C785EE35B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49" y="3373750"/>
            <a:ext cx="1100256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vi-VN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+</a:t>
            </a:r>
            <a:r>
              <a:rPr lang="vi-VN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m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:</a:t>
            </a:r>
            <a:r>
              <a:rPr lang="vi-VN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cs typeface="Times New Roman" panose="02020603050405020304" pitchFamily="18" charset="0"/>
              </a:rPr>
              <a:t>bậc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cs typeface="Times New Roman" panose="02020603050405020304" pitchFamily="18" charset="0"/>
              </a:rPr>
              <a:t>phản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, </a:t>
            </a:r>
            <a:r>
              <a:rPr lang="vi-VN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có thể là số âm, số nguyên, phân số hoặc số không</a:t>
            </a:r>
            <a:r>
              <a:rPr 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. m </a:t>
            </a:r>
            <a:r>
              <a:rPr lang="en-US" sz="2800" dirty="0" err="1">
                <a:solidFill>
                  <a:srgbClr val="006600"/>
                </a:solidFill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 n </a:t>
            </a:r>
            <a:r>
              <a:rPr lang="vi-VN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xác định bằng thực nghiệm</a:t>
            </a:r>
            <a:r>
              <a:rPr lang="en-US" altLang="en-US" sz="2800" dirty="0">
                <a:solidFill>
                  <a:srgbClr val="006600"/>
                </a:solidFill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7AAFBC9-4E60-4BC8-B9FD-C7CEA3FE53C7}"/>
              </a:ext>
            </a:extLst>
          </p:cNvPr>
          <p:cNvSpPr txBox="1"/>
          <p:nvPr/>
        </p:nvSpPr>
        <p:spPr>
          <a:xfrm>
            <a:off x="648949" y="2619074"/>
            <a:ext cx="861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n:</a:t>
            </a: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6FBE6C62-42B4-6A8F-7561-75D41BAABE85}"/>
              </a:ext>
            </a:extLst>
          </p:cNvPr>
          <p:cNvGrpSpPr/>
          <p:nvPr/>
        </p:nvGrpSpPr>
        <p:grpSpPr>
          <a:xfrm>
            <a:off x="3986407" y="4394446"/>
            <a:ext cx="4406218" cy="523220"/>
            <a:chOff x="3986407" y="4394446"/>
            <a:chExt cx="4406218" cy="523220"/>
          </a:xfrm>
        </p:grpSpPr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xmlns="" id="{C6EAE680-AEF0-499F-9708-87BC5DCA58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3292" y="4394446"/>
              <a:ext cx="337933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dirty="0" err="1">
                  <a:cs typeface="Times New Roman" panose="02020603050405020304" pitchFamily="18" charset="0"/>
                </a:rPr>
                <a:t>Phản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ứng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đơn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giản</a:t>
              </a:r>
              <a:endParaRPr lang="en-US" altLang="en-US" sz="2800" dirty="0">
                <a:cs typeface="Times New Roman" panose="02020603050405020304" pitchFamily="18" charset="0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xmlns="" id="{973B9CC4-1F57-49E7-828C-C62581D82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407" y="4689306"/>
              <a:ext cx="94765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Line 13">
            <a:extLst>
              <a:ext uri="{FF2B5EF4-FFF2-40B4-BE49-F238E27FC236}">
                <a16:creationId xmlns:a16="http://schemas.microsoft.com/office/drawing/2014/main" xmlns="" id="{A2008919-2088-4A5E-A9EA-D3BC9175A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6408" y="4682141"/>
            <a:ext cx="947650" cy="632514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63FCFBD3-EF2B-41A0-AF21-C8967688E05F}"/>
              </a:ext>
            </a:extLst>
          </p:cNvPr>
          <p:cNvCxnSpPr/>
          <p:nvPr/>
        </p:nvCxnSpPr>
        <p:spPr>
          <a:xfrm flipV="1">
            <a:off x="8029232" y="5318300"/>
            <a:ext cx="1127305" cy="3302"/>
          </a:xfrm>
          <a:prstGeom prst="straightConnector1">
            <a:avLst/>
          </a:prstGeom>
          <a:ln w="28575">
            <a:solidFill>
              <a:srgbClr val="CC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585402" y="4384857"/>
            <a:ext cx="23823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a </a:t>
            </a: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m  =  b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34057" y="5016305"/>
            <a:ext cx="30540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altLang="en-US" sz="28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altLang="en-US" sz="28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altLang="en-US" sz="28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214296" y="5015023"/>
            <a:ext cx="22829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800" dirty="0">
                <a:solidFill>
                  <a:srgbClr val="CC00CC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vi-VN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m </a:t>
            </a:r>
            <a:r>
              <a:rPr lang="en-US" altLang="en-US" sz="2800" dirty="0">
                <a:solidFill>
                  <a:srgbClr val="CC00CC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b</a:t>
            </a:r>
            <a:endParaRPr lang="en-US" sz="28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66252" y="5538243"/>
            <a:ext cx="10848344" cy="130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hay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bậc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bậc 3 ít gặp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Bậc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hầu như không xảy ra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522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8" grpId="0" animBg="1"/>
      <p:bldP spid="2" grpId="0"/>
      <p:bldP spid="3" grpId="0"/>
      <p:bldP spid="30" grpId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1616" y="1719507"/>
            <a:ext cx="7024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392" y="3528832"/>
            <a:ext cx="80938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US" sz="32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sz="32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136" y="6067175"/>
            <a:ext cx="10405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3200" i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i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sz="3200" i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3200" i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5274" y="1004543"/>
            <a:ext cx="6026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3NO (k) → N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(k) + NO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8405" y="1003989"/>
            <a:ext cx="2435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k[NO]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274" y="2743596"/>
            <a:ext cx="6094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2NO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(k) + F (k) → 2NO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(k)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8405" y="2911069"/>
            <a:ext cx="3409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k[NO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vi-V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274" y="4555101"/>
            <a:ext cx="10881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+ 3I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+ 2H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2H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I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5352" y="5311138"/>
            <a:ext cx="3320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k[H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vi-V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77338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3" grpId="0"/>
      <p:bldP spid="2" grpId="0"/>
      <p:bldP spid="3" grpId="0"/>
      <p:bldP spid="25" grpId="0"/>
      <p:bldP spid="30" grpId="0"/>
      <p:bldP spid="33" grpId="0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8601" y="6459785"/>
            <a:ext cx="508620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-13627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33814" y="990319"/>
                <a:ext cx="11675950" cy="4781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 </a:t>
                </a:r>
                <a:r>
                  <a:rPr lang="en-US" sz="3600" b="1" i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3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ươ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Cho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ctr"/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2NO (k) + O</a:t>
                </a:r>
                <a:r>
                  <a:rPr lang="en-US" sz="3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(k) = 2NO</a:t>
                </a:r>
                <a:r>
                  <a:rPr lang="en-US" sz="3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(k)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tn</a:t>
                </a:r>
                <a:r>
                  <a:rPr lang="en-US" sz="3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𝐯</m:t>
                    </m:r>
                    <m:r>
                      <a:rPr lang="en-US" sz="3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n-US" sz="3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𝐱</m:t>
                    </m:r>
                    <m:f>
                      <m:fPr>
                        <m:ctrlP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600" b="1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𝐝</m:t>
                        </m:r>
                        <m:r>
                          <a:rPr lang="en-US" sz="3600" b="1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sz="3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𝐍</m:t>
                        </m:r>
                        <m:sSub>
                          <m:sSubPr>
                            <m:ctrlPr>
                              <a:rPr lang="en-US" sz="3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sz="36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3600" b="1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3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𝐝𝐭</m:t>
                        </m:r>
                      </m:den>
                    </m:f>
                    <m:r>
                      <a:rPr lang="en-US" sz="3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3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𝐤</m:t>
                    </m:r>
                    <m:sSup>
                      <m:sSupPr>
                        <m:ctrlP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3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3600" b="1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𝐍𝐎</m:t>
                            </m:r>
                          </m:e>
                        </m:d>
                      </m:e>
                      <m:sup>
                        <m:r>
                          <a:rPr lang="en-US" sz="3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1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sz="3600" b="1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luận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rằng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742950" indent="-742950">
                  <a:buAutoNum type="arabicParenR"/>
                </a:pP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sz="3200" i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US" sz="3200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3200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</a:t>
                </a:r>
                <a:r>
                  <a:rPr lang="en-US" sz="3200" i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200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US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US" sz="32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US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</a:t>
                </a:r>
              </a:p>
              <a:p>
                <a:pPr marL="742950" indent="-742950">
                  <a:buAutoNum type="arabicParenR"/>
                </a:pP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tạp</a:t>
                </a:r>
                <a:endPara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indent="-742950">
                  <a:buAutoNum type="arabicParenR"/>
                </a:pP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US" sz="3200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chung</a:t>
                </a:r>
                <a:r>
                  <a:rPr lang="en-US" sz="3200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3200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</a:t>
                </a:r>
              </a:p>
              <a:p>
                <a:pPr marL="742950" indent="-742950">
                  <a:buAutoNum type="arabicParenR"/>
                </a:pP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tức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endPara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14" y="990319"/>
                <a:ext cx="11675950" cy="4781822"/>
              </a:xfrm>
              <a:prstGeom prst="rect">
                <a:avLst/>
              </a:prstGeom>
              <a:blipFill rotWithShape="0">
                <a:blip r:embed="rId3"/>
                <a:stretch>
                  <a:fillRect l="-1619" t="-2038" b="-3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617835" y="5875010"/>
            <a:ext cx="1091792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1714500" algn="l"/>
                <a:tab pos="3302000" algn="l"/>
                <a:tab pos="4889500" algn="l"/>
              </a:tabLst>
            </a:pPr>
            <a:r>
              <a:rPr lang="pt-BR" sz="32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2, 3 và 4       </a:t>
            </a:r>
            <a:r>
              <a:rPr lang="pt-BR" sz="32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1, 2 và 3	        </a:t>
            </a:r>
            <a:r>
              <a:rPr lang="pt-BR" sz="32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1, 3 và 4	   </a:t>
            </a:r>
            <a:r>
              <a:rPr lang="pt-BR" sz="32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1 và 3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144000" y="5924884"/>
            <a:ext cx="532014" cy="584775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D4753B1-3BB6-72E8-DFA3-E319772A5D84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9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6" grpId="0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35" y="1062862"/>
            <a:ext cx="6152857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Xét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phản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ứng</a:t>
            </a:r>
            <a:r>
              <a:rPr lang="en-US" altLang="en-US" dirty="0">
                <a:solidFill>
                  <a:schemeClr val="tx1"/>
                </a:solidFill>
              </a:rPr>
              <a:t> đ</a:t>
            </a:r>
            <a:r>
              <a:rPr lang="vi-VN" altLang="en-US" dirty="0">
                <a:solidFill>
                  <a:schemeClr val="tx1"/>
                </a:solidFill>
              </a:rPr>
              <a:t>ơ</a:t>
            </a:r>
            <a:r>
              <a:rPr lang="en-US" altLang="en-US" dirty="0">
                <a:solidFill>
                  <a:schemeClr val="tx1"/>
                </a:solidFill>
              </a:rPr>
              <a:t>n </a:t>
            </a:r>
            <a:r>
              <a:rPr lang="en-US" altLang="en-US" dirty="0" err="1">
                <a:solidFill>
                  <a:schemeClr val="tx1"/>
                </a:solidFill>
              </a:rPr>
              <a:t>giản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sz="4000" b="1" dirty="0">
                <a:solidFill>
                  <a:srgbClr val="0000FF"/>
                </a:solidFill>
              </a:rPr>
              <a:t>A </a:t>
            </a:r>
            <a:r>
              <a:rPr lang="en-US" altLang="x-none" sz="4000" b="1" dirty="0">
                <a:solidFill>
                  <a:srgbClr val="0000FF"/>
                </a:solidFill>
                <a:sym typeface="Symbol" pitchFamily="2" charset="2"/>
              </a:rPr>
              <a:t></a:t>
            </a:r>
            <a:r>
              <a:rPr lang="en-US" altLang="x-none" sz="4000" b="1" dirty="0">
                <a:solidFill>
                  <a:srgbClr val="0000FF"/>
                </a:solidFill>
              </a:rPr>
              <a:t> B + C</a:t>
            </a:r>
          </a:p>
          <a:p>
            <a:pPr marL="0" indent="0" algn="just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algn="r">
              <a:buFont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xmlns="" id="{B2AF0C26-53CB-34E2-E931-36481A879970}"/>
                  </a:ext>
                </a:extLst>
              </p:cNvPr>
              <p:cNvSpPr/>
              <p:nvPr/>
            </p:nvSpPr>
            <p:spPr>
              <a:xfrm>
                <a:off x="7323003" y="1072546"/>
                <a:ext cx="2299476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4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4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en-US" sz="4000" b="1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vi-VN" altLang="en-US" sz="4000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altLang="en-US" sz="4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k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4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en-US" sz="4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altLang="en-US" sz="4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endParaRPr lang="x-none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2AF0C26-53CB-34E2-E931-36481A8799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003" y="1072546"/>
                <a:ext cx="2299476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3714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29330" y="2207709"/>
            <a:ext cx="109424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Bậc p</a:t>
            </a:r>
            <a:r>
              <a:rPr lang="vi-VN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= 0 →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8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altLang="en-US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k[A]</a:t>
            </a:r>
            <a:r>
              <a:rPr lang="en-US" altLang="en-US" sz="28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k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x-none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alt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329" y="3689793"/>
            <a:ext cx="109424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Bậc p</a:t>
            </a:r>
            <a:r>
              <a:rPr lang="vi-VN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= 1 →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800" b="1" i="1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altLang="en-US" sz="2800" b="1" i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k[A]</a:t>
            </a:r>
            <a:r>
              <a:rPr lang="en-US" altLang="en-US" sz="2800" b="1" i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kA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gấp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altLang="x-none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gấp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328" y="5171877"/>
            <a:ext cx="109424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Bậc p</a:t>
            </a:r>
            <a:r>
              <a:rPr lang="vi-VN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= n → </a:t>
            </a:r>
            <a:r>
              <a:rPr lang="en-US" alt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800" b="1" i="1" baseline="-25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altLang="en-US" sz="2800" b="1" i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k[A]</a:t>
            </a:r>
            <a:r>
              <a:rPr lang="en-US" altLang="en-US" sz="2800" b="1" i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x-none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x-none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x-none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x-none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x-none" sz="2800" b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x-none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x-none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gấp</a:t>
            </a:r>
            <a:r>
              <a:rPr lang="en-US" altLang="x-none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9057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5" grpId="0"/>
      <p:bldP spid="20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7393" y="6459785"/>
            <a:ext cx="49982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F177317-3821-4B7F-92C6-DA9A90AFD81A}"/>
              </a:ext>
            </a:extLst>
          </p:cNvPr>
          <p:cNvSpPr txBox="1"/>
          <p:nvPr/>
        </p:nvSpPr>
        <p:spPr>
          <a:xfrm>
            <a:off x="354931" y="2945097"/>
            <a:ext cx="117763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</a:rPr>
              <a:t>1. BẰNG PP HÓA HỌC:</a:t>
            </a:r>
          </a:p>
          <a:p>
            <a:pPr indent="465138">
              <a:lnSpc>
                <a:spcPct val="150000"/>
              </a:lnSpc>
            </a:pPr>
            <a:r>
              <a:rPr lang="en-US" sz="2800" b="1" dirty="0" err="1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Sử</a:t>
            </a:r>
            <a:r>
              <a:rPr 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b="1" dirty="0" err="1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dụng</a:t>
            </a:r>
            <a:r>
              <a:rPr 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pp </a:t>
            </a:r>
            <a:r>
              <a:rPr lang="en-US" sz="2800" b="1" dirty="0" err="1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chuẩn</a:t>
            </a:r>
            <a:r>
              <a:rPr 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b="1" dirty="0" err="1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độ</a:t>
            </a:r>
            <a:r>
              <a:rPr 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sz="2800" dirty="0" err="1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lấy</a:t>
            </a:r>
            <a:r>
              <a:rPr 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mẫu</a:t>
            </a:r>
            <a:r>
              <a:rPr 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vi-VN" sz="2800" dirty="0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ư</a:t>
            </a:r>
            <a:r>
              <a:rPr lang="en-US" sz="2800" dirty="0" err="1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ơng</a:t>
            </a:r>
            <a:r>
              <a:rPr 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đối</a:t>
            </a:r>
            <a:r>
              <a:rPr 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lớn</a:t>
            </a:r>
            <a:r>
              <a:rPr 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sz="2800" dirty="0" err="1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chuẩn</a:t>
            </a:r>
            <a:r>
              <a:rPr 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độ</a:t>
            </a:r>
            <a:endParaRPr lang="en-US" sz="2800" dirty="0">
              <a:solidFill>
                <a:srgbClr val="006600"/>
              </a:solidFill>
              <a:latin typeface="Times New Roman" panose="02020603050405020304" pitchFamily="18" charset="0"/>
              <a:ea typeface="Aachen" panose="02020500000000000000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B0F6954-8CA9-4D96-AC23-7317752ADA11}"/>
              </a:ext>
            </a:extLst>
          </p:cNvPr>
          <p:cNvSpPr txBox="1"/>
          <p:nvPr/>
        </p:nvSpPr>
        <p:spPr>
          <a:xfrm>
            <a:off x="332033" y="4259147"/>
            <a:ext cx="116548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PP VẬT LÝ:</a:t>
            </a:r>
          </a:p>
          <a:p>
            <a:pPr indent="465138">
              <a:lnSpc>
                <a:spcPct val="150000"/>
              </a:lnSpc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sz="2800" dirty="0" err="1"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lang="vi-VN" sz="2800" dirty="0"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ư</a:t>
            </a:r>
            <a:r>
              <a:rPr lang="en-US" sz="2800" dirty="0" err="1"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ờng</a:t>
            </a:r>
            <a:r>
              <a:rPr lang="en-US" sz="2800" dirty="0"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sử</a:t>
            </a:r>
            <a:r>
              <a:rPr lang="en-US" sz="2800" dirty="0"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dụng</a:t>
            </a:r>
            <a:r>
              <a:rPr lang="en-US" sz="2800" dirty="0"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SO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Na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H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 + Na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SO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S</a:t>
            </a:r>
            <a:r>
              <a:rPr lang="en-US" sz="2800" dirty="0"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SO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Aachen" panose="02020500000000000000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endParaRPr 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xmlns="" id="{19E788B3-512A-41F3-847E-5A6C291FF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369" y="856980"/>
            <a:ext cx="826030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Tốc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độ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phản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ứng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tổng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quát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  <a:r>
              <a:rPr lang="vi-V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v = k</a:t>
            </a:r>
            <a:r>
              <a:rPr lang="vi-VN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.</a:t>
            </a:r>
            <a:r>
              <a:rPr lang="en-US" altLang="en-US" sz="4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C</a:t>
            </a:r>
            <a:r>
              <a:rPr lang="en-US" altLang="en-US" sz="4000" b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4000" b="1" baseline="30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m</a:t>
            </a:r>
            <a:r>
              <a:rPr lang="en-US" altLang="en-US" sz="4000" b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vi-VN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.</a:t>
            </a:r>
            <a:r>
              <a:rPr lang="en-US" altLang="en-US" sz="4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C</a:t>
            </a:r>
            <a:r>
              <a:rPr lang="en-US" altLang="en-US" sz="4000" b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B</a:t>
            </a:r>
            <a:r>
              <a:rPr lang="en-US" altLang="en-US" sz="4000" b="1" baseline="30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endParaRPr lang="en-US" alt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xmlns="" id="{19E788B3-512A-41F3-847E-5A6C291FF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80" y="1514394"/>
            <a:ext cx="1165483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6513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cs typeface="Times New Roman" panose="02020603050405020304" pitchFamily="18" charset="0"/>
              </a:rPr>
              <a:t>Bậc</a:t>
            </a:r>
            <a:r>
              <a:rPr lang="en-US" altLang="en-US" b="1" dirty="0"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cs typeface="Times New Roman" panose="02020603050405020304" pitchFamily="18" charset="0"/>
              </a:rPr>
              <a:t>phản</a:t>
            </a:r>
            <a:r>
              <a:rPr lang="en-US" altLang="en-US" b="1" dirty="0"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cs typeface="Times New Roman" panose="02020603050405020304" pitchFamily="18" charset="0"/>
              </a:rPr>
              <a:t>ứng</a:t>
            </a:r>
            <a:r>
              <a:rPr lang="en-US" altLang="en-US" b="1" dirty="0">
                <a:cs typeface="Times New Roman" panose="02020603050405020304" pitchFamily="18" charset="0"/>
              </a:rPr>
              <a:t> (</a:t>
            </a:r>
            <a:r>
              <a:rPr lang="en-US" altLang="en-US" b="1" dirty="0" err="1">
                <a:cs typeface="Times New Roman" panose="02020603050405020304" pitchFamily="18" charset="0"/>
              </a:rPr>
              <a:t>m+n</a:t>
            </a:r>
            <a:r>
              <a:rPr lang="en-US" altLang="en-US" b="1" dirty="0">
                <a:cs typeface="Times New Roman" panose="02020603050405020304" pitchFamily="18" charset="0"/>
              </a:rPr>
              <a:t>) </a:t>
            </a:r>
            <a:r>
              <a:rPr lang="en-US" altLang="en-US" dirty="0" err="1">
                <a:cs typeface="Times New Roman" panose="02020603050405020304" pitchFamily="18" charset="0"/>
              </a:rPr>
              <a:t>phải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xác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định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cs typeface="Times New Roman" panose="02020603050405020304" pitchFamily="18" charset="0"/>
              </a:rPr>
              <a:t>bằng</a:t>
            </a:r>
            <a:r>
              <a:rPr lang="en-US" altLang="en-US" b="1" dirty="0"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cs typeface="Times New Roman" panose="02020603050405020304" pitchFamily="18" charset="0"/>
              </a:rPr>
              <a:t>thực</a:t>
            </a:r>
            <a:r>
              <a:rPr lang="en-US" altLang="en-US" b="1" dirty="0"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cs typeface="Times New Roman" panose="02020603050405020304" pitchFamily="18" charset="0"/>
              </a:rPr>
              <a:t>nghiệm</a:t>
            </a:r>
            <a:r>
              <a:rPr lang="en-US" altLang="en-US" dirty="0"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cs typeface="Times New Roman" panose="02020603050405020304" pitchFamily="18" charset="0"/>
              </a:rPr>
              <a:t>không</a:t>
            </a:r>
            <a:r>
              <a:rPr lang="en-US" altLang="en-US" dirty="0">
                <a:cs typeface="Times New Roman" panose="02020603050405020304" pitchFamily="18" charset="0"/>
              </a:rPr>
              <a:t> đ</a:t>
            </a:r>
            <a:r>
              <a:rPr lang="vi-VN" altLang="en-US" dirty="0">
                <a:cs typeface="Times New Roman" panose="02020603050405020304" pitchFamily="18" charset="0"/>
              </a:rPr>
              <a:t>ơ</a:t>
            </a:r>
            <a:r>
              <a:rPr lang="en-US" altLang="en-US" dirty="0">
                <a:cs typeface="Times New Roman" panose="02020603050405020304" pitchFamily="18" charset="0"/>
              </a:rPr>
              <a:t>n </a:t>
            </a:r>
            <a:r>
              <a:rPr lang="en-US" altLang="en-US" dirty="0" err="1">
                <a:cs typeface="Times New Roman" panose="02020603050405020304" pitchFamily="18" charset="0"/>
              </a:rPr>
              <a:t>giản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dựa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trên</a:t>
            </a:r>
            <a:r>
              <a:rPr lang="en-US" altLang="en-US" dirty="0">
                <a:cs typeface="Times New Roman" panose="02020603050405020304" pitchFamily="18" charset="0"/>
              </a:rPr>
              <a:t> c</a:t>
            </a:r>
            <a:r>
              <a:rPr lang="vi-VN" altLang="en-US" dirty="0">
                <a:cs typeface="Times New Roman" panose="02020603050405020304" pitchFamily="18" charset="0"/>
              </a:rPr>
              <a:t>ơ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chế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phản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ứng</a:t>
            </a:r>
            <a:r>
              <a:rPr lang="en-US" altLang="en-US" dirty="0">
                <a:cs typeface="Times New Roman" panose="02020603050405020304" pitchFamily="18" charset="0"/>
              </a:rPr>
              <a:t>:</a:t>
            </a:r>
            <a:endParaRPr lang="en-US" altLang="en-US" sz="40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00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91849" y="6459785"/>
            <a:ext cx="475371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25193" y="1556621"/>
            <a:ext cx="272796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=k[A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[B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=k[A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[B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064248" y="1436355"/>
                <a:ext cx="3483197" cy="122373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3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36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en-US" sz="3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en-US" sz="36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en-US" sz="3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en-US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3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en-US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f>
                            <m:fPr>
                              <m:ctrlPr>
                                <a:rPr lang="en-US" altLang="en-US" sz="36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en-US" sz="3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3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en-US" sz="3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en-US" sz="3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3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en-US" sz="3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en-US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en-US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US" altLang="en-US" sz="3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en-US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f>
                            <m:fPr>
                              <m:ctrlPr>
                                <a:rPr lang="en-US" altLang="en-US" sz="36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en-US" sz="3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3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en-US" sz="3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en-US" sz="3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3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en-US" sz="3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en-US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en-US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en-US" sz="36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248" y="1436355"/>
                <a:ext cx="3483197" cy="122373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4427225" y="1956175"/>
            <a:ext cx="394157" cy="3196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xmlns="" id="{19E788B3-512A-41F3-847E-5A6C291FF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28" y="665739"/>
            <a:ext cx="11654833" cy="661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6513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thực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nghiệm</a:t>
            </a:r>
            <a:r>
              <a:rPr lang="en-US" altLang="en-US" sz="2800" dirty="0">
                <a:cs typeface="Times New Roman" panose="02020603050405020304" pitchFamily="18" charset="0"/>
              </a:rPr>
              <a:t>: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thay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đổi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nồng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độ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tác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chất</a:t>
            </a:r>
            <a:r>
              <a:rPr lang="en-US" altLang="en-US" sz="2800" i="1" dirty="0">
                <a:cs typeface="Times New Roman" panose="02020603050405020304" pitchFamily="18" charset="0"/>
              </a:rPr>
              <a:t> A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i="1" dirty="0">
                <a:cs typeface="Times New Roman" panose="02020603050405020304" pitchFamily="18" charset="0"/>
              </a:rPr>
              <a:t> B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endParaRPr lang="en-US" altLang="en-US" sz="3600" b="1" dirty="0">
              <a:cs typeface="Times New Roman" panose="02020603050405020304" pitchFamily="18" charset="0"/>
            </a:endParaRPr>
          </a:p>
        </p:txBody>
      </p:sp>
      <p:grpSp>
        <p:nvGrpSpPr>
          <p:cNvPr id="15" name="Group 1"/>
          <p:cNvGrpSpPr>
            <a:grpSpLocks/>
          </p:cNvGrpSpPr>
          <p:nvPr/>
        </p:nvGrpSpPr>
        <p:grpSpPr bwMode="auto">
          <a:xfrm>
            <a:off x="5064248" y="2818506"/>
            <a:ext cx="6945516" cy="1841900"/>
            <a:chOff x="415900" y="2971799"/>
            <a:chExt cx="8728100" cy="2524126"/>
          </a:xfrm>
        </p:grpSpPr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7777" y="2971800"/>
              <a:ext cx="1861782" cy="2524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900" y="2971799"/>
              <a:ext cx="1680310" cy="2524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9559" y="2971800"/>
              <a:ext cx="5214441" cy="2524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992" y="2982004"/>
            <a:ext cx="5436509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None/>
            </a:pPr>
            <a:r>
              <a:rPr lang="en-US" altLang="en-US" b="1" u="sng" dirty="0" err="1">
                <a:solidFill>
                  <a:schemeClr val="tx1"/>
                </a:solidFill>
              </a:rPr>
              <a:t>Ví</a:t>
            </a:r>
            <a:r>
              <a:rPr lang="en-US" altLang="en-US" b="1" u="sng" dirty="0">
                <a:solidFill>
                  <a:schemeClr val="tx1"/>
                </a:solidFill>
              </a:rPr>
              <a:t> </a:t>
            </a:r>
            <a:r>
              <a:rPr lang="en-US" altLang="en-US" b="1" u="sng" dirty="0" err="1">
                <a:solidFill>
                  <a:schemeClr val="tx1"/>
                </a:solidFill>
              </a:rPr>
              <a:t>dụ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xét</a:t>
            </a:r>
            <a:r>
              <a:rPr lang="en-US" altLang="en-US" dirty="0">
                <a:solidFill>
                  <a:schemeClr val="tx1"/>
                </a:solidFill>
              </a:rPr>
              <a:t> p</a:t>
            </a:r>
            <a:r>
              <a:rPr lang="vi-VN" altLang="en-US" dirty="0">
                <a:solidFill>
                  <a:schemeClr val="tx1"/>
                </a:solidFill>
              </a:rPr>
              <a:t>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sz="4000" dirty="0">
                <a:solidFill>
                  <a:srgbClr val="0000FF"/>
                </a:solidFill>
              </a:rPr>
              <a:t>A + B </a:t>
            </a:r>
            <a:r>
              <a:rPr lang="en-US" altLang="x-none" sz="4000" dirty="0">
                <a:solidFill>
                  <a:srgbClr val="0000FF"/>
                </a:solidFill>
                <a:sym typeface="Symbol" pitchFamily="2" charset="2"/>
              </a:rPr>
              <a:t></a:t>
            </a:r>
            <a:r>
              <a:rPr lang="en-US" altLang="x-none" sz="4000" dirty="0">
                <a:solidFill>
                  <a:srgbClr val="0000FF"/>
                </a:solidFill>
              </a:rPr>
              <a:t> C</a:t>
            </a:r>
            <a:endParaRPr lang="en-US" altLang="en-US" dirty="0">
              <a:solidFill>
                <a:schemeClr val="tx1"/>
              </a:solidFill>
            </a:endParaRPr>
          </a:p>
          <a:p>
            <a:pPr algn="r">
              <a:buFont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676588" y="3805879"/>
            <a:ext cx="4258666" cy="652941"/>
            <a:chOff x="736241" y="4229524"/>
            <a:chExt cx="4258666" cy="652941"/>
          </a:xfrm>
        </p:grpSpPr>
        <p:sp>
          <p:nvSpPr>
            <p:cNvPr id="22" name="Rectangle 2"/>
            <p:cNvSpPr>
              <a:spLocks noChangeArrowheads="1"/>
            </p:cNvSpPr>
            <p:nvPr/>
          </p:nvSpPr>
          <p:spPr bwMode="auto">
            <a:xfrm>
              <a:off x="736241" y="4297690"/>
              <a:ext cx="107273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4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33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1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Giải</a:t>
              </a:r>
              <a:r>
                <a:rPr lang="en-US" altLang="en-US" sz="32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xmlns="" id="{C76F9EBE-C949-A922-1A94-3AC0BE164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433" y="4229524"/>
              <a:ext cx="3076474" cy="5887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4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33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indent="0" algn="just">
                <a:buNone/>
              </a:pPr>
              <a:r>
                <a:rPr lang="en-US" altLang="x-none" sz="3600" i="1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altLang="x-none" sz="3600" i="1" baseline="-25000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rxn</a:t>
              </a:r>
              <a:r>
                <a:rPr lang="en-US" altLang="x-none" sz="3600" i="1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 = </a:t>
              </a:r>
              <a:r>
                <a:rPr lang="en-US" altLang="x-none" sz="3600" i="1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kC</a:t>
              </a:r>
              <a:r>
                <a:rPr lang="en-US" altLang="x-none" sz="3600" i="1" baseline="-25000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A</a:t>
              </a:r>
              <a:r>
                <a:rPr lang="en-US" altLang="x-none" sz="3600" i="1" baseline="30000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x-none" sz="3600" i="1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C</a:t>
              </a:r>
              <a:r>
                <a:rPr lang="en-US" altLang="x-none" sz="3600" i="1" baseline="-25000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B</a:t>
              </a:r>
              <a:r>
                <a:rPr lang="en-US" altLang="x-none" sz="3600" i="1" baseline="30000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n</a:t>
              </a:r>
              <a:endParaRPr lang="en-US" altLang="x-none" sz="3600" i="1" dirty="0">
                <a:solidFill>
                  <a:srgbClr val="0000FF"/>
                </a:solidFill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endParaRPr lang="en-US" altLang="x-none" sz="3600" i="1" dirty="0">
                <a:solidFill>
                  <a:srgbClr val="0000FF"/>
                </a:solidFill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endParaRPr lang="en-US" altLang="en-US" sz="3600" i="1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  <a:p>
              <a:pPr algn="r">
                <a:buFontTx/>
                <a:buNone/>
              </a:pPr>
              <a:endParaRPr lang="en-US" altLang="en-US" sz="3600" b="1" i="1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Right Arrow 27"/>
          <p:cNvSpPr/>
          <p:nvPr/>
        </p:nvSpPr>
        <p:spPr>
          <a:xfrm>
            <a:off x="1380138" y="6177472"/>
            <a:ext cx="365760" cy="365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4">
                <a:extLst>
                  <a:ext uri="{FF2B5EF4-FFF2-40B4-BE49-F238E27FC236}">
                    <a16:creationId xmlns:a16="http://schemas.microsoft.com/office/drawing/2014/main" xmlns="" id="{C76F9EBE-C949-A922-1A94-3AC0BE164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0761" y="5848795"/>
                <a:ext cx="10311711" cy="11887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x-none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x-none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𝑟𝑥𝑛</m:t>
                              </m:r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x-non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b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x-non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x-non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x-non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b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x-none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1.5</m:t>
                          </m:r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sup>
                          </m:sSup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altLang="x-none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x-none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(1.0</m:t>
                                  </m:r>
                                  <m:r>
                                    <a:rPr lang="en-US" altLang="x-none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x-none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x-none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altLang="x-non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altLang="x-non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(1.0</m:t>
                          </m:r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x-none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x-none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=1.5 </m:t>
                      </m:r>
                      <m:sSup>
                        <m:sSupPr>
                          <m:ctrlP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sSup>
                        <m:sSupPr>
                          <m:ctrlP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x-none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x-none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76F9EBE-C949-A922-1A94-3AC0BE164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0761" y="5848795"/>
                <a:ext cx="10311711" cy="118872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1"/>
          <p:cNvSpPr>
            <a:spLocks noChangeArrowheads="1"/>
          </p:cNvSpPr>
          <p:nvPr/>
        </p:nvSpPr>
        <p:spPr bwMode="auto">
          <a:xfrm>
            <a:off x="1725193" y="4791542"/>
            <a:ext cx="7514767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>
                <a:cs typeface="Times New Roman" panose="02020603050405020304" pitchFamily="18" charset="0"/>
              </a:rPr>
              <a:t>r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</a:rPr>
              <a:t>/r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= 2 = [A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</a:rPr>
              <a:t>/A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]</a:t>
            </a:r>
            <a:r>
              <a:rPr lang="en-US" altLang="en-US" sz="2800" baseline="30000" dirty="0">
                <a:cs typeface="Times New Roman" panose="02020603050405020304" pitchFamily="18" charset="0"/>
              </a:rPr>
              <a:t>m</a:t>
            </a:r>
            <a:r>
              <a:rPr lang="en-US" altLang="en-US" sz="2800" dirty="0">
                <a:cs typeface="Times New Roman" panose="02020603050405020304" pitchFamily="18" charset="0"/>
              </a:rPr>
              <a:t>[B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</a:rPr>
              <a:t>/B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]</a:t>
            </a:r>
            <a:r>
              <a:rPr lang="en-US" altLang="en-US" sz="2800" baseline="30000" dirty="0">
                <a:cs typeface="Times New Roman" panose="02020603050405020304" pitchFamily="18" charset="0"/>
              </a:rPr>
              <a:t>n </a:t>
            </a:r>
            <a:r>
              <a:rPr lang="en-US" altLang="en-US" sz="2800" dirty="0">
                <a:cs typeface="Times New Roman" panose="02020603050405020304" pitchFamily="18" charset="0"/>
              </a:rPr>
              <a:t>=</a:t>
            </a:r>
            <a:r>
              <a:rPr lang="en-US" altLang="en-US" sz="2800" baseline="300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cs typeface="Times New Roman" panose="02020603050405020304" pitchFamily="18" charset="0"/>
              </a:rPr>
              <a:t>1</a:t>
            </a:r>
            <a:r>
              <a:rPr lang="en-US" altLang="en-US" sz="2800" baseline="30000" dirty="0">
                <a:cs typeface="Times New Roman" panose="02020603050405020304" pitchFamily="18" charset="0"/>
              </a:rPr>
              <a:t>m </a:t>
            </a:r>
            <a:r>
              <a:rPr lang="en-US" altLang="en-US" sz="2800" dirty="0">
                <a:cs typeface="Times New Roman" panose="02020603050405020304" pitchFamily="18" charset="0"/>
              </a:rPr>
              <a:t>2</a:t>
            </a:r>
            <a:r>
              <a:rPr lang="en-US" altLang="en-US" sz="2800" baseline="30000" dirty="0">
                <a:cs typeface="Times New Roman" panose="02020603050405020304" pitchFamily="18" charset="0"/>
              </a:rPr>
              <a:t>n </a:t>
            </a:r>
            <a:r>
              <a:rPr lang="en-US" altLang="en-US" sz="2800" dirty="0">
                <a:cs typeface="Times New Roman" panose="02020603050405020304" pitchFamily="18" charset="0"/>
                <a:sym typeface="Wingdings" panose="05000000000000000000" pitchFamily="2" charset="2"/>
              </a:rPr>
              <a:t> n=1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>
                <a:cs typeface="Times New Roman" panose="02020603050405020304" pitchFamily="18" charset="0"/>
                <a:sym typeface="Wingdings" panose="05000000000000000000" pitchFamily="2" charset="2"/>
              </a:rPr>
              <a:t>r</a:t>
            </a:r>
            <a:r>
              <a:rPr lang="en-US" altLang="en-US" sz="2800" baseline="-25000" dirty="0"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en-US" altLang="en-US" sz="2800" dirty="0">
                <a:cs typeface="Times New Roman" panose="02020603050405020304" pitchFamily="18" charset="0"/>
                <a:sym typeface="Wingdings" panose="05000000000000000000" pitchFamily="2" charset="2"/>
              </a:rPr>
              <a:t>/r</a:t>
            </a:r>
            <a:r>
              <a:rPr lang="en-US" altLang="en-US" sz="2800" baseline="-25000" dirty="0"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  <a:sym typeface="Wingdings" panose="05000000000000000000" pitchFamily="2" charset="2"/>
              </a:rPr>
              <a:t> = 4 = 2</a:t>
            </a:r>
            <a:r>
              <a:rPr lang="en-US" altLang="en-US" sz="2800" baseline="30000" dirty="0">
                <a:cs typeface="Times New Roman" panose="02020603050405020304" pitchFamily="18" charset="0"/>
                <a:sym typeface="Wingdings" panose="05000000000000000000" pitchFamily="2" charset="2"/>
              </a:rPr>
              <a:t>m</a:t>
            </a:r>
            <a:r>
              <a:rPr lang="en-US" altLang="en-US" sz="2800" dirty="0"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en-US" sz="2800" baseline="30000" dirty="0"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  <a:sym typeface="Wingdings" panose="05000000000000000000" pitchFamily="2" charset="2"/>
              </a:rPr>
              <a:t>  m=2</a:t>
            </a:r>
            <a:endParaRPr lang="en-US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31" name="Right Brace 30"/>
          <p:cNvSpPr/>
          <p:nvPr/>
        </p:nvSpPr>
        <p:spPr>
          <a:xfrm>
            <a:off x="8148948" y="4852695"/>
            <a:ext cx="228600" cy="10951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6214" y="5075304"/>
            <a:ext cx="2189905" cy="588774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None/>
            </a:pPr>
            <a:r>
              <a:rPr lang="en-US" altLang="x-none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r</a:t>
            </a:r>
            <a:r>
              <a:rPr lang="en-US" altLang="x-none" i="1" baseline="-25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rxn</a:t>
            </a:r>
            <a:r>
              <a:rPr lang="en-US" altLang="x-none" i="1" dirty="0">
                <a:solidFill>
                  <a:schemeClr val="tx1"/>
                </a:solidFill>
                <a:cs typeface="Times New Roman" panose="02020603050405020304" pitchFamily="18" charset="0"/>
              </a:rPr>
              <a:t> = kC</a:t>
            </a:r>
            <a:r>
              <a:rPr lang="en-US" altLang="x-none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x-none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x-none" i="1" dirty="0">
                <a:solidFill>
                  <a:schemeClr val="tx1"/>
                </a:solidFill>
                <a:cs typeface="Times New Roman" panose="02020603050405020304" pitchFamily="18" charset="0"/>
              </a:rPr>
              <a:t>C</a:t>
            </a:r>
            <a:r>
              <a:rPr lang="en-US" altLang="x-none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endParaRPr lang="en-US" altLang="x-none" i="1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x-none" i="1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r">
              <a:buFontTx/>
              <a:buNone/>
            </a:pPr>
            <a:endParaRPr lang="en-US" altLang="en-US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3287ED7-20AA-3FF6-7C02-14419C13A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15" y="4820746"/>
            <a:ext cx="1457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CC00CC"/>
                </a:solidFill>
                <a:cs typeface="Times New Roman" panose="02020603050405020304" pitchFamily="18" charset="0"/>
              </a:rPr>
              <a:t>TN 1 &amp; 2: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D3CE5E2-DB1F-F238-3559-EC835EB2C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15" y="5413504"/>
            <a:ext cx="1457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TN 2 &amp; 3:</a:t>
            </a:r>
          </a:p>
        </p:txBody>
      </p:sp>
    </p:spTree>
    <p:extLst>
      <p:ext uri="{BB962C8B-B14F-4D97-AF65-F5344CB8AC3E}">
        <p14:creationId xmlns:p14="http://schemas.microsoft.com/office/powerpoint/2010/main" val="291946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3" grpId="0"/>
      <p:bldP spid="20" grpId="0"/>
      <p:bldP spid="28" grpId="0" animBg="1"/>
      <p:bldP spid="29" grpId="0"/>
      <p:bldP spid="30" grpId="0"/>
      <p:bldP spid="31" grpId="0" animBg="1"/>
      <p:bldP spid="32" grpId="0" animBg="1"/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Box 18">
            <a:extLst>
              <a:ext uri="{FF2B5EF4-FFF2-40B4-BE49-F238E27FC236}">
                <a16:creationId xmlns:a16="http://schemas.microsoft.com/office/drawing/2014/main" xmlns="" id="{3E3E3EDB-A433-4A2B-882A-560C9F7C0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819" y="736653"/>
            <a:ext cx="241013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Đơn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vị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k:</a:t>
            </a:r>
            <a:endParaRPr lang="vi-VN" altLang="en-US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460842" y="1514539"/>
                <a:ext cx="9878089" cy="8782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[k]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r>
                          <a:rPr lang="en-US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𝑚𝑜𝑙</m:t>
                        </m:r>
                        <m:r>
                          <a:rPr lang="en-US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num>
                      <m:den>
                        <m:r>
                          <a:rPr lang="en-US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r>
                          <a:rPr lang="en-US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  <m:r>
                          <a:rPr lang="en-US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</m:t>
                        </m:r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ờ</m:t>
                        </m:r>
                        <m:r>
                          <a:rPr lang="en-US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𝑖𝑔𝑖𝑎𝑛</m:t>
                        </m:r>
                        <m:r>
                          <a:rPr lang="en-US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vi-V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  <a14:m>
                  <m:oMath xmlns:m="http://schemas.openxmlformats.org/officeDocument/2006/math">
                    <m:r>
                      <a:rPr lang="vi-VN" altLang="en-US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[</m:t>
                    </m:r>
                    <m:f>
                      <m:fPr>
                        <m:ctrlP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𝑚𝑜𝑙</m:t>
                        </m:r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num>
                      <m:den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den>
                    </m:f>
                    <m:sSup>
                      <m:sSupPr>
                        <m:ctrlP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e>
                      <m:sup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−(</m:t>
                        </m:r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  <m:r>
                          <a:rPr lang="vi-VN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vi-V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[mol/l] </a:t>
                </a:r>
                <a:r>
                  <a:rPr lang="vi-VN" altLang="en-US" sz="32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(1-bpư) </a:t>
                </a:r>
                <a:r>
                  <a:rPr lang="vi-V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.[thời gian]</a:t>
                </a:r>
                <a:r>
                  <a:rPr lang="vi-VN" altLang="en-US" sz="32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endParaRPr lang="en-US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842" y="1514539"/>
                <a:ext cx="9878089" cy="878254"/>
              </a:xfrm>
              <a:prstGeom prst="rect">
                <a:avLst/>
              </a:prstGeom>
              <a:blipFill rotWithShape="0">
                <a:blip r:embed="rId3"/>
                <a:stretch>
                  <a:fillRect l="-556" b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7AAFBC9-4E60-4BC8-B9FD-C7CEA3FE53C7}"/>
              </a:ext>
            </a:extLst>
          </p:cNvPr>
          <p:cNvSpPr txBox="1"/>
          <p:nvPr/>
        </p:nvSpPr>
        <p:spPr>
          <a:xfrm>
            <a:off x="931582" y="3536532"/>
            <a:ext cx="861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0:</a:t>
            </a:r>
            <a:r>
              <a:rPr lang="vi-V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 = M.s</a:t>
            </a:r>
            <a:r>
              <a:rPr lang="en-US" sz="28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mol.l</a:t>
            </a:r>
            <a:r>
              <a:rPr lang="en-US" sz="28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</a:t>
            </a:r>
            <a:r>
              <a:rPr lang="en-US" sz="28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04825" y="2641497"/>
            <a:ext cx="6551794" cy="6463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vi-VN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[k] = [mol/l]</a:t>
            </a:r>
            <a:r>
              <a:rPr lang="vi-VN" altLang="en-US" sz="36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(1-bpư) </a:t>
            </a:r>
            <a:r>
              <a:rPr lang="vi-VN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.[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vi-VN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vi-VN" altLang="en-US" sz="36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</a:t>
            </a:r>
            <a:r>
              <a:rPr lang="en-US" altLang="en-US" sz="36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1-bpư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</a:t>
            </a:r>
            <a:r>
              <a:rPr lang="en-US" altLang="en-US" sz="36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D7AAFBC9-4E60-4BC8-B9FD-C7CEA3FE53C7}"/>
              </a:ext>
            </a:extLst>
          </p:cNvPr>
          <p:cNvSpPr txBox="1"/>
          <p:nvPr/>
        </p:nvSpPr>
        <p:spPr>
          <a:xfrm>
            <a:off x="931582" y="4308456"/>
            <a:ext cx="861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  <a:r>
              <a:rPr lang="vi-VN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 = s</a:t>
            </a:r>
            <a:r>
              <a:rPr lang="en-US" sz="2800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8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D7AAFBC9-4E60-4BC8-B9FD-C7CEA3FE53C7}"/>
              </a:ext>
            </a:extLst>
          </p:cNvPr>
          <p:cNvSpPr txBox="1"/>
          <p:nvPr/>
        </p:nvSpPr>
        <p:spPr>
          <a:xfrm>
            <a:off x="931582" y="5080380"/>
            <a:ext cx="861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  <a:r>
              <a:rPr lang="vi-V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 = M</a:t>
            </a:r>
            <a:r>
              <a:rPr 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</a:t>
            </a:r>
            <a:r>
              <a:rPr 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 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l.mol</a:t>
            </a:r>
            <a:r>
              <a:rPr 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D7AAFBC9-4E60-4BC8-B9FD-C7CEA3FE53C7}"/>
              </a:ext>
            </a:extLst>
          </p:cNvPr>
          <p:cNvSpPr txBox="1"/>
          <p:nvPr/>
        </p:nvSpPr>
        <p:spPr>
          <a:xfrm>
            <a:off x="931582" y="5852304"/>
            <a:ext cx="861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n:</a:t>
            </a: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 = M</a:t>
            </a:r>
            <a:r>
              <a:rPr 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1-n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</a:t>
            </a:r>
            <a:r>
              <a:rPr 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 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mol</a:t>
            </a:r>
            <a:r>
              <a:rPr 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1-n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</a:t>
            </a:r>
            <a:r>
              <a:rPr 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</a:t>
            </a:r>
            <a:r>
              <a:rPr 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986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6" grpId="0" animBg="1"/>
      <p:bldP spid="29" grpId="0"/>
      <p:bldP spid="31" grpId="0"/>
      <p:bldP spid="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xmlns="" id="{8BA12DA5-6C18-463C-9801-02A488D9E46A}"/>
              </a:ext>
            </a:extLst>
          </p:cNvPr>
          <p:cNvSpPr txBox="1">
            <a:spLocks/>
          </p:cNvSpPr>
          <p:nvPr/>
        </p:nvSpPr>
        <p:spPr>
          <a:xfrm>
            <a:off x="28322" y="1066801"/>
            <a:ext cx="9258300" cy="13605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522668"/>
              </p:ext>
            </p:extLst>
          </p:nvPr>
        </p:nvGraphicFramePr>
        <p:xfrm>
          <a:off x="4408777" y="1066801"/>
          <a:ext cx="2743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4" imgW="685800" imgH="330120" progId="Equation.3">
                  <p:embed/>
                </p:oleObj>
              </mc:Choice>
              <mc:Fallback>
                <p:oleObj name="Equation" r:id="rId4" imgW="685800" imgH="330120" progId="Equation.3">
                  <p:embed/>
                  <p:pic>
                    <p:nvPicPr>
                      <p:cNvPr id="2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8777" y="1066801"/>
                        <a:ext cx="2743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3821439" y="5956431"/>
            <a:ext cx="728060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phụ thuộc vào </a:t>
            </a:r>
            <a:r>
              <a:rPr lang="vi-VN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 độ</a:t>
            </a:r>
            <a:r>
              <a:rPr lang="en-US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8539" y="1710723"/>
            <a:ext cx="36802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Arrhenius: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861031" y="1409868"/>
            <a:ext cx="5818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35464" y="997702"/>
            <a:ext cx="45480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(J):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780377" y="2207858"/>
            <a:ext cx="908030" cy="56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01091" y="3376569"/>
            <a:ext cx="4559261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2800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 chất của p</a:t>
            </a:r>
            <a:r>
              <a:rPr lang="en-US" sz="2800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 </a:t>
            </a:r>
            <a:r>
              <a:rPr lang="en-US" sz="2800" dirty="0" err="1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 độ.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26521" y="4236523"/>
            <a:ext cx="4815742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ăng lượng hoạt hóa của pư.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1439" y="5096477"/>
            <a:ext cx="373050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Phụ thuộc vào xúc tác.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65990" y="2477419"/>
            <a:ext cx="4668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49582" y="4747734"/>
            <a:ext cx="3134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7" name="Left Brace 16"/>
          <p:cNvSpPr/>
          <p:nvPr/>
        </p:nvSpPr>
        <p:spPr>
          <a:xfrm>
            <a:off x="3418705" y="3454868"/>
            <a:ext cx="382386" cy="323842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868F9201-811C-47A0-8954-27E747A829E6}"/>
              </a:ext>
            </a:extLst>
          </p:cNvPr>
          <p:cNvSpPr txBox="1"/>
          <p:nvPr/>
        </p:nvSpPr>
        <p:spPr>
          <a:xfrm>
            <a:off x="10391200" y="4208386"/>
            <a:ext cx="40891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8" name="Picture 34" descr="Kết quả hình ảnh cho Catalytic activation energy">
            <a:extLst>
              <a:ext uri="{FF2B5EF4-FFF2-40B4-BE49-F238E27FC236}">
                <a16:creationId xmlns:a16="http://schemas.microsoft.com/office/drawing/2014/main" xmlns="" id="{4C3B39F5-2C4A-41B4-82FB-B69F8365F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533" y="3385808"/>
            <a:ext cx="3162695" cy="249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5995908F-614D-4D8E-A78D-CC4C9F6ECEE2}"/>
              </a:ext>
            </a:extLst>
          </p:cNvPr>
          <p:cNvSpPr txBox="1"/>
          <p:nvPr/>
        </p:nvSpPr>
        <p:spPr>
          <a:xfrm>
            <a:off x="10633387" y="3568654"/>
            <a:ext cx="103292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vi-VN" sz="2800" b="1" baseline="30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2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A03C3716-66C3-4A54-8A66-C981B17F9979}"/>
              </a:ext>
            </a:extLst>
          </p:cNvPr>
          <p:cNvSpPr txBox="1"/>
          <p:nvPr/>
        </p:nvSpPr>
        <p:spPr>
          <a:xfrm>
            <a:off x="10785971" y="4130711"/>
            <a:ext cx="138124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vi-VN" sz="28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28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endParaRPr lang="en-US" sz="2800" b="1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ED87987-CF23-499F-AEA4-E56DCB933493}"/>
              </a:ext>
            </a:extLst>
          </p:cNvPr>
          <p:cNvSpPr txBox="1"/>
          <p:nvPr/>
        </p:nvSpPr>
        <p:spPr>
          <a:xfrm>
            <a:off x="9228320" y="3963764"/>
            <a:ext cx="683241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CHẤTP</a:t>
            </a:r>
            <a:r>
              <a:rPr lang="vi-VN" sz="1400" b="1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Ư</a:t>
            </a:r>
            <a:endParaRPr lang="en-US" sz="1400" b="1" dirty="0">
              <a:solidFill>
                <a:srgbClr val="C00000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935022B6-E000-4856-8E85-5FE681F347E6}"/>
              </a:ext>
            </a:extLst>
          </p:cNvPr>
          <p:cNvSpPr txBox="1"/>
          <p:nvPr/>
        </p:nvSpPr>
        <p:spPr>
          <a:xfrm>
            <a:off x="10514313" y="4870845"/>
            <a:ext cx="131291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 PHẨM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xmlns="" id="{5EF56A78-45A2-4828-88EA-03BA32B31F28}"/>
              </a:ext>
            </a:extLst>
          </p:cNvPr>
          <p:cNvSpPr/>
          <p:nvPr/>
        </p:nvSpPr>
        <p:spPr>
          <a:xfrm>
            <a:off x="9741946" y="4514215"/>
            <a:ext cx="220947" cy="182106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FA9549C6-0EFF-4D9C-B648-3A90ADBC54CB}"/>
                  </a:ext>
                </a:extLst>
              </p:cNvPr>
              <p:cNvSpPr txBox="1"/>
              <p:nvPr/>
            </p:nvSpPr>
            <p:spPr>
              <a:xfrm>
                <a:off x="8748796" y="4333203"/>
                <a:ext cx="54747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</m:acc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A9549C6-0EFF-4D9C-B648-3A90ADBC5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8796" y="4333203"/>
                <a:ext cx="547474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25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repeatCount="indefinite" accel="50000" decel="50000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4.72222E-6 2.22222E-6 L 0.03003 -0.13449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3" y="-6736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7" grpId="0"/>
      <p:bldP spid="11" grpId="0"/>
      <p:bldP spid="12" grpId="0"/>
      <p:bldP spid="13" grpId="0"/>
      <p:bldP spid="23" grpId="0"/>
      <p:bldP spid="26" grpId="0"/>
      <p:bldP spid="1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3" grpId="1" animBg="1"/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0428" y="916946"/>
            <a:ext cx="11566800" cy="1481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lnSpc>
                <a:spcPct val="150000"/>
              </a:lnSpc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p/t Arrhenius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xmlns="" id="{A90408D4-7554-1F35-72A7-92CFB8E473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171849"/>
              </p:ext>
            </p:extLst>
          </p:nvPr>
        </p:nvGraphicFramePr>
        <p:xfrm>
          <a:off x="4888470" y="2373505"/>
          <a:ext cx="2743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4" imgW="685800" imgH="330120" progId="Equation.3">
                  <p:embed/>
                </p:oleObj>
              </mc:Choice>
              <mc:Fallback>
                <p:oleObj name="Equation" r:id="rId4" imgW="685800" imgH="330120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xmlns="" id="{A90408D4-7554-1F35-72A7-92CFB8E473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8470" y="2373505"/>
                        <a:ext cx="2743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4AA5A810-3838-F4B9-74D0-FB963FE675FE}"/>
              </a:ext>
            </a:extLst>
          </p:cNvPr>
          <p:cNvGrpSpPr/>
          <p:nvPr/>
        </p:nvGrpSpPr>
        <p:grpSpPr>
          <a:xfrm>
            <a:off x="2328108" y="4028223"/>
            <a:ext cx="7025755" cy="1431354"/>
            <a:chOff x="2328108" y="4028223"/>
            <a:chExt cx="7025755" cy="14313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xmlns="" id="{0AEB28C4-5571-B5FD-2E50-594C804485EC}"/>
                    </a:ext>
                  </a:extLst>
                </p:cNvPr>
                <p:cNvSpPr txBox="1"/>
                <p:nvPr/>
              </p:nvSpPr>
              <p:spPr>
                <a:xfrm>
                  <a:off x="3166277" y="4028223"/>
                  <a:ext cx="6187586" cy="143135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x-none" sz="5400" i="1" smtClean="0">
                          <a:latin typeface="Cambria Math" panose="02040503050406030204" pitchFamily="18" charset="0"/>
                        </a:rPr>
                        <m:t>ln</m:t>
                      </m:r>
                      <m:f>
                        <m:fPr>
                          <m:ctrlPr>
                            <a:rPr lang="x-none" sz="5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x-none" sz="5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x-none" sz="54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vi-VN" sz="5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x-none" sz="5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x-none" sz="54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vi-VN" sz="5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vi-VN" sz="5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54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vi-VN" sz="5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sz="5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vi-VN" sz="540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vi-VN" sz="54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vi-VN" sz="540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vi-VN" sz="540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vi-VN" sz="5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5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vi-VN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54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vi-VN" sz="5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vi-VN" sz="54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vi-VN" sz="5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5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vi-VN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54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vi-VN" sz="5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vi-VN" sz="5400" dirty="0"/>
                    <a:t>)</a:t>
                  </a:r>
                  <a:endParaRPr lang="x-none" sz="54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AEB28C4-5571-B5FD-2E50-594C804485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277" y="4028223"/>
                  <a:ext cx="6187586" cy="1431354"/>
                </a:xfrm>
                <a:prstGeom prst="rect">
                  <a:avLst/>
                </a:prstGeom>
                <a:blipFill>
                  <a:blip r:embed="rId6"/>
                  <a:stretch>
                    <a:fillRect l="-2459" r="-3893" b="-4386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Curved Right Arrow 5">
              <a:extLst>
                <a:ext uri="{FF2B5EF4-FFF2-40B4-BE49-F238E27FC236}">
                  <a16:creationId xmlns:a16="http://schemas.microsoft.com/office/drawing/2014/main" xmlns="" id="{DB4F988D-B0E3-8C9A-98D3-BF7872455342}"/>
                </a:ext>
              </a:extLst>
            </p:cNvPr>
            <p:cNvSpPr/>
            <p:nvPr/>
          </p:nvSpPr>
          <p:spPr>
            <a:xfrm rot="20839176">
              <a:off x="2328108" y="4092621"/>
              <a:ext cx="434714" cy="73451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006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91EFF27B-0081-41A4-8CB3-4899D2D7A130}"/>
              </a:ext>
            </a:extLst>
          </p:cNvPr>
          <p:cNvSpPr txBox="1">
            <a:spLocks noChangeArrowheads="1"/>
          </p:cNvSpPr>
          <p:nvPr/>
        </p:nvSpPr>
        <p:spPr>
          <a:xfrm>
            <a:off x="4086843" y="6138844"/>
            <a:ext cx="5219529" cy="7818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5138" indent="-4651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khuấy</a:t>
            </a:r>
            <a:r>
              <a:rPr lang="en-US" altLang="en-US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trộn</a:t>
            </a:r>
            <a:r>
              <a:rPr lang="en-US" altLang="en-US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lang="en-US" altLang="en-US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altLang="en-US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xmlns="" id="{19E788B3-512A-41F3-847E-5A6C291FF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9" y="1010381"/>
            <a:ext cx="826030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Tốc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độ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phản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ứng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tổng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quát</a:t>
            </a:r>
            <a:r>
              <a:rPr lang="en-US" altLang="en-US" dirty="0">
                <a:cs typeface="Times New Roman" panose="02020603050405020304" pitchFamily="18" charset="0"/>
              </a:rPr>
              <a:t>:</a:t>
            </a:r>
            <a:r>
              <a:rPr lang="vi-VN" altLang="en-US" dirty="0">
                <a:cs typeface="Times New Roman" panose="02020603050405020304" pitchFamily="18" charset="0"/>
              </a:rPr>
              <a:t> </a:t>
            </a:r>
            <a:r>
              <a:rPr lang="en-US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v = k</a:t>
            </a:r>
            <a:r>
              <a:rPr lang="vi-VN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.</a:t>
            </a:r>
            <a:r>
              <a:rPr lang="en-US" altLang="en-US" sz="4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C</a:t>
            </a:r>
            <a:r>
              <a:rPr lang="en-US" altLang="en-US" sz="4000" b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4000" b="1" baseline="30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4000" b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vi-VN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.</a:t>
            </a:r>
            <a:r>
              <a:rPr lang="en-US" altLang="en-US" sz="4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C</a:t>
            </a:r>
            <a:r>
              <a:rPr lang="en-US" altLang="en-US" sz="4000" b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B</a:t>
            </a:r>
            <a:r>
              <a:rPr lang="en-US" altLang="en-US" sz="4000" b="1" baseline="30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m</a:t>
            </a:r>
            <a:endParaRPr lang="en-US" alt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444002"/>
              </p:ext>
            </p:extLst>
          </p:nvPr>
        </p:nvGraphicFramePr>
        <p:xfrm>
          <a:off x="9135528" y="814176"/>
          <a:ext cx="2515983" cy="111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4" imgW="685800" imgH="330120" progId="Equation.3">
                  <p:embed/>
                </p:oleObj>
              </mc:Choice>
              <mc:Fallback>
                <p:oleObj name="Equation" r:id="rId4" imgW="685800" imgH="33012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5528" y="814176"/>
                        <a:ext cx="2515983" cy="1118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142095" y="1133492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6905" y="1847903"/>
            <a:ext cx="353814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65150" indent="-5651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86843" y="2609116"/>
            <a:ext cx="5248809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5938" indent="-5159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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V</a:t>
            </a:r>
            <a:r>
              <a:rPr lang="en-US" altLang="en-US" sz="2800" baseline="-250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pư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</a:t>
            </a:r>
            <a:endParaRPr lang="en-US" altLang="en-US" sz="28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86843" y="3387494"/>
            <a:ext cx="198996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65138" indent="-4651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86843" y="4049473"/>
            <a:ext cx="175913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65138" indent="-4651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altLang="en-US" sz="28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endParaRPr lang="en-US" altLang="en-US" sz="2800" dirty="0">
              <a:solidFill>
                <a:srgbClr val="99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086843" y="4763169"/>
            <a:ext cx="7475380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65138" indent="-4651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):S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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V</a:t>
            </a:r>
            <a:r>
              <a:rPr lang="en-US" altLang="en-US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pư</a:t>
            </a:r>
            <a:r>
              <a:rPr lang="en-US" altLang="en-US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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86843" y="5477637"/>
            <a:ext cx="5256888" cy="6612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65138" indent="-4651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315" y="3756826"/>
            <a:ext cx="315503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8" name="Left Brace 17"/>
          <p:cNvSpPr/>
          <p:nvPr/>
        </p:nvSpPr>
        <p:spPr>
          <a:xfrm>
            <a:off x="3612178" y="2060037"/>
            <a:ext cx="427368" cy="46902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0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" grpId="0"/>
      <p:bldP spid="3" grpId="0"/>
      <p:bldP spid="5" grpId="0"/>
      <p:bldP spid="10" grpId="0"/>
      <p:bldP spid="11" grpId="0"/>
      <p:bldP spid="12" grpId="0"/>
      <p:bldP spid="13" grpId="0"/>
      <p:bldP spid="17" grpId="0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3814" y="990319"/>
            <a:ext cx="4453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PHẢN ỨNG BẬC 0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698" y="1756238"/>
            <a:ext cx="5436509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Xét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phản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ứng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sz="4000" dirty="0">
                <a:solidFill>
                  <a:srgbClr val="0000FF"/>
                </a:solidFill>
              </a:rPr>
              <a:t>A </a:t>
            </a:r>
            <a:r>
              <a:rPr lang="en-US" altLang="x-none" sz="4000" dirty="0">
                <a:solidFill>
                  <a:srgbClr val="0000FF"/>
                </a:solidFill>
                <a:sym typeface="Symbol" pitchFamily="2" charset="2"/>
              </a:rPr>
              <a:t></a:t>
            </a:r>
            <a:r>
              <a:rPr lang="en-US" altLang="x-none" sz="4000" dirty="0">
                <a:solidFill>
                  <a:srgbClr val="0000FF"/>
                </a:solidFill>
              </a:rPr>
              <a:t> </a:t>
            </a:r>
            <a:r>
              <a:rPr lang="en-US" altLang="x-none" sz="4000" dirty="0" err="1">
                <a:solidFill>
                  <a:srgbClr val="0000FF"/>
                </a:solidFill>
              </a:rPr>
              <a:t>sản</a:t>
            </a:r>
            <a:r>
              <a:rPr lang="en-US" altLang="x-none" sz="4000" dirty="0">
                <a:solidFill>
                  <a:srgbClr val="0000FF"/>
                </a:solidFill>
              </a:rPr>
              <a:t> </a:t>
            </a:r>
            <a:r>
              <a:rPr lang="en-US" altLang="x-none" sz="4000" dirty="0" err="1">
                <a:solidFill>
                  <a:srgbClr val="0000FF"/>
                </a:solidFill>
              </a:rPr>
              <a:t>phẩm</a:t>
            </a:r>
            <a:endParaRPr lang="en-US" altLang="x-none" sz="40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algn="r">
              <a:buFont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877" y="2956165"/>
            <a:ext cx="2890127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Tốc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độ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phản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ứng</a:t>
            </a:r>
            <a:r>
              <a:rPr lang="en-US" altLang="en-US" b="1" dirty="0">
                <a:solidFill>
                  <a:schemeClr val="tx1"/>
                </a:solidFill>
              </a:rPr>
              <a:t>: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xmlns="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929058"/>
              </p:ext>
            </p:extLst>
          </p:nvPr>
        </p:nvGraphicFramePr>
        <p:xfrm>
          <a:off x="3433555" y="2659063"/>
          <a:ext cx="51689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4" imgW="1879560" imgH="406080" progId="Equation.3">
                  <p:embed/>
                </p:oleObj>
              </mc:Choice>
              <mc:Fallback>
                <p:oleObj name="Equation" r:id="rId4" imgW="1879560" imgH="406080" progId="Equation.3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xmlns="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555" y="2659063"/>
                        <a:ext cx="5168900" cy="1114425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xmlns="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524548"/>
              </p:ext>
            </p:extLst>
          </p:nvPr>
        </p:nvGraphicFramePr>
        <p:xfrm>
          <a:off x="4200525" y="3943350"/>
          <a:ext cx="272415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6" imgW="990360" imgH="495000" progId="Equation.3">
                  <p:embed/>
                </p:oleObj>
              </mc:Choice>
              <mc:Fallback>
                <p:oleObj name="Equation" r:id="rId6" imgW="990360" imgH="495000" progId="Equation.3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xmlns="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525" y="3943350"/>
                        <a:ext cx="2724150" cy="13589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urved Right Arrow 12"/>
          <p:cNvSpPr/>
          <p:nvPr/>
        </p:nvSpPr>
        <p:spPr>
          <a:xfrm>
            <a:off x="3696231" y="4241218"/>
            <a:ext cx="381000" cy="4547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Right Arrow 14"/>
          <p:cNvSpPr/>
          <p:nvPr/>
        </p:nvSpPr>
        <p:spPr>
          <a:xfrm>
            <a:off x="3627651" y="5543698"/>
            <a:ext cx="381000" cy="4547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233213"/>
              </p:ext>
            </p:extLst>
          </p:nvPr>
        </p:nvGraphicFramePr>
        <p:xfrm>
          <a:off x="4210050" y="5543550"/>
          <a:ext cx="285273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8" imgW="927000" imgH="228600" progId="Equation.3">
                  <p:embed/>
                </p:oleObj>
              </mc:Choice>
              <mc:Fallback>
                <p:oleObj name="Equation" r:id="rId8" imgW="927000" imgH="228600" progId="Equation.3">
                  <p:embed/>
                  <p:pic>
                    <p:nvPicPr>
                      <p:cNvPr id="16" name="Object 1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10050" y="5543550"/>
                        <a:ext cx="2852738" cy="7016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4">
                <a:extLst>
                  <a:ext uri="{FF2B5EF4-FFF2-40B4-BE49-F238E27FC236}">
                    <a16:creationId xmlns:a16="http://schemas.microsoft.com/office/drawing/2014/main" xmlns="" id="{C76F9EBE-C949-A922-1A94-3AC0BE164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7127" y="3981464"/>
                <a:ext cx="4604384" cy="12348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sz="2400" i="1" dirty="0">
                    <a:solidFill>
                      <a:srgbClr val="CC00CC"/>
                    </a:solidFill>
                  </a:rPr>
                  <a:t>Lấy </a:t>
                </a:r>
                <a:r>
                  <a:rPr lang="en-US" altLang="en-US" sz="2400" i="1" dirty="0" err="1">
                    <a:solidFill>
                      <a:srgbClr val="CC00CC"/>
                    </a:solidFill>
                  </a:rPr>
                  <a:t>tích</a:t>
                </a:r>
                <a:r>
                  <a:rPr lang="en-US" altLang="en-US" sz="2400" i="1" dirty="0">
                    <a:solidFill>
                      <a:srgbClr val="CC00CC"/>
                    </a:solidFill>
                  </a:rPr>
                  <a:t> </a:t>
                </a:r>
                <a:r>
                  <a:rPr lang="en-US" altLang="en-US" sz="2400" i="1" dirty="0" err="1">
                    <a:solidFill>
                      <a:srgbClr val="CC00CC"/>
                    </a:solidFill>
                  </a:rPr>
                  <a:t>phân</a:t>
                </a:r>
                <a:r>
                  <a:rPr lang="en-US" altLang="en-US" sz="2400" i="1" dirty="0">
                    <a:solidFill>
                      <a:srgbClr val="CC00CC"/>
                    </a:solidFill>
                  </a:rPr>
                  <a:t> </a:t>
                </a:r>
                <a:r>
                  <a:rPr lang="en-US" altLang="en-US" sz="2400" i="1" dirty="0" err="1">
                    <a:solidFill>
                      <a:srgbClr val="CC00CC"/>
                    </a:solidFill>
                  </a:rPr>
                  <a:t>từ</a:t>
                </a:r>
                <a:r>
                  <a:rPr lang="en-US" altLang="en-US" sz="2400" i="1" dirty="0">
                    <a:solidFill>
                      <a:srgbClr val="CC00CC"/>
                    </a:solidFill>
                  </a:rPr>
                  <a:t> 0 (</a:t>
                </a:r>
                <a:r>
                  <a:rPr lang="en-US" altLang="en-US" sz="2400" i="1" dirty="0" err="1">
                    <a:solidFill>
                      <a:srgbClr val="CC00CC"/>
                    </a:solidFill>
                  </a:rPr>
                  <a:t>ứng</a:t>
                </a:r>
                <a:r>
                  <a:rPr lang="en-US" altLang="en-US" sz="2400" i="1" dirty="0">
                    <a:solidFill>
                      <a:srgbClr val="CC00CC"/>
                    </a:solidFill>
                  </a:rPr>
                  <a:t> </a:t>
                </a:r>
                <a:r>
                  <a:rPr lang="en-US" altLang="en-US" sz="2400" i="1" dirty="0" err="1">
                    <a:solidFill>
                      <a:srgbClr val="CC00CC"/>
                    </a:solidFill>
                  </a:rPr>
                  <a:t>với</a:t>
                </a:r>
                <a:r>
                  <a:rPr lang="en-US" altLang="en-US" sz="2400" i="1" dirty="0">
                    <a:solidFill>
                      <a:srgbClr val="CC00CC"/>
                    </a:solidFill>
                  </a:rPr>
                  <a:t> 0 s </a:t>
                </a:r>
                <a:r>
                  <a:rPr lang="en-US" altLang="en-US" sz="2400" i="1" dirty="0" err="1">
                    <a:solidFill>
                      <a:srgbClr val="CC00CC"/>
                    </a:solidFill>
                  </a:rPr>
                  <a:t>và</a:t>
                </a:r>
                <a:r>
                  <a:rPr lang="en-US" altLang="en-US" sz="2400" i="1" dirty="0">
                    <a:solidFill>
                      <a:srgbClr val="CC00CC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altLang="en-US" sz="2400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en-US" sz="2400" i="1" baseline="-25000" dirty="0">
                    <a:solidFill>
                      <a:srgbClr val="CC00CC"/>
                    </a:solidFill>
                  </a:rPr>
                  <a:t> </a:t>
                </a:r>
                <a:r>
                  <a:rPr lang="en-US" altLang="en-US" sz="2400" i="1" dirty="0">
                    <a:solidFill>
                      <a:srgbClr val="CC00CC"/>
                    </a:solidFill>
                  </a:rPr>
                  <a:t>) </a:t>
                </a:r>
                <a:r>
                  <a:rPr lang="en-US" altLang="en-US" sz="2400" i="1" dirty="0" err="1">
                    <a:solidFill>
                      <a:srgbClr val="CC00CC"/>
                    </a:solidFill>
                  </a:rPr>
                  <a:t>đến</a:t>
                </a:r>
                <a:r>
                  <a:rPr lang="en-US" altLang="en-US" sz="2400" i="1" dirty="0">
                    <a:solidFill>
                      <a:srgbClr val="CC00CC"/>
                    </a:solidFill>
                  </a:rPr>
                  <a:t> t (</a:t>
                </a:r>
                <a:r>
                  <a:rPr lang="en-US" altLang="en-US" sz="2400" i="1" dirty="0" err="1">
                    <a:solidFill>
                      <a:srgbClr val="CC00CC"/>
                    </a:solidFill>
                  </a:rPr>
                  <a:t>ứng</a:t>
                </a:r>
                <a:r>
                  <a:rPr lang="en-US" altLang="en-US" sz="2400" i="1" dirty="0">
                    <a:solidFill>
                      <a:srgbClr val="CC00CC"/>
                    </a:solidFill>
                  </a:rPr>
                  <a:t> </a:t>
                </a:r>
                <a:r>
                  <a:rPr lang="en-US" altLang="en-US" sz="2400" i="1" dirty="0" err="1">
                    <a:solidFill>
                      <a:srgbClr val="CC00CC"/>
                    </a:solidFill>
                  </a:rPr>
                  <a:t>với</a:t>
                </a:r>
                <a:r>
                  <a:rPr lang="en-US" altLang="en-US" sz="2400" i="1" dirty="0">
                    <a:solidFill>
                      <a:srgbClr val="CC00CC"/>
                    </a:solidFill>
                  </a:rPr>
                  <a:t> t s </a:t>
                </a:r>
                <a:r>
                  <a:rPr lang="en-US" altLang="en-US" sz="2400" i="1" dirty="0" err="1">
                    <a:solidFill>
                      <a:srgbClr val="CC00CC"/>
                    </a:solidFill>
                  </a:rPr>
                  <a:t>và</a:t>
                </a:r>
                <a:r>
                  <a:rPr lang="en-US" altLang="en-US" sz="2400" i="1" dirty="0">
                    <a:solidFill>
                      <a:srgbClr val="CC00CC"/>
                    </a:solidFill>
                  </a:rPr>
                  <a:t> C</a:t>
                </a:r>
                <a:r>
                  <a:rPr lang="en-US" altLang="en-US" sz="2400" i="1" baseline="-25000" dirty="0">
                    <a:solidFill>
                      <a:srgbClr val="CC00CC"/>
                    </a:solidFill>
                  </a:rPr>
                  <a:t>A </a:t>
                </a:r>
                <a:r>
                  <a:rPr lang="en-US" altLang="en-US" sz="2400" i="1" dirty="0">
                    <a:solidFill>
                      <a:srgbClr val="CC00CC"/>
                    </a:solidFill>
                  </a:rPr>
                  <a:t>)</a:t>
                </a:r>
                <a:endParaRPr lang="en-US" altLang="en-US" sz="2400" i="1" dirty="0">
                  <a:solidFill>
                    <a:srgbClr val="CC00CC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Rectangle 4">
                <a:extLst>
                  <a:ext uri="{FF2B5EF4-FFF2-40B4-BE49-F238E27FC236}">
                    <a16:creationId xmlns="" xmlns:a16="http://schemas.microsoft.com/office/drawing/2014/main" id="{C76F9EBE-C949-A922-1A94-3AC0BE164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7127" y="3981464"/>
                <a:ext cx="4604384" cy="1234889"/>
              </a:xfrm>
              <a:prstGeom prst="rect">
                <a:avLst/>
              </a:prstGeom>
              <a:blipFill rotWithShape="0">
                <a:blip r:embed="rId10"/>
                <a:stretch>
                  <a:fillRect b="-295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406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 animBg="1"/>
      <p:bldP spid="15" grpId="0" animBg="1"/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3814" y="1428302"/>
            <a:ext cx="11675950" cy="165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BÁN CHU KỲ PHẢN ỨNG, t</a:t>
            </a:r>
            <a:r>
              <a:rPr lang="en-US" sz="36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nửa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A1/2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1/2C</a:t>
            </a:r>
            <a:r>
              <a:rPr lang="en-US" sz="36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461" y="3920546"/>
            <a:ext cx="4384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60747" y="5172655"/>
            <a:ext cx="522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026778" y="5111099"/>
                <a:ext cx="2677271" cy="659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3600" b="1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A,t</a:t>
                </a:r>
                <a:r>
                  <a:rPr lang="vi-VN" sz="3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1/2</a:t>
                </a:r>
                <a:r>
                  <a:rPr lang="vi-VN" sz="3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778" y="5111099"/>
                <a:ext cx="2677271" cy="659796"/>
              </a:xfrm>
              <a:prstGeom prst="rect">
                <a:avLst/>
              </a:prstGeom>
              <a:blipFill>
                <a:blip r:embed="rId4"/>
                <a:stretch>
                  <a:fillRect l="-7109" t="-15094" b="-2830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triped Right Arrow 8"/>
          <p:cNvSpPr/>
          <p:nvPr/>
        </p:nvSpPr>
        <p:spPr>
          <a:xfrm>
            <a:off x="7967960" y="5280202"/>
            <a:ext cx="615142" cy="36968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912404"/>
              </p:ext>
            </p:extLst>
          </p:nvPr>
        </p:nvGraphicFramePr>
        <p:xfrm>
          <a:off x="8847013" y="4705160"/>
          <a:ext cx="1742896" cy="1360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5" imgW="571320" imgH="419040" progId="Equation.3">
                  <p:embed/>
                </p:oleObj>
              </mc:Choice>
              <mc:Fallback>
                <p:oleObj name="Equation" r:id="rId5" imgW="571320" imgH="419040" progId="Equation.3">
                  <p:embed/>
                  <p:pic>
                    <p:nvPicPr>
                      <p:cNvPr id="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7013" y="4705160"/>
                        <a:ext cx="1742896" cy="1360507"/>
                      </a:xfrm>
                      <a:prstGeom prst="rect">
                        <a:avLst/>
                      </a:prstGeom>
                      <a:solidFill>
                        <a:srgbClr val="00FF00">
                          <a:alpha val="50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557156"/>
              </p:ext>
            </p:extLst>
          </p:nvPr>
        </p:nvGraphicFramePr>
        <p:xfrm>
          <a:off x="1244098" y="5111099"/>
          <a:ext cx="285273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7" imgW="927000" imgH="228600" progId="Equation.3">
                  <p:embed/>
                </p:oleObj>
              </mc:Choice>
              <mc:Fallback>
                <p:oleObj name="Equation" r:id="rId7" imgW="927000" imgH="228600" progId="Equation.3">
                  <p:embed/>
                  <p:pic>
                    <p:nvPicPr>
                      <p:cNvPr id="16" name="Object 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44098" y="5111099"/>
                        <a:ext cx="2852738" cy="7016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453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6" grpId="0"/>
      <p:bldP spid="7" grpId="0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3814" y="990319"/>
            <a:ext cx="4453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PHẢN ỨNG BẬC 1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698" y="1624217"/>
            <a:ext cx="5436509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Xét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phản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ứng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sz="4000" dirty="0">
                <a:solidFill>
                  <a:srgbClr val="0000FF"/>
                </a:solidFill>
              </a:rPr>
              <a:t>A </a:t>
            </a:r>
            <a:r>
              <a:rPr lang="en-US" altLang="x-none" sz="4000" dirty="0">
                <a:solidFill>
                  <a:srgbClr val="0000FF"/>
                </a:solidFill>
                <a:sym typeface="Symbol" pitchFamily="2" charset="2"/>
              </a:rPr>
              <a:t></a:t>
            </a:r>
            <a:r>
              <a:rPr lang="en-US" altLang="x-none" sz="4000" dirty="0">
                <a:solidFill>
                  <a:srgbClr val="0000FF"/>
                </a:solidFill>
              </a:rPr>
              <a:t> </a:t>
            </a:r>
            <a:r>
              <a:rPr lang="en-US" altLang="x-none" sz="4000" dirty="0" err="1">
                <a:solidFill>
                  <a:srgbClr val="0000FF"/>
                </a:solidFill>
              </a:rPr>
              <a:t>sản</a:t>
            </a:r>
            <a:r>
              <a:rPr lang="en-US" altLang="x-none" sz="4000" dirty="0">
                <a:solidFill>
                  <a:srgbClr val="0000FF"/>
                </a:solidFill>
              </a:rPr>
              <a:t> </a:t>
            </a:r>
            <a:r>
              <a:rPr lang="en-US" altLang="x-none" sz="4000" dirty="0" err="1">
                <a:solidFill>
                  <a:srgbClr val="0000FF"/>
                </a:solidFill>
              </a:rPr>
              <a:t>phẩm</a:t>
            </a:r>
            <a:endParaRPr lang="en-US" altLang="x-none" sz="40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algn="r">
              <a:buFont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15" y="2842200"/>
            <a:ext cx="2890127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Tốc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độ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phản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ứng</a:t>
            </a:r>
            <a:r>
              <a:rPr lang="en-US" altLang="en-US" b="1" dirty="0">
                <a:solidFill>
                  <a:schemeClr val="tx1"/>
                </a:solidFill>
              </a:rPr>
              <a:t>: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xmlns="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504788"/>
              </p:ext>
            </p:extLst>
          </p:nvPr>
        </p:nvGraphicFramePr>
        <p:xfrm>
          <a:off x="3356042" y="2545383"/>
          <a:ext cx="44704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4" imgW="1625400" imgH="406080" progId="Equation.3">
                  <p:embed/>
                </p:oleObj>
              </mc:Choice>
              <mc:Fallback>
                <p:oleObj name="Equation" r:id="rId4" imgW="1625400" imgH="406080" progId="Equation.3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xmlns="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6042" y="2545383"/>
                        <a:ext cx="4470400" cy="1114425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xmlns="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699628"/>
              </p:ext>
            </p:extLst>
          </p:nvPr>
        </p:nvGraphicFramePr>
        <p:xfrm>
          <a:off x="1051413" y="3661110"/>
          <a:ext cx="2828925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6" imgW="1028520" imgH="495000" progId="Equation.3">
                  <p:embed/>
                </p:oleObj>
              </mc:Choice>
              <mc:Fallback>
                <p:oleObj name="Equation" r:id="rId6" imgW="1028520" imgH="495000" progId="Equation.3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xmlns="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413" y="3661110"/>
                        <a:ext cx="2828925" cy="13589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urved Right Arrow 12"/>
          <p:cNvSpPr/>
          <p:nvPr/>
        </p:nvSpPr>
        <p:spPr>
          <a:xfrm>
            <a:off x="593236" y="4042127"/>
            <a:ext cx="381000" cy="4547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347896"/>
              </p:ext>
            </p:extLst>
          </p:nvPr>
        </p:nvGraphicFramePr>
        <p:xfrm>
          <a:off x="4516852" y="4049832"/>
          <a:ext cx="4059601" cy="66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8" imgW="1320480" imgH="215640" progId="Equation.3">
                  <p:embed/>
                </p:oleObj>
              </mc:Choice>
              <mc:Fallback>
                <p:oleObj name="Equation" r:id="rId8" imgW="1320480" imgH="215640" progId="Equation.3">
                  <p:embed/>
                  <p:pic>
                    <p:nvPicPr>
                      <p:cNvPr id="16" name="Object 1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16852" y="4049832"/>
                        <a:ext cx="4059601" cy="66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ight Arrow 16"/>
          <p:cNvSpPr/>
          <p:nvPr/>
        </p:nvSpPr>
        <p:spPr>
          <a:xfrm>
            <a:off x="8694435" y="4213462"/>
            <a:ext cx="426720" cy="3363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607371"/>
              </p:ext>
            </p:extLst>
          </p:nvPr>
        </p:nvGraphicFramePr>
        <p:xfrm>
          <a:off x="9257710" y="3667513"/>
          <a:ext cx="2570480" cy="1285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10" imgW="965160" imgH="482400" progId="Equation.3">
                  <p:embed/>
                </p:oleObj>
              </mc:Choice>
              <mc:Fallback>
                <p:oleObj name="Equation" r:id="rId10" imgW="965160" imgH="482400" progId="Equation.3">
                  <p:embed/>
                  <p:pic>
                    <p:nvPicPr>
                      <p:cNvPr id="18" name="Object 1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257710" y="3667513"/>
                        <a:ext cx="2570480" cy="128524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Striped Right Arrow 19"/>
          <p:cNvSpPr/>
          <p:nvPr/>
        </p:nvSpPr>
        <p:spPr>
          <a:xfrm>
            <a:off x="3957515" y="4173737"/>
            <a:ext cx="437417" cy="304466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urved Right Arrow 20"/>
          <p:cNvSpPr/>
          <p:nvPr/>
        </p:nvSpPr>
        <p:spPr>
          <a:xfrm rot="20906964">
            <a:off x="910556" y="6398922"/>
            <a:ext cx="367969" cy="35042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09883" y="6329759"/>
            <a:ext cx="761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14" y="5356307"/>
            <a:ext cx="3675263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Bán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chu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kỳ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phản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ứng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079507"/>
              </p:ext>
            </p:extLst>
          </p:nvPr>
        </p:nvGraphicFramePr>
        <p:xfrm>
          <a:off x="4262438" y="5103813"/>
          <a:ext cx="327025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12" imgW="1206360" imgH="393480" progId="Equation.3">
                  <p:embed/>
                </p:oleObj>
              </mc:Choice>
              <mc:Fallback>
                <p:oleObj name="Equation" r:id="rId12" imgW="1206360" imgH="393480" progId="Equation.3">
                  <p:embed/>
                  <p:pic>
                    <p:nvPicPr>
                      <p:cNvPr id="2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8" y="5103813"/>
                        <a:ext cx="3270250" cy="1065212"/>
                      </a:xfrm>
                      <a:prstGeom prst="rect">
                        <a:avLst/>
                      </a:prstGeom>
                      <a:solidFill>
                        <a:srgbClr val="30F070">
                          <a:alpha val="50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948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 animBg="1"/>
      <p:bldP spid="17" grpId="0" animBg="1"/>
      <p:bldP spid="20" grpId="0" animBg="1"/>
      <p:bldP spid="21" grpId="0" animBg="1"/>
      <p:bldP spid="22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3814" y="990319"/>
            <a:ext cx="73645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  ĐỒ THỊ  PHẢN ỨNG BẬC 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22" y="2771255"/>
            <a:ext cx="5241695" cy="4086745"/>
          </a:xfrm>
          <a:prstGeom prst="rect">
            <a:avLst/>
          </a:prstGeom>
        </p:spPr>
      </p:pic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557015"/>
              </p:ext>
            </p:extLst>
          </p:nvPr>
        </p:nvGraphicFramePr>
        <p:xfrm>
          <a:off x="4364182" y="1770106"/>
          <a:ext cx="3810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1206360" imgH="241200" progId="Equation.3">
                  <p:embed/>
                </p:oleObj>
              </mc:Choice>
              <mc:Fallback>
                <p:oleObj name="Equation" r:id="rId5" imgW="1206360" imgH="241200" progId="Equation.3">
                  <p:embed/>
                  <p:pic>
                    <p:nvPicPr>
                      <p:cNvPr id="2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4182" y="1770106"/>
                        <a:ext cx="3810000" cy="76200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50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33814" y="4229852"/>
            <a:ext cx="56044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= ax + b </a:t>
            </a:r>
          </a:p>
        </p:txBody>
      </p:sp>
      <p:sp>
        <p:nvSpPr>
          <p:cNvPr id="10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19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3814" y="990319"/>
            <a:ext cx="4453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PHẢN ỨNG BẬC 2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698" y="1756238"/>
            <a:ext cx="6154993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Xét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phản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ứng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sz="4000" dirty="0">
                <a:solidFill>
                  <a:srgbClr val="0000FF"/>
                </a:solidFill>
              </a:rPr>
              <a:t>2A </a:t>
            </a:r>
            <a:r>
              <a:rPr lang="en-US" altLang="x-none" sz="4000" dirty="0">
                <a:solidFill>
                  <a:srgbClr val="0000FF"/>
                </a:solidFill>
                <a:sym typeface="Symbol" pitchFamily="2" charset="2"/>
              </a:rPr>
              <a:t></a:t>
            </a:r>
            <a:r>
              <a:rPr lang="en-US" altLang="x-none" sz="4000" dirty="0">
                <a:solidFill>
                  <a:srgbClr val="0000FF"/>
                </a:solidFill>
              </a:rPr>
              <a:t> </a:t>
            </a:r>
            <a:r>
              <a:rPr lang="en-US" altLang="x-none" sz="4000" dirty="0" err="1">
                <a:solidFill>
                  <a:srgbClr val="0000FF"/>
                </a:solidFill>
              </a:rPr>
              <a:t>sản</a:t>
            </a:r>
            <a:r>
              <a:rPr lang="en-US" altLang="x-none" sz="4000" dirty="0">
                <a:solidFill>
                  <a:srgbClr val="0000FF"/>
                </a:solidFill>
              </a:rPr>
              <a:t> </a:t>
            </a:r>
            <a:r>
              <a:rPr lang="en-US" altLang="x-none" sz="4000" dirty="0" err="1">
                <a:solidFill>
                  <a:srgbClr val="0000FF"/>
                </a:solidFill>
              </a:rPr>
              <a:t>phẩm</a:t>
            </a:r>
            <a:endParaRPr lang="en-US" altLang="x-none" sz="40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algn="r">
              <a:buFont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877" y="2956165"/>
            <a:ext cx="2890127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Tốc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độ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phản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ứng</a:t>
            </a:r>
            <a:r>
              <a:rPr lang="en-US" altLang="en-US" b="1" dirty="0">
                <a:solidFill>
                  <a:schemeClr val="tx1"/>
                </a:solidFill>
              </a:rPr>
              <a:t>: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xmlns="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156420"/>
              </p:ext>
            </p:extLst>
          </p:nvPr>
        </p:nvGraphicFramePr>
        <p:xfrm>
          <a:off x="3400004" y="2659348"/>
          <a:ext cx="44704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4" imgW="1625400" imgH="406080" progId="Equation.3">
                  <p:embed/>
                </p:oleObj>
              </mc:Choice>
              <mc:Fallback>
                <p:oleObj name="Equation" r:id="rId4" imgW="1625400" imgH="406080" progId="Equation.3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xmlns="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004" y="2659348"/>
                        <a:ext cx="4470400" cy="1114425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xmlns="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500626"/>
              </p:ext>
            </p:extLst>
          </p:nvPr>
        </p:nvGraphicFramePr>
        <p:xfrm>
          <a:off x="4437879" y="3943636"/>
          <a:ext cx="25146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6" imgW="914400" imgH="495000" progId="Equation.3">
                  <p:embed/>
                </p:oleObj>
              </mc:Choice>
              <mc:Fallback>
                <p:oleObj name="Equation" r:id="rId6" imgW="914400" imgH="495000" progId="Equation.3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xmlns="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879" y="3943636"/>
                        <a:ext cx="2514600" cy="13589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urved Right Arrow 10"/>
          <p:cNvSpPr/>
          <p:nvPr/>
        </p:nvSpPr>
        <p:spPr>
          <a:xfrm>
            <a:off x="3696231" y="4241218"/>
            <a:ext cx="381000" cy="4547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659706"/>
              </p:ext>
            </p:extLst>
          </p:nvPr>
        </p:nvGraphicFramePr>
        <p:xfrm>
          <a:off x="8187087" y="3889711"/>
          <a:ext cx="2898796" cy="1409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8" imgW="939600" imgH="457200" progId="Equation.3">
                  <p:embed/>
                </p:oleObj>
              </mc:Choice>
              <mc:Fallback>
                <p:oleObj name="Equation" r:id="rId8" imgW="939600" imgH="457200" progId="Equation.3">
                  <p:embed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7087" y="3889711"/>
                        <a:ext cx="2898796" cy="1409415"/>
                      </a:xfrm>
                      <a:prstGeom prst="rect">
                        <a:avLst/>
                      </a:prstGeom>
                      <a:solidFill>
                        <a:srgbClr val="00FF00">
                          <a:alpha val="50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7356423" y="4393662"/>
            <a:ext cx="426720" cy="3363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877" y="5910790"/>
            <a:ext cx="3567354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Bán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chu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kỳ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phản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ứng</a:t>
            </a:r>
            <a:r>
              <a:rPr lang="en-US" altLang="en-US" b="1" dirty="0">
                <a:solidFill>
                  <a:schemeClr val="tx1"/>
                </a:solidFill>
              </a:rPr>
              <a:t>: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368226"/>
              </p:ext>
            </p:extLst>
          </p:nvPr>
        </p:nvGraphicFramePr>
        <p:xfrm>
          <a:off x="4324947" y="5472399"/>
          <a:ext cx="1755775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10" imgW="647640" imgH="457200" progId="Equation.3">
                  <p:embed/>
                </p:oleObj>
              </mc:Choice>
              <mc:Fallback>
                <p:oleObj name="Equation" r:id="rId10" imgW="647640" imgH="457200" progId="Equation.3">
                  <p:embed/>
                  <p:pic>
                    <p:nvPicPr>
                      <p:cNvPr id="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947" y="5472399"/>
                        <a:ext cx="1755775" cy="1236662"/>
                      </a:xfrm>
                      <a:prstGeom prst="rect">
                        <a:avLst/>
                      </a:prstGeom>
                      <a:solidFill>
                        <a:srgbClr val="FFFF00">
                          <a:alpha val="50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19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1" grpId="0" animBg="1"/>
      <p:bldP spid="13" grpId="0" animBg="1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3814" y="990319"/>
            <a:ext cx="4453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PHẢN ỨNG BẬC 2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698" y="1756238"/>
            <a:ext cx="6528725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Xét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phản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ứng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sz="4000" dirty="0">
                <a:solidFill>
                  <a:srgbClr val="0000FF"/>
                </a:solidFill>
              </a:rPr>
              <a:t>A + B </a:t>
            </a:r>
            <a:r>
              <a:rPr lang="en-US" altLang="x-none" sz="4000" dirty="0">
                <a:solidFill>
                  <a:srgbClr val="0000FF"/>
                </a:solidFill>
                <a:sym typeface="Symbol" pitchFamily="2" charset="2"/>
              </a:rPr>
              <a:t></a:t>
            </a:r>
            <a:r>
              <a:rPr lang="en-US" altLang="x-none" sz="4000" dirty="0">
                <a:solidFill>
                  <a:srgbClr val="0000FF"/>
                </a:solidFill>
              </a:rPr>
              <a:t> </a:t>
            </a:r>
            <a:r>
              <a:rPr lang="en-US" altLang="x-none" sz="4000" dirty="0" err="1">
                <a:solidFill>
                  <a:srgbClr val="0000FF"/>
                </a:solidFill>
              </a:rPr>
              <a:t>sản</a:t>
            </a:r>
            <a:r>
              <a:rPr lang="en-US" altLang="x-none" sz="4000" dirty="0">
                <a:solidFill>
                  <a:srgbClr val="0000FF"/>
                </a:solidFill>
              </a:rPr>
              <a:t> </a:t>
            </a:r>
            <a:r>
              <a:rPr lang="en-US" altLang="x-none" sz="4000" dirty="0" err="1">
                <a:solidFill>
                  <a:srgbClr val="0000FF"/>
                </a:solidFill>
              </a:rPr>
              <a:t>phẩm</a:t>
            </a:r>
            <a:endParaRPr lang="en-US" altLang="x-none" sz="40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algn="r">
              <a:buFont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877" y="3089165"/>
            <a:ext cx="2890127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Tốc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độ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phản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ứng</a:t>
            </a:r>
            <a:r>
              <a:rPr lang="en-US" altLang="en-US" b="1" dirty="0">
                <a:solidFill>
                  <a:schemeClr val="tx1"/>
                </a:solidFill>
              </a:rPr>
              <a:t>: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xmlns="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401758"/>
              </p:ext>
            </p:extLst>
          </p:nvPr>
        </p:nvGraphicFramePr>
        <p:xfrm>
          <a:off x="3445788" y="2806344"/>
          <a:ext cx="53086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4" imgW="1930320" imgH="406080" progId="Equation.3">
                  <p:embed/>
                </p:oleObj>
              </mc:Choice>
              <mc:Fallback>
                <p:oleObj name="Equation" r:id="rId4" imgW="1930320" imgH="406080" progId="Equation.3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xmlns="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788" y="2806344"/>
                        <a:ext cx="5308600" cy="1114425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981" y="4642748"/>
            <a:ext cx="3671796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Sau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khi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lấy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tích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phân</a:t>
            </a:r>
            <a:r>
              <a:rPr lang="en-US" altLang="en-US" b="1" dirty="0">
                <a:solidFill>
                  <a:schemeClr val="tx1"/>
                </a:solidFill>
              </a:rPr>
              <a:t>: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29977"/>
              </p:ext>
            </p:extLst>
          </p:nvPr>
        </p:nvGraphicFramePr>
        <p:xfrm>
          <a:off x="5070423" y="4233713"/>
          <a:ext cx="4572000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6" imgW="1473120" imgH="482400" progId="Equation.3">
                  <p:embed/>
                </p:oleObj>
              </mc:Choice>
              <mc:Fallback>
                <p:oleObj name="Equation" r:id="rId6" imgW="1473120" imgH="482400" progId="Equation.3">
                  <p:embed/>
                  <p:pic>
                    <p:nvPicPr>
                      <p:cNvPr id="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423" y="4233713"/>
                        <a:ext cx="4572000" cy="150177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35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3814" y="990319"/>
            <a:ext cx="4453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PHẢN ỨNG BẬC 3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698" y="1756238"/>
            <a:ext cx="6528725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Xét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phản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ứng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sz="4000" dirty="0">
                <a:solidFill>
                  <a:srgbClr val="0000FF"/>
                </a:solidFill>
              </a:rPr>
              <a:t>3A </a:t>
            </a:r>
            <a:r>
              <a:rPr lang="en-US" altLang="x-none" sz="4000" dirty="0">
                <a:solidFill>
                  <a:srgbClr val="0000FF"/>
                </a:solidFill>
                <a:sym typeface="Symbol" pitchFamily="2" charset="2"/>
              </a:rPr>
              <a:t></a:t>
            </a:r>
            <a:r>
              <a:rPr lang="en-US" altLang="x-none" sz="4000" dirty="0">
                <a:solidFill>
                  <a:srgbClr val="0000FF"/>
                </a:solidFill>
              </a:rPr>
              <a:t> </a:t>
            </a:r>
            <a:r>
              <a:rPr lang="en-US" altLang="x-none" sz="4000" dirty="0" err="1">
                <a:solidFill>
                  <a:srgbClr val="0000FF"/>
                </a:solidFill>
              </a:rPr>
              <a:t>sản</a:t>
            </a:r>
            <a:r>
              <a:rPr lang="en-US" altLang="x-none" sz="4000" dirty="0">
                <a:solidFill>
                  <a:srgbClr val="0000FF"/>
                </a:solidFill>
              </a:rPr>
              <a:t> </a:t>
            </a:r>
            <a:r>
              <a:rPr lang="en-US" altLang="x-none" sz="4000" dirty="0" err="1">
                <a:solidFill>
                  <a:srgbClr val="0000FF"/>
                </a:solidFill>
              </a:rPr>
              <a:t>phẩm</a:t>
            </a:r>
            <a:endParaRPr lang="en-US" altLang="x-none" sz="40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algn="r">
              <a:buFont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877" y="3089165"/>
            <a:ext cx="2890127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Tốc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độ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phản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ứng</a:t>
            </a:r>
            <a:r>
              <a:rPr lang="en-US" altLang="en-US" b="1" dirty="0">
                <a:solidFill>
                  <a:schemeClr val="tx1"/>
                </a:solidFill>
              </a:rPr>
              <a:t>: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xmlns="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397295"/>
              </p:ext>
            </p:extLst>
          </p:nvPr>
        </p:nvGraphicFramePr>
        <p:xfrm>
          <a:off x="3400004" y="2787874"/>
          <a:ext cx="44704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4" imgW="1625400" imgH="406080" progId="Equation.3">
                  <p:embed/>
                </p:oleObj>
              </mc:Choice>
              <mc:Fallback>
                <p:oleObj name="Equation" r:id="rId4" imgW="1625400" imgH="406080" progId="Equation.3">
                  <p:embed/>
                  <p:pic>
                    <p:nvPicPr>
                      <p:cNvPr id="20" name="Object 9">
                        <a:extLst>
                          <a:ext uri="{FF2B5EF4-FFF2-40B4-BE49-F238E27FC236}">
                            <a16:creationId xmlns:a16="http://schemas.microsoft.com/office/drawing/2014/main" xmlns="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004" y="2787874"/>
                        <a:ext cx="4470400" cy="1114425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xmlns="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530709"/>
              </p:ext>
            </p:extLst>
          </p:nvPr>
        </p:nvGraphicFramePr>
        <p:xfrm>
          <a:off x="4181475" y="4200525"/>
          <a:ext cx="2828925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6" imgW="1028520" imgH="495000" progId="Equation.3">
                  <p:embed/>
                </p:oleObj>
              </mc:Choice>
              <mc:Fallback>
                <p:oleObj name="Equation" r:id="rId6" imgW="1028520" imgH="495000" progId="Equation.3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xmlns="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5" y="4200525"/>
                        <a:ext cx="2828925" cy="13589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Curved Right Arrow 21"/>
          <p:cNvSpPr/>
          <p:nvPr/>
        </p:nvSpPr>
        <p:spPr>
          <a:xfrm>
            <a:off x="3596478" y="4497380"/>
            <a:ext cx="381000" cy="4547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7256670" y="4711084"/>
            <a:ext cx="426720" cy="3363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73170"/>
              </p:ext>
            </p:extLst>
          </p:nvPr>
        </p:nvGraphicFramePr>
        <p:xfrm>
          <a:off x="7946965" y="3984690"/>
          <a:ext cx="3962400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8" imgW="1180588" imgH="533169" progId="Equation.3">
                  <p:embed/>
                </p:oleObj>
              </mc:Choice>
              <mc:Fallback>
                <p:oleObj name="Equation" r:id="rId8" imgW="1180588" imgH="533169" progId="Equation.3">
                  <p:embed/>
                  <p:pic>
                    <p:nvPicPr>
                      <p:cNvPr id="2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6965" y="3984690"/>
                        <a:ext cx="3962400" cy="1789113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43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8601" y="6459785"/>
            <a:ext cx="508620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-13627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Tóm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tắt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084" y="928321"/>
            <a:ext cx="9440007" cy="5608176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3933645" y="3329796"/>
            <a:ext cx="6886446" cy="690113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3933645" y="5731271"/>
            <a:ext cx="6383547" cy="690113"/>
          </a:xfrm>
          <a:prstGeom prst="round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2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3814" y="990319"/>
            <a:ext cx="3737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van’t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Hoff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14401" y="1901344"/>
            <a:ext cx="10115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r>
              <a:rPr lang="en-US" sz="2800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2-4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532750"/>
              </p:ext>
            </p:extLst>
          </p:nvPr>
        </p:nvGraphicFramePr>
        <p:xfrm>
          <a:off x="4458392" y="2689258"/>
          <a:ext cx="23622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4" imgW="1066337" imgH="444307" progId="Equation.3">
                  <p:embed/>
                </p:oleObj>
              </mc:Choice>
              <mc:Fallback>
                <p:oleObj name="Equation" r:id="rId4" imgW="1066337" imgH="444307" progId="Equation.3">
                  <p:embed/>
                  <p:pic>
                    <p:nvPicPr>
                      <p:cNvPr id="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392" y="2689258"/>
                        <a:ext cx="2362200" cy="9921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14401" y="3946140"/>
            <a:ext cx="2297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332706"/>
              </p:ext>
            </p:extLst>
          </p:nvPr>
        </p:nvGraphicFramePr>
        <p:xfrm>
          <a:off x="4458391" y="4207004"/>
          <a:ext cx="3738113" cy="1229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6" imgW="1358310" imgH="444307" progId="Equation.3">
                  <p:embed/>
                </p:oleObj>
              </mc:Choice>
              <mc:Fallback>
                <p:oleObj name="Equation" r:id="rId6" imgW="1358310" imgH="444307" progId="Equation.3">
                  <p:embed/>
                  <p:pic>
                    <p:nvPicPr>
                      <p:cNvPr id="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391" y="4207004"/>
                        <a:ext cx="3738113" cy="1229519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914401" y="5936565"/>
            <a:ext cx="9238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46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  <p:bldP spid="18" grpId="0"/>
      <p:bldP spid="2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1511" y="6459785"/>
            <a:ext cx="515709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3814" y="990319"/>
            <a:ext cx="8161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sz="36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15972"/>
              </p:ext>
            </p:extLst>
          </p:nvPr>
        </p:nvGraphicFramePr>
        <p:xfrm>
          <a:off x="5208065" y="1717351"/>
          <a:ext cx="2979993" cy="718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4" imgW="1066337" imgH="253890" progId="Equation.3">
                  <p:embed/>
                </p:oleObj>
              </mc:Choice>
              <mc:Fallback>
                <p:oleObj name="Equation" r:id="rId4" imgW="1066337" imgH="253890" progId="Equation.3">
                  <p:embed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065" y="1717351"/>
                        <a:ext cx="2979993" cy="7183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020824"/>
              </p:ext>
            </p:extLst>
          </p:nvPr>
        </p:nvGraphicFramePr>
        <p:xfrm>
          <a:off x="1659312" y="1760802"/>
          <a:ext cx="2873568" cy="71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6" imgW="1028254" imgH="253890" progId="Equation.3">
                  <p:embed/>
                </p:oleObj>
              </mc:Choice>
              <mc:Fallback>
                <p:oleObj name="Equation" r:id="rId6" imgW="1028254" imgH="253890" progId="Equation.3">
                  <p:embed/>
                  <p:pic>
                    <p:nvPicPr>
                      <p:cNvPr id="1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9312" y="1760802"/>
                        <a:ext cx="2873568" cy="7183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042957"/>
              </p:ext>
            </p:extLst>
          </p:nvPr>
        </p:nvGraphicFramePr>
        <p:xfrm>
          <a:off x="9416685" y="1842606"/>
          <a:ext cx="9906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8" imgW="368300" imgH="241300" progId="Equation.3">
                  <p:embed/>
                </p:oleObj>
              </mc:Choice>
              <mc:Fallback>
                <p:oleObj name="Equation" r:id="rId8" imgW="368300" imgH="241300" progId="Equation.3">
                  <p:embed/>
                  <p:pic>
                    <p:nvPicPr>
                      <p:cNvPr id="1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6685" y="1842606"/>
                        <a:ext cx="990600" cy="636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832801"/>
              </p:ext>
            </p:extLst>
          </p:nvPr>
        </p:nvGraphicFramePr>
        <p:xfrm>
          <a:off x="2734886" y="3044343"/>
          <a:ext cx="5818371" cy="3415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Equation" r:id="rId10" imgW="2133360" imgH="1244520" progId="Equation.3">
                  <p:embed/>
                </p:oleObj>
              </mc:Choice>
              <mc:Fallback>
                <p:oleObj name="Equation" r:id="rId10" imgW="2133360" imgH="1244520" progId="Equation.3">
                  <p:embed/>
                  <p:pic>
                    <p:nvPicPr>
                      <p:cNvPr id="2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4886" y="3044343"/>
                        <a:ext cx="5818371" cy="34154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32880" y="1784160"/>
            <a:ext cx="6751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7430" y="1784160"/>
            <a:ext cx="1328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719" y="3210193"/>
            <a:ext cx="13331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US" sz="32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84961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D03461B1-93B0-CF07-F67D-57F85EA6F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0" y="812106"/>
            <a:ext cx="2667720" cy="23471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1DB884C3-A209-DE59-97E3-8752514E8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792" y="5312780"/>
            <a:ext cx="2784867" cy="150015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1EDAEFE-120B-1BEA-DB0D-4D62262B95C0}"/>
              </a:ext>
            </a:extLst>
          </p:cNvPr>
          <p:cNvSpPr txBox="1"/>
          <p:nvPr/>
        </p:nvSpPr>
        <p:spPr>
          <a:xfrm>
            <a:off x="2724446" y="902636"/>
            <a:ext cx="89270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7188" algn="just">
              <a:lnSpc>
                <a:spcPct val="150000"/>
              </a:lnSpc>
            </a:pP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0AA9DDC3-1DAE-321D-48A7-E138EBCBE55E}"/>
              </a:ext>
            </a:extLst>
          </p:cNvPr>
          <p:cNvSpPr txBox="1"/>
          <p:nvPr/>
        </p:nvSpPr>
        <p:spPr>
          <a:xfrm>
            <a:off x="91588" y="2980811"/>
            <a:ext cx="61635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7188" algn="just">
              <a:lnSpc>
                <a:spcPct val="150000"/>
              </a:lnSpc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PƯ </a:t>
            </a:r>
            <a:r>
              <a:rPr lang="en-US"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F14D560C-F1EC-B630-3964-2B9ABB82C06B}"/>
              </a:ext>
            </a:extLst>
          </p:cNvPr>
          <p:cNvSpPr txBox="1"/>
          <p:nvPr/>
        </p:nvSpPr>
        <p:spPr>
          <a:xfrm>
            <a:off x="551645" y="4272204"/>
            <a:ext cx="61635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7188" algn="just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F68D90F1-6640-8866-10D9-B06F917A8810}"/>
              </a:ext>
            </a:extLst>
          </p:cNvPr>
          <p:cNvSpPr txBox="1"/>
          <p:nvPr/>
        </p:nvSpPr>
        <p:spPr>
          <a:xfrm>
            <a:off x="1011702" y="5567604"/>
            <a:ext cx="61635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7188" algn="just">
              <a:lnSpc>
                <a:spcPct val="150000"/>
              </a:lnSpc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 smtClean="0">
                <a:solidFill>
                  <a:srgbClr val="CC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b="0" i="0" dirty="0" smtClean="0">
                <a:solidFill>
                  <a:srgbClr val="CC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 smtClean="0">
                <a:solidFill>
                  <a:srgbClr val="CC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0" i="0" dirty="0" smtClean="0">
                <a:solidFill>
                  <a:srgbClr val="CC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 smtClean="0">
                <a:solidFill>
                  <a:srgbClr val="CC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0" i="0" dirty="0" smtClean="0">
                <a:solidFill>
                  <a:srgbClr val="CC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 smtClean="0">
                <a:solidFill>
                  <a:srgbClr val="CC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b="0" i="0" dirty="0" smtClean="0">
                <a:solidFill>
                  <a:srgbClr val="CC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 smtClean="0">
                <a:solidFill>
                  <a:srgbClr val="CC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800" b="0" i="0" dirty="0" smtClean="0">
                <a:solidFill>
                  <a:srgbClr val="CC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 smtClean="0">
                <a:solidFill>
                  <a:srgbClr val="CC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xmlns="" id="{21F01E98-1E25-891E-1FBC-E6F8EC9A0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63" y="2946628"/>
            <a:ext cx="5385249" cy="234715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4B206A8-1700-80F6-DD52-F771A79E4216}"/>
              </a:ext>
            </a:extLst>
          </p:cNvPr>
          <p:cNvSpPr txBox="1"/>
          <p:nvPr/>
        </p:nvSpPr>
        <p:spPr>
          <a:xfrm>
            <a:off x="7011065" y="2167604"/>
            <a:ext cx="49986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9525" algn="just">
              <a:lnSpc>
                <a:spcPct val="150000"/>
              </a:lnSpc>
            </a:pPr>
            <a:r>
              <a:rPr lang="en-US"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P/ư</a:t>
            </a:r>
            <a:r>
              <a:rPr lang="en-US" sz="2800" b="1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2NOBr → 2NO + Br</a:t>
            </a:r>
            <a:r>
              <a:rPr lang="en-US" sz="2800" b="1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xmlns="" id="{05A95437-FBBC-4688-17D9-6483C6DEAE56}"/>
              </a:ext>
            </a:extLst>
          </p:cNvPr>
          <p:cNvSpPr/>
          <p:nvPr/>
        </p:nvSpPr>
        <p:spPr>
          <a:xfrm>
            <a:off x="10134600" y="5312780"/>
            <a:ext cx="304800" cy="10372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78ED823-8E01-BD35-3F11-0CCD2478155E}"/>
              </a:ext>
            </a:extLst>
          </p:cNvPr>
          <p:cNvSpPr txBox="1"/>
          <p:nvPr/>
        </p:nvSpPr>
        <p:spPr>
          <a:xfrm>
            <a:off x="10544504" y="5646724"/>
            <a:ext cx="1455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endParaRPr lang="x-non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DF4635B3-0E9B-FCF2-B8B2-2BDB3F5AA641}"/>
              </a:ext>
            </a:extLst>
          </p:cNvPr>
          <p:cNvSpPr txBox="1"/>
          <p:nvPr/>
        </p:nvSpPr>
        <p:spPr>
          <a:xfrm>
            <a:off x="10116820" y="6413476"/>
            <a:ext cx="1866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⇢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endParaRPr lang="x-non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62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30" grpId="0"/>
      <p:bldP spid="31" grpId="0" animBg="1"/>
      <p:bldP spid="32" grpId="0"/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6569" y="6459785"/>
            <a:ext cx="52065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1680" y="1130853"/>
            <a:ext cx="11955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084" y="2592841"/>
            <a:ext cx="1121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indent="-344488">
              <a:buFont typeface="Wingdings" panose="05000000000000000000" pitchFamily="2" charset="2"/>
              <a:buChar char="Ø"/>
            </a:pP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endParaRPr lang="en-US" sz="2800" i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9084" y="3219992"/>
            <a:ext cx="1121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indent="-344488">
              <a:buFont typeface="Wingdings" panose="05000000000000000000" pitchFamily="2" charset="2"/>
              <a:buChar char="Ø"/>
            </a:pP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ượng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t/c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hh</a:t>
            </a:r>
            <a:endParaRPr lang="en-US" sz="2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9084" y="3931213"/>
            <a:ext cx="1121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indent="-344488"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endParaRPr lang="en-US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1680" y="4857516"/>
            <a:ext cx="4077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925" indent="-288925">
              <a:buFont typeface="Wingdings" panose="05000000000000000000" pitchFamily="2" charset="2"/>
              <a:buChar char="§"/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5889" y="5473005"/>
            <a:ext cx="8581362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61963" algn="just">
              <a:lnSpc>
                <a:spcPct val="150000"/>
              </a:lnSpc>
            </a:pP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ượng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251" y="4642435"/>
            <a:ext cx="3149969" cy="21824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-49035" y="1874829"/>
            <a:ext cx="4077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925" indent="-288925">
              <a:buFont typeface="Wingdings" panose="05000000000000000000" pitchFamily="2" charset="2"/>
              <a:buChar char="§"/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08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5" grpId="0"/>
      <p:bldP spid="16" grpId="0"/>
      <p:bldP spid="17" grpId="0"/>
      <p:bldP spid="18" grpId="0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6569" y="6459785"/>
            <a:ext cx="52065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356" y="1598168"/>
            <a:ext cx="3119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925" indent="-288925">
              <a:buFont typeface="Wingdings" panose="05000000000000000000" pitchFamily="2" charset="2"/>
              <a:buChar char="§"/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/>
          <p:cNvCxnSpPr>
            <a:stCxn id="6" idx="3"/>
            <a:endCxn id="8" idx="1"/>
          </p:cNvCxnSpPr>
          <p:nvPr/>
        </p:nvCxnSpPr>
        <p:spPr>
          <a:xfrm flipV="1">
            <a:off x="3411416" y="1223415"/>
            <a:ext cx="879230" cy="636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0646" y="961805"/>
            <a:ext cx="75216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Homogeneous Catalysis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9" name="Straight Arrow Connector 8"/>
          <p:cNvCxnSpPr>
            <a:endCxn id="10" idx="1"/>
          </p:cNvCxnSpPr>
          <p:nvPr/>
        </p:nvCxnSpPr>
        <p:spPr>
          <a:xfrm>
            <a:off x="3411416" y="1879746"/>
            <a:ext cx="879230" cy="705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90646" y="2323371"/>
            <a:ext cx="71208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Heterogeneous Catalysis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18701" y="1607382"/>
            <a:ext cx="50994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endParaRPr 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65328" y="2890644"/>
            <a:ext cx="47788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endParaRPr 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rved Right Arrow 16"/>
          <p:cNvSpPr/>
          <p:nvPr/>
        </p:nvSpPr>
        <p:spPr>
          <a:xfrm>
            <a:off x="4989482" y="2814494"/>
            <a:ext cx="175846" cy="36985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328" y="3434508"/>
            <a:ext cx="3119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925" indent="-288925">
              <a:buFont typeface="Wingdings" panose="05000000000000000000" pitchFamily="2" charset="2"/>
              <a:buChar char="§"/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3958" y="4131084"/>
            <a:ext cx="10259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vi-V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3613" y="4827660"/>
            <a:ext cx="118240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vi-VN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en-US" sz="2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58939" y="5565463"/>
            <a:ext cx="1178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66926" y="5537586"/>
                <a:ext cx="3369449" cy="510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𝑂𝐻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𝑍𝑛</m:t>
                          </m:r>
                        </m:e>
                      </m:groupCh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𝐶𝐻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926" y="5537586"/>
                <a:ext cx="3369449" cy="51084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866926" y="6166786"/>
                <a:ext cx="2783646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𝑂𝐻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groupCh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926" y="6166786"/>
                <a:ext cx="2783646" cy="50359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rved Right Arrow 22"/>
          <p:cNvSpPr/>
          <p:nvPr/>
        </p:nvSpPr>
        <p:spPr>
          <a:xfrm>
            <a:off x="5242855" y="1486802"/>
            <a:ext cx="175846" cy="36985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14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5" grpId="0"/>
      <p:bldP spid="16" grpId="0"/>
      <p:bldP spid="17" grpId="0" animBg="1"/>
      <p:bldP spid="18" grpId="0"/>
      <p:bldP spid="20" grpId="0"/>
      <p:bldP spid="21" grpId="0"/>
      <p:bldP spid="22" grpId="0"/>
      <p:bldP spid="13" grpId="0"/>
      <p:bldP spid="25" grpId="0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6569" y="6459785"/>
            <a:ext cx="52065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8001" y="939142"/>
            <a:ext cx="1178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46311" y="939142"/>
            <a:ext cx="48347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B = AB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09534" y="1509399"/>
            <a:ext cx="47484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2033126" y="2246136"/>
            <a:ext cx="34418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B → A…B → AB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665946" y="2159856"/>
                <a:ext cx="181274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chậm</a:t>
                </a:r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946" y="2159856"/>
                <a:ext cx="1812740" cy="584775"/>
              </a:xfrm>
              <a:prstGeom prst="rect">
                <a:avLst/>
              </a:prstGeom>
              <a:blipFill rotWithShape="0">
                <a:blip r:embed="rId3"/>
                <a:stretch>
                  <a:fillRect t="-14583" r="-7407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509534" y="2970979"/>
            <a:ext cx="40671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33126" y="3695822"/>
            <a:ext cx="35620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K → A…K → AK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7665946" y="3662901"/>
                <a:ext cx="197143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nhanh</a:t>
                </a:r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946" y="3662901"/>
                <a:ext cx="1971437" cy="584775"/>
              </a:xfrm>
              <a:prstGeom prst="rect">
                <a:avLst/>
              </a:prstGeom>
              <a:blipFill rotWithShape="0">
                <a:blip r:embed="rId4"/>
                <a:stretch>
                  <a:fillRect t="-14583" r="-7121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2033126" y="4420665"/>
            <a:ext cx="44442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 + B → AK-B → AB + 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545176" y="4359110"/>
                <a:ext cx="221297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3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𝒏𝒉𝒂𝒏𝒉</m:t>
                      </m:r>
                    </m:oMath>
                  </m:oMathPara>
                </a14:m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176" y="4359110"/>
                <a:ext cx="2212978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629394" y="6023334"/>
                <a:ext cx="83459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</a:t>
                </a:r>
                <a:r>
                  <a:rPr lang="en-US" sz="28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800" b="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800" b="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800" b="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800" b="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800" b="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800" b="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b="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xảy</a:t>
                </a: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nhanh</a:t>
                </a: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</a:t>
                </a:r>
                <a:r>
                  <a:rPr lang="vi-VN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ơ</a:t>
                </a: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394" y="6023334"/>
                <a:ext cx="8345939" cy="523220"/>
              </a:xfrm>
              <a:prstGeom prst="rect">
                <a:avLst/>
              </a:prstGeom>
              <a:blipFill rotWithShape="0">
                <a:blip r:embed="rId6"/>
                <a:stretch>
                  <a:fillRect l="-1461" t="-11628" r="-51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rved Right Arrow 1"/>
          <p:cNvSpPr/>
          <p:nvPr/>
        </p:nvSpPr>
        <p:spPr>
          <a:xfrm>
            <a:off x="1238493" y="5952297"/>
            <a:ext cx="307818" cy="42643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802686" y="5096868"/>
            <a:ext cx="514236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034084" y="5199828"/>
            <a:ext cx="3482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B + K → AB + 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328" y="5230605"/>
            <a:ext cx="21900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74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2" grpId="0" animBg="1"/>
      <p:bldP spid="20" grpId="0"/>
      <p:bldP spid="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xmlns="" id="{8419AFB7-2A9A-49A4-A9B3-704D1B3C6718}"/>
              </a:ext>
            </a:extLst>
          </p:cNvPr>
          <p:cNvSpPr txBox="1">
            <a:spLocks/>
          </p:cNvSpPr>
          <p:nvPr/>
        </p:nvSpPr>
        <p:spPr>
          <a:xfrm>
            <a:off x="287699" y="1469817"/>
            <a:ext cx="11355510" cy="216098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BÀI TẬP CHƯƠNG 5 (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chương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10 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Sách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</a:t>
            </a:r>
            <a:b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TỐC ĐỘ PHẢN ỨNG HÓA HỌC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DA84169-B9A5-837C-38A7-2F54AA732C0D}"/>
              </a:ext>
            </a:extLst>
          </p:cNvPr>
          <p:cNvSpPr txBox="1"/>
          <p:nvPr/>
        </p:nvSpPr>
        <p:spPr>
          <a:xfrm>
            <a:off x="2328925" y="3965820"/>
            <a:ext cx="63752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CÂU: 10.1; 10.3; 10.17-26;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  <a:sym typeface="Symbol"/>
              </a:rPr>
              <a:t> NỘI DUNG NÀY KHÔNG THI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20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F1CE5C92EF93654ABEEEC0E4817C999F" ma:contentTypeVersion="11" ma:contentTypeDescription="Tạo tài liệu mới." ma:contentTypeScope="" ma:versionID="7cd46180d53ef57f8f15ef7b32be0c01">
  <xsd:schema xmlns:xsd="http://www.w3.org/2001/XMLSchema" xmlns:xs="http://www.w3.org/2001/XMLSchema" xmlns:p="http://schemas.microsoft.com/office/2006/metadata/properties" xmlns:ns3="3e938420-8c97-46ce-a2e8-40c02b4fa026" targetNamespace="http://schemas.microsoft.com/office/2006/metadata/properties" ma:root="true" ma:fieldsID="c715c92bbd2da65c606104f2a45fda19" ns3:_="">
    <xsd:import namespace="3e938420-8c97-46ce-a2e8-40c02b4fa0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38420-8c97-46ce-a2e8-40c02b4fa0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A3F13D-8B62-4846-83DA-EE08456865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938420-8c97-46ce-a2e8-40c02b4fa0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74F5BD4-0E3E-4FF3-B28D-5ECDCBD81BD8}">
  <ds:schemaRefs>
    <ds:schemaRef ds:uri="http://schemas.microsoft.com/office/2006/metadata/properties"/>
    <ds:schemaRef ds:uri="http://purl.org/dc/terms/"/>
    <ds:schemaRef ds:uri="http://purl.org/dc/dcmitype/"/>
    <ds:schemaRef ds:uri="3e938420-8c97-46ce-a2e8-40c02b4fa026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0B551663-701F-451D-8E00-32410EB1F0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144883</TotalTime>
  <Words>2823</Words>
  <Application>Microsoft Office PowerPoint</Application>
  <PresentationFormat>Widescreen</PresentationFormat>
  <Paragraphs>409</Paragraphs>
  <Slides>39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Aachen</vt:lpstr>
      <vt:lpstr>Arial</vt:lpstr>
      <vt:lpstr>Calibri</vt:lpstr>
      <vt:lpstr>Calibri Light</vt:lpstr>
      <vt:lpstr>Cambria Math</vt:lpstr>
      <vt:lpstr>MS Mincho</vt:lpstr>
      <vt:lpstr>新細明體</vt:lpstr>
      <vt:lpstr>Symbol</vt:lpstr>
      <vt:lpstr>Times New Roman</vt:lpstr>
      <vt:lpstr>Wingdings</vt:lpstr>
      <vt:lpstr>Office Theme</vt:lpstr>
      <vt:lpstr>Document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VERNUS</dc:creator>
  <cp:lastModifiedBy>Microsoft account</cp:lastModifiedBy>
  <cp:revision>2370</cp:revision>
  <cp:lastPrinted>2022-04-05T11:02:26Z</cp:lastPrinted>
  <dcterms:created xsi:type="dcterms:W3CDTF">2019-11-21T08:08:13Z</dcterms:created>
  <dcterms:modified xsi:type="dcterms:W3CDTF">2023-08-22T15:38:47Z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0x010100F1CE5C92EF93654ABEEEC0E4817C999F</vt:lpwstr>
  </property>
</Properties>
</file>