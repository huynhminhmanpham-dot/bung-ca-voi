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97"/>
  </p:notesMasterIdLst>
  <p:handoutMasterIdLst>
    <p:handoutMasterId r:id="rId98"/>
  </p:handoutMasterIdLst>
  <p:sldIdLst>
    <p:sldId id="256" r:id="rId5"/>
    <p:sldId id="435" r:id="rId6"/>
    <p:sldId id="592" r:id="rId7"/>
    <p:sldId id="464" r:id="rId8"/>
    <p:sldId id="535" r:id="rId9"/>
    <p:sldId id="536" r:id="rId10"/>
    <p:sldId id="593" r:id="rId11"/>
    <p:sldId id="594" r:id="rId12"/>
    <p:sldId id="538" r:id="rId13"/>
    <p:sldId id="539" r:id="rId14"/>
    <p:sldId id="595" r:id="rId15"/>
    <p:sldId id="596" r:id="rId16"/>
    <p:sldId id="544" r:id="rId17"/>
    <p:sldId id="545" r:id="rId18"/>
    <p:sldId id="548" r:id="rId19"/>
    <p:sldId id="549" r:id="rId20"/>
    <p:sldId id="551" r:id="rId21"/>
    <p:sldId id="597" r:id="rId22"/>
    <p:sldId id="553" r:id="rId23"/>
    <p:sldId id="550" r:id="rId24"/>
    <p:sldId id="552" r:id="rId25"/>
    <p:sldId id="554" r:id="rId26"/>
    <p:sldId id="598" r:id="rId27"/>
    <p:sldId id="600" r:id="rId28"/>
    <p:sldId id="599" r:id="rId29"/>
    <p:sldId id="558" r:id="rId30"/>
    <p:sldId id="559" r:id="rId31"/>
    <p:sldId id="601" r:id="rId32"/>
    <p:sldId id="602" r:id="rId33"/>
    <p:sldId id="603" r:id="rId34"/>
    <p:sldId id="560" r:id="rId35"/>
    <p:sldId id="604" r:id="rId36"/>
    <p:sldId id="605" r:id="rId37"/>
    <p:sldId id="607" r:id="rId38"/>
    <p:sldId id="609" r:id="rId39"/>
    <p:sldId id="570" r:id="rId40"/>
    <p:sldId id="611" r:id="rId41"/>
    <p:sldId id="612" r:id="rId42"/>
    <p:sldId id="613" r:id="rId43"/>
    <p:sldId id="614" r:id="rId44"/>
    <p:sldId id="615" r:id="rId45"/>
    <p:sldId id="616" r:id="rId46"/>
    <p:sldId id="566" r:id="rId47"/>
    <p:sldId id="622" r:id="rId48"/>
    <p:sldId id="623" r:id="rId49"/>
    <p:sldId id="618" r:id="rId50"/>
    <p:sldId id="619" r:id="rId51"/>
    <p:sldId id="617" r:id="rId52"/>
    <p:sldId id="621" r:id="rId53"/>
    <p:sldId id="620" r:id="rId54"/>
    <p:sldId id="579" r:id="rId55"/>
    <p:sldId id="582" r:id="rId56"/>
    <p:sldId id="583" r:id="rId57"/>
    <p:sldId id="584" r:id="rId58"/>
    <p:sldId id="624" r:id="rId59"/>
    <p:sldId id="625" r:id="rId60"/>
    <p:sldId id="585" r:id="rId61"/>
    <p:sldId id="586" r:id="rId62"/>
    <p:sldId id="589" r:id="rId63"/>
    <p:sldId id="626" r:id="rId64"/>
    <p:sldId id="627" r:id="rId65"/>
    <p:sldId id="628" r:id="rId66"/>
    <p:sldId id="629" r:id="rId67"/>
    <p:sldId id="630" r:id="rId68"/>
    <p:sldId id="631" r:id="rId69"/>
    <p:sldId id="278" r:id="rId70"/>
    <p:sldId id="279" r:id="rId71"/>
    <p:sldId id="280" r:id="rId72"/>
    <p:sldId id="281" r:id="rId73"/>
    <p:sldId id="282" r:id="rId74"/>
    <p:sldId id="283" r:id="rId75"/>
    <p:sldId id="284" r:id="rId76"/>
    <p:sldId id="285" r:id="rId77"/>
    <p:sldId id="286" r:id="rId78"/>
    <p:sldId id="306" r:id="rId79"/>
    <p:sldId id="288" r:id="rId80"/>
    <p:sldId id="289" r:id="rId81"/>
    <p:sldId id="290" r:id="rId82"/>
    <p:sldId id="291" r:id="rId83"/>
    <p:sldId id="292" r:id="rId84"/>
    <p:sldId id="293" r:id="rId85"/>
    <p:sldId id="294" r:id="rId86"/>
    <p:sldId id="295" r:id="rId87"/>
    <p:sldId id="296" r:id="rId88"/>
    <p:sldId id="297" r:id="rId89"/>
    <p:sldId id="298" r:id="rId90"/>
    <p:sldId id="299" r:id="rId91"/>
    <p:sldId id="300" r:id="rId92"/>
    <p:sldId id="301" r:id="rId93"/>
    <p:sldId id="302" r:id="rId94"/>
    <p:sldId id="303" r:id="rId95"/>
    <p:sldId id="304" r:id="rId96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FF"/>
    <a:srgbClr val="FF0000"/>
    <a:srgbClr val="00FFCC"/>
    <a:srgbClr val="993366"/>
    <a:srgbClr val="A27B00"/>
    <a:srgbClr val="ECE100"/>
    <a:srgbClr val="30F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51" autoAdjust="0"/>
    <p:restoredTop sz="95007" autoAdjust="0"/>
  </p:normalViewPr>
  <p:slideViewPr>
    <p:cSldViewPr snapToGrid="0">
      <p:cViewPr varScale="1">
        <p:scale>
          <a:sx n="52" d="100"/>
          <a:sy n="52" d="100"/>
        </p:scale>
        <p:origin x="66" y="1260"/>
      </p:cViewPr>
      <p:guideLst>
        <p:guide orient="horz" pos="2112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4E131AC5-CCD9-ED42-A00D-80118446196A}"/>
    <pc:docChg chg="undo custSel addSld delSld modSld">
      <pc:chgData name="Hieu Do" userId="8091c26b-a61d-4e97-addd-a670c191ef7c" providerId="ADAL" clId="{4E131AC5-CCD9-ED42-A00D-80118446196A}" dt="2023-01-10T09:45:52.330" v="179"/>
      <pc:docMkLst>
        <pc:docMk/>
      </pc:docMkLst>
      <pc:sldChg chg="add del">
        <pc:chgData name="Hieu Do" userId="8091c26b-a61d-4e97-addd-a670c191ef7c" providerId="ADAL" clId="{4E131AC5-CCD9-ED42-A00D-80118446196A}" dt="2023-01-01T05:23:32.375" v="99" actId="2696"/>
        <pc:sldMkLst>
          <pc:docMk/>
          <pc:sldMk cId="2768806146" sldId="277"/>
        </pc:sldMkLst>
      </pc:sldChg>
      <pc:sldChg chg="add">
        <pc:chgData name="Hieu Do" userId="8091c26b-a61d-4e97-addd-a670c191ef7c" providerId="ADAL" clId="{4E131AC5-CCD9-ED42-A00D-80118446196A}" dt="2023-01-01T05:23:16.139" v="95"/>
        <pc:sldMkLst>
          <pc:docMk/>
          <pc:sldMk cId="1020853074" sldId="278"/>
        </pc:sldMkLst>
      </pc:sldChg>
      <pc:sldChg chg="modSp add mod">
        <pc:chgData name="Hieu Do" userId="8091c26b-a61d-4e97-addd-a670c191ef7c" providerId="ADAL" clId="{4E131AC5-CCD9-ED42-A00D-80118446196A}" dt="2023-01-01T05:24:13.547" v="116" actId="1076"/>
        <pc:sldMkLst>
          <pc:docMk/>
          <pc:sldMk cId="2555209450" sldId="279"/>
        </pc:sldMkLst>
        <pc:spChg chg="mod">
          <ac:chgData name="Hieu Do" userId="8091c26b-a61d-4e97-addd-a670c191ef7c" providerId="ADAL" clId="{4E131AC5-CCD9-ED42-A00D-80118446196A}" dt="2023-01-01T05:24:10.644" v="115" actId="1076"/>
          <ac:spMkLst>
            <pc:docMk/>
            <pc:sldMk cId="2555209450" sldId="279"/>
            <ac:spMk id="4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13.547" v="116" actId="1076"/>
          <ac:spMkLst>
            <pc:docMk/>
            <pc:sldMk cId="2555209450" sldId="279"/>
            <ac:spMk id="10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4:45.163" v="135" actId="1076"/>
        <pc:sldMkLst>
          <pc:docMk/>
          <pc:sldMk cId="3033190963" sldId="280"/>
        </pc:sldMkLst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3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4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6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45.163" v="135" actId="1076"/>
          <ac:spMkLst>
            <pc:docMk/>
            <pc:sldMk cId="3033190963" sldId="280"/>
            <ac:spMk id="8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9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0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1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2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3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4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5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6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7" creationId="{00000000-0000-0000-0000-000000000000}"/>
          </ac:spMkLst>
        </pc:spChg>
        <pc:spChg chg="mod">
          <ac:chgData name="Hieu Do" userId="8091c26b-a61d-4e97-addd-a670c191ef7c" providerId="ADAL" clId="{4E131AC5-CCD9-ED42-A00D-80118446196A}" dt="2023-01-01T05:24:36.979" v="134" actId="1036"/>
          <ac:spMkLst>
            <pc:docMk/>
            <pc:sldMk cId="3033190963" sldId="280"/>
            <ac:spMk id="18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5:16.126" v="136" actId="1076"/>
        <pc:sldMkLst>
          <pc:docMk/>
          <pc:sldMk cId="2376658319" sldId="281"/>
        </pc:sldMkLst>
        <pc:spChg chg="mod">
          <ac:chgData name="Hieu Do" userId="8091c26b-a61d-4e97-addd-a670c191ef7c" providerId="ADAL" clId="{4E131AC5-CCD9-ED42-A00D-80118446196A}" dt="2023-01-01T05:25:16.126" v="136" actId="1076"/>
          <ac:spMkLst>
            <pc:docMk/>
            <pc:sldMk cId="2376658319" sldId="281"/>
            <ac:spMk id="24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5:37.867" v="137" actId="1076"/>
        <pc:sldMkLst>
          <pc:docMk/>
          <pc:sldMk cId="1069210403" sldId="282"/>
        </pc:sldMkLst>
        <pc:spChg chg="mod">
          <ac:chgData name="Hieu Do" userId="8091c26b-a61d-4e97-addd-a670c191ef7c" providerId="ADAL" clId="{4E131AC5-CCD9-ED42-A00D-80118446196A}" dt="2023-01-01T05:25:37.867" v="137" actId="1076"/>
          <ac:spMkLst>
            <pc:docMk/>
            <pc:sldMk cId="1069210403" sldId="282"/>
            <ac:spMk id="20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5:58.835" v="139" actId="1076"/>
        <pc:sldMkLst>
          <pc:docMk/>
          <pc:sldMk cId="1401563223" sldId="283"/>
        </pc:sldMkLst>
        <pc:spChg chg="mod">
          <ac:chgData name="Hieu Do" userId="8091c26b-a61d-4e97-addd-a670c191ef7c" providerId="ADAL" clId="{4E131AC5-CCD9-ED42-A00D-80118446196A}" dt="2023-01-01T05:25:58.835" v="139" actId="1076"/>
          <ac:spMkLst>
            <pc:docMk/>
            <pc:sldMk cId="1401563223" sldId="283"/>
            <ac:spMk id="7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6:47.596" v="140" actId="1076"/>
        <pc:sldMkLst>
          <pc:docMk/>
          <pc:sldMk cId="3250515046" sldId="284"/>
        </pc:sldMkLst>
        <pc:spChg chg="mod">
          <ac:chgData name="Hieu Do" userId="8091c26b-a61d-4e97-addd-a670c191ef7c" providerId="ADAL" clId="{4E131AC5-CCD9-ED42-A00D-80118446196A}" dt="2023-01-01T05:26:47.596" v="140" actId="1076"/>
          <ac:spMkLst>
            <pc:docMk/>
            <pc:sldMk cId="3250515046" sldId="284"/>
            <ac:spMk id="29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7:18.318" v="142" actId="1076"/>
        <pc:sldMkLst>
          <pc:docMk/>
          <pc:sldMk cId="3980080311" sldId="285"/>
        </pc:sldMkLst>
        <pc:spChg chg="mod">
          <ac:chgData name="Hieu Do" userId="8091c26b-a61d-4e97-addd-a670c191ef7c" providerId="ADAL" clId="{4E131AC5-CCD9-ED42-A00D-80118446196A}" dt="2023-01-01T05:27:18.318" v="142" actId="1076"/>
          <ac:spMkLst>
            <pc:docMk/>
            <pc:sldMk cId="3980080311" sldId="285"/>
            <ac:spMk id="12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7:30.946" v="144" actId="1076"/>
        <pc:sldMkLst>
          <pc:docMk/>
          <pc:sldMk cId="4004129390" sldId="286"/>
        </pc:sldMkLst>
        <pc:spChg chg="mod">
          <ac:chgData name="Hieu Do" userId="8091c26b-a61d-4e97-addd-a670c191ef7c" providerId="ADAL" clId="{4E131AC5-CCD9-ED42-A00D-80118446196A}" dt="2023-01-01T05:27:30.946" v="144" actId="1076"/>
          <ac:spMkLst>
            <pc:docMk/>
            <pc:sldMk cId="4004129390" sldId="286"/>
            <ac:spMk id="15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7:57.357" v="145" actId="1076"/>
        <pc:sldMkLst>
          <pc:docMk/>
          <pc:sldMk cId="1942235870" sldId="288"/>
        </pc:sldMkLst>
        <pc:spChg chg="mod">
          <ac:chgData name="Hieu Do" userId="8091c26b-a61d-4e97-addd-a670c191ef7c" providerId="ADAL" clId="{4E131AC5-CCD9-ED42-A00D-80118446196A}" dt="2023-01-01T05:27:57.357" v="145" actId="1076"/>
          <ac:spMkLst>
            <pc:docMk/>
            <pc:sldMk cId="1942235870" sldId="288"/>
            <ac:spMk id="12" creationId="{00000000-0000-0000-0000-000000000000}"/>
          </ac:spMkLst>
        </pc:spChg>
      </pc:sldChg>
      <pc:sldChg chg="add">
        <pc:chgData name="Hieu Do" userId="8091c26b-a61d-4e97-addd-a670c191ef7c" providerId="ADAL" clId="{4E131AC5-CCD9-ED42-A00D-80118446196A}" dt="2023-01-01T05:23:16.139" v="95"/>
        <pc:sldMkLst>
          <pc:docMk/>
          <pc:sldMk cId="1907326038" sldId="289"/>
        </pc:sldMkLst>
      </pc:sldChg>
      <pc:sldChg chg="modSp add mod">
        <pc:chgData name="Hieu Do" userId="8091c26b-a61d-4e97-addd-a670c191ef7c" providerId="ADAL" clId="{4E131AC5-CCD9-ED42-A00D-80118446196A}" dt="2023-01-01T05:28:46.017" v="146" actId="1076"/>
        <pc:sldMkLst>
          <pc:docMk/>
          <pc:sldMk cId="1225506707" sldId="290"/>
        </pc:sldMkLst>
        <pc:spChg chg="mod">
          <ac:chgData name="Hieu Do" userId="8091c26b-a61d-4e97-addd-a670c191ef7c" providerId="ADAL" clId="{4E131AC5-CCD9-ED42-A00D-80118446196A}" dt="2023-01-01T05:28:46.017" v="146" actId="1076"/>
          <ac:spMkLst>
            <pc:docMk/>
            <pc:sldMk cId="1225506707" sldId="290"/>
            <ac:spMk id="4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01.013" v="147" actId="1076"/>
        <pc:sldMkLst>
          <pc:docMk/>
          <pc:sldMk cId="3685344800" sldId="291"/>
        </pc:sldMkLst>
        <pc:spChg chg="mod">
          <ac:chgData name="Hieu Do" userId="8091c26b-a61d-4e97-addd-a670c191ef7c" providerId="ADAL" clId="{4E131AC5-CCD9-ED42-A00D-80118446196A}" dt="2023-01-01T05:29:01.013" v="147" actId="1076"/>
          <ac:spMkLst>
            <pc:docMk/>
            <pc:sldMk cId="3685344800" sldId="291"/>
            <ac:spMk id="11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10.624" v="148" actId="1076"/>
        <pc:sldMkLst>
          <pc:docMk/>
          <pc:sldMk cId="3032110530" sldId="292"/>
        </pc:sldMkLst>
        <pc:spChg chg="mod">
          <ac:chgData name="Hieu Do" userId="8091c26b-a61d-4e97-addd-a670c191ef7c" providerId="ADAL" clId="{4E131AC5-CCD9-ED42-A00D-80118446196A}" dt="2023-01-01T05:29:10.624" v="148" actId="1076"/>
          <ac:spMkLst>
            <pc:docMk/>
            <pc:sldMk cId="3032110530" sldId="292"/>
            <ac:spMk id="12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23.060" v="151" actId="1076"/>
        <pc:sldMkLst>
          <pc:docMk/>
          <pc:sldMk cId="1784298890" sldId="293"/>
        </pc:sldMkLst>
        <pc:spChg chg="mod">
          <ac:chgData name="Hieu Do" userId="8091c26b-a61d-4e97-addd-a670c191ef7c" providerId="ADAL" clId="{4E131AC5-CCD9-ED42-A00D-80118446196A}" dt="2023-01-01T05:29:23.060" v="151" actId="1076"/>
          <ac:spMkLst>
            <pc:docMk/>
            <pc:sldMk cId="1784298890" sldId="293"/>
            <ac:spMk id="7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32.214" v="152" actId="1076"/>
        <pc:sldMkLst>
          <pc:docMk/>
          <pc:sldMk cId="51988751" sldId="294"/>
        </pc:sldMkLst>
        <pc:spChg chg="mod">
          <ac:chgData name="Hieu Do" userId="8091c26b-a61d-4e97-addd-a670c191ef7c" providerId="ADAL" clId="{4E131AC5-CCD9-ED42-A00D-80118446196A}" dt="2023-01-01T05:29:32.214" v="152" actId="1076"/>
          <ac:spMkLst>
            <pc:docMk/>
            <pc:sldMk cId="51988751" sldId="294"/>
            <ac:spMk id="15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39.546" v="153" actId="1076"/>
        <pc:sldMkLst>
          <pc:docMk/>
          <pc:sldMk cId="224495225" sldId="295"/>
        </pc:sldMkLst>
        <pc:spChg chg="mod">
          <ac:chgData name="Hieu Do" userId="8091c26b-a61d-4e97-addd-a670c191ef7c" providerId="ADAL" clId="{4E131AC5-CCD9-ED42-A00D-80118446196A}" dt="2023-01-01T05:29:39.546" v="153" actId="1076"/>
          <ac:spMkLst>
            <pc:docMk/>
            <pc:sldMk cId="224495225" sldId="295"/>
            <ac:spMk id="4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29:47.082" v="154" actId="1076"/>
        <pc:sldMkLst>
          <pc:docMk/>
          <pc:sldMk cId="3632646184" sldId="296"/>
        </pc:sldMkLst>
        <pc:spChg chg="mod">
          <ac:chgData name="Hieu Do" userId="8091c26b-a61d-4e97-addd-a670c191ef7c" providerId="ADAL" clId="{4E131AC5-CCD9-ED42-A00D-80118446196A}" dt="2023-01-01T05:29:47.082" v="154" actId="1076"/>
          <ac:spMkLst>
            <pc:docMk/>
            <pc:sldMk cId="3632646184" sldId="296"/>
            <ac:spMk id="8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30:02.651" v="155" actId="1076"/>
        <pc:sldMkLst>
          <pc:docMk/>
          <pc:sldMk cId="965750374" sldId="297"/>
        </pc:sldMkLst>
        <pc:spChg chg="mod">
          <ac:chgData name="Hieu Do" userId="8091c26b-a61d-4e97-addd-a670c191ef7c" providerId="ADAL" clId="{4E131AC5-CCD9-ED42-A00D-80118446196A}" dt="2023-01-01T05:30:02.651" v="155" actId="1076"/>
          <ac:spMkLst>
            <pc:docMk/>
            <pc:sldMk cId="965750374" sldId="297"/>
            <ac:spMk id="15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30:15.891" v="156" actId="1076"/>
        <pc:sldMkLst>
          <pc:docMk/>
          <pc:sldMk cId="4138434154" sldId="298"/>
        </pc:sldMkLst>
        <pc:spChg chg="mod">
          <ac:chgData name="Hieu Do" userId="8091c26b-a61d-4e97-addd-a670c191ef7c" providerId="ADAL" clId="{4E131AC5-CCD9-ED42-A00D-80118446196A}" dt="2023-01-01T05:30:15.891" v="156" actId="1076"/>
          <ac:spMkLst>
            <pc:docMk/>
            <pc:sldMk cId="4138434154" sldId="298"/>
            <ac:spMk id="4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30:28.051" v="158" actId="1076"/>
        <pc:sldMkLst>
          <pc:docMk/>
          <pc:sldMk cId="1542111469" sldId="299"/>
        </pc:sldMkLst>
        <pc:spChg chg="mod">
          <ac:chgData name="Hieu Do" userId="8091c26b-a61d-4e97-addd-a670c191ef7c" providerId="ADAL" clId="{4E131AC5-CCD9-ED42-A00D-80118446196A}" dt="2023-01-01T05:30:28.051" v="158" actId="1076"/>
          <ac:spMkLst>
            <pc:docMk/>
            <pc:sldMk cId="1542111469" sldId="299"/>
            <ac:spMk id="4" creationId="{00000000-0000-0000-0000-000000000000}"/>
          </ac:spMkLst>
        </pc:spChg>
      </pc:sldChg>
      <pc:sldChg chg="add">
        <pc:chgData name="Hieu Do" userId="8091c26b-a61d-4e97-addd-a670c191ef7c" providerId="ADAL" clId="{4E131AC5-CCD9-ED42-A00D-80118446196A}" dt="2023-01-01T05:23:16.139" v="95"/>
        <pc:sldMkLst>
          <pc:docMk/>
          <pc:sldMk cId="3784841174" sldId="300"/>
        </pc:sldMkLst>
      </pc:sldChg>
      <pc:sldChg chg="modSp add mod">
        <pc:chgData name="Hieu Do" userId="8091c26b-a61d-4e97-addd-a670c191ef7c" providerId="ADAL" clId="{4E131AC5-CCD9-ED42-A00D-80118446196A}" dt="2023-01-01T05:32:15.745" v="159" actId="1076"/>
        <pc:sldMkLst>
          <pc:docMk/>
          <pc:sldMk cId="2692011284" sldId="301"/>
        </pc:sldMkLst>
        <pc:spChg chg="mod">
          <ac:chgData name="Hieu Do" userId="8091c26b-a61d-4e97-addd-a670c191ef7c" providerId="ADAL" clId="{4E131AC5-CCD9-ED42-A00D-80118446196A}" dt="2023-01-01T05:32:15.745" v="159" actId="1076"/>
          <ac:spMkLst>
            <pc:docMk/>
            <pc:sldMk cId="2692011284" sldId="301"/>
            <ac:spMk id="35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32:47.367" v="160" actId="1076"/>
        <pc:sldMkLst>
          <pc:docMk/>
          <pc:sldMk cId="1946331007" sldId="302"/>
        </pc:sldMkLst>
        <pc:spChg chg="mod">
          <ac:chgData name="Hieu Do" userId="8091c26b-a61d-4e97-addd-a670c191ef7c" providerId="ADAL" clId="{4E131AC5-CCD9-ED42-A00D-80118446196A}" dt="2023-01-01T05:32:47.367" v="160" actId="1076"/>
          <ac:spMkLst>
            <pc:docMk/>
            <pc:sldMk cId="1946331007" sldId="302"/>
            <ac:spMk id="26" creationId="{00000000-0000-0000-0000-000000000000}"/>
          </ac:spMkLst>
        </pc:spChg>
      </pc:sldChg>
      <pc:sldChg chg="modSp add mod">
        <pc:chgData name="Hieu Do" userId="8091c26b-a61d-4e97-addd-a670c191ef7c" providerId="ADAL" clId="{4E131AC5-CCD9-ED42-A00D-80118446196A}" dt="2023-01-01T05:33:10.482" v="161" actId="1076"/>
        <pc:sldMkLst>
          <pc:docMk/>
          <pc:sldMk cId="810128975" sldId="303"/>
        </pc:sldMkLst>
        <pc:spChg chg="mod">
          <ac:chgData name="Hieu Do" userId="8091c26b-a61d-4e97-addd-a670c191ef7c" providerId="ADAL" clId="{4E131AC5-CCD9-ED42-A00D-80118446196A}" dt="2023-01-01T05:33:10.482" v="161" actId="1076"/>
          <ac:spMkLst>
            <pc:docMk/>
            <pc:sldMk cId="810128975" sldId="303"/>
            <ac:spMk id="13" creationId="{00000000-0000-0000-0000-000000000000}"/>
          </ac:spMkLst>
        </pc:spChg>
      </pc:sldChg>
      <pc:sldChg chg="add">
        <pc:chgData name="Hieu Do" userId="8091c26b-a61d-4e97-addd-a670c191ef7c" providerId="ADAL" clId="{4E131AC5-CCD9-ED42-A00D-80118446196A}" dt="2023-01-01T05:23:16.139" v="95"/>
        <pc:sldMkLst>
          <pc:docMk/>
          <pc:sldMk cId="153500302" sldId="304"/>
        </pc:sldMkLst>
      </pc:sldChg>
      <pc:sldChg chg="add">
        <pc:chgData name="Hieu Do" userId="8091c26b-a61d-4e97-addd-a670c191ef7c" providerId="ADAL" clId="{4E131AC5-CCD9-ED42-A00D-80118446196A}" dt="2023-01-01T05:23:16.139" v="95"/>
        <pc:sldMkLst>
          <pc:docMk/>
          <pc:sldMk cId="3744350042" sldId="306"/>
        </pc:sldMkLst>
      </pc:sldChg>
      <pc:sldChg chg="addSp">
        <pc:chgData name="Hieu Do" userId="8091c26b-a61d-4e97-addd-a670c191ef7c" providerId="ADAL" clId="{4E131AC5-CCD9-ED42-A00D-80118446196A}" dt="2023-01-10T09:45:52.330" v="179"/>
        <pc:sldMkLst>
          <pc:docMk/>
          <pc:sldMk cId="3337134220" sldId="627"/>
        </pc:sldMkLst>
        <pc:inkChg chg="add">
          <ac:chgData name="Hieu Do" userId="8091c26b-a61d-4e97-addd-a670c191ef7c" providerId="ADAL" clId="{4E131AC5-CCD9-ED42-A00D-80118446196A}" dt="2023-01-10T09:45:52.330" v="179"/>
          <ac:inkMkLst>
            <pc:docMk/>
            <pc:sldMk cId="3337134220" sldId="627"/>
            <ac:inkMk id="2" creationId="{4746A673-2999-8EEC-1187-33859987D0AB}"/>
          </ac:inkMkLst>
        </pc:inkChg>
      </pc:sldChg>
      <pc:sldChg chg="addSp">
        <pc:chgData name="Hieu Do" userId="8091c26b-a61d-4e97-addd-a670c191ef7c" providerId="ADAL" clId="{4E131AC5-CCD9-ED42-A00D-80118446196A}" dt="2023-01-10T09:45:52.330" v="179"/>
        <pc:sldMkLst>
          <pc:docMk/>
          <pc:sldMk cId="3131657451" sldId="628"/>
        </pc:sldMkLst>
        <pc:inkChg chg="add">
          <ac:chgData name="Hieu Do" userId="8091c26b-a61d-4e97-addd-a670c191ef7c" providerId="ADAL" clId="{4E131AC5-CCD9-ED42-A00D-80118446196A}" dt="2023-01-10T09:45:52.330" v="179"/>
          <ac:inkMkLst>
            <pc:docMk/>
            <pc:sldMk cId="3131657451" sldId="628"/>
            <ac:inkMk id="2" creationId="{D43193A9-4724-2ECD-46E8-33B86D923437}"/>
          </ac:inkMkLst>
        </pc:inkChg>
      </pc:sldChg>
      <pc:sldChg chg="addSp delSp modSp add mod">
        <pc:chgData name="Hieu Do" userId="8091c26b-a61d-4e97-addd-a670c191ef7c" providerId="ADAL" clId="{4E131AC5-CCD9-ED42-A00D-80118446196A}" dt="2023-01-01T08:41:29.102" v="178" actId="122"/>
        <pc:sldMkLst>
          <pc:docMk/>
          <pc:sldMk cId="669486035" sldId="631"/>
        </pc:sldMkLst>
        <pc:spChg chg="add del mod">
          <ac:chgData name="Hieu Do" userId="8091c26b-a61d-4e97-addd-a670c191ef7c" providerId="ADAL" clId="{4E131AC5-CCD9-ED42-A00D-80118446196A}" dt="2023-01-01T08:41:25.763" v="177" actId="1076"/>
          <ac:spMkLst>
            <pc:docMk/>
            <pc:sldMk cId="669486035" sldId="631"/>
            <ac:spMk id="2" creationId="{3D1B56BB-E5F8-FB4A-DE87-E5CA18AB3A64}"/>
          </ac:spMkLst>
        </pc:spChg>
        <pc:spChg chg="add del mod">
          <ac:chgData name="Hieu Do" userId="8091c26b-a61d-4e97-addd-a670c191ef7c" providerId="ADAL" clId="{4E131AC5-CCD9-ED42-A00D-80118446196A}" dt="2023-01-01T08:41:29.102" v="178" actId="122"/>
          <ac:spMkLst>
            <pc:docMk/>
            <pc:sldMk cId="669486035" sldId="631"/>
            <ac:spMk id="3" creationId="{ADA84169-B9A5-837C-38A7-2F54AA732C0D}"/>
          </ac:spMkLst>
        </pc:spChg>
        <pc:spChg chg="mod">
          <ac:chgData name="Hieu Do" userId="8091c26b-a61d-4e97-addd-a670c191ef7c" providerId="ADAL" clId="{4E131AC5-CCD9-ED42-A00D-80118446196A}" dt="2023-01-01T05:16:50.238" v="42" actId="20577"/>
          <ac:spMkLst>
            <pc:docMk/>
            <pc:sldMk cId="669486035" sldId="631"/>
            <ac:spMk id="6" creationId="{8DD1CACF-4A35-4B2C-FF5F-AA81DFB10994}"/>
          </ac:spMkLst>
        </pc:spChg>
        <pc:spChg chg="del">
          <ac:chgData name="Hieu Do" userId="8091c26b-a61d-4e97-addd-a670c191ef7c" providerId="ADAL" clId="{4E131AC5-CCD9-ED42-A00D-80118446196A}" dt="2023-01-01T05:16:15.597" v="2" actId="478"/>
          <ac:spMkLst>
            <pc:docMk/>
            <pc:sldMk cId="669486035" sldId="631"/>
            <ac:spMk id="56" creationId="{4142352F-FC7E-4B9F-9637-BBAFCD43BF79}"/>
          </ac:spMkLst>
        </pc:spChg>
        <pc:spChg chg="del">
          <ac:chgData name="Hieu Do" userId="8091c26b-a61d-4e97-addd-a670c191ef7c" providerId="ADAL" clId="{4E131AC5-CCD9-ED42-A00D-80118446196A}" dt="2023-01-01T05:16:13.801" v="1" actId="478"/>
          <ac:spMkLst>
            <pc:docMk/>
            <pc:sldMk cId="669486035" sldId="631"/>
            <ac:spMk id="57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19.988" v="4" actId="478"/>
          <ac:spMkLst>
            <pc:docMk/>
            <pc:sldMk cId="669486035" sldId="631"/>
            <ac:spMk id="88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4.181" v="7" actId="478"/>
          <ac:spMkLst>
            <pc:docMk/>
            <pc:sldMk cId="669486035" sldId="631"/>
            <ac:spMk id="89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0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1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2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3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4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5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6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7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8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99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100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101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104" creationId="{00000000-0000-0000-0000-000000000000}"/>
          </ac:spMkLst>
        </pc:spChg>
        <pc:spChg chg="del">
          <ac:chgData name="Hieu Do" userId="8091c26b-a61d-4e97-addd-a670c191ef7c" providerId="ADAL" clId="{4E131AC5-CCD9-ED42-A00D-80118446196A}" dt="2023-01-01T05:16:29.314" v="8" actId="478"/>
          <ac:spMkLst>
            <pc:docMk/>
            <pc:sldMk cId="669486035" sldId="631"/>
            <ac:spMk id="105" creationId="{00000000-0000-0000-0000-000000000000}"/>
          </ac:spMkLst>
        </pc:spChg>
        <pc:grpChg chg="del">
          <ac:chgData name="Hieu Do" userId="8091c26b-a61d-4e97-addd-a670c191ef7c" providerId="ADAL" clId="{4E131AC5-CCD9-ED42-A00D-80118446196A}" dt="2023-01-01T05:16:21.105" v="5" actId="478"/>
          <ac:grpSpMkLst>
            <pc:docMk/>
            <pc:sldMk cId="669486035" sldId="631"/>
            <ac:grpSpMk id="58" creationId="{00000000-0000-0000-0000-000000000000}"/>
          </ac:grpSpMkLst>
        </pc:grpChg>
        <pc:grpChg chg="del">
          <ac:chgData name="Hieu Do" userId="8091c26b-a61d-4e97-addd-a670c191ef7c" providerId="ADAL" clId="{4E131AC5-CCD9-ED42-A00D-80118446196A}" dt="2023-01-01T05:16:17.772" v="3" actId="478"/>
          <ac:grpSpMkLst>
            <pc:docMk/>
            <pc:sldMk cId="669486035" sldId="631"/>
            <ac:grpSpMk id="61" creationId="{00000000-0000-0000-0000-000000000000}"/>
          </ac:grpSpMkLst>
        </pc:grpChg>
        <pc:grpChg chg="del">
          <ac:chgData name="Hieu Do" userId="8091c26b-a61d-4e97-addd-a670c191ef7c" providerId="ADAL" clId="{4E131AC5-CCD9-ED42-A00D-80118446196A}" dt="2023-01-01T05:16:29.314" v="8" actId="478"/>
          <ac:grpSpMkLst>
            <pc:docMk/>
            <pc:sldMk cId="669486035" sldId="631"/>
            <ac:grpSpMk id="106" creationId="{00000000-0000-0000-0000-000000000000}"/>
          </ac:grpSpMkLst>
        </pc:grpChg>
        <pc:picChg chg="del">
          <ac:chgData name="Hieu Do" userId="8091c26b-a61d-4e97-addd-a670c191ef7c" providerId="ADAL" clId="{4E131AC5-CCD9-ED42-A00D-80118446196A}" dt="2023-01-01T05:16:22.364" v="6" actId="478"/>
          <ac:picMkLst>
            <pc:docMk/>
            <pc:sldMk cId="669486035" sldId="631"/>
            <ac:picMk id="116" creationId="{00000000-0000-0000-0000-000000000000}"/>
          </ac:picMkLst>
        </pc:picChg>
        <pc:cxnChg chg="del mod">
          <ac:chgData name="Hieu Do" userId="8091c26b-a61d-4e97-addd-a670c191ef7c" providerId="ADAL" clId="{4E131AC5-CCD9-ED42-A00D-80118446196A}" dt="2023-01-01T05:16:29.314" v="8" actId="478"/>
          <ac:cxnSpMkLst>
            <pc:docMk/>
            <pc:sldMk cId="669486035" sldId="631"/>
            <ac:cxnSpMk id="102" creationId="{00000000-0000-0000-0000-000000000000}"/>
          </ac:cxnSpMkLst>
        </pc:cxnChg>
        <pc:cxnChg chg="del">
          <ac:chgData name="Hieu Do" userId="8091c26b-a61d-4e97-addd-a670c191ef7c" providerId="ADAL" clId="{4E131AC5-CCD9-ED42-A00D-80118446196A}" dt="2023-01-01T05:16:29.314" v="8" actId="478"/>
          <ac:cxnSpMkLst>
            <pc:docMk/>
            <pc:sldMk cId="669486035" sldId="631"/>
            <ac:cxnSpMk id="103" creationId="{00000000-0000-0000-0000-000000000000}"/>
          </ac:cxnSpMkLst>
        </pc:cxnChg>
      </pc:sldChg>
      <pc:sldChg chg="addSp delSp modSp add del mod modAnim">
        <pc:chgData name="Hieu Do" userId="8091c26b-a61d-4e97-addd-a670c191ef7c" providerId="ADAL" clId="{4E131AC5-CCD9-ED42-A00D-80118446196A}" dt="2023-01-01T05:23:29.996" v="97" actId="2696"/>
        <pc:sldMkLst>
          <pc:docMk/>
          <pc:sldMk cId="919755081" sldId="632"/>
        </pc:sldMkLst>
        <pc:spChg chg="del">
          <ac:chgData name="Hieu Do" userId="8091c26b-a61d-4e97-addd-a670c191ef7c" providerId="ADAL" clId="{4E131AC5-CCD9-ED42-A00D-80118446196A}" dt="2023-01-01T05:18:37.824" v="58" actId="478"/>
          <ac:spMkLst>
            <pc:docMk/>
            <pc:sldMk cId="919755081" sldId="632"/>
            <ac:spMk id="2" creationId="{3D1B56BB-E5F8-FB4A-DE87-E5CA18AB3A64}"/>
          </ac:spMkLst>
        </pc:spChg>
        <pc:spChg chg="del mod">
          <ac:chgData name="Hieu Do" userId="8091c26b-a61d-4e97-addd-a670c191ef7c" providerId="ADAL" clId="{4E131AC5-CCD9-ED42-A00D-80118446196A}" dt="2023-01-01T05:18:35.788" v="57" actId="478"/>
          <ac:spMkLst>
            <pc:docMk/>
            <pc:sldMk cId="919755081" sldId="632"/>
            <ac:spMk id="3" creationId="{ADA84169-B9A5-837C-38A7-2F54AA732C0D}"/>
          </ac:spMkLst>
        </pc:spChg>
        <pc:spChg chg="add mod">
          <ac:chgData name="Hieu Do" userId="8091c26b-a61d-4e97-addd-a670c191ef7c" providerId="ADAL" clId="{4E131AC5-CCD9-ED42-A00D-80118446196A}" dt="2023-01-01T05:19:04.263" v="60" actId="1076"/>
          <ac:spMkLst>
            <pc:docMk/>
            <pc:sldMk cId="919755081" sldId="632"/>
            <ac:spMk id="5" creationId="{C14C7FE5-66C2-DE06-15AF-A1FEADE64A6B}"/>
          </ac:spMkLst>
        </pc:spChg>
        <pc:spChg chg="add mod">
          <ac:chgData name="Hieu Do" userId="8091c26b-a61d-4e97-addd-a670c191ef7c" providerId="ADAL" clId="{4E131AC5-CCD9-ED42-A00D-80118446196A}" dt="2023-01-01T05:19:28.775" v="64" actId="1076"/>
          <ac:spMkLst>
            <pc:docMk/>
            <pc:sldMk cId="919755081" sldId="632"/>
            <ac:spMk id="7" creationId="{43AA90ED-27AD-EF1D-9E8E-50D61DD049DC}"/>
          </ac:spMkLst>
        </pc:spChg>
        <pc:spChg chg="add mod">
          <ac:chgData name="Hieu Do" userId="8091c26b-a61d-4e97-addd-a670c191ef7c" providerId="ADAL" clId="{4E131AC5-CCD9-ED42-A00D-80118446196A}" dt="2023-01-01T05:19:34.137" v="66" actId="1076"/>
          <ac:spMkLst>
            <pc:docMk/>
            <pc:sldMk cId="919755081" sldId="632"/>
            <ac:spMk id="8" creationId="{D8477731-702C-536D-F35D-E56D838EB529}"/>
          </ac:spMkLst>
        </pc:spChg>
        <pc:spChg chg="add mod">
          <ac:chgData name="Hieu Do" userId="8091c26b-a61d-4e97-addd-a670c191ef7c" providerId="ADAL" clId="{4E131AC5-CCD9-ED42-A00D-80118446196A}" dt="2023-01-01T05:19:04.263" v="60" actId="1076"/>
          <ac:spMkLst>
            <pc:docMk/>
            <pc:sldMk cId="919755081" sldId="632"/>
            <ac:spMk id="9" creationId="{F9E7A09A-ECB5-776A-05AA-EFF86050C214}"/>
          </ac:spMkLst>
        </pc:spChg>
        <pc:spChg chg="add mod">
          <ac:chgData name="Hieu Do" userId="8091c26b-a61d-4e97-addd-a670c191ef7c" providerId="ADAL" clId="{4E131AC5-CCD9-ED42-A00D-80118446196A}" dt="2023-01-01T05:19:04.263" v="60" actId="1076"/>
          <ac:spMkLst>
            <pc:docMk/>
            <pc:sldMk cId="919755081" sldId="632"/>
            <ac:spMk id="10" creationId="{3DEE9FA1-48C7-495F-985F-7F822631AC8F}"/>
          </ac:spMkLst>
        </pc:spChg>
      </pc:sldChg>
      <pc:sldChg chg="addSp delSp modSp add del mod delAnim modAnim">
        <pc:chgData name="Hieu Do" userId="8091c26b-a61d-4e97-addd-a670c191ef7c" providerId="ADAL" clId="{4E131AC5-CCD9-ED42-A00D-80118446196A}" dt="2023-01-01T05:23:31.746" v="98" actId="2696"/>
        <pc:sldMkLst>
          <pc:docMk/>
          <pc:sldMk cId="3436087643" sldId="633"/>
        </pc:sldMkLst>
        <pc:spChg chg="add mod">
          <ac:chgData name="Hieu Do" userId="8091c26b-a61d-4e97-addd-a670c191ef7c" providerId="ADAL" clId="{4E131AC5-CCD9-ED42-A00D-80118446196A}" dt="2023-01-01T05:22:30.460" v="92" actId="113"/>
          <ac:spMkLst>
            <pc:docMk/>
            <pc:sldMk cId="3436087643" sldId="633"/>
            <ac:spMk id="2" creationId="{12ABC2FA-1D73-D3E5-0F51-ED2A5D9AE512}"/>
          </ac:spMkLst>
        </pc:spChg>
        <pc:spChg chg="add mod">
          <ac:chgData name="Hieu Do" userId="8091c26b-a61d-4e97-addd-a670c191ef7c" providerId="ADAL" clId="{4E131AC5-CCD9-ED42-A00D-80118446196A}" dt="2023-01-01T05:22:04.380" v="91" actId="1076"/>
          <ac:spMkLst>
            <pc:docMk/>
            <pc:sldMk cId="3436087643" sldId="633"/>
            <ac:spMk id="3" creationId="{D43514C3-B662-16DF-2E7D-BDE91770C585}"/>
          </ac:spMkLst>
        </pc:spChg>
        <pc:spChg chg="del">
          <ac:chgData name="Hieu Do" userId="8091c26b-a61d-4e97-addd-a670c191ef7c" providerId="ADAL" clId="{4E131AC5-CCD9-ED42-A00D-80118446196A}" dt="2023-01-01T05:19:57.631" v="69" actId="478"/>
          <ac:spMkLst>
            <pc:docMk/>
            <pc:sldMk cId="3436087643" sldId="633"/>
            <ac:spMk id="5" creationId="{C14C7FE5-66C2-DE06-15AF-A1FEADE64A6B}"/>
          </ac:spMkLst>
        </pc:spChg>
        <pc:spChg chg="del">
          <ac:chgData name="Hieu Do" userId="8091c26b-a61d-4e97-addd-a670c191ef7c" providerId="ADAL" clId="{4E131AC5-CCD9-ED42-A00D-80118446196A}" dt="2023-01-01T05:19:55.503" v="68" actId="478"/>
          <ac:spMkLst>
            <pc:docMk/>
            <pc:sldMk cId="3436087643" sldId="633"/>
            <ac:spMk id="7" creationId="{43AA90ED-27AD-EF1D-9E8E-50D61DD049DC}"/>
          </ac:spMkLst>
        </pc:spChg>
        <pc:spChg chg="del">
          <ac:chgData name="Hieu Do" userId="8091c26b-a61d-4e97-addd-a670c191ef7c" providerId="ADAL" clId="{4E131AC5-CCD9-ED42-A00D-80118446196A}" dt="2023-01-01T05:19:59.868" v="70" actId="478"/>
          <ac:spMkLst>
            <pc:docMk/>
            <pc:sldMk cId="3436087643" sldId="633"/>
            <ac:spMk id="8" creationId="{D8477731-702C-536D-F35D-E56D838EB529}"/>
          </ac:spMkLst>
        </pc:spChg>
        <pc:spChg chg="del">
          <ac:chgData name="Hieu Do" userId="8091c26b-a61d-4e97-addd-a670c191ef7c" providerId="ADAL" clId="{4E131AC5-CCD9-ED42-A00D-80118446196A}" dt="2023-01-01T05:20:02.217" v="72" actId="478"/>
          <ac:spMkLst>
            <pc:docMk/>
            <pc:sldMk cId="3436087643" sldId="633"/>
            <ac:spMk id="9" creationId="{F9E7A09A-ECB5-776A-05AA-EFF86050C214}"/>
          </ac:spMkLst>
        </pc:spChg>
        <pc:spChg chg="del">
          <ac:chgData name="Hieu Do" userId="8091c26b-a61d-4e97-addd-a670c191ef7c" providerId="ADAL" clId="{4E131AC5-CCD9-ED42-A00D-80118446196A}" dt="2023-01-01T05:20:01.153" v="71" actId="478"/>
          <ac:spMkLst>
            <pc:docMk/>
            <pc:sldMk cId="3436087643" sldId="633"/>
            <ac:spMk id="10" creationId="{3DEE9FA1-48C7-495F-985F-7F822631AC8F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1" creationId="{5B0421F9-6EB3-CADE-7A11-0E308F9FA487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2" creationId="{DCB33B1E-2F91-63CC-77D7-003605CAD50B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3" creationId="{638BE240-EE8F-0A8B-8CDB-5820CF11D5E9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5" creationId="{49054ECF-EEBB-596E-3A9D-81A6EEBE452F}"/>
          </ac:spMkLst>
        </pc:spChg>
        <pc:spChg chg="add mod">
          <ac:chgData name="Hieu Do" userId="8091c26b-a61d-4e97-addd-a670c191ef7c" providerId="ADAL" clId="{4E131AC5-CCD9-ED42-A00D-80118446196A}" dt="2023-01-01T05:20:57.474" v="81" actId="1076"/>
          <ac:spMkLst>
            <pc:docMk/>
            <pc:sldMk cId="3436087643" sldId="633"/>
            <ac:spMk id="16" creationId="{38DC291B-1E9B-B3A8-7DF7-FAB68348EA18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7" creationId="{98246261-D549-426E-3319-97C21180FC67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18" creationId="{00263102-7BB4-3424-8038-831EB2E15D98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20" creationId="{43176540-C50C-9E71-833A-9B2AA7D3C27C}"/>
          </ac:spMkLst>
        </pc:spChg>
        <pc:spChg chg="add mod">
          <ac:chgData name="Hieu Do" userId="8091c26b-a61d-4e97-addd-a670c191ef7c" providerId="ADAL" clId="{4E131AC5-CCD9-ED42-A00D-80118446196A}" dt="2023-01-01T05:21:53.736" v="89" actId="164"/>
          <ac:spMkLst>
            <pc:docMk/>
            <pc:sldMk cId="3436087643" sldId="633"/>
            <ac:spMk id="21" creationId="{E7E5285E-76F8-85C9-68B7-3A48A7FCC2C5}"/>
          </ac:spMkLst>
        </pc:spChg>
        <pc:grpChg chg="add mod">
          <ac:chgData name="Hieu Do" userId="8091c26b-a61d-4e97-addd-a670c191ef7c" providerId="ADAL" clId="{4E131AC5-CCD9-ED42-A00D-80118446196A}" dt="2023-01-01T05:22:00.275" v="90" actId="1076"/>
          <ac:grpSpMkLst>
            <pc:docMk/>
            <pc:sldMk cId="3436087643" sldId="633"/>
            <ac:grpSpMk id="22" creationId="{213C6013-3524-0584-7941-F0E75D519667}"/>
          </ac:grpSpMkLst>
        </pc:grpChg>
      </pc:sldChg>
      <pc:sldChg chg="add del">
        <pc:chgData name="Hieu Do" userId="8091c26b-a61d-4e97-addd-a670c191ef7c" providerId="ADAL" clId="{4E131AC5-CCD9-ED42-A00D-80118446196A}" dt="2023-01-01T05:33:45.908" v="165" actId="2696"/>
        <pc:sldMkLst>
          <pc:docMk/>
          <pc:sldMk cId="2272474677" sldId="634"/>
        </pc:sldMkLst>
      </pc:sldChg>
      <pc:sldChg chg="add del">
        <pc:chgData name="Hieu Do" userId="8091c26b-a61d-4e97-addd-a670c191ef7c" providerId="ADAL" clId="{4E131AC5-CCD9-ED42-A00D-80118446196A}" dt="2023-01-01T05:33:43.984" v="162" actId="2696"/>
        <pc:sldMkLst>
          <pc:docMk/>
          <pc:sldMk cId="916046514" sldId="635"/>
        </pc:sldMkLst>
      </pc:sldChg>
      <pc:sldChg chg="add del">
        <pc:chgData name="Hieu Do" userId="8091c26b-a61d-4e97-addd-a670c191ef7c" providerId="ADAL" clId="{4E131AC5-CCD9-ED42-A00D-80118446196A}" dt="2023-01-01T05:33:44.536" v="163" actId="2696"/>
        <pc:sldMkLst>
          <pc:docMk/>
          <pc:sldMk cId="4236143769" sldId="636"/>
        </pc:sldMkLst>
      </pc:sldChg>
      <pc:sldChg chg="add del">
        <pc:chgData name="Hieu Do" userId="8091c26b-a61d-4e97-addd-a670c191ef7c" providerId="ADAL" clId="{4E131AC5-CCD9-ED42-A00D-80118446196A}" dt="2023-01-01T05:33:45.058" v="164" actId="2696"/>
        <pc:sldMkLst>
          <pc:docMk/>
          <pc:sldMk cId="3977142679" sldId="637"/>
        </pc:sldMkLst>
      </pc:sldChg>
      <pc:sldChg chg="add del">
        <pc:chgData name="Hieu Do" userId="8091c26b-a61d-4e97-addd-a670c191ef7c" providerId="ADAL" clId="{4E131AC5-CCD9-ED42-A00D-80118446196A}" dt="2023-01-01T05:23:25.676" v="96" actId="2696"/>
        <pc:sldMkLst>
          <pc:docMk/>
          <pc:sldMk cId="840566780" sldId="638"/>
        </pc:sldMkLst>
      </pc:sldChg>
    </pc:docChg>
  </pc:docChgLst>
  <pc:docChgLst>
    <pc:chgData name="Hieu Do" userId="8091c26b-a61d-4e97-addd-a670c191ef7c" providerId="ADAL" clId="{2B84D484-CB27-0844-9A90-0D33CCEDBD31}"/>
    <pc:docChg chg="undo redo custSel addSld delSld modSld sldOrd">
      <pc:chgData name="Hieu Do" userId="8091c26b-a61d-4e97-addd-a670c191ef7c" providerId="ADAL" clId="{2B84D484-CB27-0844-9A90-0D33CCEDBD31}" dt="2022-06-03T07:13:56.241" v="4579" actId="20577"/>
      <pc:docMkLst>
        <pc:docMk/>
      </pc:docMkLst>
      <pc:sldChg chg="delSp modSp del mod">
        <pc:chgData name="Hieu Do" userId="8091c26b-a61d-4e97-addd-a670c191ef7c" providerId="ADAL" clId="{2B84D484-CB27-0844-9A90-0D33CCEDBD31}" dt="2022-06-02T02:48:26.095" v="1057" actId="2696"/>
        <pc:sldMkLst>
          <pc:docMk/>
          <pc:sldMk cId="796630703" sldId="491"/>
        </pc:sldMkLst>
        <pc:spChg chg="del">
          <ac:chgData name="Hieu Do" userId="8091c26b-a61d-4e97-addd-a670c191ef7c" providerId="ADAL" clId="{2B84D484-CB27-0844-9A90-0D33CCEDBD31}" dt="2022-06-02T02:26:15.401" v="540" actId="478"/>
          <ac:spMkLst>
            <pc:docMk/>
            <pc:sldMk cId="796630703" sldId="491"/>
            <ac:spMk id="13" creationId="{00000000-0000-0000-0000-000000000000}"/>
          </ac:spMkLst>
        </pc:spChg>
        <pc:spChg chg="mod">
          <ac:chgData name="Hieu Do" userId="8091c26b-a61d-4e97-addd-a670c191ef7c" providerId="ADAL" clId="{2B84D484-CB27-0844-9A90-0D33CCEDBD31}" dt="2022-06-02T02:43:45.355" v="987" actId="1076"/>
          <ac:spMkLst>
            <pc:docMk/>
            <pc:sldMk cId="796630703" sldId="491"/>
            <ac:spMk id="15" creationId="{00000000-0000-0000-0000-000000000000}"/>
          </ac:spMkLst>
        </pc:spChg>
        <pc:spChg chg="mod">
          <ac:chgData name="Hieu Do" userId="8091c26b-a61d-4e97-addd-a670c191ef7c" providerId="ADAL" clId="{2B84D484-CB27-0844-9A90-0D33CCEDBD31}" dt="2022-06-02T02:26:24.593" v="541" actId="1076"/>
          <ac:spMkLst>
            <pc:docMk/>
            <pc:sldMk cId="796630703" sldId="491"/>
            <ac:spMk id="22" creationId="{7CF1DB9A-BB54-45D5-A5FB-65B69595E363}"/>
          </ac:spMkLst>
        </pc:spChg>
        <pc:grpChg chg="mod">
          <ac:chgData name="Hieu Do" userId="8091c26b-a61d-4e97-addd-a670c191ef7c" providerId="ADAL" clId="{2B84D484-CB27-0844-9A90-0D33CCEDBD31}" dt="2022-06-02T02:26:24.593" v="541" actId="1076"/>
          <ac:grpSpMkLst>
            <pc:docMk/>
            <pc:sldMk cId="796630703" sldId="491"/>
            <ac:grpSpMk id="24" creationId="{00000000-0000-0000-0000-000000000000}"/>
          </ac:grpSpMkLst>
        </pc:grpChg>
        <pc:picChg chg="del">
          <ac:chgData name="Hieu Do" userId="8091c26b-a61d-4e97-addd-a670c191ef7c" providerId="ADAL" clId="{2B84D484-CB27-0844-9A90-0D33CCEDBD31}" dt="2022-06-02T02:25:33.128" v="521" actId="478"/>
          <ac:picMkLst>
            <pc:docMk/>
            <pc:sldMk cId="796630703" sldId="491"/>
            <ac:picMk id="10" creationId="{00000000-0000-0000-0000-000000000000}"/>
          </ac:picMkLst>
        </pc:picChg>
        <pc:cxnChg chg="mod">
          <ac:chgData name="Hieu Do" userId="8091c26b-a61d-4e97-addd-a670c191ef7c" providerId="ADAL" clId="{2B84D484-CB27-0844-9A90-0D33CCEDBD31}" dt="2022-06-02T02:26:24.593" v="541" actId="1076"/>
          <ac:cxnSpMkLst>
            <pc:docMk/>
            <pc:sldMk cId="796630703" sldId="491"/>
            <ac:cxnSpMk id="23" creationId="{8861C469-F49F-4443-82C8-FAF4830428D9}"/>
          </ac:cxnSpMkLst>
        </pc:cxnChg>
      </pc:sldChg>
      <pc:sldChg chg="del">
        <pc:chgData name="Hieu Do" userId="8091c26b-a61d-4e97-addd-a670c191ef7c" providerId="ADAL" clId="{2B84D484-CB27-0844-9A90-0D33CCEDBD31}" dt="2022-06-02T03:23:58.443" v="1615" actId="2696"/>
        <pc:sldMkLst>
          <pc:docMk/>
          <pc:sldMk cId="4116398071" sldId="492"/>
        </pc:sldMkLst>
      </pc:sldChg>
      <pc:sldChg chg="del">
        <pc:chgData name="Hieu Do" userId="8091c26b-a61d-4e97-addd-a670c191ef7c" providerId="ADAL" clId="{2B84D484-CB27-0844-9A90-0D33CCEDBD31}" dt="2022-06-02T02:57:22.180" v="1145" actId="2696"/>
        <pc:sldMkLst>
          <pc:docMk/>
          <pc:sldMk cId="2671396989" sldId="493"/>
        </pc:sldMkLst>
      </pc:sldChg>
      <pc:sldChg chg="delSp modSp del mod">
        <pc:chgData name="Hieu Do" userId="8091c26b-a61d-4e97-addd-a670c191ef7c" providerId="ADAL" clId="{2B84D484-CB27-0844-9A90-0D33CCEDBD31}" dt="2022-06-02T02:21:02.219" v="473" actId="2696"/>
        <pc:sldMkLst>
          <pc:docMk/>
          <pc:sldMk cId="2223188509" sldId="495"/>
        </pc:sldMkLst>
        <pc:spChg chg="del">
          <ac:chgData name="Hieu Do" userId="8091c26b-a61d-4e97-addd-a670c191ef7c" providerId="ADAL" clId="{2B84D484-CB27-0844-9A90-0D33CCEDBD31}" dt="2022-06-02T01:51:00.920" v="89" actId="21"/>
          <ac:spMkLst>
            <pc:docMk/>
            <pc:sldMk cId="2223188509" sldId="495"/>
            <ac:spMk id="3" creationId="{00000000-0000-0000-0000-000000000000}"/>
          </ac:spMkLst>
        </pc:spChg>
        <pc:spChg chg="del">
          <ac:chgData name="Hieu Do" userId="8091c26b-a61d-4e97-addd-a670c191ef7c" providerId="ADAL" clId="{2B84D484-CB27-0844-9A90-0D33CCEDBD31}" dt="2022-06-02T01:51:00.920" v="89" actId="21"/>
          <ac:spMkLst>
            <pc:docMk/>
            <pc:sldMk cId="2223188509" sldId="495"/>
            <ac:spMk id="7" creationId="{00000000-0000-0000-0000-000000000000}"/>
          </ac:spMkLst>
        </pc:spChg>
        <pc:spChg chg="del mod">
          <ac:chgData name="Hieu Do" userId="8091c26b-a61d-4e97-addd-a670c191ef7c" providerId="ADAL" clId="{2B84D484-CB27-0844-9A90-0D33CCEDBD31}" dt="2022-06-02T01:51:00.920" v="89" actId="21"/>
          <ac:spMkLst>
            <pc:docMk/>
            <pc:sldMk cId="2223188509" sldId="495"/>
            <ac:spMk id="8" creationId="{00000000-0000-0000-0000-000000000000}"/>
          </ac:spMkLst>
        </pc:spChg>
      </pc:sldChg>
      <pc:sldChg chg="add del">
        <pc:chgData name="Hieu Do" userId="8091c26b-a61d-4e97-addd-a670c191ef7c" providerId="ADAL" clId="{2B84D484-CB27-0844-9A90-0D33CCEDBD31}" dt="2022-06-02T03:57:04.413" v="2186" actId="2696"/>
        <pc:sldMkLst>
          <pc:docMk/>
          <pc:sldMk cId="3009717236" sldId="496"/>
        </pc:sldMkLst>
      </pc:sldChg>
      <pc:sldChg chg="modSp del mod">
        <pc:chgData name="Hieu Do" userId="8091c26b-a61d-4e97-addd-a670c191ef7c" providerId="ADAL" clId="{2B84D484-CB27-0844-9A90-0D33CCEDBD31}" dt="2022-06-02T06:24:02.378" v="3148" actId="2696"/>
        <pc:sldMkLst>
          <pc:docMk/>
          <pc:sldMk cId="1770345839" sldId="497"/>
        </pc:sldMkLst>
        <pc:spChg chg="mod">
          <ac:chgData name="Hieu Do" userId="8091c26b-a61d-4e97-addd-a670c191ef7c" providerId="ADAL" clId="{2B84D484-CB27-0844-9A90-0D33CCEDBD31}" dt="2022-06-02T06:14:22.195" v="3093" actId="20577"/>
          <ac:spMkLst>
            <pc:docMk/>
            <pc:sldMk cId="1770345839" sldId="497"/>
            <ac:spMk id="50" creationId="{00000000-0000-0000-0000-000000000000}"/>
          </ac:spMkLst>
        </pc:spChg>
      </pc:sldChg>
      <pc:sldChg chg="del">
        <pc:chgData name="Hieu Do" userId="8091c26b-a61d-4e97-addd-a670c191ef7c" providerId="ADAL" clId="{2B84D484-CB27-0844-9A90-0D33CCEDBD31}" dt="2022-06-02T04:47:31.978" v="2453" actId="2696"/>
        <pc:sldMkLst>
          <pc:docMk/>
          <pc:sldMk cId="1682066003" sldId="498"/>
        </pc:sldMkLst>
      </pc:sldChg>
      <pc:sldChg chg="del">
        <pc:chgData name="Hieu Do" userId="8091c26b-a61d-4e97-addd-a670c191ef7c" providerId="ADAL" clId="{2B84D484-CB27-0844-9A90-0D33CCEDBD31}" dt="2022-06-02T07:34:28.898" v="4188" actId="2696"/>
        <pc:sldMkLst>
          <pc:docMk/>
          <pc:sldMk cId="3576411963" sldId="499"/>
        </pc:sldMkLst>
      </pc:sldChg>
      <pc:sldChg chg="del">
        <pc:chgData name="Hieu Do" userId="8091c26b-a61d-4e97-addd-a670c191ef7c" providerId="ADAL" clId="{2B84D484-CB27-0844-9A90-0D33CCEDBD31}" dt="2022-06-02T06:40:21.380" v="3414" actId="2696"/>
        <pc:sldMkLst>
          <pc:docMk/>
          <pc:sldMk cId="1616286090" sldId="500"/>
        </pc:sldMkLst>
      </pc:sldChg>
      <pc:sldChg chg="del">
        <pc:chgData name="Hieu Do" userId="8091c26b-a61d-4e97-addd-a670c191ef7c" providerId="ADAL" clId="{2B84D484-CB27-0844-9A90-0D33CCEDBD31}" dt="2022-06-02T07:34:26.207" v="4187" actId="2696"/>
        <pc:sldMkLst>
          <pc:docMk/>
          <pc:sldMk cId="1193235143" sldId="501"/>
        </pc:sldMkLst>
      </pc:sldChg>
      <pc:sldChg chg="delSp modSp del mod">
        <pc:chgData name="Hieu Do" userId="8091c26b-a61d-4e97-addd-a670c191ef7c" providerId="ADAL" clId="{2B84D484-CB27-0844-9A90-0D33CCEDBD31}" dt="2022-06-02T07:45:16.312" v="4537" actId="2696"/>
        <pc:sldMkLst>
          <pc:docMk/>
          <pc:sldMk cId="2218569304" sldId="502"/>
        </pc:sldMkLst>
        <pc:spChg chg="del">
          <ac:chgData name="Hieu Do" userId="8091c26b-a61d-4e97-addd-a670c191ef7c" providerId="ADAL" clId="{2B84D484-CB27-0844-9A90-0D33CCEDBD31}" dt="2022-06-02T07:36:43.424" v="4254" actId="478"/>
          <ac:spMkLst>
            <pc:docMk/>
            <pc:sldMk cId="2218569304" sldId="502"/>
            <ac:spMk id="4" creationId="{00000000-0000-0000-0000-000000000000}"/>
          </ac:spMkLst>
        </pc:spChg>
        <pc:spChg chg="del">
          <ac:chgData name="Hieu Do" userId="8091c26b-a61d-4e97-addd-a670c191ef7c" providerId="ADAL" clId="{2B84D484-CB27-0844-9A90-0D33CCEDBD31}" dt="2022-06-02T07:36:38.989" v="4252" actId="478"/>
          <ac:spMkLst>
            <pc:docMk/>
            <pc:sldMk cId="2218569304" sldId="502"/>
            <ac:spMk id="5" creationId="{00000000-0000-0000-0000-000000000000}"/>
          </ac:spMkLst>
        </pc:spChg>
        <pc:spChg chg="del">
          <ac:chgData name="Hieu Do" userId="8091c26b-a61d-4e97-addd-a670c191ef7c" providerId="ADAL" clId="{2B84D484-CB27-0844-9A90-0D33CCEDBD31}" dt="2022-06-02T07:36:40.787" v="4253" actId="478"/>
          <ac:spMkLst>
            <pc:docMk/>
            <pc:sldMk cId="2218569304" sldId="502"/>
            <ac:spMk id="19" creationId="{00000000-0000-0000-0000-000000000000}"/>
          </ac:spMkLst>
        </pc:spChg>
        <pc:spChg chg="del mod">
          <ac:chgData name="Hieu Do" userId="8091c26b-a61d-4e97-addd-a670c191ef7c" providerId="ADAL" clId="{2B84D484-CB27-0844-9A90-0D33CCEDBD31}" dt="2022-06-02T07:36:36.602" v="4250" actId="478"/>
          <ac:spMkLst>
            <pc:docMk/>
            <pc:sldMk cId="2218569304" sldId="502"/>
            <ac:spMk id="35" creationId="{00000000-0000-0000-0000-000000000000}"/>
          </ac:spMkLst>
        </pc:spChg>
        <pc:spChg chg="del">
          <ac:chgData name="Hieu Do" userId="8091c26b-a61d-4e97-addd-a670c191ef7c" providerId="ADAL" clId="{2B84D484-CB27-0844-9A90-0D33CCEDBD31}" dt="2022-06-02T07:36:37.865" v="4251" actId="478"/>
          <ac:spMkLst>
            <pc:docMk/>
            <pc:sldMk cId="2218569304" sldId="502"/>
            <ac:spMk id="55" creationId="{4142352F-FC7E-4B9F-9637-BBAFCD43BF79}"/>
          </ac:spMkLst>
        </pc:spChg>
      </pc:sldChg>
      <pc:sldChg chg="del">
        <pc:chgData name="Hieu Do" userId="8091c26b-a61d-4e97-addd-a670c191ef7c" providerId="ADAL" clId="{2B84D484-CB27-0844-9A90-0D33CCEDBD31}" dt="2022-06-02T07:46:14.570" v="4538" actId="2696"/>
        <pc:sldMkLst>
          <pc:docMk/>
          <pc:sldMk cId="1872976265" sldId="503"/>
        </pc:sldMkLst>
      </pc:sldChg>
      <pc:sldChg chg="del">
        <pc:chgData name="Hieu Do" userId="8091c26b-a61d-4e97-addd-a670c191ef7c" providerId="ADAL" clId="{2B84D484-CB27-0844-9A90-0D33CCEDBD31}" dt="2022-06-02T07:46:18.149" v="4539" actId="2696"/>
        <pc:sldMkLst>
          <pc:docMk/>
          <pc:sldMk cId="1144777643" sldId="504"/>
        </pc:sldMkLst>
      </pc:sldChg>
      <pc:sldChg chg="modSp mod">
        <pc:chgData name="Hieu Do" userId="8091c26b-a61d-4e97-addd-a670c191ef7c" providerId="ADAL" clId="{2B84D484-CB27-0844-9A90-0D33CCEDBD31}" dt="2022-06-02T06:36:14.811" v="3271" actId="1076"/>
        <pc:sldMkLst>
          <pc:docMk/>
          <pc:sldMk cId="94148270" sldId="561"/>
        </pc:sldMkLst>
        <pc:spChg chg="mod">
          <ac:chgData name="Hieu Do" userId="8091c26b-a61d-4e97-addd-a670c191ef7c" providerId="ADAL" clId="{2B84D484-CB27-0844-9A90-0D33CCEDBD31}" dt="2022-06-02T06:36:14.811" v="3271" actId="1076"/>
          <ac:spMkLst>
            <pc:docMk/>
            <pc:sldMk cId="94148270" sldId="561"/>
            <ac:spMk id="31" creationId="{00000000-0000-0000-0000-000000000000}"/>
          </ac:spMkLst>
        </pc:spChg>
      </pc:sldChg>
      <pc:sldChg chg="addSp modSp mod ord">
        <pc:chgData name="Hieu Do" userId="8091c26b-a61d-4e97-addd-a670c191ef7c" providerId="ADAL" clId="{2B84D484-CB27-0844-9A90-0D33CCEDBD31}" dt="2022-06-02T02:01:09.752" v="235" actId="1035"/>
        <pc:sldMkLst>
          <pc:docMk/>
          <pc:sldMk cId="3095926276" sldId="577"/>
        </pc:sldMkLst>
        <pc:spChg chg="add mod">
          <ac:chgData name="Hieu Do" userId="8091c26b-a61d-4e97-addd-a670c191ef7c" providerId="ADAL" clId="{2B84D484-CB27-0844-9A90-0D33CCEDBD31}" dt="2022-06-02T02:01:09.752" v="235" actId="1035"/>
          <ac:spMkLst>
            <pc:docMk/>
            <pc:sldMk cId="3095926276" sldId="577"/>
            <ac:spMk id="2" creationId="{C754FD19-A8DF-8D1E-98A4-479A311E868F}"/>
          </ac:spMkLst>
        </pc:spChg>
        <pc:spChg chg="add mod">
          <ac:chgData name="Hieu Do" userId="8091c26b-a61d-4e97-addd-a670c191ef7c" providerId="ADAL" clId="{2B84D484-CB27-0844-9A90-0D33CCEDBD31}" dt="2022-06-02T01:56:14.728" v="202" actId="255"/>
          <ac:spMkLst>
            <pc:docMk/>
            <pc:sldMk cId="3095926276" sldId="577"/>
            <ac:spMk id="6" creationId="{0FCF5495-1636-E8CD-CD38-AB94F7A32C91}"/>
          </ac:spMkLst>
        </pc:spChg>
        <pc:spChg chg="add mod">
          <ac:chgData name="Hieu Do" userId="8091c26b-a61d-4e97-addd-a670c191ef7c" providerId="ADAL" clId="{2B84D484-CB27-0844-9A90-0D33CCEDBD31}" dt="2022-06-02T01:53:08.549" v="148" actId="1036"/>
          <ac:spMkLst>
            <pc:docMk/>
            <pc:sldMk cId="3095926276" sldId="577"/>
            <ac:spMk id="8" creationId="{06AA9346-7994-13B6-930C-3CA70548E36F}"/>
          </ac:spMkLst>
        </pc:spChg>
        <pc:spChg chg="add mod">
          <ac:chgData name="Hieu Do" userId="8091c26b-a61d-4e97-addd-a670c191ef7c" providerId="ADAL" clId="{2B84D484-CB27-0844-9A90-0D33CCEDBD31}" dt="2022-06-02T01:55:55.488" v="201" actId="207"/>
          <ac:spMkLst>
            <pc:docMk/>
            <pc:sldMk cId="3095926276" sldId="577"/>
            <ac:spMk id="9" creationId="{05B81126-4662-26B3-41DC-AF493DB17382}"/>
          </ac:spMkLst>
        </pc:spChg>
        <pc:spChg chg="add mod">
          <ac:chgData name="Hieu Do" userId="8091c26b-a61d-4e97-addd-a670c191ef7c" providerId="ADAL" clId="{2B84D484-CB27-0844-9A90-0D33CCEDBD31}" dt="2022-06-02T01:53:08.549" v="148" actId="1036"/>
          <ac:spMkLst>
            <pc:docMk/>
            <pc:sldMk cId="3095926276" sldId="577"/>
            <ac:spMk id="10" creationId="{1E8F96F7-22F7-2F7E-DB90-F9E14AD97201}"/>
          </ac:spMkLst>
        </pc:spChg>
        <pc:spChg chg="mod">
          <ac:chgData name="Hieu Do" userId="8091c26b-a61d-4e97-addd-a670c191ef7c" providerId="ADAL" clId="{2B84D484-CB27-0844-9A90-0D33CCEDBD31}" dt="2022-06-02T01:40:32.203" v="41" actId="20577"/>
          <ac:spMkLst>
            <pc:docMk/>
            <pc:sldMk cId="3095926276" sldId="577"/>
            <ac:spMk id="24" creationId="{00000000-0000-0000-0000-000000000000}"/>
          </ac:spMkLst>
        </pc:spChg>
      </pc:sldChg>
      <pc:sldChg chg="addSp modSp mod modAnim">
        <pc:chgData name="Hieu Do" userId="8091c26b-a61d-4e97-addd-a670c191ef7c" providerId="ADAL" clId="{2B84D484-CB27-0844-9A90-0D33CCEDBD31}" dt="2022-06-02T01:44:24.841" v="69" actId="1076"/>
        <pc:sldMkLst>
          <pc:docMk/>
          <pc:sldMk cId="3941684706" sldId="578"/>
        </pc:sldMkLst>
        <pc:spChg chg="add mod">
          <ac:chgData name="Hieu Do" userId="8091c26b-a61d-4e97-addd-a670c191ef7c" providerId="ADAL" clId="{2B84D484-CB27-0844-9A90-0D33CCEDBD31}" dt="2022-06-02T01:44:24.841" v="69" actId="1076"/>
          <ac:spMkLst>
            <pc:docMk/>
            <pc:sldMk cId="3941684706" sldId="578"/>
            <ac:spMk id="7" creationId="{82D5B620-42AB-0F2A-1516-34536B98FC83}"/>
          </ac:spMkLst>
        </pc:spChg>
        <pc:spChg chg="add mod">
          <ac:chgData name="Hieu Do" userId="8091c26b-a61d-4e97-addd-a670c191ef7c" providerId="ADAL" clId="{2B84D484-CB27-0844-9A90-0D33CCEDBD31}" dt="2022-06-02T01:44:21.159" v="68" actId="1076"/>
          <ac:spMkLst>
            <pc:docMk/>
            <pc:sldMk cId="3941684706" sldId="578"/>
            <ac:spMk id="8" creationId="{5E0337A3-B50C-32DA-ADC6-B5278F0AFE60}"/>
          </ac:spMkLst>
        </pc:spChg>
        <pc:spChg chg="add mod">
          <ac:chgData name="Hieu Do" userId="8091c26b-a61d-4e97-addd-a670c191ef7c" providerId="ADAL" clId="{2B84D484-CB27-0844-9A90-0D33CCEDBD31}" dt="2022-06-02T01:44:21.159" v="68" actId="1076"/>
          <ac:spMkLst>
            <pc:docMk/>
            <pc:sldMk cId="3941684706" sldId="578"/>
            <ac:spMk id="9" creationId="{272D0C02-B554-59DE-DE33-28161EA7C3AF}"/>
          </ac:spMkLst>
        </pc:spChg>
        <pc:spChg chg="add mod">
          <ac:chgData name="Hieu Do" userId="8091c26b-a61d-4e97-addd-a670c191ef7c" providerId="ADAL" clId="{2B84D484-CB27-0844-9A90-0D33CCEDBD31}" dt="2022-06-02T01:44:21.159" v="68" actId="1076"/>
          <ac:spMkLst>
            <pc:docMk/>
            <pc:sldMk cId="3941684706" sldId="578"/>
            <ac:spMk id="10" creationId="{BCB5FCF0-422E-6E1B-1282-6F49450E9595}"/>
          </ac:spMkLst>
        </pc:spChg>
        <pc:spChg chg="add mod">
          <ac:chgData name="Hieu Do" userId="8091c26b-a61d-4e97-addd-a670c191ef7c" providerId="ADAL" clId="{2B84D484-CB27-0844-9A90-0D33CCEDBD31}" dt="2022-06-02T01:44:21.159" v="68" actId="1076"/>
          <ac:spMkLst>
            <pc:docMk/>
            <pc:sldMk cId="3941684706" sldId="578"/>
            <ac:spMk id="11" creationId="{4DC117A6-1550-0E0E-D89E-C99EC8838E09}"/>
          </ac:spMkLst>
        </pc:spChg>
        <pc:spChg chg="mod">
          <ac:chgData name="Hieu Do" userId="8091c26b-a61d-4e97-addd-a670c191ef7c" providerId="ADAL" clId="{2B84D484-CB27-0844-9A90-0D33CCEDBD31}" dt="2022-06-02T01:43:00.238" v="62" actId="20577"/>
          <ac:spMkLst>
            <pc:docMk/>
            <pc:sldMk cId="3941684706" sldId="578"/>
            <ac:spMk id="24" creationId="{00000000-0000-0000-0000-000000000000}"/>
          </ac:spMkLst>
        </pc:spChg>
        <pc:picChg chg="add mod">
          <ac:chgData name="Hieu Do" userId="8091c26b-a61d-4e97-addd-a670c191ef7c" providerId="ADAL" clId="{2B84D484-CB27-0844-9A90-0D33CCEDBD31}" dt="2022-06-02T01:41:40.151" v="45" actId="1076"/>
          <ac:picMkLst>
            <pc:docMk/>
            <pc:sldMk cId="3941684706" sldId="578"/>
            <ac:picMk id="6" creationId="{E9D66EBB-45A9-935E-DDCE-19948D6C42CD}"/>
          </ac:picMkLst>
        </pc:picChg>
      </pc:sldChg>
      <pc:sldChg chg="addSp delSp modSp mod modAnim">
        <pc:chgData name="Hieu Do" userId="8091c26b-a61d-4e97-addd-a670c191ef7c" providerId="ADAL" clId="{2B84D484-CB27-0844-9A90-0D33CCEDBD31}" dt="2022-06-02T02:46:15.040" v="1020" actId="478"/>
        <pc:sldMkLst>
          <pc:docMk/>
          <pc:sldMk cId="1037956916" sldId="579"/>
        </pc:sldMkLst>
        <pc:spChg chg="add mod">
          <ac:chgData name="Hieu Do" userId="8091c26b-a61d-4e97-addd-a670c191ef7c" providerId="ADAL" clId="{2B84D484-CB27-0844-9A90-0D33CCEDBD31}" dt="2022-06-02T02:37:15.761" v="868" actId="21"/>
          <ac:spMkLst>
            <pc:docMk/>
            <pc:sldMk cId="1037956916" sldId="579"/>
            <ac:spMk id="3" creationId="{825EE7CF-187C-B429-6D00-C85AF187228D}"/>
          </ac:spMkLst>
        </pc:spChg>
        <pc:spChg chg="add mod">
          <ac:chgData name="Hieu Do" userId="8091c26b-a61d-4e97-addd-a670c191ef7c" providerId="ADAL" clId="{2B84D484-CB27-0844-9A90-0D33CCEDBD31}" dt="2022-06-02T02:43:26.541" v="986" actId="20577"/>
          <ac:spMkLst>
            <pc:docMk/>
            <pc:sldMk cId="1037956916" sldId="579"/>
            <ac:spMk id="5" creationId="{FE4E79E0-6C76-3B5B-185E-FF7C60026D84}"/>
          </ac:spMkLst>
        </pc:spChg>
        <pc:spChg chg="add del mod">
          <ac:chgData name="Hieu Do" userId="8091c26b-a61d-4e97-addd-a670c191ef7c" providerId="ADAL" clId="{2B84D484-CB27-0844-9A90-0D33CCEDBD31}" dt="2022-06-02T02:22:25.394" v="485" actId="478"/>
          <ac:spMkLst>
            <pc:docMk/>
            <pc:sldMk cId="1037956916" sldId="579"/>
            <ac:spMk id="7" creationId="{D68E1F77-563C-381B-11CD-782BBABAE7B3}"/>
          </ac:spMkLst>
        </pc:spChg>
        <pc:spChg chg="add del mod">
          <ac:chgData name="Hieu Do" userId="8091c26b-a61d-4e97-addd-a670c191ef7c" providerId="ADAL" clId="{2B84D484-CB27-0844-9A90-0D33CCEDBD31}" dt="2022-06-02T02:22:28.077" v="486" actId="478"/>
          <ac:spMkLst>
            <pc:docMk/>
            <pc:sldMk cId="1037956916" sldId="579"/>
            <ac:spMk id="8" creationId="{32679CF1-CAA6-D1F9-C50C-644EEDD61330}"/>
          </ac:spMkLst>
        </pc:spChg>
        <pc:spChg chg="add mod">
          <ac:chgData name="Hieu Do" userId="8091c26b-a61d-4e97-addd-a670c191ef7c" providerId="ADAL" clId="{2B84D484-CB27-0844-9A90-0D33CCEDBD31}" dt="2022-06-02T02:46:04.920" v="1016" actId="20577"/>
          <ac:spMkLst>
            <pc:docMk/>
            <pc:sldMk cId="1037956916" sldId="579"/>
            <ac:spMk id="9" creationId="{7952B70B-5962-A5FD-4509-A3B6FEEFFDC1}"/>
          </ac:spMkLst>
        </pc:spChg>
        <pc:spChg chg="add mod">
          <ac:chgData name="Hieu Do" userId="8091c26b-a61d-4e97-addd-a670c191ef7c" providerId="ADAL" clId="{2B84D484-CB27-0844-9A90-0D33CCEDBD31}" dt="2022-06-02T02:33:21.514" v="798" actId="207"/>
          <ac:spMkLst>
            <pc:docMk/>
            <pc:sldMk cId="1037956916" sldId="579"/>
            <ac:spMk id="11" creationId="{C911BDBC-E1F1-BCD9-024F-6C1832434F1D}"/>
          </ac:spMkLst>
        </pc:spChg>
        <pc:spChg chg="add mod">
          <ac:chgData name="Hieu Do" userId="8091c26b-a61d-4e97-addd-a670c191ef7c" providerId="ADAL" clId="{2B84D484-CB27-0844-9A90-0D33CCEDBD31}" dt="2022-06-02T02:43:22.882" v="981" actId="20577"/>
          <ac:spMkLst>
            <pc:docMk/>
            <pc:sldMk cId="1037956916" sldId="579"/>
            <ac:spMk id="15" creationId="{98A6F490-104A-EB32-50A8-108B9AEAF321}"/>
          </ac:spMkLst>
        </pc:spChg>
        <pc:spChg chg="add mod">
          <ac:chgData name="Hieu Do" userId="8091c26b-a61d-4e97-addd-a670c191ef7c" providerId="ADAL" clId="{2B84D484-CB27-0844-9A90-0D33CCEDBD31}" dt="2022-06-02T02:44:16.810" v="995" actId="1035"/>
          <ac:spMkLst>
            <pc:docMk/>
            <pc:sldMk cId="1037956916" sldId="579"/>
            <ac:spMk id="16" creationId="{6D33A41A-E49B-4A78-6F36-65064AD91B8F}"/>
          </ac:spMkLst>
        </pc:spChg>
        <pc:spChg chg="add del mod">
          <ac:chgData name="Hieu Do" userId="8091c26b-a61d-4e97-addd-a670c191ef7c" providerId="ADAL" clId="{2B84D484-CB27-0844-9A90-0D33CCEDBD31}" dt="2022-06-02T02:46:15.040" v="1020" actId="478"/>
          <ac:spMkLst>
            <pc:docMk/>
            <pc:sldMk cId="1037956916" sldId="579"/>
            <ac:spMk id="17" creationId="{8984BAA6-79A2-2F80-D011-08C68499325E}"/>
          </ac:spMkLst>
        </pc:spChg>
        <pc:spChg chg="add del mod">
          <ac:chgData name="Hieu Do" userId="8091c26b-a61d-4e97-addd-a670c191ef7c" providerId="ADAL" clId="{2B84D484-CB27-0844-9A90-0D33CCEDBD31}" dt="2022-06-02T02:46:13.371" v="1019" actId="478"/>
          <ac:spMkLst>
            <pc:docMk/>
            <pc:sldMk cId="1037956916" sldId="579"/>
            <ac:spMk id="18" creationId="{EAF8AB3B-9B3A-949A-78BC-265FA8989E27}"/>
          </ac:spMkLst>
        </pc:spChg>
        <pc:spChg chg="add del mod">
          <ac:chgData name="Hieu Do" userId="8091c26b-a61d-4e97-addd-a670c191ef7c" providerId="ADAL" clId="{2B84D484-CB27-0844-9A90-0D33CCEDBD31}" dt="2022-06-02T02:46:11.586" v="1018" actId="478"/>
          <ac:spMkLst>
            <pc:docMk/>
            <pc:sldMk cId="1037956916" sldId="579"/>
            <ac:spMk id="20" creationId="{1336731C-2AB2-6147-C85E-6DE2F20BE119}"/>
          </ac:spMkLst>
        </pc:spChg>
        <pc:spChg chg="add del mod">
          <ac:chgData name="Hieu Do" userId="8091c26b-a61d-4e97-addd-a670c191ef7c" providerId="ADAL" clId="{2B84D484-CB27-0844-9A90-0D33CCEDBD31}" dt="2022-06-02T02:46:10.007" v="1017" actId="478"/>
          <ac:spMkLst>
            <pc:docMk/>
            <pc:sldMk cId="1037956916" sldId="579"/>
            <ac:spMk id="21" creationId="{808C439F-05D9-9FB2-B6B4-CD0D6F55450E}"/>
          </ac:spMkLst>
        </pc:spChg>
        <pc:spChg chg="add mod">
          <ac:chgData name="Hieu Do" userId="8091c26b-a61d-4e97-addd-a670c191ef7c" providerId="ADAL" clId="{2B84D484-CB27-0844-9A90-0D33CCEDBD31}" dt="2022-06-02T02:44:48.368" v="1001" actId="1037"/>
          <ac:spMkLst>
            <pc:docMk/>
            <pc:sldMk cId="1037956916" sldId="579"/>
            <ac:spMk id="22" creationId="{7245720A-CDBE-CD48-F89E-26254522A0B4}"/>
          </ac:spMkLst>
        </pc:spChg>
        <pc:spChg chg="add mod">
          <ac:chgData name="Hieu Do" userId="8091c26b-a61d-4e97-addd-a670c191ef7c" providerId="ADAL" clId="{2B84D484-CB27-0844-9A90-0D33CCEDBD31}" dt="2022-06-02T02:45:06.989" v="1006" actId="1037"/>
          <ac:spMkLst>
            <pc:docMk/>
            <pc:sldMk cId="1037956916" sldId="579"/>
            <ac:spMk id="23" creationId="{2C4A38B5-9335-7FF2-C767-40F0FA8FBEA8}"/>
          </ac:spMkLst>
        </pc:spChg>
        <pc:spChg chg="mod">
          <ac:chgData name="Hieu Do" userId="8091c26b-a61d-4e97-addd-a670c191ef7c" providerId="ADAL" clId="{2B84D484-CB27-0844-9A90-0D33CCEDBD31}" dt="2022-06-02T02:34:14.993" v="843" actId="20577"/>
          <ac:spMkLst>
            <pc:docMk/>
            <pc:sldMk cId="1037956916" sldId="579"/>
            <ac:spMk id="24" creationId="{00000000-0000-0000-0000-000000000000}"/>
          </ac:spMkLst>
        </pc:spChg>
        <pc:spChg chg="add mod">
          <ac:chgData name="Hieu Do" userId="8091c26b-a61d-4e97-addd-a670c191ef7c" providerId="ADAL" clId="{2B84D484-CB27-0844-9A90-0D33CCEDBD31}" dt="2022-06-02T02:45:31.961" v="1009" actId="14100"/>
          <ac:spMkLst>
            <pc:docMk/>
            <pc:sldMk cId="1037956916" sldId="579"/>
            <ac:spMk id="25" creationId="{8FDCFEC0-A558-6DA8-AB3A-EE2F7B1FBB0C}"/>
          </ac:spMkLst>
        </pc:spChg>
        <pc:spChg chg="add mod">
          <ac:chgData name="Hieu Do" userId="8091c26b-a61d-4e97-addd-a670c191ef7c" providerId="ADAL" clId="{2B84D484-CB27-0844-9A90-0D33CCEDBD31}" dt="2022-06-02T02:46:00.793" v="1014" actId="14100"/>
          <ac:spMkLst>
            <pc:docMk/>
            <pc:sldMk cId="1037956916" sldId="579"/>
            <ac:spMk id="26" creationId="{A6FC7E47-9491-B65E-3C6A-008324DFE9C2}"/>
          </ac:spMkLst>
        </pc:spChg>
        <pc:picChg chg="add del">
          <ac:chgData name="Hieu Do" userId="8091c26b-a61d-4e97-addd-a670c191ef7c" providerId="ADAL" clId="{2B84D484-CB27-0844-9A90-0D33CCEDBD31}" dt="2022-06-02T02:27:01.891" v="542" actId="478"/>
          <ac:picMkLst>
            <pc:docMk/>
            <pc:sldMk cId="1037956916" sldId="579"/>
            <ac:picMk id="2" creationId="{D2EAF51C-8168-070D-67A0-DD140A356178}"/>
          </ac:picMkLst>
        </pc:picChg>
        <pc:picChg chg="add mod">
          <ac:chgData name="Hieu Do" userId="8091c26b-a61d-4e97-addd-a670c191ef7c" providerId="ADAL" clId="{2B84D484-CB27-0844-9A90-0D33CCEDBD31}" dt="2022-06-02T02:33:28.703" v="799" actId="14100"/>
          <ac:picMkLst>
            <pc:docMk/>
            <pc:sldMk cId="1037956916" sldId="579"/>
            <ac:picMk id="6" creationId="{FAFD9284-8C1A-A686-B6AB-F5057F1152B4}"/>
          </ac:picMkLst>
        </pc:picChg>
        <pc:cxnChg chg="add mod">
          <ac:chgData name="Hieu Do" userId="8091c26b-a61d-4e97-addd-a670c191ef7c" providerId="ADAL" clId="{2B84D484-CB27-0844-9A90-0D33CCEDBD31}" dt="2022-06-02T02:32:29.109" v="790" actId="1076"/>
          <ac:cxnSpMkLst>
            <pc:docMk/>
            <pc:sldMk cId="1037956916" sldId="579"/>
            <ac:cxnSpMk id="12" creationId="{C9FCDC29-AAE9-1B78-F8F8-1C7EC0FC6AD8}"/>
          </ac:cxnSpMkLst>
        </pc:cxnChg>
      </pc:sldChg>
      <pc:sldChg chg="addSp modSp add mod ord modAnim">
        <pc:chgData name="Hieu Do" userId="8091c26b-a61d-4e97-addd-a670c191ef7c" providerId="ADAL" clId="{2B84D484-CB27-0844-9A90-0D33CCEDBD31}" dt="2022-06-03T06:50:29.054" v="4547" actId="20577"/>
        <pc:sldMkLst>
          <pc:docMk/>
          <pc:sldMk cId="4066823359" sldId="581"/>
        </pc:sldMkLst>
        <pc:spChg chg="add mod">
          <ac:chgData name="Hieu Do" userId="8091c26b-a61d-4e97-addd-a670c191ef7c" providerId="ADAL" clId="{2B84D484-CB27-0844-9A90-0D33CCEDBD31}" dt="2022-06-03T06:50:29.054" v="4547" actId="20577"/>
          <ac:spMkLst>
            <pc:docMk/>
            <pc:sldMk cId="4066823359" sldId="581"/>
            <ac:spMk id="2" creationId="{B367C28D-F449-9A4D-6BB4-71F7218DC274}"/>
          </ac:spMkLst>
        </pc:spChg>
        <pc:spChg chg="add">
          <ac:chgData name="Hieu Do" userId="8091c26b-a61d-4e97-addd-a670c191ef7c" providerId="ADAL" clId="{2B84D484-CB27-0844-9A90-0D33CCEDBD31}" dt="2022-06-02T02:14:23.370" v="400" actId="11529"/>
          <ac:spMkLst>
            <pc:docMk/>
            <pc:sldMk cId="4066823359" sldId="581"/>
            <ac:spMk id="3" creationId="{8699F826-7AFB-8F3C-8AE3-B3E6D5A460AE}"/>
          </ac:spMkLst>
        </pc:spChg>
        <pc:spChg chg="add mod">
          <ac:chgData name="Hieu Do" userId="8091c26b-a61d-4e97-addd-a670c191ef7c" providerId="ADAL" clId="{2B84D484-CB27-0844-9A90-0D33CCEDBD31}" dt="2022-06-02T02:04:22.884" v="396" actId="115"/>
          <ac:spMkLst>
            <pc:docMk/>
            <pc:sldMk cId="4066823359" sldId="581"/>
            <ac:spMk id="6" creationId="{6F4C2913-C88C-DE53-C18F-A906A719598F}"/>
          </ac:spMkLst>
        </pc:spChg>
        <pc:spChg chg="add mod">
          <ac:chgData name="Hieu Do" userId="8091c26b-a61d-4e97-addd-a670c191ef7c" providerId="ADAL" clId="{2B84D484-CB27-0844-9A90-0D33CCEDBD31}" dt="2022-06-02T03:12:10.050" v="1272" actId="1076"/>
          <ac:spMkLst>
            <pc:docMk/>
            <pc:sldMk cId="4066823359" sldId="581"/>
            <ac:spMk id="9" creationId="{C9370069-D95C-8AFD-69A1-7157670C5F19}"/>
          </ac:spMkLst>
        </pc:spChg>
        <pc:spChg chg="mod">
          <ac:chgData name="Hieu Do" userId="8091c26b-a61d-4e97-addd-a670c191ef7c" providerId="ADAL" clId="{2B84D484-CB27-0844-9A90-0D33CCEDBD31}" dt="2022-06-02T02:00:48.289" v="231" actId="20577"/>
          <ac:spMkLst>
            <pc:docMk/>
            <pc:sldMk cId="4066823359" sldId="581"/>
            <ac:spMk id="24" creationId="{00000000-0000-0000-0000-000000000000}"/>
          </ac:spMkLst>
        </pc:spChg>
      </pc:sldChg>
      <pc:sldChg chg="addSp delSp modSp add mod modAnim">
        <pc:chgData name="Hieu Do" userId="8091c26b-a61d-4e97-addd-a670c191ef7c" providerId="ADAL" clId="{2B84D484-CB27-0844-9A90-0D33CCEDBD31}" dt="2022-06-02T03:05:21.818" v="1173" actId="20577"/>
        <pc:sldMkLst>
          <pc:docMk/>
          <pc:sldMk cId="415899649" sldId="582"/>
        </pc:sldMkLst>
        <pc:spChg chg="add mod">
          <ac:chgData name="Hieu Do" userId="8091c26b-a61d-4e97-addd-a670c191ef7c" providerId="ADAL" clId="{2B84D484-CB27-0844-9A90-0D33CCEDBD31}" dt="2022-06-02T03:05:21.818" v="1173" actId="20577"/>
          <ac:spMkLst>
            <pc:docMk/>
            <pc:sldMk cId="415899649" sldId="582"/>
            <ac:spMk id="6" creationId="{C0EFE661-28DA-95D6-5869-3643081E669B}"/>
          </ac:spMkLst>
        </pc:spChg>
        <pc:spChg chg="mod">
          <ac:chgData name="Hieu Do" userId="8091c26b-a61d-4e97-addd-a670c191ef7c" providerId="ADAL" clId="{2B84D484-CB27-0844-9A90-0D33CCEDBD31}" dt="2022-06-02T02:50:19.007" v="1071" actId="1038"/>
          <ac:spMkLst>
            <pc:docMk/>
            <pc:sldMk cId="415899649" sldId="582"/>
            <ac:spMk id="8" creationId="{56092EA4-4C86-4C4D-B32F-2FB0ADF3A6CA}"/>
          </ac:spMkLst>
        </pc:spChg>
        <pc:spChg chg="mod">
          <ac:chgData name="Hieu Do" userId="8091c26b-a61d-4e97-addd-a670c191ef7c" providerId="ADAL" clId="{2B84D484-CB27-0844-9A90-0D33CCEDBD31}" dt="2022-06-02T02:50:19.007" v="1071" actId="1038"/>
          <ac:spMkLst>
            <pc:docMk/>
            <pc:sldMk cId="415899649" sldId="582"/>
            <ac:spMk id="9" creationId="{20AADB56-7672-F8D7-2835-97358381EA1B}"/>
          </ac:spMkLst>
        </pc:spChg>
        <pc:spChg chg="mod">
          <ac:chgData name="Hieu Do" userId="8091c26b-a61d-4e97-addd-a670c191ef7c" providerId="ADAL" clId="{2B84D484-CB27-0844-9A90-0D33CCEDBD31}" dt="2022-06-02T02:50:19.007" v="1071" actId="1038"/>
          <ac:spMkLst>
            <pc:docMk/>
            <pc:sldMk cId="415899649" sldId="582"/>
            <ac:spMk id="10" creationId="{76B3BA8F-38E1-E6EE-3EF1-A5AD5A5F4707}"/>
          </ac:spMkLst>
        </pc:spChg>
        <pc:spChg chg="add mod">
          <ac:chgData name="Hieu Do" userId="8091c26b-a61d-4e97-addd-a670c191ef7c" providerId="ADAL" clId="{2B84D484-CB27-0844-9A90-0D33CCEDBD31}" dt="2022-06-02T02:57:06.267" v="1143" actId="1035"/>
          <ac:spMkLst>
            <pc:docMk/>
            <pc:sldMk cId="415899649" sldId="582"/>
            <ac:spMk id="11" creationId="{737C1D29-A729-65AD-3C32-5830C42CD41B}"/>
          </ac:spMkLst>
        </pc:spChg>
        <pc:spChg chg="mod">
          <ac:chgData name="Hieu Do" userId="8091c26b-a61d-4e97-addd-a670c191ef7c" providerId="ADAL" clId="{2B84D484-CB27-0844-9A90-0D33CCEDBD31}" dt="2022-06-02T02:54:39.388" v="1119" actId="1076"/>
          <ac:spMkLst>
            <pc:docMk/>
            <pc:sldMk cId="415899649" sldId="582"/>
            <ac:spMk id="13" creationId="{B96540A3-2B0E-B0FB-39C4-72D396EEAEF2}"/>
          </ac:spMkLst>
        </pc:spChg>
        <pc:spChg chg="mod">
          <ac:chgData name="Hieu Do" userId="8091c26b-a61d-4e97-addd-a670c191ef7c" providerId="ADAL" clId="{2B84D484-CB27-0844-9A90-0D33CCEDBD31}" dt="2022-06-02T02:54:39.388" v="1119" actId="1076"/>
          <ac:spMkLst>
            <pc:docMk/>
            <pc:sldMk cId="415899649" sldId="582"/>
            <ac:spMk id="15" creationId="{00B66953-7C77-9A3E-1EE2-B4166AA2CDEE}"/>
          </ac:spMkLst>
        </pc:spChg>
        <pc:spChg chg="mod">
          <ac:chgData name="Hieu Do" userId="8091c26b-a61d-4e97-addd-a670c191ef7c" providerId="ADAL" clId="{2B84D484-CB27-0844-9A90-0D33CCEDBD31}" dt="2022-06-02T02:54:39.388" v="1119" actId="1076"/>
          <ac:spMkLst>
            <pc:docMk/>
            <pc:sldMk cId="415899649" sldId="582"/>
            <ac:spMk id="16" creationId="{9782F92B-959F-73D0-9431-943C59E8EDE7}"/>
          </ac:spMkLst>
        </pc:spChg>
        <pc:spChg chg="del mod">
          <ac:chgData name="Hieu Do" userId="8091c26b-a61d-4e97-addd-a670c191ef7c" providerId="ADAL" clId="{2B84D484-CB27-0844-9A90-0D33CCEDBD31}" dt="2022-06-02T02:55:13.158" v="1124" actId="478"/>
          <ac:spMkLst>
            <pc:docMk/>
            <pc:sldMk cId="415899649" sldId="582"/>
            <ac:spMk id="17" creationId="{FE507F29-A7F3-0F4D-02DD-C86F9FF5342D}"/>
          </ac:spMkLst>
        </pc:spChg>
        <pc:spChg chg="del mod">
          <ac:chgData name="Hieu Do" userId="8091c26b-a61d-4e97-addd-a670c191ef7c" providerId="ADAL" clId="{2B84D484-CB27-0844-9A90-0D33CCEDBD31}" dt="2022-06-02T02:55:10.862" v="1123" actId="478"/>
          <ac:spMkLst>
            <pc:docMk/>
            <pc:sldMk cId="415899649" sldId="582"/>
            <ac:spMk id="18" creationId="{D5DBF465-2ED4-A47C-6234-0760485278FE}"/>
          </ac:spMkLst>
        </pc:spChg>
        <pc:spChg chg="del mod">
          <ac:chgData name="Hieu Do" userId="8091c26b-a61d-4e97-addd-a670c191ef7c" providerId="ADAL" clId="{2B84D484-CB27-0844-9A90-0D33CCEDBD31}" dt="2022-06-02T02:55:05.536" v="1122" actId="478"/>
          <ac:spMkLst>
            <pc:docMk/>
            <pc:sldMk cId="415899649" sldId="582"/>
            <ac:spMk id="20" creationId="{285421C6-C934-D223-A334-DE8B3057A597}"/>
          </ac:spMkLst>
        </pc:spChg>
        <pc:spChg chg="add mod">
          <ac:chgData name="Hieu Do" userId="8091c26b-a61d-4e97-addd-a670c191ef7c" providerId="ADAL" clId="{2B84D484-CB27-0844-9A90-0D33CCEDBD31}" dt="2022-06-02T02:54:50.986" v="1121" actId="1076"/>
          <ac:spMkLst>
            <pc:docMk/>
            <pc:sldMk cId="415899649" sldId="582"/>
            <ac:spMk id="21" creationId="{F0A24DE3-71C7-A1D6-0A15-EEC027731C4C}"/>
          </ac:spMkLst>
        </pc:spChg>
        <pc:spChg chg="add del mod">
          <ac:chgData name="Hieu Do" userId="8091c26b-a61d-4e97-addd-a670c191ef7c" providerId="ADAL" clId="{2B84D484-CB27-0844-9A90-0D33CCEDBD31}" dt="2022-06-02T02:57:00.854" v="1131" actId="478"/>
          <ac:spMkLst>
            <pc:docMk/>
            <pc:sldMk cId="415899649" sldId="582"/>
            <ac:spMk id="22" creationId="{E465F1B0-553C-A0C5-A9DD-C3C3BD7AC678}"/>
          </ac:spMkLst>
        </pc:spChg>
        <pc:spChg chg="mod">
          <ac:chgData name="Hieu Do" userId="8091c26b-a61d-4e97-addd-a670c191ef7c" providerId="ADAL" clId="{2B84D484-CB27-0844-9A90-0D33CCEDBD31}" dt="2022-06-02T02:48:13.944" v="1056" actId="20577"/>
          <ac:spMkLst>
            <pc:docMk/>
            <pc:sldMk cId="415899649" sldId="582"/>
            <ac:spMk id="24" creationId="{00000000-0000-0000-0000-000000000000}"/>
          </ac:spMkLst>
        </pc:spChg>
        <pc:grpChg chg="add mod">
          <ac:chgData name="Hieu Do" userId="8091c26b-a61d-4e97-addd-a670c191ef7c" providerId="ADAL" clId="{2B84D484-CB27-0844-9A90-0D33CCEDBD31}" dt="2022-06-02T02:50:19.007" v="1071" actId="1038"/>
          <ac:grpSpMkLst>
            <pc:docMk/>
            <pc:sldMk cId="415899649" sldId="582"/>
            <ac:grpSpMk id="7" creationId="{DA80FA3E-4D45-3EE2-10A7-B7F35C467904}"/>
          </ac:grpSpMkLst>
        </pc:grpChg>
        <pc:grpChg chg="add mod">
          <ac:chgData name="Hieu Do" userId="8091c26b-a61d-4e97-addd-a670c191ef7c" providerId="ADAL" clId="{2B84D484-CB27-0844-9A90-0D33CCEDBD31}" dt="2022-06-02T02:54:39.388" v="1119" actId="1076"/>
          <ac:grpSpMkLst>
            <pc:docMk/>
            <pc:sldMk cId="415899649" sldId="582"/>
            <ac:grpSpMk id="12" creationId="{AA591952-0CD2-7C31-C2F7-EE858EB6785E}"/>
          </ac:grpSpMkLst>
        </pc:grpChg>
        <pc:picChg chg="add mod">
          <ac:chgData name="Hieu Do" userId="8091c26b-a61d-4e97-addd-a670c191ef7c" providerId="ADAL" clId="{2B84D484-CB27-0844-9A90-0D33CCEDBD31}" dt="2022-06-02T02:57:10.758" v="1144" actId="14100"/>
          <ac:picMkLst>
            <pc:docMk/>
            <pc:sldMk cId="415899649" sldId="582"/>
            <ac:picMk id="2" creationId="{8D158DFE-434C-A86D-17A0-996FE10597A6}"/>
          </ac:picMkLst>
        </pc:picChg>
      </pc:sldChg>
      <pc:sldChg chg="addSp delSp modSp add mod modAnim">
        <pc:chgData name="Hieu Do" userId="8091c26b-a61d-4e97-addd-a670c191ef7c" providerId="ADAL" clId="{2B84D484-CB27-0844-9A90-0D33CCEDBD31}" dt="2022-06-02T03:20:30.745" v="1532" actId="20577"/>
        <pc:sldMkLst>
          <pc:docMk/>
          <pc:sldMk cId="2957712947" sldId="583"/>
        </pc:sldMkLst>
        <pc:spChg chg="add del mod">
          <ac:chgData name="Hieu Do" userId="8091c26b-a61d-4e97-addd-a670c191ef7c" providerId="ADAL" clId="{2B84D484-CB27-0844-9A90-0D33CCEDBD31}" dt="2022-06-02T03:07:45.898" v="1245"/>
          <ac:spMkLst>
            <pc:docMk/>
            <pc:sldMk cId="2957712947" sldId="583"/>
            <ac:spMk id="3" creationId="{A0A5D56F-159E-EFBB-DEB7-0F1B4C303349}"/>
          </ac:spMkLst>
        </pc:spChg>
        <pc:spChg chg="add mod">
          <ac:chgData name="Hieu Do" userId="8091c26b-a61d-4e97-addd-a670c191ef7c" providerId="ADAL" clId="{2B84D484-CB27-0844-9A90-0D33CCEDBD31}" dt="2022-06-02T03:08:39.414" v="1253" actId="179"/>
          <ac:spMkLst>
            <pc:docMk/>
            <pc:sldMk cId="2957712947" sldId="583"/>
            <ac:spMk id="5" creationId="{D487CE5F-8EDF-12DF-E7A6-95AB0964C9D5}"/>
          </ac:spMkLst>
        </pc:spChg>
        <pc:spChg chg="del">
          <ac:chgData name="Hieu Do" userId="8091c26b-a61d-4e97-addd-a670c191ef7c" providerId="ADAL" clId="{2B84D484-CB27-0844-9A90-0D33CCEDBD31}" dt="2022-06-02T02:59:36.434" v="1147" actId="478"/>
          <ac:spMkLst>
            <pc:docMk/>
            <pc:sldMk cId="2957712947" sldId="583"/>
            <ac:spMk id="6" creationId="{C0EFE661-28DA-95D6-5869-3643081E669B}"/>
          </ac:spMkLst>
        </pc:spChg>
        <pc:spChg chg="del">
          <ac:chgData name="Hieu Do" userId="8091c26b-a61d-4e97-addd-a670c191ef7c" providerId="ADAL" clId="{2B84D484-CB27-0844-9A90-0D33CCEDBD31}" dt="2022-06-02T02:59:36.434" v="1147" actId="478"/>
          <ac:spMkLst>
            <pc:docMk/>
            <pc:sldMk cId="2957712947" sldId="583"/>
            <ac:spMk id="11" creationId="{737C1D29-A729-65AD-3C32-5830C42CD41B}"/>
          </ac:spMkLst>
        </pc:spChg>
        <pc:spChg chg="add mod">
          <ac:chgData name="Hieu Do" userId="8091c26b-a61d-4e97-addd-a670c191ef7c" providerId="ADAL" clId="{2B84D484-CB27-0844-9A90-0D33CCEDBD31}" dt="2022-06-02T03:12:30.547" v="1278" actId="1076"/>
          <ac:spMkLst>
            <pc:docMk/>
            <pc:sldMk cId="2957712947" sldId="583"/>
            <ac:spMk id="17" creationId="{B08B5927-5172-082B-5353-D324EA916BCF}"/>
          </ac:spMkLst>
        </pc:spChg>
        <pc:spChg chg="add mod">
          <ac:chgData name="Hieu Do" userId="8091c26b-a61d-4e97-addd-a670c191ef7c" providerId="ADAL" clId="{2B84D484-CB27-0844-9A90-0D33CCEDBD31}" dt="2022-06-02T03:11:11.530" v="1266" actId="1076"/>
          <ac:spMkLst>
            <pc:docMk/>
            <pc:sldMk cId="2957712947" sldId="583"/>
            <ac:spMk id="18" creationId="{AF879B06-EC5B-D119-FA4A-F1C79B96F946}"/>
          </ac:spMkLst>
        </pc:spChg>
        <pc:spChg chg="add mod">
          <ac:chgData name="Hieu Do" userId="8091c26b-a61d-4e97-addd-a670c191ef7c" providerId="ADAL" clId="{2B84D484-CB27-0844-9A90-0D33CCEDBD31}" dt="2022-06-02T03:09:00.904" v="1256" actId="1076"/>
          <ac:spMkLst>
            <pc:docMk/>
            <pc:sldMk cId="2957712947" sldId="583"/>
            <ac:spMk id="20" creationId="{5D6B874A-AECA-A1E1-2A76-8EEC59A04A98}"/>
          </ac:spMkLst>
        </pc:spChg>
        <pc:spChg chg="del">
          <ac:chgData name="Hieu Do" userId="8091c26b-a61d-4e97-addd-a670c191ef7c" providerId="ADAL" clId="{2B84D484-CB27-0844-9A90-0D33CCEDBD31}" dt="2022-06-02T02:59:36.434" v="1147" actId="478"/>
          <ac:spMkLst>
            <pc:docMk/>
            <pc:sldMk cId="2957712947" sldId="583"/>
            <ac:spMk id="21" creationId="{F0A24DE3-71C7-A1D6-0A15-EEC027731C4C}"/>
          </ac:spMkLst>
        </pc:spChg>
        <pc:spChg chg="add mod">
          <ac:chgData name="Hieu Do" userId="8091c26b-a61d-4e97-addd-a670c191ef7c" providerId="ADAL" clId="{2B84D484-CB27-0844-9A90-0D33CCEDBD31}" dt="2022-06-02T03:19:51.368" v="1522" actId="20577"/>
          <ac:spMkLst>
            <pc:docMk/>
            <pc:sldMk cId="2957712947" sldId="583"/>
            <ac:spMk id="22" creationId="{B9670B07-0F7E-C980-95DF-0D77B8A8CF19}"/>
          </ac:spMkLst>
        </pc:spChg>
        <pc:spChg chg="add mod">
          <ac:chgData name="Hieu Do" userId="8091c26b-a61d-4e97-addd-a670c191ef7c" providerId="ADAL" clId="{2B84D484-CB27-0844-9A90-0D33CCEDBD31}" dt="2022-06-02T03:19:58.808" v="1526" actId="20577"/>
          <ac:spMkLst>
            <pc:docMk/>
            <pc:sldMk cId="2957712947" sldId="583"/>
            <ac:spMk id="23" creationId="{4CFBA425-DDC5-E71D-5036-DF1864A79FAE}"/>
          </ac:spMkLst>
        </pc:spChg>
        <pc:spChg chg="mod">
          <ac:chgData name="Hieu Do" userId="8091c26b-a61d-4e97-addd-a670c191ef7c" providerId="ADAL" clId="{2B84D484-CB27-0844-9A90-0D33CCEDBD31}" dt="2022-06-02T03:02:17.229" v="1165" actId="20577"/>
          <ac:spMkLst>
            <pc:docMk/>
            <pc:sldMk cId="2957712947" sldId="583"/>
            <ac:spMk id="24" creationId="{00000000-0000-0000-0000-000000000000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26" creationId="{4BDB31D8-0814-F924-A55B-A9D033889668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27" creationId="{AA3AB641-8C0B-2BB2-2D3C-FCEB8F911508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29" creationId="{7155E73E-7349-8646-3BB5-85AA1759C379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30" creationId="{29F159B4-9B4A-14A2-B5BE-6F9829262417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38" creationId="{521E18E4-9A3D-C366-CC27-CE3616926530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39" creationId="{798F21E3-223A-8733-FDBB-8F0079E28E74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40" creationId="{986D16DE-DBDB-3F24-3A66-A45F1D676D38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41" creationId="{8CD6288E-00DA-797D-CB1A-1D27740653F8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42" creationId="{DF05D225-4FD1-3DF7-7D73-D0CA5D59CA19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43" creationId="{5E99BF48-EE47-9825-09FE-1E0A21326E78}"/>
          </ac:spMkLst>
        </pc:spChg>
        <pc:spChg chg="mod">
          <ac:chgData name="Hieu Do" userId="8091c26b-a61d-4e97-addd-a670c191ef7c" providerId="ADAL" clId="{2B84D484-CB27-0844-9A90-0D33CCEDBD31}" dt="2022-06-02T03:20:30.745" v="1532" actId="20577"/>
          <ac:spMkLst>
            <pc:docMk/>
            <pc:sldMk cId="2957712947" sldId="583"/>
            <ac:spMk id="45" creationId="{29792EDB-1E96-02EB-2B20-338C81B2186D}"/>
          </ac:spMkLst>
        </pc:spChg>
        <pc:spChg chg="mod">
          <ac:chgData name="Hieu Do" userId="8091c26b-a61d-4e97-addd-a670c191ef7c" providerId="ADAL" clId="{2B84D484-CB27-0844-9A90-0D33CCEDBD31}" dt="2022-06-02T03:20:09.817" v="1529" actId="20577"/>
          <ac:spMkLst>
            <pc:docMk/>
            <pc:sldMk cId="2957712947" sldId="583"/>
            <ac:spMk id="47" creationId="{A31731B6-CD20-C7E8-D794-CD1F80EBBA0E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48" creationId="{5665073C-E36E-69CD-82CB-A2BD0D719324}"/>
          </ac:spMkLst>
        </pc:spChg>
        <pc:spChg chg="mod">
          <ac:chgData name="Hieu Do" userId="8091c26b-a61d-4e97-addd-a670c191ef7c" providerId="ADAL" clId="{2B84D484-CB27-0844-9A90-0D33CCEDBD31}" dt="2022-06-02T03:20:13.094" v="1530" actId="20577"/>
          <ac:spMkLst>
            <pc:docMk/>
            <pc:sldMk cId="2957712947" sldId="583"/>
            <ac:spMk id="49" creationId="{CE5B7914-11C7-7CC9-B60C-519BD2DFEEFE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50" creationId="{CBEEC3C8-2060-3D6A-02D9-1622D2EF1FE0}"/>
          </ac:spMkLst>
        </pc:spChg>
        <pc:spChg chg="mod">
          <ac:chgData name="Hieu Do" userId="8091c26b-a61d-4e97-addd-a670c191ef7c" providerId="ADAL" clId="{2B84D484-CB27-0844-9A90-0D33CCEDBD31}" dt="2022-06-02T03:20:04.562" v="1528" actId="20577"/>
          <ac:spMkLst>
            <pc:docMk/>
            <pc:sldMk cId="2957712947" sldId="583"/>
            <ac:spMk id="51" creationId="{20F63D34-966E-E786-EFBA-D72E1CC2D547}"/>
          </ac:spMkLst>
        </pc:spChg>
        <pc:spChg chg="mod">
          <ac:chgData name="Hieu Do" userId="8091c26b-a61d-4e97-addd-a670c191ef7c" providerId="ADAL" clId="{2B84D484-CB27-0844-9A90-0D33CCEDBD31}" dt="2022-06-02T03:10:42.118" v="1261"/>
          <ac:spMkLst>
            <pc:docMk/>
            <pc:sldMk cId="2957712947" sldId="583"/>
            <ac:spMk id="52" creationId="{93779458-4C72-67F0-F8E8-EA3691FB513D}"/>
          </ac:spMkLst>
        </pc:spChg>
        <pc:spChg chg="add mod">
          <ac:chgData name="Hieu Do" userId="8091c26b-a61d-4e97-addd-a670c191ef7c" providerId="ADAL" clId="{2B84D484-CB27-0844-9A90-0D33CCEDBD31}" dt="2022-06-02T03:15:15.578" v="1420" actId="1076"/>
          <ac:spMkLst>
            <pc:docMk/>
            <pc:sldMk cId="2957712947" sldId="583"/>
            <ac:spMk id="53" creationId="{EEAD91B1-F839-85C7-9772-AEB2EA6F0606}"/>
          </ac:spMkLst>
        </pc:spChg>
        <pc:spChg chg="add mod">
          <ac:chgData name="Hieu Do" userId="8091c26b-a61d-4e97-addd-a670c191ef7c" providerId="ADAL" clId="{2B84D484-CB27-0844-9A90-0D33CCEDBD31}" dt="2022-06-02T03:18:27.482" v="1506" actId="20577"/>
          <ac:spMkLst>
            <pc:docMk/>
            <pc:sldMk cId="2957712947" sldId="583"/>
            <ac:spMk id="54" creationId="{70A24B87-246F-F59D-679B-9080D36B1188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1" creationId="{11EED624-CE97-7AF0-AAC8-626546EFF385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2" creationId="{EE715AA5-4D79-A3C1-C724-D0E7F3B7C412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3" creationId="{D9A7E70C-7C6E-A28F-AC64-679989A16BE5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4" creationId="{6E61AA9E-ED00-0EB0-C1FB-00B04DB3434A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5" creationId="{2E1EEB18-C68C-6356-9012-729195AA2431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6" creationId="{A5E363F3-CE37-7D9F-EB13-A438A0A2909E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7" creationId="{066287E5-7D69-CB27-B8F2-163E4265DD17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8" creationId="{B9A66118-F2D5-E2DF-A7BC-55FC8C05ED0F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69" creationId="{CC73C4EF-7B7A-A642-30C0-DA327385702C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0" creationId="{1D15A0DF-7724-D3A8-4075-5329D7C58919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1" creationId="{E4292CB3-E097-11FC-A61D-5243B62132DE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2" creationId="{98481FC4-FEFF-1207-0B59-110DD5A7CF97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3" creationId="{7FD775D7-8AAC-4AE9-7BD3-D5A562CD3251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4" creationId="{45105E6C-E1A7-E681-9728-D4A6A145CEAF}"/>
          </ac:spMkLst>
        </pc:spChg>
        <pc:spChg chg="mod">
          <ac:chgData name="Hieu Do" userId="8091c26b-a61d-4e97-addd-a670c191ef7c" providerId="ADAL" clId="{2B84D484-CB27-0844-9A90-0D33CCEDBD31}" dt="2022-06-02T03:18:10.131" v="1497" actId="1035"/>
          <ac:spMkLst>
            <pc:docMk/>
            <pc:sldMk cId="2957712947" sldId="583"/>
            <ac:spMk id="75" creationId="{0B388C53-F99A-D9EC-1669-99EFB611F933}"/>
          </ac:spMkLst>
        </pc:spChg>
        <pc:grpChg chg="del">
          <ac:chgData name="Hieu Do" userId="8091c26b-a61d-4e97-addd-a670c191ef7c" providerId="ADAL" clId="{2B84D484-CB27-0844-9A90-0D33CCEDBD31}" dt="2022-06-02T02:59:36.434" v="1147" actId="478"/>
          <ac:grpSpMkLst>
            <pc:docMk/>
            <pc:sldMk cId="2957712947" sldId="583"/>
            <ac:grpSpMk id="7" creationId="{DA80FA3E-4D45-3EE2-10A7-B7F35C467904}"/>
          </ac:grpSpMkLst>
        </pc:grpChg>
        <pc:grpChg chg="del">
          <ac:chgData name="Hieu Do" userId="8091c26b-a61d-4e97-addd-a670c191ef7c" providerId="ADAL" clId="{2B84D484-CB27-0844-9A90-0D33CCEDBD31}" dt="2022-06-02T02:59:36.434" v="1147" actId="478"/>
          <ac:grpSpMkLst>
            <pc:docMk/>
            <pc:sldMk cId="2957712947" sldId="583"/>
            <ac:grpSpMk id="12" creationId="{AA591952-0CD2-7C31-C2F7-EE858EB6785E}"/>
          </ac:grpSpMkLst>
        </pc:grpChg>
        <pc:grpChg chg="add mod">
          <ac:chgData name="Hieu Do" userId="8091c26b-a61d-4e97-addd-a670c191ef7c" providerId="ADAL" clId="{2B84D484-CB27-0844-9A90-0D33CCEDBD31}" dt="2022-06-02T03:16:47.493" v="1460" actId="1036"/>
          <ac:grpSpMkLst>
            <pc:docMk/>
            <pc:sldMk cId="2957712947" sldId="583"/>
            <ac:grpSpMk id="25" creationId="{51F61319-8D96-2F64-C950-8DD6BC9B4477}"/>
          </ac:grpSpMkLst>
        </pc:grpChg>
        <pc:grpChg chg="add mod">
          <ac:chgData name="Hieu Do" userId="8091c26b-a61d-4e97-addd-a670c191ef7c" providerId="ADAL" clId="{2B84D484-CB27-0844-9A90-0D33CCEDBD31}" dt="2022-06-02T03:16:47.493" v="1460" actId="1036"/>
          <ac:grpSpMkLst>
            <pc:docMk/>
            <pc:sldMk cId="2957712947" sldId="583"/>
            <ac:grpSpMk id="28" creationId="{44675EEF-466A-E159-8E64-93097A45F5F4}"/>
          </ac:grpSpMkLst>
        </pc:grpChg>
        <pc:grpChg chg="add mod">
          <ac:chgData name="Hieu Do" userId="8091c26b-a61d-4e97-addd-a670c191ef7c" providerId="ADAL" clId="{2B84D484-CB27-0844-9A90-0D33CCEDBD31}" dt="2022-06-02T03:16:47.493" v="1460" actId="1036"/>
          <ac:grpSpMkLst>
            <pc:docMk/>
            <pc:sldMk cId="2957712947" sldId="583"/>
            <ac:grpSpMk id="31" creationId="{6DD57F9A-E484-A613-5AC0-43EDAB4D7916}"/>
          </ac:grpSpMkLst>
        </pc:grpChg>
        <pc:grpChg chg="add mod">
          <ac:chgData name="Hieu Do" userId="8091c26b-a61d-4e97-addd-a670c191ef7c" providerId="ADAL" clId="{2B84D484-CB27-0844-9A90-0D33CCEDBD31}" dt="2022-06-02T03:16:47.493" v="1460" actId="1036"/>
          <ac:grpSpMkLst>
            <pc:docMk/>
            <pc:sldMk cId="2957712947" sldId="583"/>
            <ac:grpSpMk id="34" creationId="{D1E47239-A0D6-991D-9818-77117041AD67}"/>
          </ac:grpSpMkLst>
        </pc:grpChg>
        <pc:grpChg chg="mod">
          <ac:chgData name="Hieu Do" userId="8091c26b-a61d-4e97-addd-a670c191ef7c" providerId="ADAL" clId="{2B84D484-CB27-0844-9A90-0D33CCEDBD31}" dt="2022-06-02T03:10:42.118" v="1261"/>
          <ac:grpSpMkLst>
            <pc:docMk/>
            <pc:sldMk cId="2957712947" sldId="583"/>
            <ac:grpSpMk id="35" creationId="{1880E81D-40F4-408B-CC0C-31A7CFC13F60}"/>
          </ac:grpSpMkLst>
        </pc:grpChg>
        <pc:grpChg chg="mod">
          <ac:chgData name="Hieu Do" userId="8091c26b-a61d-4e97-addd-a670c191ef7c" providerId="ADAL" clId="{2B84D484-CB27-0844-9A90-0D33CCEDBD31}" dt="2022-06-02T03:10:42.118" v="1261"/>
          <ac:grpSpMkLst>
            <pc:docMk/>
            <pc:sldMk cId="2957712947" sldId="583"/>
            <ac:grpSpMk id="36" creationId="{0A34331D-C31A-32D1-C2D1-E57AC118F106}"/>
          </ac:grpSpMkLst>
        </pc:grpChg>
        <pc:grpChg chg="mod">
          <ac:chgData name="Hieu Do" userId="8091c26b-a61d-4e97-addd-a670c191ef7c" providerId="ADAL" clId="{2B84D484-CB27-0844-9A90-0D33CCEDBD31}" dt="2022-06-02T03:10:42.118" v="1261"/>
          <ac:grpSpMkLst>
            <pc:docMk/>
            <pc:sldMk cId="2957712947" sldId="583"/>
            <ac:grpSpMk id="37" creationId="{B43D5097-A8E5-2229-1F4E-1D06242FB345}"/>
          </ac:grpSpMkLst>
        </pc:grpChg>
        <pc:grpChg chg="mod">
          <ac:chgData name="Hieu Do" userId="8091c26b-a61d-4e97-addd-a670c191ef7c" providerId="ADAL" clId="{2B84D484-CB27-0844-9A90-0D33CCEDBD31}" dt="2022-06-02T03:10:42.118" v="1261"/>
          <ac:grpSpMkLst>
            <pc:docMk/>
            <pc:sldMk cId="2957712947" sldId="583"/>
            <ac:grpSpMk id="44" creationId="{B42FBA43-19E0-D0BF-401F-0351E953F248}"/>
          </ac:grpSpMkLst>
        </pc:grpChg>
        <pc:grpChg chg="mod">
          <ac:chgData name="Hieu Do" userId="8091c26b-a61d-4e97-addd-a670c191ef7c" providerId="ADAL" clId="{2B84D484-CB27-0844-9A90-0D33CCEDBD31}" dt="2022-06-02T03:10:42.118" v="1261"/>
          <ac:grpSpMkLst>
            <pc:docMk/>
            <pc:sldMk cId="2957712947" sldId="583"/>
            <ac:grpSpMk id="46" creationId="{764F192E-6AD4-511A-25A5-BD58162C703C}"/>
          </ac:grpSpMkLst>
        </pc:grpChg>
        <pc:grpChg chg="add 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55" creationId="{C5FE6619-0528-738C-241F-A549265C899A}"/>
          </ac:grpSpMkLst>
        </pc:grpChg>
        <pc:grpChg chg="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56" creationId="{69DFAA1B-F7E1-32F3-A236-AB3708277D64}"/>
          </ac:grpSpMkLst>
        </pc:grpChg>
        <pc:grpChg chg="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57" creationId="{D1F76E7C-28B7-3811-CBAC-5F729D646E7B}"/>
          </ac:grpSpMkLst>
        </pc:grpChg>
        <pc:grpChg chg="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58" creationId="{BD3E36C6-6932-CAA4-5C27-EC8CC8436A71}"/>
          </ac:grpSpMkLst>
        </pc:grpChg>
        <pc:grpChg chg="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59" creationId="{96125693-A670-8B96-CEC9-F535B08AD12F}"/>
          </ac:grpSpMkLst>
        </pc:grpChg>
        <pc:grpChg chg="mod">
          <ac:chgData name="Hieu Do" userId="8091c26b-a61d-4e97-addd-a670c191ef7c" providerId="ADAL" clId="{2B84D484-CB27-0844-9A90-0D33CCEDBD31}" dt="2022-06-02T03:18:10.131" v="1497" actId="1035"/>
          <ac:grpSpMkLst>
            <pc:docMk/>
            <pc:sldMk cId="2957712947" sldId="583"/>
            <ac:grpSpMk id="60" creationId="{BEFC3B77-DD54-9A01-3776-0B5EAF3107E3}"/>
          </ac:grpSpMkLst>
        </pc:grpChg>
        <pc:picChg chg="del">
          <ac:chgData name="Hieu Do" userId="8091c26b-a61d-4e97-addd-a670c191ef7c" providerId="ADAL" clId="{2B84D484-CB27-0844-9A90-0D33CCEDBD31}" dt="2022-06-02T02:59:36.434" v="1147" actId="478"/>
          <ac:picMkLst>
            <pc:docMk/>
            <pc:sldMk cId="2957712947" sldId="583"/>
            <ac:picMk id="2" creationId="{8D158DFE-434C-A86D-17A0-996FE10597A6}"/>
          </ac:picMkLst>
        </pc:picChg>
        <pc:picChg chg="mod">
          <ac:chgData name="Hieu Do" userId="8091c26b-a61d-4e97-addd-a670c191ef7c" providerId="ADAL" clId="{2B84D484-CB27-0844-9A90-0D33CCEDBD31}" dt="2022-06-02T03:10:42.118" v="1261"/>
          <ac:picMkLst>
            <pc:docMk/>
            <pc:sldMk cId="2957712947" sldId="583"/>
            <ac:picMk id="32" creationId="{38D7F2DB-FF09-41DC-2A1A-F223F3F53E4C}"/>
          </ac:picMkLst>
        </pc:picChg>
        <pc:picChg chg="mod">
          <ac:chgData name="Hieu Do" userId="8091c26b-a61d-4e97-addd-a670c191ef7c" providerId="ADAL" clId="{2B84D484-CB27-0844-9A90-0D33CCEDBD31}" dt="2022-06-02T03:10:42.118" v="1261"/>
          <ac:picMkLst>
            <pc:docMk/>
            <pc:sldMk cId="2957712947" sldId="583"/>
            <ac:picMk id="33" creationId="{44C547C7-E396-355A-183D-774EBF853232}"/>
          </ac:picMkLst>
        </pc:picChg>
      </pc:sldChg>
      <pc:sldChg chg="addSp modSp add mod modAnim">
        <pc:chgData name="Hieu Do" userId="8091c26b-a61d-4e97-addd-a670c191ef7c" providerId="ADAL" clId="{2B84D484-CB27-0844-9A90-0D33CCEDBD31}" dt="2022-06-02T03:23:45.786" v="1614" actId="115"/>
        <pc:sldMkLst>
          <pc:docMk/>
          <pc:sldMk cId="724545524" sldId="584"/>
        </pc:sldMkLst>
        <pc:spChg chg="add mod">
          <ac:chgData name="Hieu Do" userId="8091c26b-a61d-4e97-addd-a670c191ef7c" providerId="ADAL" clId="{2B84D484-CB27-0844-9A90-0D33CCEDBD31}" dt="2022-06-02T03:23:45.786" v="1614" actId="115"/>
          <ac:spMkLst>
            <pc:docMk/>
            <pc:sldMk cId="724545524" sldId="584"/>
            <ac:spMk id="9" creationId="{5F28C2D7-228C-4088-216D-361CA3B54610}"/>
          </ac:spMkLst>
        </pc:spChg>
        <pc:spChg chg="mod">
          <ac:chgData name="Hieu Do" userId="8091c26b-a61d-4e97-addd-a670c191ef7c" providerId="ADAL" clId="{2B84D484-CB27-0844-9A90-0D33CCEDBD31}" dt="2022-06-02T03:23:32.488" v="1613" actId="20577"/>
          <ac:spMkLst>
            <pc:docMk/>
            <pc:sldMk cId="724545524" sldId="584"/>
            <ac:spMk id="24" creationId="{00000000-0000-0000-0000-000000000000}"/>
          </ac:spMkLst>
        </pc:spChg>
        <pc:picChg chg="add mod">
          <ac:chgData name="Hieu Do" userId="8091c26b-a61d-4e97-addd-a670c191ef7c" providerId="ADAL" clId="{2B84D484-CB27-0844-9A90-0D33CCEDBD31}" dt="2022-06-02T03:23:16.272" v="1594" actId="1076"/>
          <ac:picMkLst>
            <pc:docMk/>
            <pc:sldMk cId="724545524" sldId="584"/>
            <ac:picMk id="6" creationId="{6262DBAB-7B15-9BA1-0394-A758C450799A}"/>
          </ac:picMkLst>
        </pc:picChg>
        <pc:picChg chg="add mod">
          <ac:chgData name="Hieu Do" userId="8091c26b-a61d-4e97-addd-a670c191ef7c" providerId="ADAL" clId="{2B84D484-CB27-0844-9A90-0D33CCEDBD31}" dt="2022-06-02T03:22:55.040" v="1582" actId="14100"/>
          <ac:picMkLst>
            <pc:docMk/>
            <pc:sldMk cId="724545524" sldId="584"/>
            <ac:picMk id="7" creationId="{6748C8D0-8794-5118-6364-CED89C49B1C3}"/>
          </ac:picMkLst>
        </pc:picChg>
        <pc:picChg chg="add mod">
          <ac:chgData name="Hieu Do" userId="8091c26b-a61d-4e97-addd-a670c191ef7c" providerId="ADAL" clId="{2B84D484-CB27-0844-9A90-0D33CCEDBD31}" dt="2022-06-02T03:23:11.200" v="1593" actId="1076"/>
          <ac:picMkLst>
            <pc:docMk/>
            <pc:sldMk cId="724545524" sldId="584"/>
            <ac:picMk id="8" creationId="{84DBED1F-D169-2E73-C51F-784C19B46180}"/>
          </ac:picMkLst>
        </pc:picChg>
        <pc:picChg chg="add mod">
          <ac:chgData name="Hieu Do" userId="8091c26b-a61d-4e97-addd-a670c191ef7c" providerId="ADAL" clId="{2B84D484-CB27-0844-9A90-0D33CCEDBD31}" dt="2022-06-02T03:23:19.382" v="1595" actId="1076"/>
          <ac:picMkLst>
            <pc:docMk/>
            <pc:sldMk cId="724545524" sldId="584"/>
            <ac:picMk id="10" creationId="{B2496CC3-87C9-F9E2-9278-690A680B06E2}"/>
          </ac:picMkLst>
        </pc:picChg>
      </pc:sldChg>
      <pc:sldChg chg="addSp delSp modSp add mod">
        <pc:chgData name="Hieu Do" userId="8091c26b-a61d-4e97-addd-a670c191ef7c" providerId="ADAL" clId="{2B84D484-CB27-0844-9A90-0D33CCEDBD31}" dt="2022-06-02T03:56:47.441" v="2183" actId="1076"/>
        <pc:sldMkLst>
          <pc:docMk/>
          <pc:sldMk cId="996373716" sldId="585"/>
        </pc:sldMkLst>
        <pc:spChg chg="add mod">
          <ac:chgData name="Hieu Do" userId="8091c26b-a61d-4e97-addd-a670c191ef7c" providerId="ADAL" clId="{2B84D484-CB27-0844-9A90-0D33CCEDBD31}" dt="2022-06-02T03:31:38.711" v="1680" actId="6549"/>
          <ac:spMkLst>
            <pc:docMk/>
            <pc:sldMk cId="996373716" sldId="585"/>
            <ac:spMk id="6" creationId="{8DD1CACF-4A35-4B2C-FF5F-AA81DFB10994}"/>
          </ac:spMkLst>
        </pc:spChg>
        <pc:spChg chg="add mod">
          <ac:chgData name="Hieu Do" userId="8091c26b-a61d-4e97-addd-a670c191ef7c" providerId="ADAL" clId="{2B84D484-CB27-0844-9A90-0D33CCEDBD31}" dt="2022-06-02T03:41:39.728" v="2108" actId="1076"/>
          <ac:spMkLst>
            <pc:docMk/>
            <pc:sldMk cId="996373716" sldId="585"/>
            <ac:spMk id="7" creationId="{C82581A8-D0D4-CFC0-C526-F1B0C96CA021}"/>
          </ac:spMkLst>
        </pc:spChg>
        <pc:spChg chg="add del mod">
          <ac:chgData name="Hieu Do" userId="8091c26b-a61d-4e97-addd-a670c191ef7c" providerId="ADAL" clId="{2B84D484-CB27-0844-9A90-0D33CCEDBD31}" dt="2022-06-02T03:52:44.999" v="2111" actId="478"/>
          <ac:spMkLst>
            <pc:docMk/>
            <pc:sldMk cId="996373716" sldId="585"/>
            <ac:spMk id="8" creationId="{30168863-22B8-8A64-6217-0F6824B3ADC6}"/>
          </ac:spMkLst>
        </pc:spChg>
        <pc:spChg chg="add mod">
          <ac:chgData name="Hieu Do" userId="8091c26b-a61d-4e97-addd-a670c191ef7c" providerId="ADAL" clId="{2B84D484-CB27-0844-9A90-0D33CCEDBD31}" dt="2022-06-02T03:54:51.388" v="2144" actId="1076"/>
          <ac:spMkLst>
            <pc:docMk/>
            <pc:sldMk cId="996373716" sldId="585"/>
            <ac:spMk id="9" creationId="{DB5A7B14-C393-680B-1DD2-700CA4670FD4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11" creationId="{FAD176B3-69B2-F8AB-91A1-E162891D700B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12" creationId="{A75FA60F-2BC7-94BC-A57C-55CD9A667C71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15" creationId="{6635561A-6FEC-578A-D22C-1B7B7FEBD4B8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16" creationId="{5DD217DE-A852-27BB-5047-D1A82F3B9367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18" creationId="{C4980D02-CAC5-4859-0527-A71C5339C0B4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0" creationId="{A6212662-A0F8-CA7D-BA78-1232FD2A0C84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2" creationId="{7DF5E005-DDE7-41BC-429E-467DD820B5FB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3" creationId="{9B7C1D89-F70D-C8FC-FCF9-6D82C3C3C862}"/>
          </ac:spMkLst>
        </pc:spChg>
        <pc:spChg chg="mod">
          <ac:chgData name="Hieu Do" userId="8091c26b-a61d-4e97-addd-a670c191ef7c" providerId="ADAL" clId="{2B84D484-CB27-0844-9A90-0D33CCEDBD31}" dt="2022-06-02T03:26:00.688" v="1616" actId="20577"/>
          <ac:spMkLst>
            <pc:docMk/>
            <pc:sldMk cId="996373716" sldId="585"/>
            <ac:spMk id="24" creationId="{00000000-0000-0000-0000-000000000000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5" creationId="{04D4036B-64EB-BBDB-79EA-C9FE63E44D50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6" creationId="{3F4F541A-B8A2-4FBF-DCA6-F19C33AE8463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7" creationId="{C01B0530-CA1A-6162-86B9-3114B6182E81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8" creationId="{B24D6C6B-7D1B-A2EA-21DF-CB45F71D753F}"/>
          </ac:spMkLst>
        </pc:spChg>
        <pc:spChg chg="mod">
          <ac:chgData name="Hieu Do" userId="8091c26b-a61d-4e97-addd-a670c191ef7c" providerId="ADAL" clId="{2B84D484-CB27-0844-9A90-0D33CCEDBD31}" dt="2022-06-02T03:52:46.315" v="2112"/>
          <ac:spMkLst>
            <pc:docMk/>
            <pc:sldMk cId="996373716" sldId="585"/>
            <ac:spMk id="29" creationId="{7B29528B-ACD1-9F3F-0EF2-FE829DAD931F}"/>
          </ac:spMkLst>
        </pc:spChg>
        <pc:spChg chg="add mod">
          <ac:chgData name="Hieu Do" userId="8091c26b-a61d-4e97-addd-a670c191ef7c" providerId="ADAL" clId="{2B84D484-CB27-0844-9A90-0D33CCEDBD31}" dt="2022-06-02T03:56:47.441" v="2183" actId="1076"/>
          <ac:spMkLst>
            <pc:docMk/>
            <pc:sldMk cId="996373716" sldId="585"/>
            <ac:spMk id="30" creationId="{E98AD1DB-E1C1-A772-A81D-04DE16CCAC6C}"/>
          </ac:spMkLst>
        </pc:spChg>
        <pc:spChg chg="add mod">
          <ac:chgData name="Hieu Do" userId="8091c26b-a61d-4e97-addd-a670c191ef7c" providerId="ADAL" clId="{2B84D484-CB27-0844-9A90-0D33CCEDBD31}" dt="2022-06-02T03:56:14.167" v="2180" actId="14100"/>
          <ac:spMkLst>
            <pc:docMk/>
            <pc:sldMk cId="996373716" sldId="585"/>
            <ac:spMk id="31" creationId="{D7F6C868-D140-561F-B1E2-C41F6CC9EC2E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33" creationId="{994F3123-3955-208D-1A67-920647F6F0D3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34" creationId="{303288B6-BC41-961B-91F0-AEB3BBF7FF28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37" creationId="{220B51B9-D9C6-3FF6-7669-54B7D24438ED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38" creationId="{9041F947-8EC2-EFA3-FD96-2BD8670A7676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46" creationId="{AC458A79-CD6A-D299-47D4-480BCB97C523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47" creationId="{A4A65617-8E79-B4A1-200D-EBD79520FA7C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48" creationId="{5CD7E38E-B4FA-B072-46F7-D6C7C58B8FA2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49" creationId="{6D68E455-1F74-989A-0186-84B86182509E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0" creationId="{70C96698-4693-B8A8-9E62-195A667D0A23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1" creationId="{03B12681-4EE8-EB16-37D3-0D75ADEED0C9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2" creationId="{A72A8F4F-8956-B2FA-9D6C-1ABBFB304DCE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3" creationId="{5C771910-0E86-E292-3AFA-4A3BFDE4FA23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4" creationId="{75366BCD-229C-8D96-1045-8EF43199EBF1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5" creationId="{DB9A2B09-8996-1ED5-4155-47CD3AEDDFD9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6" creationId="{CACB6F7F-CB81-C579-7396-5D09533C2D87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7" creationId="{1BC8F02E-F6B3-7B9E-AC8D-A8093DE2B772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8" creationId="{4F46BAE1-B7CC-CD6E-8709-FE283E135988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59" creationId="{FE6C9C81-2259-9CB6-F6AA-2B803766ED3C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0" creationId="{245A229B-F08E-1894-E4F6-0E273A13FB42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1" creationId="{777C2CD9-4EF1-554D-1008-5C3E1EF069BA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2" creationId="{E2BAD0DE-21E1-FA9F-5ED4-87BA706C8D3E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3" creationId="{8FCD00CB-5564-B6DE-1C9D-43108C61A8DC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4" creationId="{0BE8F0CB-49C5-9450-D8C2-4781D0F60710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5" creationId="{6641A9AE-38A4-6950-9730-ABB98D5F62B0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6" creationId="{599BB795-5C2F-AB6A-60B6-545E69335AEF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7" creationId="{4B0FED6A-588D-4ED0-2302-329F98223AE9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8" creationId="{B303EB91-4DF5-1B8B-EBCE-89FC23DF5B74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69" creationId="{7CE6A508-F5B0-0DBD-2887-D6A87892A72A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0" creationId="{25F38076-5E21-B835-F54C-AB9B25ACAEA0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1" creationId="{39667949-5F8E-6A61-93DE-60B20553F08E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2" creationId="{3752F5F1-F3EA-7A5D-5FC5-A92AEB47E727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3" creationId="{1D79A985-782E-6D84-E6BB-D4B1A2C26F21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4" creationId="{89AC7710-2BAB-D383-0865-2BB5CE1980E0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5" creationId="{3523C6DF-AE31-4F81-6235-9A9B6D582B81}"/>
          </ac:spMkLst>
        </pc:spChg>
        <pc:spChg chg="mod">
          <ac:chgData name="Hieu Do" userId="8091c26b-a61d-4e97-addd-a670c191ef7c" providerId="ADAL" clId="{2B84D484-CB27-0844-9A90-0D33CCEDBD31}" dt="2022-06-02T03:53:44.777" v="2117"/>
          <ac:spMkLst>
            <pc:docMk/>
            <pc:sldMk cId="996373716" sldId="585"/>
            <ac:spMk id="76" creationId="{594F1950-8BAA-E4E3-6915-230169AD9796}"/>
          </ac:spMkLst>
        </pc:spChg>
        <pc:grpChg chg="add mod">
          <ac:chgData name="Hieu Do" userId="8091c26b-a61d-4e97-addd-a670c191ef7c" providerId="ADAL" clId="{2B84D484-CB27-0844-9A90-0D33CCEDBD31}" dt="2022-06-02T03:55:03.802" v="2146" actId="1076"/>
          <ac:grpSpMkLst>
            <pc:docMk/>
            <pc:sldMk cId="996373716" sldId="585"/>
            <ac:grpSpMk id="2" creationId="{23C8E0C4-A246-5C9E-481D-298E0325DBB5}"/>
          </ac:grpSpMkLst>
        </pc:grpChg>
        <pc:grpChg chg="add mod">
          <ac:chgData name="Hieu Do" userId="8091c26b-a61d-4e97-addd-a670c191ef7c" providerId="ADAL" clId="{2B84D484-CB27-0844-9A90-0D33CCEDBD31}" dt="2022-06-02T03:54:59.174" v="2145" actId="164"/>
          <ac:grpSpMkLst>
            <pc:docMk/>
            <pc:sldMk cId="996373716" sldId="585"/>
            <ac:grpSpMk id="10" creationId="{9FFDDAD3-B8FE-D9BB-BABD-BF67AD367DE7}"/>
          </ac:grpSpMkLst>
        </pc:grpChg>
        <pc:grpChg chg="add mod">
          <ac:chgData name="Hieu Do" userId="8091c26b-a61d-4e97-addd-a670c191ef7c" providerId="ADAL" clId="{2B84D484-CB27-0844-9A90-0D33CCEDBD31}" dt="2022-06-02T03:54:59.174" v="2145" actId="164"/>
          <ac:grpSpMkLst>
            <pc:docMk/>
            <pc:sldMk cId="996373716" sldId="585"/>
            <ac:grpSpMk id="13" creationId="{CA59871C-7185-AE91-3BCD-B2A3F2860AD9}"/>
          </ac:grpSpMkLst>
        </pc:grpChg>
        <pc:grpChg chg="add mod">
          <ac:chgData name="Hieu Do" userId="8091c26b-a61d-4e97-addd-a670c191ef7c" providerId="ADAL" clId="{2B84D484-CB27-0844-9A90-0D33CCEDBD31}" dt="2022-06-02T03:54:47.282" v="2143" actId="1076"/>
          <ac:grpSpMkLst>
            <pc:docMk/>
            <pc:sldMk cId="996373716" sldId="585"/>
            <ac:grpSpMk id="17" creationId="{3E6F7733-6EB0-C580-8DFA-5901089DA8ED}"/>
          </ac:grpSpMkLst>
        </pc:grpChg>
        <pc:grpChg chg="add mod">
          <ac:chgData name="Hieu Do" userId="8091c26b-a61d-4e97-addd-a670c191ef7c" providerId="ADAL" clId="{2B84D484-CB27-0844-9A90-0D33CCEDBD31}" dt="2022-06-02T03:54:59.174" v="2145" actId="164"/>
          <ac:grpSpMkLst>
            <pc:docMk/>
            <pc:sldMk cId="996373716" sldId="585"/>
            <ac:grpSpMk id="21" creationId="{65C5C7D4-F9D3-3FCF-C536-F520445E4477}"/>
          </ac:grpSpMkLst>
        </pc:grpChg>
        <pc:grpChg chg="add mod">
          <ac:chgData name="Hieu Do" userId="8091c26b-a61d-4e97-addd-a670c191ef7c" providerId="ADAL" clId="{2B84D484-CB27-0844-9A90-0D33CCEDBD31}" dt="2022-06-02T03:55:24.474" v="2148" actId="1076"/>
          <ac:grpSpMkLst>
            <pc:docMk/>
            <pc:sldMk cId="996373716" sldId="585"/>
            <ac:grpSpMk id="32" creationId="{EF6072E3-09E8-0DE0-A867-6F5F2FF1EC8F}"/>
          </ac:grpSpMkLst>
        </pc:grpChg>
        <pc:grpChg chg="add mod">
          <ac:chgData name="Hieu Do" userId="8091c26b-a61d-4e97-addd-a670c191ef7c" providerId="ADAL" clId="{2B84D484-CB27-0844-9A90-0D33CCEDBD31}" dt="2022-06-02T03:56:20.839" v="2181" actId="1076"/>
          <ac:grpSpMkLst>
            <pc:docMk/>
            <pc:sldMk cId="996373716" sldId="585"/>
            <ac:grpSpMk id="35" creationId="{38D537C0-8B70-8A14-DB0D-F56789A3A30B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36" creationId="{E70D7C71-FDF3-EFC4-AE6D-4846F41A122C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39" creationId="{78ADC670-5EF6-427D-1942-5387805349AC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0" creationId="{987052B2-D600-159B-A593-1AE02863C634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1" creationId="{EEECF11B-49DD-AA72-4930-021FF9B7FD35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2" creationId="{D578CCA6-B8CD-CFC4-1214-44066EAB68AA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3" creationId="{CDAC0FD2-7BE8-473C-1F15-B2706862FC8E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4" creationId="{E44A6704-07FE-AA74-4CD6-FFB46877FF28}"/>
          </ac:grpSpMkLst>
        </pc:grpChg>
        <pc:grpChg chg="mod">
          <ac:chgData name="Hieu Do" userId="8091c26b-a61d-4e97-addd-a670c191ef7c" providerId="ADAL" clId="{2B84D484-CB27-0844-9A90-0D33CCEDBD31}" dt="2022-06-02T03:53:44.777" v="2117"/>
          <ac:grpSpMkLst>
            <pc:docMk/>
            <pc:sldMk cId="996373716" sldId="585"/>
            <ac:grpSpMk id="45" creationId="{8171C033-07F0-BE04-8973-9CDEB503A41C}"/>
          </ac:grpSpMkLst>
        </pc:grpChg>
      </pc:sldChg>
      <pc:sldChg chg="addSp delSp modSp add mod">
        <pc:chgData name="Hieu Do" userId="8091c26b-a61d-4e97-addd-a670c191ef7c" providerId="ADAL" clId="{2B84D484-CB27-0844-9A90-0D33CCEDBD31}" dt="2022-06-02T05:25:05.394" v="2465" actId="1076"/>
        <pc:sldMkLst>
          <pc:docMk/>
          <pc:sldMk cId="1940854670" sldId="586"/>
        </pc:sldMkLst>
        <pc:spChg chg="mod">
          <ac:chgData name="Hieu Do" userId="8091c26b-a61d-4e97-addd-a670c191ef7c" providerId="ADAL" clId="{2B84D484-CB27-0844-9A90-0D33CCEDBD31}" dt="2022-06-02T04:01:33.946" v="2206" actId="20577"/>
          <ac:spMkLst>
            <pc:docMk/>
            <pc:sldMk cId="1940854670" sldId="586"/>
            <ac:spMk id="6" creationId="{8DD1CACF-4A35-4B2C-FF5F-AA81DFB10994}"/>
          </ac:spMkLst>
        </pc:spChg>
        <pc:spChg chg="del">
          <ac:chgData name="Hieu Do" userId="8091c26b-a61d-4e97-addd-a670c191ef7c" providerId="ADAL" clId="{2B84D484-CB27-0844-9A90-0D33CCEDBD31}" dt="2022-06-02T04:01:43.561" v="2207" actId="478"/>
          <ac:spMkLst>
            <pc:docMk/>
            <pc:sldMk cId="1940854670" sldId="586"/>
            <ac:spMk id="7" creationId="{C82581A8-D0D4-CFC0-C526-F1B0C96CA021}"/>
          </ac:spMkLst>
        </pc:spChg>
        <pc:spChg chg="del">
          <ac:chgData name="Hieu Do" userId="8091c26b-a61d-4e97-addd-a670c191ef7c" providerId="ADAL" clId="{2B84D484-CB27-0844-9A90-0D33CCEDBD31}" dt="2022-06-02T04:02:02.649" v="2209" actId="478"/>
          <ac:spMkLst>
            <pc:docMk/>
            <pc:sldMk cId="1940854670" sldId="586"/>
            <ac:spMk id="9" creationId="{DB5A7B14-C393-680B-1DD2-700CA4670FD4}"/>
          </ac:spMkLst>
        </pc:spChg>
        <pc:spChg chg="del">
          <ac:chgData name="Hieu Do" userId="8091c26b-a61d-4e97-addd-a670c191ef7c" providerId="ADAL" clId="{2B84D484-CB27-0844-9A90-0D33CCEDBD31}" dt="2022-06-02T04:01:47.600" v="2208" actId="478"/>
          <ac:spMkLst>
            <pc:docMk/>
            <pc:sldMk cId="1940854670" sldId="586"/>
            <ac:spMk id="30" creationId="{E98AD1DB-E1C1-A772-A81D-04DE16CCAC6C}"/>
          </ac:spMkLst>
        </pc:spChg>
        <pc:spChg chg="del">
          <ac:chgData name="Hieu Do" userId="8091c26b-a61d-4e97-addd-a670c191ef7c" providerId="ADAL" clId="{2B84D484-CB27-0844-9A90-0D33CCEDBD31}" dt="2022-06-02T04:02:02.649" v="2209" actId="478"/>
          <ac:spMkLst>
            <pc:docMk/>
            <pc:sldMk cId="1940854670" sldId="586"/>
            <ac:spMk id="31" creationId="{D7F6C868-D140-561F-B1E2-C41F6CC9EC2E}"/>
          </ac:spMkLst>
        </pc:spChg>
        <pc:spChg chg="add mod">
          <ac:chgData name="Hieu Do" userId="8091c26b-a61d-4e97-addd-a670c191ef7c" providerId="ADAL" clId="{2B84D484-CB27-0844-9A90-0D33CCEDBD31}" dt="2022-06-02T05:25:05.394" v="2465" actId="1076"/>
          <ac:spMkLst>
            <pc:docMk/>
            <pc:sldMk cId="1940854670" sldId="586"/>
            <ac:spMk id="77" creationId="{A5172DC4-9DFC-4261-945E-AD94A2A5B707}"/>
          </ac:spMkLst>
        </pc:spChg>
        <pc:spChg chg="mod">
          <ac:chgData name="Hieu Do" userId="8091c26b-a61d-4e97-addd-a670c191ef7c" providerId="ADAL" clId="{2B84D484-CB27-0844-9A90-0D33CCEDBD31}" dt="2022-06-02T04:13:34.516" v="2329" actId="113"/>
          <ac:spMkLst>
            <pc:docMk/>
            <pc:sldMk cId="1940854670" sldId="586"/>
            <ac:spMk id="79" creationId="{3921A1D4-50FD-62C0-0AE2-25396D4FF453}"/>
          </ac:spMkLst>
        </pc:spChg>
        <pc:spChg chg="mod">
          <ac:chgData name="Hieu Do" userId="8091c26b-a61d-4e97-addd-a670c191ef7c" providerId="ADAL" clId="{2B84D484-CB27-0844-9A90-0D33CCEDBD31}" dt="2022-06-02T04:13:34.516" v="2329" actId="113"/>
          <ac:spMkLst>
            <pc:docMk/>
            <pc:sldMk cId="1940854670" sldId="586"/>
            <ac:spMk id="80" creationId="{AA15C47F-3892-D493-8333-F59854AF0A9E}"/>
          </ac:spMkLst>
        </pc:spChg>
        <pc:spChg chg="mod">
          <ac:chgData name="Hieu Do" userId="8091c26b-a61d-4e97-addd-a670c191ef7c" providerId="ADAL" clId="{2B84D484-CB27-0844-9A90-0D33CCEDBD31}" dt="2022-06-02T04:45:01.517" v="2398" actId="14100"/>
          <ac:spMkLst>
            <pc:docMk/>
            <pc:sldMk cId="1940854670" sldId="586"/>
            <ac:spMk id="82" creationId="{49AEFE02-D2C9-F685-8A4B-FC38DF8555DF}"/>
          </ac:spMkLst>
        </pc:spChg>
        <pc:spChg chg="mod">
          <ac:chgData name="Hieu Do" userId="8091c26b-a61d-4e97-addd-a670c191ef7c" providerId="ADAL" clId="{2B84D484-CB27-0844-9A90-0D33CCEDBD31}" dt="2022-06-02T04:47:11.514" v="2452" actId="1076"/>
          <ac:spMkLst>
            <pc:docMk/>
            <pc:sldMk cId="1940854670" sldId="586"/>
            <ac:spMk id="83" creationId="{B4AC14C2-6B02-6C8B-A942-668B4A3806FF}"/>
          </ac:spMkLst>
        </pc:spChg>
        <pc:spChg chg="mod">
          <ac:chgData name="Hieu Do" userId="8091c26b-a61d-4e97-addd-a670c191ef7c" providerId="ADAL" clId="{2B84D484-CB27-0844-9A90-0D33CCEDBD31}" dt="2022-06-02T04:13:27.705" v="2327" actId="113"/>
          <ac:spMkLst>
            <pc:docMk/>
            <pc:sldMk cId="1940854670" sldId="586"/>
            <ac:spMk id="85" creationId="{6201DB6B-A4E8-4483-6099-A7481C5EB12F}"/>
          </ac:spMkLst>
        </pc:spChg>
        <pc:spChg chg="mod">
          <ac:chgData name="Hieu Do" userId="8091c26b-a61d-4e97-addd-a670c191ef7c" providerId="ADAL" clId="{2B84D484-CB27-0844-9A90-0D33CCEDBD31}" dt="2022-06-02T04:13:27.705" v="2327" actId="113"/>
          <ac:spMkLst>
            <pc:docMk/>
            <pc:sldMk cId="1940854670" sldId="586"/>
            <ac:spMk id="86" creationId="{B39BF534-F70A-9B63-B4B4-D1C20E9C131E}"/>
          </ac:spMkLst>
        </pc:spChg>
        <pc:spChg chg="mod topLvl">
          <ac:chgData name="Hieu Do" userId="8091c26b-a61d-4e97-addd-a670c191ef7c" providerId="ADAL" clId="{2B84D484-CB27-0844-9A90-0D33CCEDBD31}" dt="2022-06-02T04:46:27.926" v="2449" actId="1037"/>
          <ac:spMkLst>
            <pc:docMk/>
            <pc:sldMk cId="1940854670" sldId="586"/>
            <ac:spMk id="88" creationId="{246EBF29-A877-A8C7-A2F6-C7A8746391E2}"/>
          </ac:spMkLst>
        </pc:spChg>
        <pc:spChg chg="del mod topLvl">
          <ac:chgData name="Hieu Do" userId="8091c26b-a61d-4e97-addd-a670c191ef7c" providerId="ADAL" clId="{2B84D484-CB27-0844-9A90-0D33CCEDBD31}" dt="2022-06-02T04:44:38.538" v="2394" actId="478"/>
          <ac:spMkLst>
            <pc:docMk/>
            <pc:sldMk cId="1940854670" sldId="586"/>
            <ac:spMk id="89" creationId="{DD642922-087B-BA45-1FAB-87CD3F870C70}"/>
          </ac:spMkLst>
        </pc:spChg>
        <pc:spChg chg="add mod">
          <ac:chgData name="Hieu Do" userId="8091c26b-a61d-4e97-addd-a670c191ef7c" providerId="ADAL" clId="{2B84D484-CB27-0844-9A90-0D33CCEDBD31}" dt="2022-06-02T04:46:45.112" v="2451" actId="1076"/>
          <ac:spMkLst>
            <pc:docMk/>
            <pc:sldMk cId="1940854670" sldId="586"/>
            <ac:spMk id="90" creationId="{717C2B49-D482-3D08-4ADC-07913CFE504B}"/>
          </ac:spMkLst>
        </pc:spChg>
        <pc:grpChg chg="del">
          <ac:chgData name="Hieu Do" userId="8091c26b-a61d-4e97-addd-a670c191ef7c" providerId="ADAL" clId="{2B84D484-CB27-0844-9A90-0D33CCEDBD31}" dt="2022-06-02T04:02:02.649" v="2209" actId="478"/>
          <ac:grpSpMkLst>
            <pc:docMk/>
            <pc:sldMk cId="1940854670" sldId="586"/>
            <ac:grpSpMk id="2" creationId="{23C8E0C4-A246-5C9E-481D-298E0325DBB5}"/>
          </ac:grpSpMkLst>
        </pc:grpChg>
        <pc:grpChg chg="del">
          <ac:chgData name="Hieu Do" userId="8091c26b-a61d-4e97-addd-a670c191ef7c" providerId="ADAL" clId="{2B84D484-CB27-0844-9A90-0D33CCEDBD31}" dt="2022-06-02T04:02:02.649" v="2209" actId="478"/>
          <ac:grpSpMkLst>
            <pc:docMk/>
            <pc:sldMk cId="1940854670" sldId="586"/>
            <ac:grpSpMk id="17" creationId="{3E6F7733-6EB0-C580-8DFA-5901089DA8ED}"/>
          </ac:grpSpMkLst>
        </pc:grpChg>
        <pc:grpChg chg="del">
          <ac:chgData name="Hieu Do" userId="8091c26b-a61d-4e97-addd-a670c191ef7c" providerId="ADAL" clId="{2B84D484-CB27-0844-9A90-0D33CCEDBD31}" dt="2022-06-02T04:02:02.649" v="2209" actId="478"/>
          <ac:grpSpMkLst>
            <pc:docMk/>
            <pc:sldMk cId="1940854670" sldId="586"/>
            <ac:grpSpMk id="32" creationId="{EF6072E3-09E8-0DE0-A867-6F5F2FF1EC8F}"/>
          </ac:grpSpMkLst>
        </pc:grpChg>
        <pc:grpChg chg="del">
          <ac:chgData name="Hieu Do" userId="8091c26b-a61d-4e97-addd-a670c191ef7c" providerId="ADAL" clId="{2B84D484-CB27-0844-9A90-0D33CCEDBD31}" dt="2022-06-02T04:02:02.649" v="2209" actId="478"/>
          <ac:grpSpMkLst>
            <pc:docMk/>
            <pc:sldMk cId="1940854670" sldId="586"/>
            <ac:grpSpMk id="35" creationId="{38D537C0-8B70-8A14-DB0D-F56789A3A30B}"/>
          </ac:grpSpMkLst>
        </pc:grpChg>
        <pc:grpChg chg="add mod">
          <ac:chgData name="Hieu Do" userId="8091c26b-a61d-4e97-addd-a670c191ef7c" providerId="ADAL" clId="{2B84D484-CB27-0844-9A90-0D33CCEDBD31}" dt="2022-06-02T04:46:27.926" v="2449" actId="1037"/>
          <ac:grpSpMkLst>
            <pc:docMk/>
            <pc:sldMk cId="1940854670" sldId="586"/>
            <ac:grpSpMk id="78" creationId="{89399E03-4754-83DD-8244-F0C07A457D25}"/>
          </ac:grpSpMkLst>
        </pc:grpChg>
        <pc:grpChg chg="add mod">
          <ac:chgData name="Hieu Do" userId="8091c26b-a61d-4e97-addd-a670c191ef7c" providerId="ADAL" clId="{2B84D484-CB27-0844-9A90-0D33CCEDBD31}" dt="2022-06-02T04:46:27.926" v="2449" actId="1037"/>
          <ac:grpSpMkLst>
            <pc:docMk/>
            <pc:sldMk cId="1940854670" sldId="586"/>
            <ac:grpSpMk id="81" creationId="{692550EB-C6D5-2F40-3CB9-3D506655DC03}"/>
          </ac:grpSpMkLst>
        </pc:grpChg>
        <pc:grpChg chg="add mod">
          <ac:chgData name="Hieu Do" userId="8091c26b-a61d-4e97-addd-a670c191ef7c" providerId="ADAL" clId="{2B84D484-CB27-0844-9A90-0D33CCEDBD31}" dt="2022-06-02T04:46:27.926" v="2449" actId="1037"/>
          <ac:grpSpMkLst>
            <pc:docMk/>
            <pc:sldMk cId="1940854670" sldId="586"/>
            <ac:grpSpMk id="84" creationId="{AAAFBE49-6248-A295-07A5-196CE869FCFE}"/>
          </ac:grpSpMkLst>
        </pc:grpChg>
        <pc:grpChg chg="add del mod">
          <ac:chgData name="Hieu Do" userId="8091c26b-a61d-4e97-addd-a670c191ef7c" providerId="ADAL" clId="{2B84D484-CB27-0844-9A90-0D33CCEDBD31}" dt="2022-06-02T04:44:38.538" v="2394" actId="478"/>
          <ac:grpSpMkLst>
            <pc:docMk/>
            <pc:sldMk cId="1940854670" sldId="586"/>
            <ac:grpSpMk id="87" creationId="{4BFEDA32-9208-BAA9-13EE-D6E7F35EAAEF}"/>
          </ac:grpSpMkLst>
        </pc:grpChg>
        <pc:picChg chg="add mod">
          <ac:chgData name="Hieu Do" userId="8091c26b-a61d-4e97-addd-a670c191ef7c" providerId="ADAL" clId="{2B84D484-CB27-0844-9A90-0D33CCEDBD31}" dt="2022-06-02T04:46:13.713" v="2436" actId="1076"/>
          <ac:picMkLst>
            <pc:docMk/>
            <pc:sldMk cId="1940854670" sldId="586"/>
            <ac:picMk id="91" creationId="{5F4B13AA-61C1-B012-4E0F-506C1B566FCE}"/>
          </ac:picMkLst>
        </pc:picChg>
      </pc:sldChg>
      <pc:sldChg chg="addSp delSp modSp add mod">
        <pc:chgData name="Hieu Do" userId="8091c26b-a61d-4e97-addd-a670c191ef7c" providerId="ADAL" clId="{2B84D484-CB27-0844-9A90-0D33CCEDBD31}" dt="2022-06-03T07:13:56.241" v="4579" actId="20577"/>
        <pc:sldMkLst>
          <pc:docMk/>
          <pc:sldMk cId="422950634" sldId="587"/>
        </pc:sldMkLst>
        <pc:spChg chg="add mod">
          <ac:chgData name="Hieu Do" userId="8091c26b-a61d-4e97-addd-a670c191ef7c" providerId="ADAL" clId="{2B84D484-CB27-0844-9A90-0D33CCEDBD31}" dt="2022-06-02T05:44:42.169" v="2798" actId="20577"/>
          <ac:spMkLst>
            <pc:docMk/>
            <pc:sldMk cId="422950634" sldId="587"/>
            <ac:spMk id="2" creationId="{FCD89D32-4DD3-0B01-34CB-BBFD13305DE5}"/>
          </ac:spMkLst>
        </pc:spChg>
        <pc:spChg chg="add mod">
          <ac:chgData name="Hieu Do" userId="8091c26b-a61d-4e97-addd-a670c191ef7c" providerId="ADAL" clId="{2B84D484-CB27-0844-9A90-0D33CCEDBD31}" dt="2022-06-02T06:10:35.942" v="3073" actId="1037"/>
          <ac:spMkLst>
            <pc:docMk/>
            <pc:sldMk cId="422950634" sldId="587"/>
            <ac:spMk id="5" creationId="{42B342B7-BC98-7861-3D37-7D507B6A32ED}"/>
          </ac:spMkLst>
        </pc:spChg>
        <pc:spChg chg="mod">
          <ac:chgData name="Hieu Do" userId="8091c26b-a61d-4e97-addd-a670c191ef7c" providerId="ADAL" clId="{2B84D484-CB27-0844-9A90-0D33CCEDBD31}" dt="2022-06-02T05:30:27.427" v="2485" actId="20577"/>
          <ac:spMkLst>
            <pc:docMk/>
            <pc:sldMk cId="422950634" sldId="587"/>
            <ac:spMk id="6" creationId="{8DD1CACF-4A35-4B2C-FF5F-AA81DFB10994}"/>
          </ac:spMkLst>
        </pc:spChg>
        <pc:spChg chg="add mod">
          <ac:chgData name="Hieu Do" userId="8091c26b-a61d-4e97-addd-a670c191ef7c" providerId="ADAL" clId="{2B84D484-CB27-0844-9A90-0D33CCEDBD31}" dt="2022-06-03T07:13:56.241" v="4579" actId="20577"/>
          <ac:spMkLst>
            <pc:docMk/>
            <pc:sldMk cId="422950634" sldId="587"/>
            <ac:spMk id="20" creationId="{E5E532A2-6F05-C3D4-D992-3DCAB49EC89C}"/>
          </ac:spMkLst>
        </pc:spChg>
        <pc:spChg chg="mod">
          <ac:chgData name="Hieu Do" userId="8091c26b-a61d-4e97-addd-a670c191ef7c" providerId="ADAL" clId="{2B84D484-CB27-0844-9A90-0D33CCEDBD31}" dt="2022-06-02T05:35:27.926" v="2543"/>
          <ac:spMkLst>
            <pc:docMk/>
            <pc:sldMk cId="422950634" sldId="587"/>
            <ac:spMk id="22" creationId="{6F5167A2-D795-BE36-702B-AE4AE16EF17F}"/>
          </ac:spMkLst>
        </pc:spChg>
        <pc:spChg chg="mod">
          <ac:chgData name="Hieu Do" userId="8091c26b-a61d-4e97-addd-a670c191ef7c" providerId="ADAL" clId="{2B84D484-CB27-0844-9A90-0D33CCEDBD31}" dt="2022-06-02T06:28:13.617" v="3206" actId="14100"/>
          <ac:spMkLst>
            <pc:docMk/>
            <pc:sldMk cId="422950634" sldId="587"/>
            <ac:spMk id="23" creationId="{81A8A0BB-B64E-2371-1A5E-52797FD355F7}"/>
          </ac:spMkLst>
        </pc:spChg>
        <pc:spChg chg="mod">
          <ac:chgData name="Hieu Do" userId="8091c26b-a61d-4e97-addd-a670c191ef7c" providerId="ADAL" clId="{2B84D484-CB27-0844-9A90-0D33CCEDBD31}" dt="2022-06-02T06:25:43.896" v="3189" actId="20577"/>
          <ac:spMkLst>
            <pc:docMk/>
            <pc:sldMk cId="422950634" sldId="587"/>
            <ac:spMk id="27" creationId="{89F85998-D086-C553-9307-8B32BCC2D5C8}"/>
          </ac:spMkLst>
        </pc:spChg>
        <pc:spChg chg="add mod">
          <ac:chgData name="Hieu Do" userId="8091c26b-a61d-4e97-addd-a670c191ef7c" providerId="ADAL" clId="{2B84D484-CB27-0844-9A90-0D33CCEDBD31}" dt="2022-06-02T06:01:49.448" v="3041" actId="1076"/>
          <ac:spMkLst>
            <pc:docMk/>
            <pc:sldMk cId="422950634" sldId="587"/>
            <ac:spMk id="30" creationId="{CE697A55-D37F-A050-3C27-CAB18D212284}"/>
          </ac:spMkLst>
        </pc:spChg>
        <pc:spChg chg="add del mod">
          <ac:chgData name="Hieu Do" userId="8091c26b-a61d-4e97-addd-a670c191ef7c" providerId="ADAL" clId="{2B84D484-CB27-0844-9A90-0D33CCEDBD31}" dt="2022-06-02T05:53:42.841" v="2994" actId="478"/>
          <ac:spMkLst>
            <pc:docMk/>
            <pc:sldMk cId="422950634" sldId="587"/>
            <ac:spMk id="31" creationId="{8DC245DC-6389-3357-A0B7-922CFCBF0D73}"/>
          </ac:spMkLst>
        </pc:spChg>
        <pc:spChg chg="add mod">
          <ac:chgData name="Hieu Do" userId="8091c26b-a61d-4e97-addd-a670c191ef7c" providerId="ADAL" clId="{2B84D484-CB27-0844-9A90-0D33CCEDBD31}" dt="2022-06-02T06:01:49.448" v="3041" actId="1076"/>
          <ac:spMkLst>
            <pc:docMk/>
            <pc:sldMk cId="422950634" sldId="587"/>
            <ac:spMk id="32" creationId="{B279E631-C4BA-6ED3-347E-86E1A2E3C7C0}"/>
          </ac:spMkLst>
        </pc:spChg>
        <pc:spChg chg="add mod">
          <ac:chgData name="Hieu Do" userId="8091c26b-a61d-4e97-addd-a670c191ef7c" providerId="ADAL" clId="{2B84D484-CB27-0844-9A90-0D33CCEDBD31}" dt="2022-06-02T06:01:49.448" v="3041" actId="1076"/>
          <ac:spMkLst>
            <pc:docMk/>
            <pc:sldMk cId="422950634" sldId="587"/>
            <ac:spMk id="33" creationId="{F17F85AB-C4DE-1E1F-0703-ACC3143E8F12}"/>
          </ac:spMkLst>
        </pc:spChg>
        <pc:spChg chg="add mod">
          <ac:chgData name="Hieu Do" userId="8091c26b-a61d-4e97-addd-a670c191ef7c" providerId="ADAL" clId="{2B84D484-CB27-0844-9A90-0D33CCEDBD31}" dt="2022-06-03T07:04:17.066" v="4573" actId="20577"/>
          <ac:spMkLst>
            <pc:docMk/>
            <pc:sldMk cId="422950634" sldId="587"/>
            <ac:spMk id="34" creationId="{F2834989-1995-4906-1E9B-46367D5457C3}"/>
          </ac:spMkLst>
        </pc:spChg>
        <pc:spChg chg="del mod topLvl">
          <ac:chgData name="Hieu Do" userId="8091c26b-a61d-4e97-addd-a670c191ef7c" providerId="ADAL" clId="{2B84D484-CB27-0844-9A90-0D33CCEDBD31}" dt="2022-06-02T06:00:20.338" v="3027" actId="478"/>
          <ac:spMkLst>
            <pc:docMk/>
            <pc:sldMk cId="422950634" sldId="587"/>
            <ac:spMk id="36" creationId="{41751FD8-62A4-726D-193D-C4803844A159}"/>
          </ac:spMkLst>
        </pc:spChg>
        <pc:spChg chg="mod topLvl">
          <ac:chgData name="Hieu Do" userId="8091c26b-a61d-4e97-addd-a670c191ef7c" providerId="ADAL" clId="{2B84D484-CB27-0844-9A90-0D33CCEDBD31}" dt="2022-06-02T06:06:38.074" v="3054" actId="1076"/>
          <ac:spMkLst>
            <pc:docMk/>
            <pc:sldMk cId="422950634" sldId="587"/>
            <ac:spMk id="37" creationId="{0567BFC1-D764-3587-E1A2-A787E756DB09}"/>
          </ac:spMkLst>
        </pc:spChg>
        <pc:spChg chg="add mod">
          <ac:chgData name="Hieu Do" userId="8091c26b-a61d-4e97-addd-a670c191ef7c" providerId="ADAL" clId="{2B84D484-CB27-0844-9A90-0D33CCEDBD31}" dt="2022-06-02T06:06:38.074" v="3054" actId="1076"/>
          <ac:spMkLst>
            <pc:docMk/>
            <pc:sldMk cId="422950634" sldId="587"/>
            <ac:spMk id="38" creationId="{8E77260A-A06A-F976-E815-DD841C97DCBD}"/>
          </ac:spMkLst>
        </pc:spChg>
        <pc:spChg chg="mod topLvl">
          <ac:chgData name="Hieu Do" userId="8091c26b-a61d-4e97-addd-a670c191ef7c" providerId="ADAL" clId="{2B84D484-CB27-0844-9A90-0D33CCEDBD31}" dt="2022-06-02T06:10:38.408" v="3074" actId="1076"/>
          <ac:spMkLst>
            <pc:docMk/>
            <pc:sldMk cId="422950634" sldId="587"/>
            <ac:spMk id="40" creationId="{D3414942-109D-AE2C-F619-D13716581D68}"/>
          </ac:spMkLst>
        </pc:spChg>
        <pc:spChg chg="del mod topLvl">
          <ac:chgData name="Hieu Do" userId="8091c26b-a61d-4e97-addd-a670c191ef7c" providerId="ADAL" clId="{2B84D484-CB27-0844-9A90-0D33CCEDBD31}" dt="2022-06-02T06:01:31.129" v="3039" actId="478"/>
          <ac:spMkLst>
            <pc:docMk/>
            <pc:sldMk cId="422950634" sldId="587"/>
            <ac:spMk id="41" creationId="{34B4C11C-2B8E-9B0A-613F-B34F12AA07E4}"/>
          </ac:spMkLst>
        </pc:spChg>
        <pc:spChg chg="add mod">
          <ac:chgData name="Hieu Do" userId="8091c26b-a61d-4e97-addd-a670c191ef7c" providerId="ADAL" clId="{2B84D484-CB27-0844-9A90-0D33CCEDBD31}" dt="2022-06-02T06:23:43.923" v="3147" actId="1035"/>
          <ac:spMkLst>
            <pc:docMk/>
            <pc:sldMk cId="422950634" sldId="587"/>
            <ac:spMk id="43" creationId="{8A0F05A9-6FAC-D3F0-869B-99AE0D36972C}"/>
          </ac:spMkLst>
        </pc:spChg>
        <pc:spChg chg="add mod">
          <ac:chgData name="Hieu Do" userId="8091c26b-a61d-4e97-addd-a670c191ef7c" providerId="ADAL" clId="{2B84D484-CB27-0844-9A90-0D33CCEDBD31}" dt="2022-06-02T06:10:53.631" v="3080" actId="20577"/>
          <ac:spMkLst>
            <pc:docMk/>
            <pc:sldMk cId="422950634" sldId="587"/>
            <ac:spMk id="44" creationId="{6DCA090A-1CEB-4F1A-6240-92B6BD8CB195}"/>
          </ac:spMkLst>
        </pc:spChg>
        <pc:spChg chg="add mod">
          <ac:chgData name="Hieu Do" userId="8091c26b-a61d-4e97-addd-a670c191ef7c" providerId="ADAL" clId="{2B84D484-CB27-0844-9A90-0D33CCEDBD31}" dt="2022-06-02T06:10:46.239" v="3076" actId="1076"/>
          <ac:spMkLst>
            <pc:docMk/>
            <pc:sldMk cId="422950634" sldId="587"/>
            <ac:spMk id="45" creationId="{84ED75E9-8C7E-1DD9-1541-8F483ED7D5AB}"/>
          </ac:spMkLst>
        </pc:spChg>
        <pc:spChg chg="del mod topLvl">
          <ac:chgData name="Hieu Do" userId="8091c26b-a61d-4e97-addd-a670c191ef7c" providerId="ADAL" clId="{2B84D484-CB27-0844-9A90-0D33CCEDBD31}" dt="2022-06-02T06:14:01.314" v="3085" actId="478"/>
          <ac:spMkLst>
            <pc:docMk/>
            <pc:sldMk cId="422950634" sldId="587"/>
            <ac:spMk id="47" creationId="{2DD0F9F8-D982-D47C-7E12-0D7B276F79F3}"/>
          </ac:spMkLst>
        </pc:spChg>
        <pc:spChg chg="mod topLvl">
          <ac:chgData name="Hieu Do" userId="8091c26b-a61d-4e97-addd-a670c191ef7c" providerId="ADAL" clId="{2B84D484-CB27-0844-9A90-0D33CCEDBD31}" dt="2022-06-02T06:21:35.181" v="3104" actId="1076"/>
          <ac:spMkLst>
            <pc:docMk/>
            <pc:sldMk cId="422950634" sldId="587"/>
            <ac:spMk id="48" creationId="{6803B63D-3C96-F103-1DA0-9CC8D53867DC}"/>
          </ac:spMkLst>
        </pc:spChg>
        <pc:spChg chg="mod">
          <ac:chgData name="Hieu Do" userId="8091c26b-a61d-4e97-addd-a670c191ef7c" providerId="ADAL" clId="{2B84D484-CB27-0844-9A90-0D33CCEDBD31}" dt="2022-06-02T06:22:58.731" v="3143" actId="1037"/>
          <ac:spMkLst>
            <pc:docMk/>
            <pc:sldMk cId="422950634" sldId="587"/>
            <ac:spMk id="50" creationId="{5E60352B-B477-9EE1-8063-8116B2BE7893}"/>
          </ac:spMkLst>
        </pc:spChg>
        <pc:spChg chg="mod">
          <ac:chgData name="Hieu Do" userId="8091c26b-a61d-4e97-addd-a670c191ef7c" providerId="ADAL" clId="{2B84D484-CB27-0844-9A90-0D33CCEDBD31}" dt="2022-06-02T06:22:51.822" v="3121" actId="1076"/>
          <ac:spMkLst>
            <pc:docMk/>
            <pc:sldMk cId="422950634" sldId="587"/>
            <ac:spMk id="51" creationId="{8EA94E58-786E-9A8A-F16C-5A2C42A05A24}"/>
          </ac:spMkLst>
        </pc:spChg>
        <pc:spChg chg="add del mod">
          <ac:chgData name="Hieu Do" userId="8091c26b-a61d-4e97-addd-a670c191ef7c" providerId="ADAL" clId="{2B84D484-CB27-0844-9A90-0D33CCEDBD31}" dt="2022-06-02T06:16:07.228" v="3095" actId="478"/>
          <ac:spMkLst>
            <pc:docMk/>
            <pc:sldMk cId="422950634" sldId="587"/>
            <ac:spMk id="52" creationId="{E81E0976-BEA3-9AF5-BE5F-4C4B766B946C}"/>
          </ac:spMkLst>
        </pc:spChg>
        <pc:spChg chg="add mod">
          <ac:chgData name="Hieu Do" userId="8091c26b-a61d-4e97-addd-a670c191ef7c" providerId="ADAL" clId="{2B84D484-CB27-0844-9A90-0D33CCEDBD31}" dt="2022-06-02T06:22:08.699" v="3107" actId="1076"/>
          <ac:spMkLst>
            <pc:docMk/>
            <pc:sldMk cId="422950634" sldId="587"/>
            <ac:spMk id="53" creationId="{7C17A1EA-4861-C081-7A33-6FA2E61D4E97}"/>
          </ac:spMkLst>
        </pc:spChg>
        <pc:spChg chg="del mod">
          <ac:chgData name="Hieu Do" userId="8091c26b-a61d-4e97-addd-a670c191ef7c" providerId="ADAL" clId="{2B84D484-CB27-0844-9A90-0D33CCEDBD31}" dt="2022-06-02T05:30:37.182" v="2487" actId="478"/>
          <ac:spMkLst>
            <pc:docMk/>
            <pc:sldMk cId="422950634" sldId="587"/>
            <ac:spMk id="77" creationId="{A5172DC4-9DFC-4261-945E-AD94A2A5B707}"/>
          </ac:spMkLst>
        </pc:spChg>
        <pc:spChg chg="del">
          <ac:chgData name="Hieu Do" userId="8091c26b-a61d-4e97-addd-a670c191ef7c" providerId="ADAL" clId="{2B84D484-CB27-0844-9A90-0D33CCEDBD31}" dt="2022-06-02T05:30:44.874" v="2488" actId="478"/>
          <ac:spMkLst>
            <pc:docMk/>
            <pc:sldMk cId="422950634" sldId="587"/>
            <ac:spMk id="88" creationId="{246EBF29-A877-A8C7-A2F6-C7A8746391E2}"/>
          </ac:spMkLst>
        </pc:spChg>
        <pc:spChg chg="del">
          <ac:chgData name="Hieu Do" userId="8091c26b-a61d-4e97-addd-a670c191ef7c" providerId="ADAL" clId="{2B84D484-CB27-0844-9A90-0D33CCEDBD31}" dt="2022-06-02T05:30:46.965" v="2489" actId="478"/>
          <ac:spMkLst>
            <pc:docMk/>
            <pc:sldMk cId="422950634" sldId="587"/>
            <ac:spMk id="90" creationId="{717C2B49-D482-3D08-4ADC-07913CFE504B}"/>
          </ac:spMkLst>
        </pc:spChg>
        <pc:grpChg chg="add mod">
          <ac:chgData name="Hieu Do" userId="8091c26b-a61d-4e97-addd-a670c191ef7c" providerId="ADAL" clId="{2B84D484-CB27-0844-9A90-0D33CCEDBD31}" dt="2022-06-02T05:53:18.515" v="2980" actId="1076"/>
          <ac:grpSpMkLst>
            <pc:docMk/>
            <pc:sldMk cId="422950634" sldId="587"/>
            <ac:grpSpMk id="3" creationId="{5E705989-540C-F16E-592B-E1341B1D2214}"/>
          </ac:grpSpMkLst>
        </pc:grpChg>
        <pc:grpChg chg="add mod">
          <ac:chgData name="Hieu Do" userId="8091c26b-a61d-4e97-addd-a670c191ef7c" providerId="ADAL" clId="{2B84D484-CB27-0844-9A90-0D33CCEDBD31}" dt="2022-06-02T05:45:11.937" v="2799" actId="164"/>
          <ac:grpSpMkLst>
            <pc:docMk/>
            <pc:sldMk cId="422950634" sldId="587"/>
            <ac:grpSpMk id="21" creationId="{2C9A3F1A-0613-5F8E-E2B3-B81FA4937276}"/>
          </ac:grpSpMkLst>
        </pc:grpChg>
        <pc:grpChg chg="add mod">
          <ac:chgData name="Hieu Do" userId="8091c26b-a61d-4e97-addd-a670c191ef7c" providerId="ADAL" clId="{2B84D484-CB27-0844-9A90-0D33CCEDBD31}" dt="2022-06-02T05:45:11.937" v="2799" actId="164"/>
          <ac:grpSpMkLst>
            <pc:docMk/>
            <pc:sldMk cId="422950634" sldId="587"/>
            <ac:grpSpMk id="26" creationId="{A2934521-C24A-ECD6-9494-B4DD48469AAD}"/>
          </ac:grpSpMkLst>
        </pc:grpChg>
        <pc:grpChg chg="add del mod">
          <ac:chgData name="Hieu Do" userId="8091c26b-a61d-4e97-addd-a670c191ef7c" providerId="ADAL" clId="{2B84D484-CB27-0844-9A90-0D33CCEDBD31}" dt="2022-06-02T06:00:20.338" v="3027" actId="478"/>
          <ac:grpSpMkLst>
            <pc:docMk/>
            <pc:sldMk cId="422950634" sldId="587"/>
            <ac:grpSpMk id="35" creationId="{47E0613F-ED0D-BD8B-D047-B51AB978572C}"/>
          </ac:grpSpMkLst>
        </pc:grpChg>
        <pc:grpChg chg="add del mod">
          <ac:chgData name="Hieu Do" userId="8091c26b-a61d-4e97-addd-a670c191ef7c" providerId="ADAL" clId="{2B84D484-CB27-0844-9A90-0D33CCEDBD31}" dt="2022-06-02T06:01:31.129" v="3039" actId="478"/>
          <ac:grpSpMkLst>
            <pc:docMk/>
            <pc:sldMk cId="422950634" sldId="587"/>
            <ac:grpSpMk id="39" creationId="{624D9DE7-F810-D4DA-9972-6E212E9DF126}"/>
          </ac:grpSpMkLst>
        </pc:grpChg>
        <pc:grpChg chg="add del mod">
          <ac:chgData name="Hieu Do" userId="8091c26b-a61d-4e97-addd-a670c191ef7c" providerId="ADAL" clId="{2B84D484-CB27-0844-9A90-0D33CCEDBD31}" dt="2022-06-02T06:14:01.314" v="3085" actId="478"/>
          <ac:grpSpMkLst>
            <pc:docMk/>
            <pc:sldMk cId="422950634" sldId="587"/>
            <ac:grpSpMk id="46" creationId="{E663ECB4-510C-782A-DAD3-BAE04C263799}"/>
          </ac:grpSpMkLst>
        </pc:grpChg>
        <pc:grpChg chg="add mod">
          <ac:chgData name="Hieu Do" userId="8091c26b-a61d-4e97-addd-a670c191ef7c" providerId="ADAL" clId="{2B84D484-CB27-0844-9A90-0D33CCEDBD31}" dt="2022-06-02T06:13:41.720" v="3082" actId="1076"/>
          <ac:grpSpMkLst>
            <pc:docMk/>
            <pc:sldMk cId="422950634" sldId="587"/>
            <ac:grpSpMk id="49" creationId="{11130E4C-DEC9-196A-F942-D67F87620181}"/>
          </ac:grpSpMkLst>
        </pc:grpChg>
        <pc:grpChg chg="del">
          <ac:chgData name="Hieu Do" userId="8091c26b-a61d-4e97-addd-a670c191ef7c" providerId="ADAL" clId="{2B84D484-CB27-0844-9A90-0D33CCEDBD31}" dt="2022-06-02T05:30:44.874" v="2488" actId="478"/>
          <ac:grpSpMkLst>
            <pc:docMk/>
            <pc:sldMk cId="422950634" sldId="587"/>
            <ac:grpSpMk id="78" creationId="{89399E03-4754-83DD-8244-F0C07A457D25}"/>
          </ac:grpSpMkLst>
        </pc:grpChg>
        <pc:grpChg chg="del">
          <ac:chgData name="Hieu Do" userId="8091c26b-a61d-4e97-addd-a670c191ef7c" providerId="ADAL" clId="{2B84D484-CB27-0844-9A90-0D33CCEDBD31}" dt="2022-06-02T05:30:44.874" v="2488" actId="478"/>
          <ac:grpSpMkLst>
            <pc:docMk/>
            <pc:sldMk cId="422950634" sldId="587"/>
            <ac:grpSpMk id="81" creationId="{692550EB-C6D5-2F40-3CB9-3D506655DC03}"/>
          </ac:grpSpMkLst>
        </pc:grpChg>
        <pc:grpChg chg="del">
          <ac:chgData name="Hieu Do" userId="8091c26b-a61d-4e97-addd-a670c191ef7c" providerId="ADAL" clId="{2B84D484-CB27-0844-9A90-0D33CCEDBD31}" dt="2022-06-02T05:30:44.874" v="2488" actId="478"/>
          <ac:grpSpMkLst>
            <pc:docMk/>
            <pc:sldMk cId="422950634" sldId="587"/>
            <ac:grpSpMk id="84" creationId="{AAAFBE49-6248-A295-07A5-196CE869FCFE}"/>
          </ac:grpSpMkLst>
        </pc:grpChg>
        <pc:picChg chg="del">
          <ac:chgData name="Hieu Do" userId="8091c26b-a61d-4e97-addd-a670c191ef7c" providerId="ADAL" clId="{2B84D484-CB27-0844-9A90-0D33CCEDBD31}" dt="2022-06-02T05:30:44.874" v="2488" actId="478"/>
          <ac:picMkLst>
            <pc:docMk/>
            <pc:sldMk cId="422950634" sldId="587"/>
            <ac:picMk id="91" creationId="{5F4B13AA-61C1-B012-4E0F-506C1B566FCE}"/>
          </ac:picMkLst>
        </pc:picChg>
        <pc:cxnChg chg="mod">
          <ac:chgData name="Hieu Do" userId="8091c26b-a61d-4e97-addd-a670c191ef7c" providerId="ADAL" clId="{2B84D484-CB27-0844-9A90-0D33CCEDBD31}" dt="2022-06-02T05:35:27.926" v="2543"/>
          <ac:cxnSpMkLst>
            <pc:docMk/>
            <pc:sldMk cId="422950634" sldId="587"/>
            <ac:cxnSpMk id="25" creationId="{F13CCE59-EEDE-A86D-4894-19DB802950A7}"/>
          </ac:cxnSpMkLst>
        </pc:cxnChg>
        <pc:cxnChg chg="mod">
          <ac:chgData name="Hieu Do" userId="8091c26b-a61d-4e97-addd-a670c191ef7c" providerId="ADAL" clId="{2B84D484-CB27-0844-9A90-0D33CCEDBD31}" dt="2022-06-02T05:35:27.926" v="2543"/>
          <ac:cxnSpMkLst>
            <pc:docMk/>
            <pc:sldMk cId="422950634" sldId="587"/>
            <ac:cxnSpMk id="28" creationId="{422B30E3-F3B9-93EE-C09D-A3F903B3E0D1}"/>
          </ac:cxnSpMkLst>
        </pc:cxnChg>
      </pc:sldChg>
      <pc:sldChg chg="add del">
        <pc:chgData name="Hieu Do" userId="8091c26b-a61d-4e97-addd-a670c191ef7c" providerId="ADAL" clId="{2B84D484-CB27-0844-9A90-0D33CCEDBD31}" dt="2022-06-02T07:46:59.493" v="4542" actId="2696"/>
        <pc:sldMkLst>
          <pc:docMk/>
          <pc:sldMk cId="2001926880" sldId="588"/>
        </pc:sldMkLst>
      </pc:sldChg>
      <pc:sldChg chg="addSp delSp modSp add mod">
        <pc:chgData name="Hieu Do" userId="8091c26b-a61d-4e97-addd-a670c191ef7c" providerId="ADAL" clId="{2B84D484-CB27-0844-9A90-0D33CCEDBD31}" dt="2022-06-02T06:52:45.890" v="3583" actId="1035"/>
        <pc:sldMkLst>
          <pc:docMk/>
          <pc:sldMk cId="2678325996" sldId="589"/>
        </pc:sldMkLst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2" creationId="{FCD89D32-4DD3-0B01-34CB-BBFD13305DE5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5" creationId="{42B342B7-BC98-7861-3D37-7D507B6A32ED}"/>
          </ac:spMkLst>
        </pc:spChg>
        <pc:spChg chg="mod">
          <ac:chgData name="Hieu Do" userId="8091c26b-a61d-4e97-addd-a670c191ef7c" providerId="ADAL" clId="{2B84D484-CB27-0844-9A90-0D33CCEDBD31}" dt="2022-06-02T06:33:24.087" v="3247" actId="20577"/>
          <ac:spMkLst>
            <pc:docMk/>
            <pc:sldMk cId="2678325996" sldId="589"/>
            <ac:spMk id="6" creationId="{8DD1CACF-4A35-4B2C-FF5F-AA81DFB10994}"/>
          </ac:spMkLst>
        </pc:spChg>
        <pc:spChg chg="add del mod">
          <ac:chgData name="Hieu Do" userId="8091c26b-a61d-4e97-addd-a670c191ef7c" providerId="ADAL" clId="{2B84D484-CB27-0844-9A90-0D33CCEDBD31}" dt="2022-06-02T06:50:45.319" v="3567" actId="478"/>
          <ac:spMkLst>
            <pc:docMk/>
            <pc:sldMk cId="2678325996" sldId="589"/>
            <ac:spMk id="7" creationId="{707DAE3F-9367-B11B-28E6-1F370C4738A8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20" creationId="{E5E532A2-6F05-C3D4-D992-3DCAB49EC89C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0" creationId="{CE697A55-D37F-A050-3C27-CAB18D212284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2" creationId="{B279E631-C4BA-6ED3-347E-86E1A2E3C7C0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3" creationId="{F17F85AB-C4DE-1E1F-0703-ACC3143E8F12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4" creationId="{F2834989-1995-4906-1E9B-46367D5457C3}"/>
          </ac:spMkLst>
        </pc:spChg>
        <pc:spChg chg="add del mod">
          <ac:chgData name="Hieu Do" userId="8091c26b-a61d-4e97-addd-a670c191ef7c" providerId="ADAL" clId="{2B84D484-CB27-0844-9A90-0D33CCEDBD31}" dt="2022-06-02T06:34:47.117" v="3251" actId="478"/>
          <ac:spMkLst>
            <pc:docMk/>
            <pc:sldMk cId="2678325996" sldId="589"/>
            <ac:spMk id="35" creationId="{6BEFF4B0-C513-17F7-FB9A-DC0315F39058}"/>
          </ac:spMkLst>
        </pc:spChg>
        <pc:spChg chg="add mod">
          <ac:chgData name="Hieu Do" userId="8091c26b-a61d-4e97-addd-a670c191ef7c" providerId="ADAL" clId="{2B84D484-CB27-0844-9A90-0D33CCEDBD31}" dt="2022-06-02T06:52:38.210" v="3573" actId="14100"/>
          <ac:spMkLst>
            <pc:docMk/>
            <pc:sldMk cId="2678325996" sldId="589"/>
            <ac:spMk id="36" creationId="{D373E547-D7E3-474F-6580-E058E88E7744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7" creationId="{0567BFC1-D764-3587-E1A2-A787E756DB09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38" creationId="{8E77260A-A06A-F976-E815-DD841C97DCBD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40" creationId="{D3414942-109D-AE2C-F619-D13716581D68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43" creationId="{8A0F05A9-6FAC-D3F0-869B-99AE0D36972C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44" creationId="{6DCA090A-1CEB-4F1A-6240-92B6BD8CB195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45" creationId="{84ED75E9-8C7E-1DD9-1541-8F483ED7D5AB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48" creationId="{6803B63D-3C96-F103-1DA0-9CC8D53867DC}"/>
          </ac:spMkLst>
        </pc:spChg>
        <pc:spChg chg="del">
          <ac:chgData name="Hieu Do" userId="8091c26b-a61d-4e97-addd-a670c191ef7c" providerId="ADAL" clId="{2B84D484-CB27-0844-9A90-0D33CCEDBD31}" dt="2022-06-02T06:34:18.156" v="3248" actId="478"/>
          <ac:spMkLst>
            <pc:docMk/>
            <pc:sldMk cId="2678325996" sldId="589"/>
            <ac:spMk id="53" creationId="{7C17A1EA-4861-C081-7A33-6FA2E61D4E97}"/>
          </ac:spMkLst>
        </pc:spChg>
        <pc:grpChg chg="del">
          <ac:chgData name="Hieu Do" userId="8091c26b-a61d-4e97-addd-a670c191ef7c" providerId="ADAL" clId="{2B84D484-CB27-0844-9A90-0D33CCEDBD31}" dt="2022-06-02T06:34:18.156" v="3248" actId="478"/>
          <ac:grpSpMkLst>
            <pc:docMk/>
            <pc:sldMk cId="2678325996" sldId="589"/>
            <ac:grpSpMk id="3" creationId="{5E705989-540C-F16E-592B-E1341B1D2214}"/>
          </ac:grpSpMkLst>
        </pc:grpChg>
        <pc:grpChg chg="add mod">
          <ac:chgData name="Hieu Do" userId="8091c26b-a61d-4e97-addd-a670c191ef7c" providerId="ADAL" clId="{2B84D484-CB27-0844-9A90-0D33CCEDBD31}" dt="2022-06-02T06:52:45.890" v="3583" actId="1035"/>
          <ac:grpSpMkLst>
            <pc:docMk/>
            <pc:sldMk cId="2678325996" sldId="589"/>
            <ac:grpSpMk id="39" creationId="{60691388-4D9C-0BCC-2E9E-D80D2AB01667}"/>
          </ac:grpSpMkLst>
        </pc:grpChg>
        <pc:grpChg chg="del">
          <ac:chgData name="Hieu Do" userId="8091c26b-a61d-4e97-addd-a670c191ef7c" providerId="ADAL" clId="{2B84D484-CB27-0844-9A90-0D33CCEDBD31}" dt="2022-06-02T06:34:18.156" v="3248" actId="478"/>
          <ac:grpSpMkLst>
            <pc:docMk/>
            <pc:sldMk cId="2678325996" sldId="589"/>
            <ac:grpSpMk id="49" creationId="{11130E4C-DEC9-196A-F942-D67F87620181}"/>
          </ac:grpSpMkLst>
        </pc:grpChg>
        <pc:picChg chg="mod">
          <ac:chgData name="Hieu Do" userId="8091c26b-a61d-4e97-addd-a670c191ef7c" providerId="ADAL" clId="{2B84D484-CB27-0844-9A90-0D33CCEDBD31}" dt="2022-06-02T06:38:53.748" v="3369" actId="1076"/>
          <ac:picMkLst>
            <pc:docMk/>
            <pc:sldMk cId="2678325996" sldId="589"/>
            <ac:picMk id="41" creationId="{A5690793-8448-01DC-FD05-C0B7FDC54AE4}"/>
          </ac:picMkLst>
        </pc:picChg>
        <pc:picChg chg="mod">
          <ac:chgData name="Hieu Do" userId="8091c26b-a61d-4e97-addd-a670c191ef7c" providerId="ADAL" clId="{2B84D484-CB27-0844-9A90-0D33CCEDBD31}" dt="2022-06-02T06:40:08.164" v="3413" actId="1035"/>
          <ac:picMkLst>
            <pc:docMk/>
            <pc:sldMk cId="2678325996" sldId="589"/>
            <ac:picMk id="42" creationId="{B8213F4D-3F70-63DA-0816-2FCDE211A051}"/>
          </ac:picMkLst>
        </pc:picChg>
        <pc:picChg chg="mod">
          <ac:chgData name="Hieu Do" userId="8091c26b-a61d-4e97-addd-a670c191ef7c" providerId="ADAL" clId="{2B84D484-CB27-0844-9A90-0D33CCEDBD31}" dt="2022-06-02T06:39:51.387" v="3380" actId="1035"/>
          <ac:picMkLst>
            <pc:docMk/>
            <pc:sldMk cId="2678325996" sldId="589"/>
            <ac:picMk id="46" creationId="{6A90D1D4-2CF7-5AF3-C55D-27A4FC430424}"/>
          </ac:picMkLst>
        </pc:picChg>
        <pc:picChg chg="mod">
          <ac:chgData name="Hieu Do" userId="8091c26b-a61d-4e97-addd-a670c191ef7c" providerId="ADAL" clId="{2B84D484-CB27-0844-9A90-0D33CCEDBD31}" dt="2022-06-02T06:39:19.827" v="3376" actId="1076"/>
          <ac:picMkLst>
            <pc:docMk/>
            <pc:sldMk cId="2678325996" sldId="589"/>
            <ac:picMk id="47" creationId="{A4D1D42F-71C6-F8A8-57F4-4B35A4AC978E}"/>
          </ac:picMkLst>
        </pc:picChg>
        <pc:picChg chg="mod">
          <ac:chgData name="Hieu Do" userId="8091c26b-a61d-4e97-addd-a670c191ef7c" providerId="ADAL" clId="{2B84D484-CB27-0844-9A90-0D33CCEDBD31}" dt="2022-06-02T06:39:05.663" v="3375" actId="1038"/>
          <ac:picMkLst>
            <pc:docMk/>
            <pc:sldMk cId="2678325996" sldId="589"/>
            <ac:picMk id="52" creationId="{6921FD4F-6474-C4F4-1842-F4BEC2B25FCF}"/>
          </ac:picMkLst>
        </pc:picChg>
      </pc:sldChg>
      <pc:sldChg chg="addSp delSp modSp add mod">
        <pc:chgData name="Hieu Do" userId="8091c26b-a61d-4e97-addd-a670c191ef7c" providerId="ADAL" clId="{2B84D484-CB27-0844-9A90-0D33CCEDBD31}" dt="2022-06-02T07:34:11.320" v="4186" actId="20577"/>
        <pc:sldMkLst>
          <pc:docMk/>
          <pc:sldMk cId="4240632647" sldId="590"/>
        </pc:sldMkLst>
        <pc:spChg chg="mod">
          <ac:chgData name="Hieu Do" userId="8091c26b-a61d-4e97-addd-a670c191ef7c" providerId="ADAL" clId="{2B84D484-CB27-0844-9A90-0D33CCEDBD31}" dt="2022-06-02T07:28:26.692" v="3933" actId="1076"/>
          <ac:spMkLst>
            <pc:docMk/>
            <pc:sldMk cId="4240632647" sldId="590"/>
            <ac:spMk id="7" creationId="{707DAE3F-9367-B11B-28E6-1F370C4738A8}"/>
          </ac:spMkLst>
        </pc:spChg>
        <pc:spChg chg="mod">
          <ac:chgData name="Hieu Do" userId="8091c26b-a61d-4e97-addd-a670c191ef7c" providerId="ADAL" clId="{2B84D484-CB27-0844-9A90-0D33CCEDBD31}" dt="2022-06-02T06:55:20.743" v="3590" actId="255"/>
          <ac:spMkLst>
            <pc:docMk/>
            <pc:sldMk cId="4240632647" sldId="590"/>
            <ac:spMk id="16" creationId="{8CE79D77-70E2-E970-81E9-5E4B6606E3FC}"/>
          </ac:spMkLst>
        </pc:spChg>
        <pc:spChg chg="mod">
          <ac:chgData name="Hieu Do" userId="8091c26b-a61d-4e97-addd-a670c191ef7c" providerId="ADAL" clId="{2B84D484-CB27-0844-9A90-0D33CCEDBD31}" dt="2022-06-02T06:55:20.743" v="3590" actId="255"/>
          <ac:spMkLst>
            <pc:docMk/>
            <pc:sldMk cId="4240632647" sldId="590"/>
            <ac:spMk id="17" creationId="{C4363A58-858B-9F37-D726-D86757B3E935}"/>
          </ac:spMkLst>
        </pc:spChg>
        <pc:spChg chg="mod">
          <ac:chgData name="Hieu Do" userId="8091c26b-a61d-4e97-addd-a670c191ef7c" providerId="ADAL" clId="{2B84D484-CB27-0844-9A90-0D33CCEDBD31}" dt="2022-06-02T06:54:17.226" v="3585"/>
          <ac:spMkLst>
            <pc:docMk/>
            <pc:sldMk cId="4240632647" sldId="590"/>
            <ac:spMk id="20" creationId="{BE9808CD-7BC6-F050-3133-227E77921413}"/>
          </ac:spMkLst>
        </pc:spChg>
        <pc:spChg chg="mod">
          <ac:chgData name="Hieu Do" userId="8091c26b-a61d-4e97-addd-a670c191ef7c" providerId="ADAL" clId="{2B84D484-CB27-0844-9A90-0D33CCEDBD31}" dt="2022-06-02T07:18:51.755" v="3753" actId="113"/>
          <ac:spMkLst>
            <pc:docMk/>
            <pc:sldMk cId="4240632647" sldId="590"/>
            <ac:spMk id="21" creationId="{AF848571-A766-2A2B-C07F-8463D352E919}"/>
          </ac:spMkLst>
        </pc:spChg>
        <pc:spChg chg="add mod">
          <ac:chgData name="Hieu Do" userId="8091c26b-a61d-4e97-addd-a670c191ef7c" providerId="ADAL" clId="{2B84D484-CB27-0844-9A90-0D33CCEDBD31}" dt="2022-06-02T07:25:23.740" v="3831" actId="113"/>
          <ac:spMkLst>
            <pc:docMk/>
            <pc:sldMk cId="4240632647" sldId="590"/>
            <ac:spMk id="22" creationId="{6B3E426F-B818-BEC4-1330-790484D39A78}"/>
          </ac:spMkLst>
        </pc:spChg>
        <pc:spChg chg="mod">
          <ac:chgData name="Hieu Do" userId="8091c26b-a61d-4e97-addd-a670c191ef7c" providerId="ADAL" clId="{2B84D484-CB27-0844-9A90-0D33CCEDBD31}" dt="2022-06-02T06:54:17.226" v="3585"/>
          <ac:spMkLst>
            <pc:docMk/>
            <pc:sldMk cId="4240632647" sldId="590"/>
            <ac:spMk id="25" creationId="{3C04F620-D947-92DC-DD2E-DD31BBCD1FEE}"/>
          </ac:spMkLst>
        </pc:spChg>
        <pc:spChg chg="mod">
          <ac:chgData name="Hieu Do" userId="8091c26b-a61d-4e97-addd-a670c191ef7c" providerId="ADAL" clId="{2B84D484-CB27-0844-9A90-0D33CCEDBD31}" dt="2022-06-02T06:54:17.226" v="3585"/>
          <ac:spMkLst>
            <pc:docMk/>
            <pc:sldMk cId="4240632647" sldId="590"/>
            <ac:spMk id="26" creationId="{274FA5C8-CED5-C684-8458-CF002F9B81ED}"/>
          </ac:spMkLst>
        </pc:spChg>
        <pc:spChg chg="add del mod">
          <ac:chgData name="Hieu Do" userId="8091c26b-a61d-4e97-addd-a670c191ef7c" providerId="ADAL" clId="{2B84D484-CB27-0844-9A90-0D33CCEDBD31}" dt="2022-06-02T07:20:59.303" v="3785" actId="478"/>
          <ac:spMkLst>
            <pc:docMk/>
            <pc:sldMk cId="4240632647" sldId="590"/>
            <ac:spMk id="27" creationId="{48310B5D-0E58-3DB5-BDA0-2B361CC61A62}"/>
          </ac:spMkLst>
        </pc:spChg>
        <pc:spChg chg="mod">
          <ac:chgData name="Hieu Do" userId="8091c26b-a61d-4e97-addd-a670c191ef7c" providerId="ADAL" clId="{2B84D484-CB27-0844-9A90-0D33CCEDBD31}" dt="2022-06-02T06:54:17.226" v="3585"/>
          <ac:spMkLst>
            <pc:docMk/>
            <pc:sldMk cId="4240632647" sldId="590"/>
            <ac:spMk id="29" creationId="{B13ED8CA-D53A-4F6B-AEBD-EBAE367888D0}"/>
          </ac:spMkLst>
        </pc:spChg>
        <pc:spChg chg="mod">
          <ac:chgData name="Hieu Do" userId="8091c26b-a61d-4e97-addd-a670c191ef7c" providerId="ADAL" clId="{2B84D484-CB27-0844-9A90-0D33CCEDBD31}" dt="2022-06-02T06:54:17.226" v="3585"/>
          <ac:spMkLst>
            <pc:docMk/>
            <pc:sldMk cId="4240632647" sldId="590"/>
            <ac:spMk id="30" creationId="{A752E767-FC2E-8FC8-CCA7-E38276D73325}"/>
          </ac:spMkLst>
        </pc:spChg>
        <pc:spChg chg="mod">
          <ac:chgData name="Hieu Do" userId="8091c26b-a61d-4e97-addd-a670c191ef7c" providerId="ADAL" clId="{2B84D484-CB27-0844-9A90-0D33CCEDBD31}" dt="2022-06-02T07:25:27.246" v="3832" actId="113"/>
          <ac:spMkLst>
            <pc:docMk/>
            <pc:sldMk cId="4240632647" sldId="590"/>
            <ac:spMk id="33" creationId="{94F84FE5-DD46-7C5B-35AB-4BCC41EC8B40}"/>
          </ac:spMkLst>
        </pc:spChg>
        <pc:spChg chg="mod">
          <ac:chgData name="Hieu Do" userId="8091c26b-a61d-4e97-addd-a670c191ef7c" providerId="ADAL" clId="{2B84D484-CB27-0844-9A90-0D33CCEDBD31}" dt="2022-06-02T07:19:57.591" v="3771"/>
          <ac:spMkLst>
            <pc:docMk/>
            <pc:sldMk cId="4240632647" sldId="590"/>
            <ac:spMk id="34" creationId="{B432E2A4-0934-564B-03D9-4E270C093A60}"/>
          </ac:spMkLst>
        </pc:spChg>
        <pc:spChg chg="mod">
          <ac:chgData name="Hieu Do" userId="8091c26b-a61d-4e97-addd-a670c191ef7c" providerId="ADAL" clId="{2B84D484-CB27-0844-9A90-0D33CCEDBD31}" dt="2022-06-02T07:20:55.142" v="3784" actId="20577"/>
          <ac:spMkLst>
            <pc:docMk/>
            <pc:sldMk cId="4240632647" sldId="590"/>
            <ac:spMk id="35" creationId="{870F158B-421E-B7A9-A12B-C7E4F3B30063}"/>
          </ac:spMkLst>
        </pc:spChg>
        <pc:spChg chg="del">
          <ac:chgData name="Hieu Do" userId="8091c26b-a61d-4e97-addd-a670c191ef7c" providerId="ADAL" clId="{2B84D484-CB27-0844-9A90-0D33CCEDBD31}" dt="2022-06-02T06:51:02.267" v="3568" actId="478"/>
          <ac:spMkLst>
            <pc:docMk/>
            <pc:sldMk cId="4240632647" sldId="590"/>
            <ac:spMk id="36" creationId="{D373E547-D7E3-474F-6580-E058E88E7744}"/>
          </ac:spMkLst>
        </pc:spChg>
        <pc:spChg chg="mod">
          <ac:chgData name="Hieu Do" userId="8091c26b-a61d-4e97-addd-a670c191ef7c" providerId="ADAL" clId="{2B84D484-CB27-0844-9A90-0D33CCEDBD31}" dt="2022-06-02T07:21:33.714" v="3789"/>
          <ac:spMkLst>
            <pc:docMk/>
            <pc:sldMk cId="4240632647" sldId="590"/>
            <ac:spMk id="38" creationId="{B1D1538F-9329-9D1D-D595-A0F615678B66}"/>
          </ac:spMkLst>
        </pc:spChg>
        <pc:spChg chg="mod">
          <ac:chgData name="Hieu Do" userId="8091c26b-a61d-4e97-addd-a670c191ef7c" providerId="ADAL" clId="{2B84D484-CB27-0844-9A90-0D33CCEDBD31}" dt="2022-06-02T07:21:33.714" v="3789"/>
          <ac:spMkLst>
            <pc:docMk/>
            <pc:sldMk cId="4240632647" sldId="590"/>
            <ac:spMk id="40" creationId="{A459D777-DE8C-9ABB-84C5-4C01C5698D18}"/>
          </ac:spMkLst>
        </pc:spChg>
        <pc:spChg chg="add mod">
          <ac:chgData name="Hieu Do" userId="8091c26b-a61d-4e97-addd-a670c191ef7c" providerId="ADAL" clId="{2B84D484-CB27-0844-9A90-0D33CCEDBD31}" dt="2022-06-02T07:28:09.785" v="3926" actId="1076"/>
          <ac:spMkLst>
            <pc:docMk/>
            <pc:sldMk cId="4240632647" sldId="590"/>
            <ac:spMk id="43" creationId="{89E2A5D5-D84A-87D5-0457-9FB5318FA0E8}"/>
          </ac:spMkLst>
        </pc:spChg>
        <pc:spChg chg="add mod">
          <ac:chgData name="Hieu Do" userId="8091c26b-a61d-4e97-addd-a670c191ef7c" providerId="ADAL" clId="{2B84D484-CB27-0844-9A90-0D33CCEDBD31}" dt="2022-06-02T07:27:14.280" v="3901" actId="164"/>
          <ac:spMkLst>
            <pc:docMk/>
            <pc:sldMk cId="4240632647" sldId="590"/>
            <ac:spMk id="44" creationId="{C74FC394-F8B0-927B-739D-CF977458C509}"/>
          </ac:spMkLst>
        </pc:spChg>
        <pc:spChg chg="add del mod">
          <ac:chgData name="Hieu Do" userId="8091c26b-a61d-4e97-addd-a670c191ef7c" providerId="ADAL" clId="{2B84D484-CB27-0844-9A90-0D33CCEDBD31}" dt="2022-06-02T07:25:42.638" v="3836" actId="478"/>
          <ac:spMkLst>
            <pc:docMk/>
            <pc:sldMk cId="4240632647" sldId="590"/>
            <ac:spMk id="45" creationId="{2F789817-72C4-5BBB-A9E0-6D8933915BCC}"/>
          </ac:spMkLst>
        </pc:spChg>
        <pc:spChg chg="add mod">
          <ac:chgData name="Hieu Do" userId="8091c26b-a61d-4e97-addd-a670c191ef7c" providerId="ADAL" clId="{2B84D484-CB27-0844-9A90-0D33CCEDBD31}" dt="2022-06-02T07:27:14.280" v="3901" actId="164"/>
          <ac:spMkLst>
            <pc:docMk/>
            <pc:sldMk cId="4240632647" sldId="590"/>
            <ac:spMk id="48" creationId="{DE0C3262-B371-6B7E-4031-A2D74A1F7C53}"/>
          </ac:spMkLst>
        </pc:spChg>
        <pc:spChg chg="add mod">
          <ac:chgData name="Hieu Do" userId="8091c26b-a61d-4e97-addd-a670c191ef7c" providerId="ADAL" clId="{2B84D484-CB27-0844-9A90-0D33CCEDBD31}" dt="2022-06-02T07:27:14.280" v="3901" actId="164"/>
          <ac:spMkLst>
            <pc:docMk/>
            <pc:sldMk cId="4240632647" sldId="590"/>
            <ac:spMk id="49" creationId="{09F20A98-831A-C448-F678-4E14B387CF6F}"/>
          </ac:spMkLst>
        </pc:spChg>
        <pc:spChg chg="mod">
          <ac:chgData name="Hieu Do" userId="8091c26b-a61d-4e97-addd-a670c191ef7c" providerId="ADAL" clId="{2B84D484-CB27-0844-9A90-0D33CCEDBD31}" dt="2022-06-02T07:33:24.251" v="4166" actId="20577"/>
          <ac:spMkLst>
            <pc:docMk/>
            <pc:sldMk cId="4240632647" sldId="590"/>
            <ac:spMk id="51" creationId="{6DBC13D6-3344-E543-9EE1-32E5460444C8}"/>
          </ac:spMkLst>
        </pc:spChg>
        <pc:spChg chg="mod">
          <ac:chgData name="Hieu Do" userId="8091c26b-a61d-4e97-addd-a670c191ef7c" providerId="ADAL" clId="{2B84D484-CB27-0844-9A90-0D33CCEDBD31}" dt="2022-06-02T07:34:11.320" v="4186" actId="20577"/>
          <ac:spMkLst>
            <pc:docMk/>
            <pc:sldMk cId="4240632647" sldId="590"/>
            <ac:spMk id="53" creationId="{83C1E5E7-7350-6D2C-F14A-0F443EC053A3}"/>
          </ac:spMkLst>
        </pc:spChg>
        <pc:spChg chg="mod">
          <ac:chgData name="Hieu Do" userId="8091c26b-a61d-4e97-addd-a670c191ef7c" providerId="ADAL" clId="{2B84D484-CB27-0844-9A90-0D33CCEDBD31}" dt="2022-06-02T07:32:40.365" v="4132"/>
          <ac:spMkLst>
            <pc:docMk/>
            <pc:sldMk cId="4240632647" sldId="590"/>
            <ac:spMk id="54" creationId="{53566D07-975F-397D-D131-B3831CCF6543}"/>
          </ac:spMkLst>
        </pc:spChg>
        <pc:spChg chg="add mod">
          <ac:chgData name="Hieu Do" userId="8091c26b-a61d-4e97-addd-a670c191ef7c" providerId="ADAL" clId="{2B84D484-CB27-0844-9A90-0D33CCEDBD31}" dt="2022-06-02T07:29:59.390" v="3972" actId="1036"/>
          <ac:spMkLst>
            <pc:docMk/>
            <pc:sldMk cId="4240632647" sldId="590"/>
            <ac:spMk id="55" creationId="{E30D4DCC-73E7-751F-2462-97F9BB644A7E}"/>
          </ac:spMkLst>
        </pc:spChg>
        <pc:grpChg chg="add mod">
          <ac:chgData name="Hieu Do" userId="8091c26b-a61d-4e97-addd-a670c191ef7c" providerId="ADAL" clId="{2B84D484-CB27-0844-9A90-0D33CCEDBD31}" dt="2022-06-02T07:27:34.286" v="3920" actId="1037"/>
          <ac:grpSpMkLst>
            <pc:docMk/>
            <pc:sldMk cId="4240632647" sldId="590"/>
            <ac:grpSpMk id="2" creationId="{89FC70C0-F25F-2E74-EC70-C92F2D3B81A9}"/>
          </ac:grpSpMkLst>
        </pc:grpChg>
        <pc:grpChg chg="add mod">
          <ac:chgData name="Hieu Do" userId="8091c26b-a61d-4e97-addd-a670c191ef7c" providerId="ADAL" clId="{2B84D484-CB27-0844-9A90-0D33CCEDBD31}" dt="2022-06-02T07:27:34.286" v="3920" actId="1037"/>
          <ac:grpSpMkLst>
            <pc:docMk/>
            <pc:sldMk cId="4240632647" sldId="590"/>
            <ac:grpSpMk id="3" creationId="{7A304F06-34F6-B8E1-1DA7-62D3FD2620F0}"/>
          </ac:grpSpMkLst>
        </pc:grpChg>
        <pc:grpChg chg="add del mod">
          <ac:chgData name="Hieu Do" userId="8091c26b-a61d-4e97-addd-a670c191ef7c" providerId="ADAL" clId="{2B84D484-CB27-0844-9A90-0D33CCEDBD31}" dt="2022-06-02T07:21:09.131" v="3788" actId="478"/>
          <ac:grpSpMkLst>
            <pc:docMk/>
            <pc:sldMk cId="4240632647" sldId="590"/>
            <ac:grpSpMk id="15" creationId="{F606D767-5C80-B2B3-1610-1FBE9E1A9683}"/>
          </ac:grpSpMkLst>
        </pc:grpChg>
        <pc:grpChg chg="add mod">
          <ac:chgData name="Hieu Do" userId="8091c26b-a61d-4e97-addd-a670c191ef7c" providerId="ADAL" clId="{2B84D484-CB27-0844-9A90-0D33CCEDBD31}" dt="2022-06-02T07:19:08.971" v="3755" actId="164"/>
          <ac:grpSpMkLst>
            <pc:docMk/>
            <pc:sldMk cId="4240632647" sldId="590"/>
            <ac:grpSpMk id="18" creationId="{C312825F-84A2-ABBC-282C-2939C1FAE3A2}"/>
          </ac:grpSpMkLst>
        </pc:grpChg>
        <pc:grpChg chg="add del mod">
          <ac:chgData name="Hieu Do" userId="8091c26b-a61d-4e97-addd-a670c191ef7c" providerId="ADAL" clId="{2B84D484-CB27-0844-9A90-0D33CCEDBD31}" dt="2022-06-02T07:21:05.581" v="3787" actId="478"/>
          <ac:grpSpMkLst>
            <pc:docMk/>
            <pc:sldMk cId="4240632647" sldId="590"/>
            <ac:grpSpMk id="23" creationId="{778711F3-DD0A-F07F-A682-864DF815C016}"/>
          </ac:grpSpMkLst>
        </pc:grpChg>
        <pc:grpChg chg="add del mod">
          <ac:chgData name="Hieu Do" userId="8091c26b-a61d-4e97-addd-a670c191ef7c" providerId="ADAL" clId="{2B84D484-CB27-0844-9A90-0D33CCEDBD31}" dt="2022-06-02T07:21:02.051" v="3786" actId="478"/>
          <ac:grpSpMkLst>
            <pc:docMk/>
            <pc:sldMk cId="4240632647" sldId="590"/>
            <ac:grpSpMk id="28" creationId="{0701DD82-D16D-D95D-1A8E-28AA2D7C1B3F}"/>
          </ac:grpSpMkLst>
        </pc:grpChg>
        <pc:grpChg chg="add mod">
          <ac:chgData name="Hieu Do" userId="8091c26b-a61d-4e97-addd-a670c191ef7c" providerId="ADAL" clId="{2B84D484-CB27-0844-9A90-0D33CCEDBD31}" dt="2022-06-02T07:27:34.286" v="3920" actId="1037"/>
          <ac:grpSpMkLst>
            <pc:docMk/>
            <pc:sldMk cId="4240632647" sldId="590"/>
            <ac:grpSpMk id="31" creationId="{598ECD9A-14DE-6F49-F075-D85295467A4F}"/>
          </ac:grpSpMkLst>
        </pc:grpChg>
        <pc:grpChg chg="mod">
          <ac:chgData name="Hieu Do" userId="8091c26b-a61d-4e97-addd-a670c191ef7c" providerId="ADAL" clId="{2B84D484-CB27-0844-9A90-0D33CCEDBD31}" dt="2022-06-02T07:19:57.591" v="3771"/>
          <ac:grpSpMkLst>
            <pc:docMk/>
            <pc:sldMk cId="4240632647" sldId="590"/>
            <ac:grpSpMk id="32" creationId="{955B78E6-9803-8B0E-B493-7FF715F92C27}"/>
          </ac:grpSpMkLst>
        </pc:grpChg>
        <pc:grpChg chg="add del mod">
          <ac:chgData name="Hieu Do" userId="8091c26b-a61d-4e97-addd-a670c191ef7c" providerId="ADAL" clId="{2B84D484-CB27-0844-9A90-0D33CCEDBD31}" dt="2022-06-02T07:21:40.235" v="3791" actId="478"/>
          <ac:grpSpMkLst>
            <pc:docMk/>
            <pc:sldMk cId="4240632647" sldId="590"/>
            <ac:grpSpMk id="37" creationId="{0E980C66-B607-4758-35E1-8CCC69935772}"/>
          </ac:grpSpMkLst>
        </pc:grpChg>
        <pc:grpChg chg="del">
          <ac:chgData name="Hieu Do" userId="8091c26b-a61d-4e97-addd-a670c191ef7c" providerId="ADAL" clId="{2B84D484-CB27-0844-9A90-0D33CCEDBD31}" dt="2022-06-02T06:51:05.607" v="3569" actId="478"/>
          <ac:grpSpMkLst>
            <pc:docMk/>
            <pc:sldMk cId="4240632647" sldId="590"/>
            <ac:grpSpMk id="39" creationId="{60691388-4D9C-0BCC-2E9E-D80D2AB01667}"/>
          </ac:grpSpMkLst>
        </pc:grpChg>
        <pc:grpChg chg="add mod">
          <ac:chgData name="Hieu Do" userId="8091c26b-a61d-4e97-addd-a670c191ef7c" providerId="ADAL" clId="{2B84D484-CB27-0844-9A90-0D33CCEDBD31}" dt="2022-06-02T07:32:40.365" v="4132"/>
          <ac:grpSpMkLst>
            <pc:docMk/>
            <pc:sldMk cId="4240632647" sldId="590"/>
            <ac:grpSpMk id="50" creationId="{A5E7A8AD-FA87-7670-4DF1-CC82FABDA45B}"/>
          </ac:grpSpMkLst>
        </pc:grpChg>
      </pc:sldChg>
      <pc:sldChg chg="addSp delSp modSp add mod">
        <pc:chgData name="Hieu Do" userId="8091c26b-a61d-4e97-addd-a670c191ef7c" providerId="ADAL" clId="{2B84D484-CB27-0844-9A90-0D33CCEDBD31}" dt="2022-06-02T07:45:04.152" v="4536" actId="1035"/>
        <pc:sldMkLst>
          <pc:docMk/>
          <pc:sldMk cId="562026936" sldId="591"/>
        </pc:sldMkLst>
        <pc:spChg chg="mod">
          <ac:chgData name="Hieu Do" userId="8091c26b-a61d-4e97-addd-a670c191ef7c" providerId="ADAL" clId="{2B84D484-CB27-0844-9A90-0D33CCEDBD31}" dt="2022-06-02T07:38:11.977" v="4309" actId="207"/>
          <ac:spMkLst>
            <pc:docMk/>
            <pc:sldMk cId="562026936" sldId="591"/>
            <ac:spMk id="7" creationId="{707DAE3F-9367-B11B-28E6-1F370C4738A8}"/>
          </ac:spMkLst>
        </pc:spChg>
        <pc:spChg chg="add mod">
          <ac:chgData name="Hieu Do" userId="8091c26b-a61d-4e97-addd-a670c191ef7c" providerId="ADAL" clId="{2B84D484-CB27-0844-9A90-0D33CCEDBD31}" dt="2022-06-02T07:40:33.474" v="4420" actId="255"/>
          <ac:spMkLst>
            <pc:docMk/>
            <pc:sldMk cId="562026936" sldId="591"/>
            <ac:spMk id="28" creationId="{DC354FAA-3D5E-CB4C-61A8-8ABF3327E8F1}"/>
          </ac:spMkLst>
        </pc:spChg>
        <pc:spChg chg="mod">
          <ac:chgData name="Hieu Do" userId="8091c26b-a61d-4e97-addd-a670c191ef7c" providerId="ADAL" clId="{2B84D484-CB27-0844-9A90-0D33CCEDBD31}" dt="2022-06-02T07:40:43.055" v="4422" actId="1076"/>
          <ac:spMkLst>
            <pc:docMk/>
            <pc:sldMk cId="562026936" sldId="591"/>
            <ac:spMk id="39" creationId="{7E62C392-7D08-F7DF-9208-68EAE069EEAB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41" creationId="{72F08EAF-DEE9-F70C-304F-23A44EF16759}"/>
          </ac:spMkLst>
        </pc:spChg>
        <pc:spChg chg="del">
          <ac:chgData name="Hieu Do" userId="8091c26b-a61d-4e97-addd-a670c191ef7c" providerId="ADAL" clId="{2B84D484-CB27-0844-9A90-0D33CCEDBD31}" dt="2022-06-02T07:35:18.685" v="4190" actId="478"/>
          <ac:spMkLst>
            <pc:docMk/>
            <pc:sldMk cId="562026936" sldId="591"/>
            <ac:spMk id="43" creationId="{89E2A5D5-D84A-87D5-0457-9FB5318FA0E8}"/>
          </ac:spMkLst>
        </pc:spChg>
        <pc:spChg chg="mod">
          <ac:chgData name="Hieu Do" userId="8091c26b-a61d-4e97-addd-a670c191ef7c" providerId="ADAL" clId="{2B84D484-CB27-0844-9A90-0D33CCEDBD31}" dt="2022-06-02T07:38:33.079" v="4344" actId="20577"/>
          <ac:spMkLst>
            <pc:docMk/>
            <pc:sldMk cId="562026936" sldId="591"/>
            <ac:spMk id="45" creationId="{07AD37A0-0E13-90AF-7960-E84146D7FD0D}"/>
          </ac:spMkLst>
        </pc:spChg>
        <pc:spChg chg="del">
          <ac:chgData name="Hieu Do" userId="8091c26b-a61d-4e97-addd-a670c191ef7c" providerId="ADAL" clId="{2B84D484-CB27-0844-9A90-0D33CCEDBD31}" dt="2022-06-02T07:35:18.685" v="4190" actId="478"/>
          <ac:spMkLst>
            <pc:docMk/>
            <pc:sldMk cId="562026936" sldId="591"/>
            <ac:spMk id="55" creationId="{E30D4DCC-73E7-751F-2462-97F9BB644A7E}"/>
          </ac:spMkLst>
        </pc:spChg>
        <pc:spChg chg="mod">
          <ac:chgData name="Hieu Do" userId="8091c26b-a61d-4e97-addd-a670c191ef7c" providerId="ADAL" clId="{2B84D484-CB27-0844-9A90-0D33CCEDBD31}" dt="2022-06-02T07:39:25.107" v="4380" actId="20577"/>
          <ac:spMkLst>
            <pc:docMk/>
            <pc:sldMk cId="562026936" sldId="591"/>
            <ac:spMk id="56" creationId="{2E4F8E62-95A2-1EB2-BA70-F98D3A0FDC9B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57" creationId="{74D22096-130E-D6AA-1006-0848BBF46B49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58" creationId="{CA2DC407-9132-602D-2AAE-DA633F7DA522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59" creationId="{25A0F9F3-F4BD-FDFA-5957-8EEC489FB940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0" creationId="{2C69FF54-15F6-7F67-CCCC-6EFA0AB595EF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1" creationId="{0FC828CF-0B56-98D5-BEED-BBEA705CFABC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2" creationId="{B8637652-7CB4-D120-E1CE-D1495B9E4A55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3" creationId="{4C275676-9799-A383-74F2-C5D227B10408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4" creationId="{56B0555B-98B3-4D30-1D21-BBF810AB5CD3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5" creationId="{65D1DD58-ACBA-BA3A-71C8-AEB45BE749BD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6" creationId="{74094A10-B783-59DD-3A35-8BDBF99FCFF0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8" creationId="{59C10B8C-7149-F17C-056A-5071F50D0572}"/>
          </ac:spMkLst>
        </pc:spChg>
        <pc:spChg chg="mod">
          <ac:chgData name="Hieu Do" userId="8091c26b-a61d-4e97-addd-a670c191ef7c" providerId="ADAL" clId="{2B84D484-CB27-0844-9A90-0D33CCEDBD31}" dt="2022-06-02T07:38:56.869" v="4345" actId="255"/>
          <ac:spMkLst>
            <pc:docMk/>
            <pc:sldMk cId="562026936" sldId="591"/>
            <ac:spMk id="69" creationId="{9516A018-669A-E71D-DAA3-32BCB3455F82}"/>
          </ac:spMkLst>
        </pc:spChg>
        <pc:spChg chg="add mod">
          <ac:chgData name="Hieu Do" userId="8091c26b-a61d-4e97-addd-a670c191ef7c" providerId="ADAL" clId="{2B84D484-CB27-0844-9A90-0D33CCEDBD31}" dt="2022-06-02T07:44:14.698" v="4528" actId="1035"/>
          <ac:spMkLst>
            <pc:docMk/>
            <pc:sldMk cId="562026936" sldId="591"/>
            <ac:spMk id="70" creationId="{2E774292-2A31-6C87-504B-9A85772B7C33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2" creationId="{88E47C8F-B88A-57C7-DFBE-457550BCC668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3" creationId="{71C87484-81AA-5E65-5EA8-7283AF641C3F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4" creationId="{4C0B29A9-E6D5-BCB5-D0F3-F2504EE7BC5C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5" creationId="{321E5FA2-EF4A-A086-815F-C4FDD37F0BCE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6" creationId="{FD5EBDAE-03B6-6E46-E329-DE7B3D87919B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7" creationId="{0F6521C0-7AD6-E7F9-8B90-FAD79E35CC2A}"/>
          </ac:spMkLst>
        </pc:spChg>
        <pc:spChg chg="mod">
          <ac:chgData name="Hieu Do" userId="8091c26b-a61d-4e97-addd-a670c191ef7c" providerId="ADAL" clId="{2B84D484-CB27-0844-9A90-0D33CCEDBD31}" dt="2022-06-02T07:44:58.250" v="4534" actId="1076"/>
          <ac:spMkLst>
            <pc:docMk/>
            <pc:sldMk cId="562026936" sldId="591"/>
            <ac:spMk id="78" creationId="{0ED47E48-E098-83FE-D93D-DFE77B4B559C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79" creationId="{3B0E3B16-3C78-A0A6-FC21-A0A18C66F181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80" creationId="{7C0D22DD-A63E-1AB4-8A9B-CAF3E4006A6A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81" creationId="{0026EE2A-D7FA-A427-BA80-1E22C647BCF8}"/>
          </ac:spMkLst>
        </pc:spChg>
        <pc:spChg chg="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82" creationId="{72BEF795-CA95-D59F-35BA-BB4D2CD22CD7}"/>
          </ac:spMkLst>
        </pc:spChg>
        <pc:spChg chg="add del mod">
          <ac:chgData name="Hieu Do" userId="8091c26b-a61d-4e97-addd-a670c191ef7c" providerId="ADAL" clId="{2B84D484-CB27-0844-9A90-0D33CCEDBD31}" dt="2022-06-02T07:43:17.858" v="4500" actId="478"/>
          <ac:spMkLst>
            <pc:docMk/>
            <pc:sldMk cId="562026936" sldId="591"/>
            <ac:spMk id="83" creationId="{AC7D984B-7F7C-6731-7CA7-AB6F730114A7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85" creationId="{1F8D485B-05C4-3FD9-7801-08DBD7B9FB77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86" creationId="{9D3C14AA-7B43-0881-6E62-3EA6FA57F7A4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87" creationId="{11FC367F-1BB1-715E-5426-9FFC42D41021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88" creationId="{52BDC791-D25A-FB78-E8DC-0DC84DFDDE72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89" creationId="{9E6747F2-9957-A236-099A-23E47515D47C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90" creationId="{294E6B33-1ED7-E590-2C0F-1B841C29D29B}"/>
          </ac:spMkLst>
        </pc:spChg>
        <pc:spChg chg="mod">
          <ac:chgData name="Hieu Do" userId="8091c26b-a61d-4e97-addd-a670c191ef7c" providerId="ADAL" clId="{2B84D484-CB27-0844-9A90-0D33CCEDBD31}" dt="2022-06-02T07:45:04.152" v="4536" actId="1035"/>
          <ac:spMkLst>
            <pc:docMk/>
            <pc:sldMk cId="562026936" sldId="591"/>
            <ac:spMk id="91" creationId="{9E6D77B0-BF98-8149-0234-55447E23577C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92" creationId="{648BC07A-336D-82B2-37D6-E815110CF211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93" creationId="{D99305C5-4660-681E-D574-7B2F544459D5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94" creationId="{694CB1B5-5091-7586-0CAA-B64C1A78C63A}"/>
          </ac:spMkLst>
        </pc:spChg>
        <pc:spChg chg="mod">
          <ac:chgData name="Hieu Do" userId="8091c26b-a61d-4e97-addd-a670c191ef7c" providerId="ADAL" clId="{2B84D484-CB27-0844-9A90-0D33CCEDBD31}" dt="2022-06-02T07:43:40.849" v="4508" actId="255"/>
          <ac:spMkLst>
            <pc:docMk/>
            <pc:sldMk cId="562026936" sldId="591"/>
            <ac:spMk id="95" creationId="{5046A36B-E64A-3594-E72A-1A59D9A437B1}"/>
          </ac:spMkLst>
        </pc:spChg>
        <pc:spChg chg="mod">
          <ac:chgData name="Hieu Do" userId="8091c26b-a61d-4e97-addd-a670c191ef7c" providerId="ADAL" clId="{2B84D484-CB27-0844-9A90-0D33CCEDBD31}" dt="2022-06-02T07:44:42.854" v="4532" actId="1037"/>
          <ac:spMkLst>
            <pc:docMk/>
            <pc:sldMk cId="562026936" sldId="591"/>
            <ac:spMk id="97" creationId="{C3D83AFB-A64C-784E-A8A5-9D1F4D44C55C}"/>
          </ac:spMkLst>
        </pc:spChg>
        <pc:spChg chg="mod">
          <ac:chgData name="Hieu Do" userId="8091c26b-a61d-4e97-addd-a670c191ef7c" providerId="ADAL" clId="{2B84D484-CB27-0844-9A90-0D33CCEDBD31}" dt="2022-06-02T07:44:34.745" v="4531" actId="2711"/>
          <ac:spMkLst>
            <pc:docMk/>
            <pc:sldMk cId="562026936" sldId="591"/>
            <ac:spMk id="98" creationId="{AEE6AB62-1469-D793-4936-395E768349FC}"/>
          </ac:spMkLst>
        </pc:spChg>
        <pc:spChg chg="del mod topLvl">
          <ac:chgData name="Hieu Do" userId="8091c26b-a61d-4e97-addd-a670c191ef7c" providerId="ADAL" clId="{2B84D484-CB27-0844-9A90-0D33CCEDBD31}" dt="2022-06-02T07:43:04.224" v="4497" actId="478"/>
          <ac:spMkLst>
            <pc:docMk/>
            <pc:sldMk cId="562026936" sldId="591"/>
            <ac:spMk id="101" creationId="{5AE4F920-4E25-8E3B-AE70-64613267F8FD}"/>
          </ac:spMkLst>
        </pc:spChg>
        <pc:spChg chg="mod">
          <ac:chgData name="Hieu Do" userId="8091c26b-a61d-4e97-addd-a670c191ef7c" providerId="ADAL" clId="{2B84D484-CB27-0844-9A90-0D33CCEDBD31}" dt="2022-06-02T07:42:15.666" v="4490" actId="255"/>
          <ac:spMkLst>
            <pc:docMk/>
            <pc:sldMk cId="562026936" sldId="591"/>
            <ac:spMk id="103" creationId="{3D0F738D-7D4D-BE8D-0B31-7976E532FEA7}"/>
          </ac:spMkLst>
        </pc:spChg>
        <pc:spChg chg="mod">
          <ac:chgData name="Hieu Do" userId="8091c26b-a61d-4e97-addd-a670c191ef7c" providerId="ADAL" clId="{2B84D484-CB27-0844-9A90-0D33CCEDBD31}" dt="2022-06-02T07:43:10.795" v="4499" actId="1076"/>
          <ac:spMkLst>
            <pc:docMk/>
            <pc:sldMk cId="562026936" sldId="591"/>
            <ac:spMk id="104" creationId="{C67D5F7B-B2D7-9EB4-AFFC-8BC2B78AC5FF}"/>
          </ac:spMkLst>
        </pc:spChg>
        <pc:spChg chg="add mod">
          <ac:chgData name="Hieu Do" userId="8091c26b-a61d-4e97-addd-a670c191ef7c" providerId="ADAL" clId="{2B84D484-CB27-0844-9A90-0D33CCEDBD31}" dt="2022-06-02T07:36:54.826" v="4255"/>
          <ac:spMkLst>
            <pc:docMk/>
            <pc:sldMk cId="562026936" sldId="591"/>
            <ac:spMk id="105" creationId="{1E63262A-34DD-20EF-5EFF-D3A03EC66AED}"/>
          </ac:spMkLst>
        </pc:spChg>
        <pc:spChg chg="add mod">
          <ac:chgData name="Hieu Do" userId="8091c26b-a61d-4e97-addd-a670c191ef7c" providerId="ADAL" clId="{2B84D484-CB27-0844-9A90-0D33CCEDBD31}" dt="2022-06-02T07:43:31.585" v="4507" actId="20577"/>
          <ac:spMkLst>
            <pc:docMk/>
            <pc:sldMk cId="562026936" sldId="591"/>
            <ac:spMk id="107" creationId="{D31C852B-7091-12C3-36AA-9F8983A51E3B}"/>
          </ac:spMkLst>
        </pc:spChg>
        <pc:grpChg chg="del">
          <ac:chgData name="Hieu Do" userId="8091c26b-a61d-4e97-addd-a670c191ef7c" providerId="ADAL" clId="{2B84D484-CB27-0844-9A90-0D33CCEDBD31}" dt="2022-06-02T07:35:18.685" v="4190" actId="478"/>
          <ac:grpSpMkLst>
            <pc:docMk/>
            <pc:sldMk cId="562026936" sldId="591"/>
            <ac:grpSpMk id="2" creationId="{89FC70C0-F25F-2E74-EC70-C92F2D3B81A9}"/>
          </ac:grpSpMkLst>
        </pc:grpChg>
        <pc:grpChg chg="del">
          <ac:chgData name="Hieu Do" userId="8091c26b-a61d-4e97-addd-a670c191ef7c" providerId="ADAL" clId="{2B84D484-CB27-0844-9A90-0D33CCEDBD31}" dt="2022-06-02T07:35:18.685" v="4190" actId="478"/>
          <ac:grpSpMkLst>
            <pc:docMk/>
            <pc:sldMk cId="562026936" sldId="591"/>
            <ac:grpSpMk id="3" creationId="{7A304F06-34F6-B8E1-1DA7-62D3FD2620F0}"/>
          </ac:grpSpMkLst>
        </pc:grpChg>
        <pc:grpChg chg="add mod">
          <ac:chgData name="Hieu Do" userId="8091c26b-a61d-4e97-addd-a670c191ef7c" providerId="ADAL" clId="{2B84D484-CB27-0844-9A90-0D33CCEDBD31}" dt="2022-06-02T07:37:56.545" v="4290" actId="1076"/>
          <ac:grpSpMkLst>
            <pc:docMk/>
            <pc:sldMk cId="562026936" sldId="591"/>
            <ac:grpSpMk id="29" creationId="{D92E46F9-4C9C-90F6-A7EA-C0F73FEB13DF}"/>
          </ac:grpSpMkLst>
        </pc:grpChg>
        <pc:grpChg chg="mod">
          <ac:chgData name="Hieu Do" userId="8091c26b-a61d-4e97-addd-a670c191ef7c" providerId="ADAL" clId="{2B84D484-CB27-0844-9A90-0D33CCEDBD31}" dt="2022-06-02T07:36:54.826" v="4255"/>
          <ac:grpSpMkLst>
            <pc:docMk/>
            <pc:sldMk cId="562026936" sldId="591"/>
            <ac:grpSpMk id="30" creationId="{84A2B67D-5CE0-5600-EE98-DBE20470B550}"/>
          </ac:grpSpMkLst>
        </pc:grpChg>
        <pc:grpChg chg="del">
          <ac:chgData name="Hieu Do" userId="8091c26b-a61d-4e97-addd-a670c191ef7c" providerId="ADAL" clId="{2B84D484-CB27-0844-9A90-0D33CCEDBD31}" dt="2022-06-02T07:35:18.685" v="4190" actId="478"/>
          <ac:grpSpMkLst>
            <pc:docMk/>
            <pc:sldMk cId="562026936" sldId="591"/>
            <ac:grpSpMk id="31" creationId="{598ECD9A-14DE-6F49-F075-D85295467A4F}"/>
          </ac:grpSpMkLst>
        </pc:grpChg>
        <pc:grpChg chg="mod">
          <ac:chgData name="Hieu Do" userId="8091c26b-a61d-4e97-addd-a670c191ef7c" providerId="ADAL" clId="{2B84D484-CB27-0844-9A90-0D33CCEDBD31}" dt="2022-06-02T07:36:54.826" v="4255"/>
          <ac:grpSpMkLst>
            <pc:docMk/>
            <pc:sldMk cId="562026936" sldId="591"/>
            <ac:grpSpMk id="36" creationId="{0EBE3773-0B71-5D51-157F-2B67973AE03D}"/>
          </ac:grpSpMkLst>
        </pc:grpChg>
        <pc:grpChg chg="mod">
          <ac:chgData name="Hieu Do" userId="8091c26b-a61d-4e97-addd-a670c191ef7c" providerId="ADAL" clId="{2B84D484-CB27-0844-9A90-0D33CCEDBD31}" dt="2022-06-02T07:36:54.826" v="4255"/>
          <ac:grpSpMkLst>
            <pc:docMk/>
            <pc:sldMk cId="562026936" sldId="591"/>
            <ac:grpSpMk id="37" creationId="{AE5B8F43-9E82-24B2-EF5E-9A799AEEB992}"/>
          </ac:grpSpMkLst>
        </pc:grpChg>
        <pc:grpChg chg="add mod">
          <ac:chgData name="Hieu Do" userId="8091c26b-a61d-4e97-addd-a670c191ef7c" providerId="ADAL" clId="{2B84D484-CB27-0844-9A90-0D33CCEDBD31}" dt="2022-06-02T07:39:52.477" v="4394" actId="1076"/>
          <ac:grpSpMkLst>
            <pc:docMk/>
            <pc:sldMk cId="562026936" sldId="591"/>
            <ac:grpSpMk id="46" creationId="{64E992A6-8C20-48CA-8DFB-D2335A53A489}"/>
          </ac:grpSpMkLst>
        </pc:grpChg>
        <pc:grpChg chg="mod">
          <ac:chgData name="Hieu Do" userId="8091c26b-a61d-4e97-addd-a670c191ef7c" providerId="ADAL" clId="{2B84D484-CB27-0844-9A90-0D33CCEDBD31}" dt="2022-06-02T07:36:54.826" v="4255"/>
          <ac:grpSpMkLst>
            <pc:docMk/>
            <pc:sldMk cId="562026936" sldId="591"/>
            <ac:grpSpMk id="47" creationId="{01C11EEC-19BD-2FAA-2DAD-13D822655F5B}"/>
          </ac:grpSpMkLst>
        </pc:grpChg>
        <pc:grpChg chg="del">
          <ac:chgData name="Hieu Do" userId="8091c26b-a61d-4e97-addd-a670c191ef7c" providerId="ADAL" clId="{2B84D484-CB27-0844-9A90-0D33CCEDBD31}" dt="2022-06-02T07:35:18.685" v="4190" actId="478"/>
          <ac:grpSpMkLst>
            <pc:docMk/>
            <pc:sldMk cId="562026936" sldId="591"/>
            <ac:grpSpMk id="50" creationId="{A5E7A8AD-FA87-7670-4DF1-CC82FABDA45B}"/>
          </ac:grpSpMkLst>
        </pc:grpChg>
        <pc:grpChg chg="add mod">
          <ac:chgData name="Hieu Do" userId="8091c26b-a61d-4e97-addd-a670c191ef7c" providerId="ADAL" clId="{2B84D484-CB27-0844-9A90-0D33CCEDBD31}" dt="2022-06-02T07:39:46.581" v="4393" actId="1076"/>
          <ac:grpSpMkLst>
            <pc:docMk/>
            <pc:sldMk cId="562026936" sldId="591"/>
            <ac:grpSpMk id="67" creationId="{9DA59EA6-8FFA-495E-77D4-BBECF2C6BD1A}"/>
          </ac:grpSpMkLst>
        </pc:grpChg>
        <pc:grpChg chg="add mod">
          <ac:chgData name="Hieu Do" userId="8091c26b-a61d-4e97-addd-a670c191ef7c" providerId="ADAL" clId="{2B84D484-CB27-0844-9A90-0D33CCEDBD31}" dt="2022-06-02T07:44:14.698" v="4528" actId="1035"/>
          <ac:grpSpMkLst>
            <pc:docMk/>
            <pc:sldMk cId="562026936" sldId="591"/>
            <ac:grpSpMk id="71" creationId="{6A49908C-7373-7AF3-BF52-B48ECFFA765F}"/>
          </ac:grpSpMkLst>
        </pc:grpChg>
        <pc:grpChg chg="add mod">
          <ac:chgData name="Hieu Do" userId="8091c26b-a61d-4e97-addd-a670c191ef7c" providerId="ADAL" clId="{2B84D484-CB27-0844-9A90-0D33CCEDBD31}" dt="2022-06-02T07:44:05.308" v="4517" actId="1076"/>
          <ac:grpSpMkLst>
            <pc:docMk/>
            <pc:sldMk cId="562026936" sldId="591"/>
            <ac:grpSpMk id="84" creationId="{DF92F6C0-B99A-B169-BCC5-211C4713BE35}"/>
          </ac:grpSpMkLst>
        </pc:grpChg>
        <pc:grpChg chg="add mod">
          <ac:chgData name="Hieu Do" userId="8091c26b-a61d-4e97-addd-a670c191ef7c" providerId="ADAL" clId="{2B84D484-CB27-0844-9A90-0D33CCEDBD31}" dt="2022-06-02T07:44:26.454" v="4530" actId="1076"/>
          <ac:grpSpMkLst>
            <pc:docMk/>
            <pc:sldMk cId="562026936" sldId="591"/>
            <ac:grpSpMk id="96" creationId="{7A723BC3-0637-9C6F-25EE-7ED7C2264C1B}"/>
          </ac:grpSpMkLst>
        </pc:grpChg>
        <pc:grpChg chg="add del mod">
          <ac:chgData name="Hieu Do" userId="8091c26b-a61d-4e97-addd-a670c191ef7c" providerId="ADAL" clId="{2B84D484-CB27-0844-9A90-0D33CCEDBD31}" dt="2022-06-02T07:43:04.224" v="4497" actId="478"/>
          <ac:grpSpMkLst>
            <pc:docMk/>
            <pc:sldMk cId="562026936" sldId="591"/>
            <ac:grpSpMk id="99" creationId="{A81DEE91-B024-B78D-4D8C-F9B34FC79D62}"/>
          </ac:grpSpMkLst>
        </pc:grpChg>
        <pc:grpChg chg="mod topLvl">
          <ac:chgData name="Hieu Do" userId="8091c26b-a61d-4e97-addd-a670c191ef7c" providerId="ADAL" clId="{2B84D484-CB27-0844-9A90-0D33CCEDBD31}" dt="2022-06-02T07:44:14.698" v="4528" actId="1035"/>
          <ac:grpSpMkLst>
            <pc:docMk/>
            <pc:sldMk cId="562026936" sldId="591"/>
            <ac:grpSpMk id="100" creationId="{491B883B-DCEE-4D0B-3DA8-D82037EA7BBB}"/>
          </ac:grpSpMkLst>
        </pc:grpChg>
        <pc:cxnChg chg="mod">
          <ac:chgData name="Hieu Do" userId="8091c26b-a61d-4e97-addd-a670c191ef7c" providerId="ADAL" clId="{2B84D484-CB27-0844-9A90-0D33CCEDBD31}" dt="2022-06-02T07:40:39.611" v="4421" actId="1076"/>
          <ac:cxnSpMkLst>
            <pc:docMk/>
            <pc:sldMk cId="562026936" sldId="591"/>
            <ac:cxnSpMk id="38" creationId="{57EC8147-6C3B-3A18-F686-89CE64A068CE}"/>
          </ac:cxnSpMkLst>
        </pc:cxnChg>
        <pc:cxnChg chg="mod">
          <ac:chgData name="Hieu Do" userId="8091c26b-a61d-4e97-addd-a670c191ef7c" providerId="ADAL" clId="{2B84D484-CB27-0844-9A90-0D33CCEDBD31}" dt="2022-06-02T07:36:54.826" v="4255"/>
          <ac:cxnSpMkLst>
            <pc:docMk/>
            <pc:sldMk cId="562026936" sldId="591"/>
            <ac:cxnSpMk id="40" creationId="{F1494403-4A1D-A567-8DDD-AC5716AF4874}"/>
          </ac:cxnSpMkLst>
        </pc:cxnChg>
        <pc:cxnChg chg="mod">
          <ac:chgData name="Hieu Do" userId="8091c26b-a61d-4e97-addd-a670c191ef7c" providerId="ADAL" clId="{2B84D484-CB27-0844-9A90-0D33CCEDBD31}" dt="2022-06-02T07:36:54.826" v="4255"/>
          <ac:cxnSpMkLst>
            <pc:docMk/>
            <pc:sldMk cId="562026936" sldId="591"/>
            <ac:cxnSpMk id="42" creationId="{72F1A109-D890-6DB6-BA92-D851AD1E1BF6}"/>
          </ac:cxnSpMkLst>
        </pc:cxnChg>
        <pc:cxnChg chg="mod">
          <ac:chgData name="Hieu Do" userId="8091c26b-a61d-4e97-addd-a670c191ef7c" providerId="ADAL" clId="{2B84D484-CB27-0844-9A90-0D33CCEDBD31}" dt="2022-06-02T07:36:54.826" v="4255"/>
          <ac:cxnSpMkLst>
            <pc:docMk/>
            <pc:sldMk cId="562026936" sldId="591"/>
            <ac:cxnSpMk id="52" creationId="{EB2D2B92-BE5B-DEBE-BB5A-DFEE2F4D83D0}"/>
          </ac:cxnSpMkLst>
        </pc:cxnChg>
        <pc:cxnChg chg="del mod">
          <ac:chgData name="Hieu Do" userId="8091c26b-a61d-4e97-addd-a670c191ef7c" providerId="ADAL" clId="{2B84D484-CB27-0844-9A90-0D33CCEDBD31}" dt="2022-06-02T07:43:01.690" v="4496" actId="478"/>
          <ac:cxnSpMkLst>
            <pc:docMk/>
            <pc:sldMk cId="562026936" sldId="591"/>
            <ac:cxnSpMk id="102" creationId="{7679E40D-8CC7-8618-9FC9-F9ED94E07715}"/>
          </ac:cxnSpMkLst>
        </pc:cxnChg>
        <pc:cxnChg chg="add del mod">
          <ac:chgData name="Hieu Do" userId="8091c26b-a61d-4e97-addd-a670c191ef7c" providerId="ADAL" clId="{2B84D484-CB27-0844-9A90-0D33CCEDBD31}" dt="2022-06-02T07:44:21.428" v="4529" actId="478"/>
          <ac:cxnSpMkLst>
            <pc:docMk/>
            <pc:sldMk cId="562026936" sldId="591"/>
            <ac:cxnSpMk id="106" creationId="{1239E1A9-FDDA-E4C7-E193-7DD9BC371C6B}"/>
          </ac:cxnSpMkLst>
        </pc:cxnChg>
      </pc:sldChg>
    </pc:docChg>
  </pc:docChgLst>
  <pc:docChgLst>
    <pc:chgData name="Hieu Do" userId="8091c26b-a61d-4e97-addd-a670c191ef7c" providerId="ADAL" clId="{E6FD9D94-A136-884D-A270-DAEB309B7E5D}"/>
    <pc:docChg chg="undo redo custSel addSld delSld modSld sldOrd">
      <pc:chgData name="Hieu Do" userId="8091c26b-a61d-4e97-addd-a670c191ef7c" providerId="ADAL" clId="{E6FD9D94-A136-884D-A270-DAEB309B7E5D}" dt="2022-09-06T10:21:22.591" v="2738" actId="20577"/>
      <pc:docMkLst>
        <pc:docMk/>
      </pc:docMkLst>
      <pc:sldChg chg="modSp mod">
        <pc:chgData name="Hieu Do" userId="8091c26b-a61d-4e97-addd-a670c191ef7c" providerId="ADAL" clId="{E6FD9D94-A136-884D-A270-DAEB309B7E5D}" dt="2022-08-23T11:44:06.021" v="309" actId="20577"/>
        <pc:sldMkLst>
          <pc:docMk/>
          <pc:sldMk cId="2175107412" sldId="256"/>
        </pc:sldMkLst>
        <pc:spChg chg="mod">
          <ac:chgData name="Hieu Do" userId="8091c26b-a61d-4e97-addd-a670c191ef7c" providerId="ADAL" clId="{E6FD9D94-A136-884D-A270-DAEB309B7E5D}" dt="2022-08-23T11:41:11.096" v="268" actId="255"/>
          <ac:spMkLst>
            <pc:docMk/>
            <pc:sldMk cId="2175107412" sldId="256"/>
            <ac:spMk id="9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3T11:44:06.021" v="309" actId="20577"/>
          <ac:spMkLst>
            <pc:docMk/>
            <pc:sldMk cId="2175107412" sldId="256"/>
            <ac:spMk id="41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3T11:38:18.694" v="58" actId="20577"/>
          <ac:spMkLst>
            <pc:docMk/>
            <pc:sldMk cId="2175107412" sldId="256"/>
            <ac:spMk id="42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3T11:39:54.588" v="213" actId="20577"/>
          <ac:spMkLst>
            <pc:docMk/>
            <pc:sldMk cId="2175107412" sldId="256"/>
            <ac:spMk id="43" creationId="{00000000-0000-0000-0000-000000000000}"/>
          </ac:spMkLst>
        </pc:spChg>
      </pc:sldChg>
      <pc:sldChg chg="addSp modSp">
        <pc:chgData name="Hieu Do" userId="8091c26b-a61d-4e97-addd-a670c191ef7c" providerId="ADAL" clId="{E6FD9D94-A136-884D-A270-DAEB309B7E5D}" dt="2022-08-29T07:43:01.597" v="2721" actId="767"/>
        <pc:sldMkLst>
          <pc:docMk/>
          <pc:sldMk cId="1355225653" sldId="435"/>
        </pc:sldMkLst>
        <pc:spChg chg="add mod">
          <ac:chgData name="Hieu Do" userId="8091c26b-a61d-4e97-addd-a670c191ef7c" providerId="ADAL" clId="{E6FD9D94-A136-884D-A270-DAEB309B7E5D}" dt="2022-08-29T07:43:01.597" v="2721" actId="767"/>
          <ac:spMkLst>
            <pc:docMk/>
            <pc:sldMk cId="1355225653" sldId="435"/>
            <ac:spMk id="2" creationId="{A3CBA873-9F20-A1ED-118E-9AC67450D587}"/>
          </ac:spMkLst>
        </pc:spChg>
      </pc:sldChg>
      <pc:sldChg chg="addSp modSp modAnim">
        <pc:chgData name="Hieu Do" userId="8091c26b-a61d-4e97-addd-a670c191ef7c" providerId="ADAL" clId="{E6FD9D94-A136-884D-A270-DAEB309B7E5D}" dt="2022-08-23T11:51:44.958" v="325"/>
        <pc:sldMkLst>
          <pc:docMk/>
          <pc:sldMk cId="2862917112" sldId="544"/>
        </pc:sldMkLst>
        <pc:spChg chg="mod">
          <ac:chgData name="Hieu Do" userId="8091c26b-a61d-4e97-addd-a670c191ef7c" providerId="ADAL" clId="{E6FD9D94-A136-884D-A270-DAEB309B7E5D}" dt="2022-08-23T11:48:47.732" v="310" actId="164"/>
          <ac:spMkLst>
            <pc:docMk/>
            <pc:sldMk cId="2862917112" sldId="544"/>
            <ac:spMk id="9" creationId="{7CA48F0B-4D12-F0D1-FEFD-3D03D5E3F073}"/>
          </ac:spMkLst>
        </pc:spChg>
        <pc:spChg chg="mod">
          <ac:chgData name="Hieu Do" userId="8091c26b-a61d-4e97-addd-a670c191ef7c" providerId="ADAL" clId="{E6FD9D94-A136-884D-A270-DAEB309B7E5D}" dt="2022-08-23T11:48:47.732" v="310" actId="164"/>
          <ac:spMkLst>
            <pc:docMk/>
            <pc:sldMk cId="2862917112" sldId="544"/>
            <ac:spMk id="11" creationId="{00000000-0000-0000-0000-000000000000}"/>
          </ac:spMkLst>
        </pc:spChg>
        <pc:grpChg chg="add mod">
          <ac:chgData name="Hieu Do" userId="8091c26b-a61d-4e97-addd-a670c191ef7c" providerId="ADAL" clId="{E6FD9D94-A136-884D-A270-DAEB309B7E5D}" dt="2022-08-23T11:48:47.732" v="310" actId="164"/>
          <ac:grpSpMkLst>
            <pc:docMk/>
            <pc:sldMk cId="2862917112" sldId="544"/>
            <ac:grpSpMk id="2" creationId="{19703A7E-9CD7-B6DA-3FC9-EB7968F5B720}"/>
          </ac:grpSpMkLst>
        </pc:grpChg>
      </pc:sldChg>
      <pc:sldChg chg="modSp mod">
        <pc:chgData name="Hieu Do" userId="8091c26b-a61d-4e97-addd-a670c191ef7c" providerId="ADAL" clId="{E6FD9D94-A136-884D-A270-DAEB309B7E5D}" dt="2022-08-23T11:52:42.543" v="382" actId="6549"/>
        <pc:sldMkLst>
          <pc:docMk/>
          <pc:sldMk cId="2716396619" sldId="548"/>
        </pc:sldMkLst>
        <pc:spChg chg="mod">
          <ac:chgData name="Hieu Do" userId="8091c26b-a61d-4e97-addd-a670c191ef7c" providerId="ADAL" clId="{E6FD9D94-A136-884D-A270-DAEB309B7E5D}" dt="2022-08-23T11:52:42.543" v="382" actId="6549"/>
          <ac:spMkLst>
            <pc:docMk/>
            <pc:sldMk cId="2716396619" sldId="54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E6FD9D94-A136-884D-A270-DAEB309B7E5D}" dt="2022-08-26T07:07:52.630" v="601" actId="2696"/>
        <pc:sldMkLst>
          <pc:docMk/>
          <pc:sldMk cId="353135910" sldId="555"/>
        </pc:sldMkLst>
      </pc:sldChg>
      <pc:sldChg chg="addSp delSp modSp del mod">
        <pc:chgData name="Hieu Do" userId="8091c26b-a61d-4e97-addd-a670c191ef7c" providerId="ADAL" clId="{E6FD9D94-A136-884D-A270-DAEB309B7E5D}" dt="2022-08-26T07:25:30.605" v="1093" actId="2696"/>
        <pc:sldMkLst>
          <pc:docMk/>
          <pc:sldMk cId="2976975548" sldId="556"/>
        </pc:sldMkLst>
        <pc:spChg chg="add mod">
          <ac:chgData name="Hieu Do" userId="8091c26b-a61d-4e97-addd-a670c191ef7c" providerId="ADAL" clId="{E6FD9D94-A136-884D-A270-DAEB309B7E5D}" dt="2022-08-26T07:09:04.345" v="655" actId="14100"/>
          <ac:spMkLst>
            <pc:docMk/>
            <pc:sldMk cId="2976975548" sldId="556"/>
            <ac:spMk id="2" creationId="{71EFEBD4-223C-80F1-34DC-4A8E7698B320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5" creationId="{02387921-ABB5-A651-3C3F-664E7888AEA6}"/>
          </ac:spMkLst>
        </pc:spChg>
        <pc:spChg chg="mod">
          <ac:chgData name="Hieu Do" userId="8091c26b-a61d-4e97-addd-a670c191ef7c" providerId="ADAL" clId="{E6FD9D94-A136-884D-A270-DAEB309B7E5D}" dt="2022-08-26T07:10:22.982" v="679" actId="1076"/>
          <ac:spMkLst>
            <pc:docMk/>
            <pc:sldMk cId="2976975548" sldId="556"/>
            <ac:spMk id="8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10:26.322" v="681" actId="1076"/>
          <ac:spMkLst>
            <pc:docMk/>
            <pc:sldMk cId="2976975548" sldId="556"/>
            <ac:spMk id="9" creationId="{00000000-0000-0000-0000-000000000000}"/>
          </ac:spMkLst>
        </pc:spChg>
        <pc:spChg chg="add del">
          <ac:chgData name="Hieu Do" userId="8091c26b-a61d-4e97-addd-a670c191ef7c" providerId="ADAL" clId="{E6FD9D94-A136-884D-A270-DAEB309B7E5D}" dt="2022-08-26T07:10:22.573" v="678" actId="478"/>
          <ac:spMkLst>
            <pc:docMk/>
            <pc:sldMk cId="2976975548" sldId="556"/>
            <ac:spMk id="10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10:21.290" v="673" actId="1076"/>
          <ac:spMkLst>
            <pc:docMk/>
            <pc:sldMk cId="2976975548" sldId="556"/>
            <ac:spMk id="13" creationId="{00000000-0000-0000-0000-000000000000}"/>
          </ac:spMkLst>
        </pc:spChg>
        <pc:spChg chg="add del mod">
          <ac:chgData name="Hieu Do" userId="8091c26b-a61d-4e97-addd-a670c191ef7c" providerId="ADAL" clId="{E6FD9D94-A136-884D-A270-DAEB309B7E5D}" dt="2022-08-26T07:10:21.975" v="676" actId="1076"/>
          <ac:spMkLst>
            <pc:docMk/>
            <pc:sldMk cId="2976975548" sldId="556"/>
            <ac:spMk id="16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20" creationId="{1446AB7C-26B4-2807-999B-54AEF23D47E0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21" creationId="{9F9B8D18-D5C3-106A-5DA4-FA9505C51AF1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22" creationId="{43E8EA3C-F8C4-46C6-F10D-CE59CF148182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23" creationId="{D8F93DFF-93C9-951F-BB76-C133D5F1CD32}"/>
          </ac:spMkLst>
        </pc:spChg>
        <pc:spChg chg="mod">
          <ac:chgData name="Hieu Do" userId="8091c26b-a61d-4e97-addd-a670c191ef7c" providerId="ADAL" clId="{E6FD9D94-A136-884D-A270-DAEB309B7E5D}" dt="2022-08-26T07:08:29.113" v="647" actId="20577"/>
          <ac:spMkLst>
            <pc:docMk/>
            <pc:sldMk cId="2976975548" sldId="556"/>
            <ac:spMk id="24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09:43.221" v="662"/>
          <ac:spMkLst>
            <pc:docMk/>
            <pc:sldMk cId="2976975548" sldId="556"/>
            <ac:spMk id="25" creationId="{1C670604-1329-B814-ED4F-ADE8F588C5DA}"/>
          </ac:spMkLst>
        </pc:spChg>
        <pc:grpChg chg="add del mod">
          <ac:chgData name="Hieu Do" userId="8091c26b-a61d-4e97-addd-a670c191ef7c" providerId="ADAL" clId="{E6FD9D94-A136-884D-A270-DAEB309B7E5D}" dt="2022-08-26T07:10:22.261" v="677"/>
          <ac:grpSpMkLst>
            <pc:docMk/>
            <pc:sldMk cId="2976975548" sldId="556"/>
            <ac:grpSpMk id="3" creationId="{90B479E1-5780-C79C-79FB-5E11031F4699}"/>
          </ac:grpSpMkLst>
        </pc:grpChg>
        <pc:grpChg chg="mod">
          <ac:chgData name="Hieu Do" userId="8091c26b-a61d-4e97-addd-a670c191ef7c" providerId="ADAL" clId="{E6FD9D94-A136-884D-A270-DAEB309B7E5D}" dt="2022-08-26T07:10:22.982" v="679" actId="1076"/>
          <ac:grpSpMkLst>
            <pc:docMk/>
            <pc:sldMk cId="2976975548" sldId="556"/>
            <ac:grpSpMk id="6" creationId="{00000000-0000-0000-0000-000000000000}"/>
          </ac:grpSpMkLst>
        </pc:grpChg>
        <pc:graphicFrameChg chg="add del">
          <ac:chgData name="Hieu Do" userId="8091c26b-a61d-4e97-addd-a670c191ef7c" providerId="ADAL" clId="{E6FD9D94-A136-884D-A270-DAEB309B7E5D}" dt="2022-08-26T07:10:20.545" v="671" actId="478"/>
          <ac:graphicFrameMkLst>
            <pc:docMk/>
            <pc:sldMk cId="2976975548" sldId="556"/>
            <ac:graphicFrameMk id="11" creationId="{00000000-0000-0000-0000-000000000000}"/>
          </ac:graphicFrameMkLst>
        </pc:graphicFrameChg>
        <pc:picChg chg="mod">
          <ac:chgData name="Hieu Do" userId="8091c26b-a61d-4e97-addd-a670c191ef7c" providerId="ADAL" clId="{E6FD9D94-A136-884D-A270-DAEB309B7E5D}" dt="2022-08-26T07:10:22.982" v="679" actId="1076"/>
          <ac:picMkLst>
            <pc:docMk/>
            <pc:sldMk cId="2976975548" sldId="556"/>
            <ac:picMk id="7" creationId="{00000000-0000-0000-0000-000000000000}"/>
          </ac:picMkLst>
        </pc:picChg>
        <pc:cxnChg chg="mod">
          <ac:chgData name="Hieu Do" userId="8091c26b-a61d-4e97-addd-a670c191ef7c" providerId="ADAL" clId="{E6FD9D94-A136-884D-A270-DAEB309B7E5D}" dt="2022-08-26T07:10:21.691" v="675" actId="1076"/>
          <ac:cxnSpMkLst>
            <pc:docMk/>
            <pc:sldMk cId="2976975548" sldId="556"/>
            <ac:cxnSpMk id="12" creationId="{00000000-0000-0000-0000-000000000000}"/>
          </ac:cxnSpMkLst>
        </pc:cxnChg>
        <pc:cxnChg chg="mod">
          <ac:chgData name="Hieu Do" userId="8091c26b-a61d-4e97-addd-a670c191ef7c" providerId="ADAL" clId="{E6FD9D94-A136-884D-A270-DAEB309B7E5D}" dt="2022-08-26T07:10:21.502" v="674" actId="1076"/>
          <ac:cxnSpMkLst>
            <pc:docMk/>
            <pc:sldMk cId="2976975548" sldId="556"/>
            <ac:cxnSpMk id="15" creationId="{00000000-0000-0000-0000-000000000000}"/>
          </ac:cxnSpMkLst>
        </pc:cxnChg>
      </pc:sldChg>
      <pc:sldChg chg="del">
        <pc:chgData name="Hieu Do" userId="8091c26b-a61d-4e97-addd-a670c191ef7c" providerId="ADAL" clId="{E6FD9D94-A136-884D-A270-DAEB309B7E5D}" dt="2022-08-26T07:38:40.519" v="1382" actId="2696"/>
        <pc:sldMkLst>
          <pc:docMk/>
          <pc:sldMk cId="1081661774" sldId="557"/>
        </pc:sldMkLst>
      </pc:sldChg>
      <pc:sldChg chg="addSp modSp mod modAnim">
        <pc:chgData name="Hieu Do" userId="8091c26b-a61d-4e97-addd-a670c191ef7c" providerId="ADAL" clId="{E6FD9D94-A136-884D-A270-DAEB309B7E5D}" dt="2022-08-26T07:51:22.936" v="2375" actId="20577"/>
        <pc:sldMkLst>
          <pc:docMk/>
          <pc:sldMk cId="477986929" sldId="558"/>
        </pc:sldMkLst>
        <pc:spChg chg="add mod">
          <ac:chgData name="Hieu Do" userId="8091c26b-a61d-4e97-addd-a670c191ef7c" providerId="ADAL" clId="{E6FD9D94-A136-884D-A270-DAEB309B7E5D}" dt="2022-08-26T07:49:28.218" v="2361" actId="20577"/>
          <ac:spMkLst>
            <pc:docMk/>
            <pc:sldMk cId="477986929" sldId="558"/>
            <ac:spMk id="2" creationId="{6F5963E8-BC83-BF5E-BB15-077701912CDD}"/>
          </ac:spMkLst>
        </pc:spChg>
        <pc:spChg chg="mod">
          <ac:chgData name="Hieu Do" userId="8091c26b-a61d-4e97-addd-a670c191ef7c" providerId="ADAL" clId="{E6FD9D94-A136-884D-A270-DAEB309B7E5D}" dt="2022-08-26T07:51:22.936" v="2375" actId="20577"/>
          <ac:spMkLst>
            <pc:docMk/>
            <pc:sldMk cId="477986929" sldId="558"/>
            <ac:spMk id="6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50:32.077" v="2372" actId="1076"/>
          <ac:spMkLst>
            <pc:docMk/>
            <pc:sldMk cId="477986929" sldId="558"/>
            <ac:spMk id="8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48:36.930" v="2280" actId="20577"/>
          <ac:spMkLst>
            <pc:docMk/>
            <pc:sldMk cId="477986929" sldId="558"/>
            <ac:spMk id="24" creationId="{00000000-0000-0000-0000-000000000000}"/>
          </ac:spMkLst>
        </pc:spChg>
        <pc:picChg chg="mod">
          <ac:chgData name="Hieu Do" userId="8091c26b-a61d-4e97-addd-a670c191ef7c" providerId="ADAL" clId="{E6FD9D94-A136-884D-A270-DAEB309B7E5D}" dt="2022-08-26T07:49:05.467" v="2294" actId="1038"/>
          <ac:picMkLst>
            <pc:docMk/>
            <pc:sldMk cId="477986929" sldId="558"/>
            <ac:picMk id="7" creationId="{00000000-0000-0000-0000-000000000000}"/>
          </ac:picMkLst>
        </pc:picChg>
      </pc:sldChg>
      <pc:sldChg chg="addSp delSp modSp mod modAnim">
        <pc:chgData name="Hieu Do" userId="8091c26b-a61d-4e97-addd-a670c191ef7c" providerId="ADAL" clId="{E6FD9D94-A136-884D-A270-DAEB309B7E5D}" dt="2022-08-26T08:14:32.892" v="2712" actId="14100"/>
        <pc:sldMkLst>
          <pc:docMk/>
          <pc:sldMk cId="481371803" sldId="559"/>
        </pc:sldMkLst>
        <pc:spChg chg="mod topLvl">
          <ac:chgData name="Hieu Do" userId="8091c26b-a61d-4e97-addd-a670c191ef7c" providerId="ADAL" clId="{E6FD9D94-A136-884D-A270-DAEB309B7E5D}" dt="2022-08-26T08:02:42.171" v="2507" actId="164"/>
          <ac:spMkLst>
            <pc:docMk/>
            <pc:sldMk cId="481371803" sldId="559"/>
            <ac:spMk id="3" creationId="{CB5EFAE1-B98A-B266-7D8C-4965A4DEAE61}"/>
          </ac:spMkLst>
        </pc:spChg>
        <pc:spChg chg="del mod topLvl">
          <ac:chgData name="Hieu Do" userId="8091c26b-a61d-4e97-addd-a670c191ef7c" providerId="ADAL" clId="{E6FD9D94-A136-884D-A270-DAEB309B7E5D}" dt="2022-08-26T07:56:48.599" v="2474" actId="478"/>
          <ac:spMkLst>
            <pc:docMk/>
            <pc:sldMk cId="481371803" sldId="559"/>
            <ac:spMk id="5" creationId="{F42729CB-3649-A676-E301-F18D71D7258E}"/>
          </ac:spMkLst>
        </pc:spChg>
        <pc:spChg chg="del">
          <ac:chgData name="Hieu Do" userId="8091c26b-a61d-4e97-addd-a670c191ef7c" providerId="ADAL" clId="{E6FD9D94-A136-884D-A270-DAEB309B7E5D}" dt="2022-08-26T07:56:08.483" v="2465" actId="478"/>
          <ac:spMkLst>
            <pc:docMk/>
            <pc:sldMk cId="481371803" sldId="559"/>
            <ac:spMk id="7" creationId="{00000000-0000-0000-0000-000000000000}"/>
          </ac:spMkLst>
        </pc:spChg>
        <pc:spChg chg="del mod">
          <ac:chgData name="Hieu Do" userId="8091c26b-a61d-4e97-addd-a670c191ef7c" providerId="ADAL" clId="{E6FD9D94-A136-884D-A270-DAEB309B7E5D}" dt="2022-08-26T07:56:12.196" v="2467" actId="478"/>
          <ac:spMkLst>
            <pc:docMk/>
            <pc:sldMk cId="481371803" sldId="559"/>
            <ac:spMk id="8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56:06.220" v="2464" actId="478"/>
          <ac:spMkLst>
            <pc:docMk/>
            <pc:sldMk cId="481371803" sldId="559"/>
            <ac:spMk id="9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56:14.276" v="2468" actId="478"/>
          <ac:spMkLst>
            <pc:docMk/>
            <pc:sldMk cId="481371803" sldId="559"/>
            <ac:spMk id="11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56:18.031" v="2470" actId="478"/>
          <ac:spMkLst>
            <pc:docMk/>
            <pc:sldMk cId="481371803" sldId="559"/>
            <ac:spMk id="12" creationId="{00000000-0000-0000-0000-000000000000}"/>
          </ac:spMkLst>
        </pc:spChg>
        <pc:spChg chg="add mod">
          <ac:chgData name="Hieu Do" userId="8091c26b-a61d-4e97-addd-a670c191ef7c" providerId="ADAL" clId="{E6FD9D94-A136-884D-A270-DAEB309B7E5D}" dt="2022-08-26T08:10:50.419" v="2556" actId="1035"/>
          <ac:spMkLst>
            <pc:docMk/>
            <pc:sldMk cId="481371803" sldId="559"/>
            <ac:spMk id="15" creationId="{CE2CAE6C-6438-D933-B417-0AA97711486D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17" creationId="{E96D56BD-BCEC-8C46-6CD2-834DBDBF8F3D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18" creationId="{A748F63A-02F2-DC2D-EA71-70A161B46531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22" creationId="{D75FDB1B-A74A-32E5-17B8-AB866536ECBC}"/>
          </ac:spMkLst>
        </pc:spChg>
        <pc:spChg chg="mod">
          <ac:chgData name="Hieu Do" userId="8091c26b-a61d-4e97-addd-a670c191ef7c" providerId="ADAL" clId="{E6FD9D94-A136-884D-A270-DAEB309B7E5D}" dt="2022-08-26T07:56:01.973" v="2462" actId="20577"/>
          <ac:spMkLst>
            <pc:docMk/>
            <pc:sldMk cId="481371803" sldId="559"/>
            <ac:spMk id="24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25" creationId="{6A44D0DA-27FC-B29E-70A7-C187C30DB43C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31" creationId="{170FFB1D-CDBF-E293-F0F9-D567E02AA0B1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32" creationId="{C56E16E5-61B6-0AF6-CFCD-52DBC2EEB23E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33" creationId="{BA2DDBCB-ED58-D199-192E-A151E18623CF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34" creationId="{8C40A913-F6F7-5BD1-AE86-BC5FB920A7E9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35" creationId="{1D209BC6-1A68-3609-A1E4-3BEBE2853C78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36" creationId="{8D29D3C8-C7B1-D372-B9A7-E765F880232C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40" creationId="{88684B04-ED6D-8568-5AD0-1C8D67532626}"/>
          </ac:spMkLst>
        </pc:spChg>
        <pc:spChg chg="mod">
          <ac:chgData name="Hieu Do" userId="8091c26b-a61d-4e97-addd-a670c191ef7c" providerId="ADAL" clId="{E6FD9D94-A136-884D-A270-DAEB309B7E5D}" dt="2022-08-26T07:58:43.002" v="2488"/>
          <ac:spMkLst>
            <pc:docMk/>
            <pc:sldMk cId="481371803" sldId="559"/>
            <ac:spMk id="41" creationId="{5E23DB8A-FCC0-873A-E97B-8E7317F823A7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42" creationId="{F85F17B8-5126-4486-73C8-D40D2EB9D5ED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43" creationId="{E58B665D-0FF6-972C-7AE8-F829386DD7FE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44" creationId="{1ECA651B-CF9A-F6DB-5DC0-E56090CF6A0C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46" creationId="{340FB240-D2DA-0602-0FC3-A014653E1825}"/>
          </ac:spMkLst>
        </pc:spChg>
        <pc:spChg chg="add del mod">
          <ac:chgData name="Hieu Do" userId="8091c26b-a61d-4e97-addd-a670c191ef7c" providerId="ADAL" clId="{E6FD9D94-A136-884D-A270-DAEB309B7E5D}" dt="2022-08-26T07:58:49.180" v="2489"/>
          <ac:spMkLst>
            <pc:docMk/>
            <pc:sldMk cId="481371803" sldId="559"/>
            <ac:spMk id="48" creationId="{DEC5E74D-3D85-175B-470B-4A9A02663FDD}"/>
          </ac:spMkLst>
        </pc:spChg>
        <pc:spChg chg="mod">
          <ac:chgData name="Hieu Do" userId="8091c26b-a61d-4e97-addd-a670c191ef7c" providerId="ADAL" clId="{E6FD9D94-A136-884D-A270-DAEB309B7E5D}" dt="2022-08-26T08:00:07.715" v="2502" actId="1076"/>
          <ac:spMkLst>
            <pc:docMk/>
            <pc:sldMk cId="481371803" sldId="559"/>
            <ac:spMk id="50" creationId="{DC2B16C1-FE66-CA05-DA86-6FAA6F7640F1}"/>
          </ac:spMkLst>
        </pc:spChg>
        <pc:spChg chg="mod">
          <ac:chgData name="Hieu Do" userId="8091c26b-a61d-4e97-addd-a670c191ef7c" providerId="ADAL" clId="{E6FD9D94-A136-884D-A270-DAEB309B7E5D}" dt="2022-08-26T08:00:15.543" v="2503" actId="1076"/>
          <ac:spMkLst>
            <pc:docMk/>
            <pc:sldMk cId="481371803" sldId="559"/>
            <ac:spMk id="51" creationId="{5A765F68-D0AA-D3F8-C48F-1FF3CBD18EB4}"/>
          </ac:spMkLst>
        </pc:spChg>
        <pc:spChg chg="add mod">
          <ac:chgData name="Hieu Do" userId="8091c26b-a61d-4e97-addd-a670c191ef7c" providerId="ADAL" clId="{E6FD9D94-A136-884D-A270-DAEB309B7E5D}" dt="2022-08-26T08:14:29.780" v="2711" actId="1076"/>
          <ac:spMkLst>
            <pc:docMk/>
            <pc:sldMk cId="481371803" sldId="559"/>
            <ac:spMk id="56" creationId="{CAC384B8-3B95-0DB8-32CB-3253325F346A}"/>
          </ac:spMkLst>
        </pc:spChg>
        <pc:spChg chg="add mod">
          <ac:chgData name="Hieu Do" userId="8091c26b-a61d-4e97-addd-a670c191ef7c" providerId="ADAL" clId="{E6FD9D94-A136-884D-A270-DAEB309B7E5D}" dt="2022-08-26T08:14:26.094" v="2710" actId="1076"/>
          <ac:spMkLst>
            <pc:docMk/>
            <pc:sldMk cId="481371803" sldId="559"/>
            <ac:spMk id="58" creationId="{2DF2D39F-0AD0-C92B-8F7E-FA743789C708}"/>
          </ac:spMkLst>
        </pc:spChg>
        <pc:spChg chg="add mod">
          <ac:chgData name="Hieu Do" userId="8091c26b-a61d-4e97-addd-a670c191ef7c" providerId="ADAL" clId="{E6FD9D94-A136-884D-A270-DAEB309B7E5D}" dt="2022-08-26T08:14:17.719" v="2709" actId="1036"/>
          <ac:spMkLst>
            <pc:docMk/>
            <pc:sldMk cId="481371803" sldId="559"/>
            <ac:spMk id="59" creationId="{AC3EB1BA-265D-993D-09F0-855DC78A1198}"/>
          </ac:spMkLst>
        </pc:spChg>
        <pc:grpChg chg="add del mod">
          <ac:chgData name="Hieu Do" userId="8091c26b-a61d-4e97-addd-a670c191ef7c" providerId="ADAL" clId="{E6FD9D94-A136-884D-A270-DAEB309B7E5D}" dt="2022-08-26T07:56:48.599" v="2474" actId="478"/>
          <ac:grpSpMkLst>
            <pc:docMk/>
            <pc:sldMk cId="481371803" sldId="559"/>
            <ac:grpSpMk id="2" creationId="{5F37BF21-8E16-7890-A54F-BDA6DD105DBB}"/>
          </ac:grpSpMkLst>
        </pc:grpChg>
        <pc:grpChg chg="add del mod">
          <ac:chgData name="Hieu Do" userId="8091c26b-a61d-4e97-addd-a670c191ef7c" providerId="ADAL" clId="{E6FD9D94-A136-884D-A270-DAEB309B7E5D}" dt="2022-08-26T07:58:49.180" v="2489"/>
          <ac:grpSpMkLst>
            <pc:docMk/>
            <pc:sldMk cId="481371803" sldId="559"/>
            <ac:grpSpMk id="16" creationId="{475EA287-EAFE-5FEE-CE92-350583C0DE9A}"/>
          </ac:grpSpMkLst>
        </pc:grpChg>
        <pc:grpChg chg="add del mod">
          <ac:chgData name="Hieu Do" userId="8091c26b-a61d-4e97-addd-a670c191ef7c" providerId="ADAL" clId="{E6FD9D94-A136-884D-A270-DAEB309B7E5D}" dt="2022-08-26T07:58:49.180" v="2489"/>
          <ac:grpSpMkLst>
            <pc:docMk/>
            <pc:sldMk cId="481371803" sldId="559"/>
            <ac:grpSpMk id="20" creationId="{94C2E970-9783-AE8D-68EC-1F7E6FFE90DA}"/>
          </ac:grpSpMkLst>
        </pc:grpChg>
        <pc:grpChg chg="mod">
          <ac:chgData name="Hieu Do" userId="8091c26b-a61d-4e97-addd-a670c191ef7c" providerId="ADAL" clId="{E6FD9D94-A136-884D-A270-DAEB309B7E5D}" dt="2022-08-26T07:58:43.002" v="2488"/>
          <ac:grpSpMkLst>
            <pc:docMk/>
            <pc:sldMk cId="481371803" sldId="559"/>
            <ac:grpSpMk id="21" creationId="{2C8123BD-0955-006C-CB76-A3F671B20C3F}"/>
          </ac:grpSpMkLst>
        </pc:grpChg>
        <pc:grpChg chg="add del mod">
          <ac:chgData name="Hieu Do" userId="8091c26b-a61d-4e97-addd-a670c191ef7c" providerId="ADAL" clId="{E6FD9D94-A136-884D-A270-DAEB309B7E5D}" dt="2022-08-26T07:58:49.180" v="2489"/>
          <ac:grpSpMkLst>
            <pc:docMk/>
            <pc:sldMk cId="481371803" sldId="559"/>
            <ac:grpSpMk id="37" creationId="{97E99C21-8B76-4D48-BF79-7F13123542E5}"/>
          </ac:grpSpMkLst>
        </pc:grpChg>
        <pc:grpChg chg="add del mod">
          <ac:chgData name="Hieu Do" userId="8091c26b-a61d-4e97-addd-a670c191ef7c" providerId="ADAL" clId="{E6FD9D94-A136-884D-A270-DAEB309B7E5D}" dt="2022-08-26T08:10:21.479" v="2538" actId="21"/>
          <ac:grpSpMkLst>
            <pc:docMk/>
            <pc:sldMk cId="481371803" sldId="559"/>
            <ac:grpSpMk id="49" creationId="{4314CEEE-6920-B59B-CB7A-6DADB59861AB}"/>
          </ac:grpSpMkLst>
        </pc:grpChg>
        <pc:grpChg chg="add mod">
          <ac:chgData name="Hieu Do" userId="8091c26b-a61d-4e97-addd-a670c191ef7c" providerId="ADAL" clId="{E6FD9D94-A136-884D-A270-DAEB309B7E5D}" dt="2022-08-26T08:02:42.171" v="2507" actId="164"/>
          <ac:grpSpMkLst>
            <pc:docMk/>
            <pc:sldMk cId="481371803" sldId="559"/>
            <ac:grpSpMk id="53" creationId="{418BC3FB-A4FC-8FCA-3D65-41D638654FEE}"/>
          </ac:grpSpMkLst>
        </pc:grpChg>
        <pc:grpChg chg="add mod">
          <ac:chgData name="Hieu Do" userId="8091c26b-a61d-4e97-addd-a670c191ef7c" providerId="ADAL" clId="{E6FD9D94-A136-884D-A270-DAEB309B7E5D}" dt="2022-08-26T08:10:50.419" v="2556" actId="1035"/>
          <ac:grpSpMkLst>
            <pc:docMk/>
            <pc:sldMk cId="481371803" sldId="559"/>
            <ac:grpSpMk id="54" creationId="{238107C9-FDD6-B2F3-99D5-50724830711E}"/>
          </ac:grpSpMkLst>
        </pc:grpChg>
        <pc:graphicFrameChg chg="del">
          <ac:chgData name="Hieu Do" userId="8091c26b-a61d-4e97-addd-a670c191ef7c" providerId="ADAL" clId="{E6FD9D94-A136-884D-A270-DAEB309B7E5D}" dt="2022-08-26T07:56:03.888" v="2463" actId="478"/>
          <ac:graphicFrameMkLst>
            <pc:docMk/>
            <pc:sldMk cId="481371803" sldId="559"/>
            <ac:graphicFrameMk id="6" creationId="{00000000-0000-0000-0000-000000000000}"/>
          </ac:graphicFrameMkLst>
        </pc:graphicFrameChg>
        <pc:graphicFrameChg chg="del">
          <ac:chgData name="Hieu Do" userId="8091c26b-a61d-4e97-addd-a670c191ef7c" providerId="ADAL" clId="{E6FD9D94-A136-884D-A270-DAEB309B7E5D}" dt="2022-08-26T07:56:15.554" v="2469" actId="478"/>
          <ac:graphicFrameMkLst>
            <pc:docMk/>
            <pc:sldMk cId="481371803" sldId="559"/>
            <ac:graphicFrameMk id="10" creationId="{00000000-0000-0000-0000-000000000000}"/>
          </ac:graphicFrameMkLst>
        </pc:graphicFrameChg>
        <pc:graphicFrameChg chg="add mod">
          <ac:chgData name="Hieu Do" userId="8091c26b-a61d-4e97-addd-a670c191ef7c" providerId="ADAL" clId="{E6FD9D94-A136-884D-A270-DAEB309B7E5D}" dt="2022-08-26T08:02:42.171" v="2507" actId="164"/>
          <ac:graphicFrameMkLst>
            <pc:docMk/>
            <pc:sldMk cId="481371803" sldId="559"/>
            <ac:graphicFrameMk id="13" creationId="{C231863E-0A82-CB08-B383-86CB769F6622}"/>
          </ac:graphicFrameMkLst>
        </pc:graphicFrameChg>
        <pc:picChg chg="mod">
          <ac:chgData name="Hieu Do" userId="8091c26b-a61d-4e97-addd-a670c191ef7c" providerId="ADAL" clId="{E6FD9D94-A136-884D-A270-DAEB309B7E5D}" dt="2022-08-26T07:58:43.002" v="2488"/>
          <ac:picMkLst>
            <pc:docMk/>
            <pc:sldMk cId="481371803" sldId="559"/>
            <ac:picMk id="23" creationId="{2629FBFD-B1B4-5545-787B-B7952E6046AF}"/>
          </ac:picMkLst>
        </pc:picChg>
        <pc:picChg chg="mod">
          <ac:chgData name="Hieu Do" userId="8091c26b-a61d-4e97-addd-a670c191ef7c" providerId="ADAL" clId="{E6FD9D94-A136-884D-A270-DAEB309B7E5D}" dt="2022-08-26T07:58:43.002" v="2488"/>
          <ac:picMkLst>
            <pc:docMk/>
            <pc:sldMk cId="481371803" sldId="559"/>
            <ac:picMk id="38" creationId="{9CC87C50-724C-2087-4B7E-17D3AECE53AB}"/>
          </ac:picMkLst>
        </pc:picChg>
        <pc:picChg chg="add mod">
          <ac:chgData name="Hieu Do" userId="8091c26b-a61d-4e97-addd-a670c191ef7c" providerId="ADAL" clId="{E6FD9D94-A136-884D-A270-DAEB309B7E5D}" dt="2022-08-26T08:10:50.419" v="2556" actId="1035"/>
          <ac:picMkLst>
            <pc:docMk/>
            <pc:sldMk cId="481371803" sldId="559"/>
            <ac:picMk id="52" creationId="{A93DA3E5-8B13-2FE3-3807-AA3AEC99365C}"/>
          </ac:picMkLst>
        </pc:picChg>
        <pc:picChg chg="add mod">
          <ac:chgData name="Hieu Do" userId="8091c26b-a61d-4e97-addd-a670c191ef7c" providerId="ADAL" clId="{E6FD9D94-A136-884D-A270-DAEB309B7E5D}" dt="2022-08-26T08:12:55.321" v="2591" actId="1076"/>
          <ac:picMkLst>
            <pc:docMk/>
            <pc:sldMk cId="481371803" sldId="559"/>
            <ac:picMk id="55" creationId="{6EC89DDE-81BB-32F0-3B50-1BB75A3DDF89}"/>
          </ac:picMkLst>
        </pc:pic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26" creationId="{ED8E2C80-47BA-075E-301F-9272A7F66BE5}"/>
          </ac:cxnSpMkLst>
        </pc:cxn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27" creationId="{E1355426-9EA0-3DCC-E14B-721B3842D827}"/>
          </ac:cxnSpMkLst>
        </pc:cxn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28" creationId="{7BF2A10F-1989-DAB3-108E-5E825A78297F}"/>
          </ac:cxnSpMkLst>
        </pc:cxn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29" creationId="{86ADE616-9FBF-574C-9AB1-9A0EA6307873}"/>
          </ac:cxnSpMkLst>
        </pc:cxn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30" creationId="{25349806-AEB5-8674-A96D-48180FF9BDAF}"/>
          </ac:cxnSpMkLst>
        </pc:cxnChg>
        <pc:cxnChg chg="mod">
          <ac:chgData name="Hieu Do" userId="8091c26b-a61d-4e97-addd-a670c191ef7c" providerId="ADAL" clId="{E6FD9D94-A136-884D-A270-DAEB309B7E5D}" dt="2022-08-26T07:58:43.002" v="2488"/>
          <ac:cxnSpMkLst>
            <pc:docMk/>
            <pc:sldMk cId="481371803" sldId="559"/>
            <ac:cxnSpMk id="39" creationId="{B50AD4F5-A598-6BE4-7F17-D2AE0A74803D}"/>
          </ac:cxnSpMkLst>
        </pc:cxnChg>
        <pc:cxnChg chg="add del mod">
          <ac:chgData name="Hieu Do" userId="8091c26b-a61d-4e97-addd-a670c191ef7c" providerId="ADAL" clId="{E6FD9D94-A136-884D-A270-DAEB309B7E5D}" dt="2022-08-26T07:58:49.180" v="2489"/>
          <ac:cxnSpMkLst>
            <pc:docMk/>
            <pc:sldMk cId="481371803" sldId="559"/>
            <ac:cxnSpMk id="45" creationId="{43091FD8-C2D5-ABBF-00EA-DE1CDB447DFA}"/>
          </ac:cxnSpMkLst>
        </pc:cxnChg>
        <pc:cxnChg chg="add del mod">
          <ac:chgData name="Hieu Do" userId="8091c26b-a61d-4e97-addd-a670c191ef7c" providerId="ADAL" clId="{E6FD9D94-A136-884D-A270-DAEB309B7E5D}" dt="2022-08-26T07:58:49.180" v="2489"/>
          <ac:cxnSpMkLst>
            <pc:docMk/>
            <pc:sldMk cId="481371803" sldId="559"/>
            <ac:cxnSpMk id="47" creationId="{0011922E-F797-ACAF-84E4-DE08BED97C94}"/>
          </ac:cxnSpMkLst>
        </pc:cxnChg>
        <pc:cxnChg chg="add mod">
          <ac:chgData name="Hieu Do" userId="8091c26b-a61d-4e97-addd-a670c191ef7c" providerId="ADAL" clId="{E6FD9D94-A136-884D-A270-DAEB309B7E5D}" dt="2022-08-26T08:14:32.892" v="2712" actId="14100"/>
          <ac:cxnSpMkLst>
            <pc:docMk/>
            <pc:sldMk cId="481371803" sldId="559"/>
            <ac:cxnSpMk id="57" creationId="{7A82B8BF-9DC8-A178-1E68-C92EF6BEA37D}"/>
          </ac:cxnSpMkLst>
        </pc:cxnChg>
      </pc:sldChg>
      <pc:sldChg chg="modSp mod">
        <pc:chgData name="Hieu Do" userId="8091c26b-a61d-4e97-addd-a670c191ef7c" providerId="ADAL" clId="{E6FD9D94-A136-884D-A270-DAEB309B7E5D}" dt="2022-09-05T03:40:44.283" v="2724" actId="20577"/>
        <pc:sldMkLst>
          <pc:docMk/>
          <pc:sldMk cId="3186117377" sldId="570"/>
        </pc:sldMkLst>
        <pc:spChg chg="mod">
          <ac:chgData name="Hieu Do" userId="8091c26b-a61d-4e97-addd-a670c191ef7c" providerId="ADAL" clId="{E6FD9D94-A136-884D-A270-DAEB309B7E5D}" dt="2022-09-05T03:40:44.283" v="2724" actId="20577"/>
          <ac:spMkLst>
            <pc:docMk/>
            <pc:sldMk cId="3186117377" sldId="570"/>
            <ac:spMk id="6" creationId="{00000000-0000-0000-0000-000000000000}"/>
          </ac:spMkLst>
        </pc:spChg>
      </pc:sldChg>
      <pc:sldChg chg="addSp delSp modSp add mod modAnim">
        <pc:chgData name="Hieu Do" userId="8091c26b-a61d-4e97-addd-a670c191ef7c" providerId="ADAL" clId="{E6FD9D94-A136-884D-A270-DAEB309B7E5D}" dt="2022-08-26T07:18:13.875" v="961"/>
        <pc:sldMkLst>
          <pc:docMk/>
          <pc:sldMk cId="1553372559" sldId="598"/>
        </pc:sldMkLst>
        <pc:spChg chg="add mod">
          <ac:chgData name="Hieu Do" userId="8091c26b-a61d-4e97-addd-a670c191ef7c" providerId="ADAL" clId="{E6FD9D94-A136-884D-A270-DAEB309B7E5D}" dt="2022-08-26T07:17:27.320" v="956" actId="164"/>
          <ac:spMkLst>
            <pc:docMk/>
            <pc:sldMk cId="1553372559" sldId="598"/>
            <ac:spMk id="2" creationId="{70B2F9E2-08D5-F5AF-29E8-FE865CDC1512}"/>
          </ac:spMkLst>
        </pc:spChg>
        <pc:spChg chg="add mod">
          <ac:chgData name="Hieu Do" userId="8091c26b-a61d-4e97-addd-a670c191ef7c" providerId="ADAL" clId="{E6FD9D94-A136-884D-A270-DAEB309B7E5D}" dt="2022-08-26T07:16:05.901" v="940" actId="255"/>
          <ac:spMkLst>
            <pc:docMk/>
            <pc:sldMk cId="1553372559" sldId="598"/>
            <ac:spMk id="3" creationId="{487585C6-1AE5-D2F8-B68F-D839AC45664C}"/>
          </ac:spMkLst>
        </pc:spChg>
        <pc:spChg chg="mod">
          <ac:chgData name="Hieu Do" userId="8091c26b-a61d-4e97-addd-a670c191ef7c" providerId="ADAL" clId="{E6FD9D94-A136-884D-A270-DAEB309B7E5D}" dt="2022-08-26T07:04:30.131" v="509" actId="20577"/>
          <ac:spMkLst>
            <pc:docMk/>
            <pc:sldMk cId="1553372559" sldId="598"/>
            <ac:spMk id="6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02:00.196" v="456" actId="478"/>
          <ac:spMkLst>
            <pc:docMk/>
            <pc:sldMk cId="1553372559" sldId="598"/>
            <ac:spMk id="11" creationId="{00000000-0000-0000-0000-000000000000}"/>
          </ac:spMkLst>
        </pc:spChg>
        <pc:spChg chg="add mod">
          <ac:chgData name="Hieu Do" userId="8091c26b-a61d-4e97-addd-a670c191ef7c" providerId="ADAL" clId="{E6FD9D94-A136-884D-A270-DAEB309B7E5D}" dt="2022-08-26T07:16:31.435" v="945" actId="1076"/>
          <ac:spMkLst>
            <pc:docMk/>
            <pc:sldMk cId="1553372559" sldId="598"/>
            <ac:spMk id="20" creationId="{1F057F95-F5CE-6589-D869-0AEE32910997}"/>
          </ac:spMkLst>
        </pc:spChg>
        <pc:spChg chg="add mod">
          <ac:chgData name="Hieu Do" userId="8091c26b-a61d-4e97-addd-a670c191ef7c" providerId="ADAL" clId="{E6FD9D94-A136-884D-A270-DAEB309B7E5D}" dt="2022-08-26T07:16:59.718" v="952" actId="1076"/>
          <ac:spMkLst>
            <pc:docMk/>
            <pc:sldMk cId="1553372559" sldId="598"/>
            <ac:spMk id="22" creationId="{CD0E4048-7123-70D2-93C5-CBB482D0ADAA}"/>
          </ac:spMkLst>
        </pc:spChg>
        <pc:spChg chg="add mod">
          <ac:chgData name="Hieu Do" userId="8091c26b-a61d-4e97-addd-a670c191ef7c" providerId="ADAL" clId="{E6FD9D94-A136-884D-A270-DAEB309B7E5D}" dt="2022-08-26T07:17:13.334" v="955" actId="1076"/>
          <ac:spMkLst>
            <pc:docMk/>
            <pc:sldMk cId="1553372559" sldId="598"/>
            <ac:spMk id="24" creationId="{C68347C3-D934-AE0C-829C-946E701E5FA1}"/>
          </ac:spMkLst>
        </pc:spChg>
        <pc:grpChg chg="add mod">
          <ac:chgData name="Hieu Do" userId="8091c26b-a61d-4e97-addd-a670c191ef7c" providerId="ADAL" clId="{E6FD9D94-A136-884D-A270-DAEB309B7E5D}" dt="2022-08-26T07:17:27.320" v="956" actId="164"/>
          <ac:grpSpMkLst>
            <pc:docMk/>
            <pc:sldMk cId="1553372559" sldId="598"/>
            <ac:grpSpMk id="5" creationId="{7A1BC454-67D7-1E23-3813-BBFC0812C583}"/>
          </ac:grpSpMkLst>
        </pc:grpChg>
        <pc:grpChg chg="mod">
          <ac:chgData name="Hieu Do" userId="8091c26b-a61d-4e97-addd-a670c191ef7c" providerId="ADAL" clId="{E6FD9D94-A136-884D-A270-DAEB309B7E5D}" dt="2022-08-26T07:06:35.115" v="591"/>
          <ac:grpSpMkLst>
            <pc:docMk/>
            <pc:sldMk cId="1553372559" sldId="598"/>
            <ac:grpSpMk id="7" creationId="{66729D90-1ECB-A9B5-3854-C97000B84E75}"/>
          </ac:grpSpMkLst>
        </pc:grpChg>
        <pc:grpChg chg="mod">
          <ac:chgData name="Hieu Do" userId="8091c26b-a61d-4e97-addd-a670c191ef7c" providerId="ADAL" clId="{E6FD9D94-A136-884D-A270-DAEB309B7E5D}" dt="2022-08-26T07:06:35.115" v="591"/>
          <ac:grpSpMkLst>
            <pc:docMk/>
            <pc:sldMk cId="1553372559" sldId="598"/>
            <ac:grpSpMk id="9" creationId="{C3B85D4D-A6A2-D0DB-A2CF-3B5ED3D8B66F}"/>
          </ac:grpSpMkLst>
        </pc:grpChg>
        <pc:grpChg chg="mod">
          <ac:chgData name="Hieu Do" userId="8091c26b-a61d-4e97-addd-a670c191ef7c" providerId="ADAL" clId="{E6FD9D94-A136-884D-A270-DAEB309B7E5D}" dt="2022-08-26T07:06:35.115" v="591"/>
          <ac:grpSpMkLst>
            <pc:docMk/>
            <pc:sldMk cId="1553372559" sldId="598"/>
            <ac:grpSpMk id="12" creationId="{ECC67647-2A85-6E4E-07E3-165C4762EC4E}"/>
          </ac:grpSpMkLst>
        </pc:grpChg>
        <pc:grpChg chg="add mod">
          <ac:chgData name="Hieu Do" userId="8091c26b-a61d-4e97-addd-a670c191ef7c" providerId="ADAL" clId="{E6FD9D94-A136-884D-A270-DAEB309B7E5D}" dt="2022-08-26T07:17:27.320" v="956" actId="164"/>
          <ac:grpSpMkLst>
            <pc:docMk/>
            <pc:sldMk cId="1553372559" sldId="598"/>
            <ac:grpSpMk id="25" creationId="{D71ABC13-AC10-4A94-792C-F5A5AB2D2512}"/>
          </ac:grpSpMkLst>
        </pc:grpChg>
        <pc:graphicFrameChg chg="mod">
          <ac:chgData name="Hieu Do" userId="8091c26b-a61d-4e97-addd-a670c191ef7c" providerId="ADAL" clId="{E6FD9D94-A136-884D-A270-DAEB309B7E5D}" dt="2022-08-26T07:06:35.115" v="591"/>
          <ac:graphicFrameMkLst>
            <pc:docMk/>
            <pc:sldMk cId="1553372559" sldId="598"/>
            <ac:graphicFrameMk id="15" creationId="{DA2E7383-6750-8418-289B-52694E84F5D8}"/>
          </ac:graphicFrameMkLst>
        </pc:graphicFrameChg>
        <pc:picChg chg="mod">
          <ac:chgData name="Hieu Do" userId="8091c26b-a61d-4e97-addd-a670c191ef7c" providerId="ADAL" clId="{E6FD9D94-A136-884D-A270-DAEB309B7E5D}" dt="2022-08-26T07:06:35.115" v="591"/>
          <ac:picMkLst>
            <pc:docMk/>
            <pc:sldMk cId="1553372559" sldId="598"/>
            <ac:picMk id="8" creationId="{80E30B9F-4EED-5B60-AE46-3253275AD7EC}"/>
          </ac:picMkLst>
        </pc:picChg>
        <pc:picChg chg="mod">
          <ac:chgData name="Hieu Do" userId="8091c26b-a61d-4e97-addd-a670c191ef7c" providerId="ADAL" clId="{E6FD9D94-A136-884D-A270-DAEB309B7E5D}" dt="2022-08-26T07:06:35.115" v="591"/>
          <ac:picMkLst>
            <pc:docMk/>
            <pc:sldMk cId="1553372559" sldId="598"/>
            <ac:picMk id="10" creationId="{E55A7D0A-27CD-266A-8C3C-329615533A92}"/>
          </ac:picMkLst>
        </pc:picChg>
        <pc:picChg chg="mod">
          <ac:chgData name="Hieu Do" userId="8091c26b-a61d-4e97-addd-a670c191ef7c" providerId="ADAL" clId="{E6FD9D94-A136-884D-A270-DAEB309B7E5D}" dt="2022-08-26T07:06:35.115" v="591"/>
          <ac:picMkLst>
            <pc:docMk/>
            <pc:sldMk cId="1553372559" sldId="598"/>
            <ac:picMk id="13" creationId="{E42B63A0-F1E3-313B-CF27-89FA9D3CB169}"/>
          </ac:picMkLst>
        </pc:picChg>
        <pc:picChg chg="mod">
          <ac:chgData name="Hieu Do" userId="8091c26b-a61d-4e97-addd-a670c191ef7c" providerId="ADAL" clId="{E6FD9D94-A136-884D-A270-DAEB309B7E5D}" dt="2022-08-26T07:06:35.115" v="591"/>
          <ac:picMkLst>
            <pc:docMk/>
            <pc:sldMk cId="1553372559" sldId="598"/>
            <ac:picMk id="16" creationId="{F5152DCD-88A1-002C-0475-39D15E709B35}"/>
          </ac:picMkLst>
        </pc:picChg>
        <pc:picChg chg="add mod">
          <ac:chgData name="Hieu Do" userId="8091c26b-a61d-4e97-addd-a670c191ef7c" providerId="ADAL" clId="{E6FD9D94-A136-884D-A270-DAEB309B7E5D}" dt="2022-08-26T07:17:27.320" v="956" actId="164"/>
          <ac:picMkLst>
            <pc:docMk/>
            <pc:sldMk cId="1553372559" sldId="598"/>
            <ac:picMk id="17" creationId="{5F0A5997-2F50-A0AF-166B-44965E62A15A}"/>
          </ac:picMkLst>
        </pc:picChg>
      </pc:sldChg>
      <pc:sldChg chg="addSp delSp modSp add mod ord delAnim modAnim">
        <pc:chgData name="Hieu Do" userId="8091c26b-a61d-4e97-addd-a670c191ef7c" providerId="ADAL" clId="{E6FD9D94-A136-884D-A270-DAEB309B7E5D}" dt="2022-08-26T07:37:22.042" v="1381"/>
        <pc:sldMkLst>
          <pc:docMk/>
          <pc:sldMk cId="1103201334" sldId="599"/>
        </pc:sldMkLst>
        <pc:spChg chg="mod topLvl">
          <ac:chgData name="Hieu Do" userId="8091c26b-a61d-4e97-addd-a670c191ef7c" providerId="ADAL" clId="{E6FD9D94-A136-884D-A270-DAEB309B7E5D}" dt="2022-08-26T07:34:08.026" v="1363" actId="165"/>
          <ac:spMkLst>
            <pc:docMk/>
            <pc:sldMk cId="1103201334" sldId="599"/>
            <ac:spMk id="2" creationId="{71EFEBD4-223C-80F1-34DC-4A8E7698B320}"/>
          </ac:spMkLst>
        </pc:spChg>
        <pc:spChg chg="add del mod">
          <ac:chgData name="Hieu Do" userId="8091c26b-a61d-4e97-addd-a670c191ef7c" providerId="ADAL" clId="{E6FD9D94-A136-884D-A270-DAEB309B7E5D}" dt="2022-08-26T07:30:17.740" v="1199" actId="478"/>
          <ac:spMkLst>
            <pc:docMk/>
            <pc:sldMk cId="1103201334" sldId="599"/>
            <ac:spMk id="5" creationId="{1BF56F66-712D-B908-599E-6FE9D96F9890}"/>
          </ac:spMkLst>
        </pc:spChg>
        <pc:spChg chg="del mod">
          <ac:chgData name="Hieu Do" userId="8091c26b-a61d-4e97-addd-a670c191ef7c" providerId="ADAL" clId="{E6FD9D94-A136-884D-A270-DAEB309B7E5D}" dt="2022-08-26T07:28:51.112" v="1174" actId="478"/>
          <ac:spMkLst>
            <pc:docMk/>
            <pc:sldMk cId="1103201334" sldId="599"/>
            <ac:spMk id="8" creationId="{00000000-0000-0000-0000-000000000000}"/>
          </ac:spMkLst>
        </pc:spChg>
        <pc:spChg chg="del mod">
          <ac:chgData name="Hieu Do" userId="8091c26b-a61d-4e97-addd-a670c191ef7c" providerId="ADAL" clId="{E6FD9D94-A136-884D-A270-DAEB309B7E5D}" dt="2022-08-26T07:19:48.268" v="970" actId="478"/>
          <ac:spMkLst>
            <pc:docMk/>
            <pc:sldMk cId="1103201334" sldId="599"/>
            <ac:spMk id="9" creationId="{00000000-0000-0000-0000-000000000000}"/>
          </ac:spMkLst>
        </pc:spChg>
        <pc:spChg chg="del mod topLvl">
          <ac:chgData name="Hieu Do" userId="8091c26b-a61d-4e97-addd-a670c191ef7c" providerId="ADAL" clId="{E6FD9D94-A136-884D-A270-DAEB309B7E5D}" dt="2022-08-26T07:29:14.656" v="1177" actId="478"/>
          <ac:spMkLst>
            <pc:docMk/>
            <pc:sldMk cId="1103201334" sldId="599"/>
            <ac:spMk id="10" creationId="{00000000-0000-0000-0000-000000000000}"/>
          </ac:spMkLst>
        </pc:spChg>
        <pc:spChg chg="del mod">
          <ac:chgData name="Hieu Do" userId="8091c26b-a61d-4e97-addd-a670c191ef7c" providerId="ADAL" clId="{E6FD9D94-A136-884D-A270-DAEB309B7E5D}" dt="2022-08-26T07:29:59.797" v="1191" actId="478"/>
          <ac:spMkLst>
            <pc:docMk/>
            <pc:sldMk cId="1103201334" sldId="599"/>
            <ac:spMk id="13" creationId="{00000000-0000-0000-0000-000000000000}"/>
          </ac:spMkLst>
        </pc:spChg>
        <pc:spChg chg="del mod">
          <ac:chgData name="Hieu Do" userId="8091c26b-a61d-4e97-addd-a670c191ef7c" providerId="ADAL" clId="{E6FD9D94-A136-884D-A270-DAEB309B7E5D}" dt="2022-08-26T07:29:53.445" v="1188" actId="478"/>
          <ac:spMkLst>
            <pc:docMk/>
            <pc:sldMk cId="1103201334" sldId="599"/>
            <ac:spMk id="16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19:50.335" v="971" actId="478"/>
          <ac:spMkLst>
            <pc:docMk/>
            <pc:sldMk cId="1103201334" sldId="599"/>
            <ac:spMk id="17" creationId="{00000000-0000-0000-0000-000000000000}"/>
          </ac:spMkLst>
        </pc:spChg>
        <pc:spChg chg="del">
          <ac:chgData name="Hieu Do" userId="8091c26b-a61d-4e97-addd-a670c191ef7c" providerId="ADAL" clId="{E6FD9D94-A136-884D-A270-DAEB309B7E5D}" dt="2022-08-26T07:19:29.841" v="968" actId="478"/>
          <ac:spMkLst>
            <pc:docMk/>
            <pc:sldMk cId="1103201334" sldId="599"/>
            <ac:spMk id="18" creationId="{00000000-0000-0000-0000-000000000000}"/>
          </ac:spMkLst>
        </pc:spChg>
        <pc:spChg chg="add mod">
          <ac:chgData name="Hieu Do" userId="8091c26b-a61d-4e97-addd-a670c191ef7c" providerId="ADAL" clId="{E6FD9D94-A136-884D-A270-DAEB309B7E5D}" dt="2022-08-26T07:31:33.791" v="1210" actId="14100"/>
          <ac:spMkLst>
            <pc:docMk/>
            <pc:sldMk cId="1103201334" sldId="599"/>
            <ac:spMk id="20" creationId="{4072E8CF-6C60-434E-0505-722E2C647186}"/>
          </ac:spMkLst>
        </pc:spChg>
        <pc:spChg chg="add del mod">
          <ac:chgData name="Hieu Do" userId="8091c26b-a61d-4e97-addd-a670c191ef7c" providerId="ADAL" clId="{E6FD9D94-A136-884D-A270-DAEB309B7E5D}" dt="2022-08-26T07:30:21.557" v="1201" actId="478"/>
          <ac:spMkLst>
            <pc:docMk/>
            <pc:sldMk cId="1103201334" sldId="599"/>
            <ac:spMk id="21" creationId="{E73441C3-8B60-98F2-6C57-83DE9E940921}"/>
          </ac:spMkLst>
        </pc:spChg>
        <pc:spChg chg="mod">
          <ac:chgData name="Hieu Do" userId="8091c26b-a61d-4e97-addd-a670c191ef7c" providerId="ADAL" clId="{E6FD9D94-A136-884D-A270-DAEB309B7E5D}" dt="2022-08-26T07:34:08.026" v="1363" actId="165"/>
          <ac:spMkLst>
            <pc:docMk/>
            <pc:sldMk cId="1103201334" sldId="599"/>
            <ac:spMk id="25" creationId="{65B5DFD9-C802-F9F7-EE11-5EFEF82F478E}"/>
          </ac:spMkLst>
        </pc:spChg>
        <pc:spChg chg="add mod topLvl">
          <ac:chgData name="Hieu Do" userId="8091c26b-a61d-4e97-addd-a670c191ef7c" providerId="ADAL" clId="{E6FD9D94-A136-884D-A270-DAEB309B7E5D}" dt="2022-08-26T07:35:54.271" v="1372" actId="164"/>
          <ac:spMkLst>
            <pc:docMk/>
            <pc:sldMk cId="1103201334" sldId="599"/>
            <ac:spMk id="26" creationId="{E010AD61-452F-4AD1-1970-81AD272D40DF}"/>
          </ac:spMkLst>
        </pc:spChg>
        <pc:spChg chg="add mod">
          <ac:chgData name="Hieu Do" userId="8091c26b-a61d-4e97-addd-a670c191ef7c" providerId="ADAL" clId="{E6FD9D94-A136-884D-A270-DAEB309B7E5D}" dt="2022-08-26T07:30:14.300" v="1198" actId="14100"/>
          <ac:spMkLst>
            <pc:docMk/>
            <pc:sldMk cId="1103201334" sldId="599"/>
            <ac:spMk id="27" creationId="{C54E6DD6-5FA5-4FAF-B3E6-CD9D3BEFAE5F}"/>
          </ac:spMkLst>
        </pc:spChg>
        <pc:spChg chg="add mod">
          <ac:chgData name="Hieu Do" userId="8091c26b-a61d-4e97-addd-a670c191ef7c" providerId="ADAL" clId="{E6FD9D94-A136-884D-A270-DAEB309B7E5D}" dt="2022-08-26T07:31:00.249" v="1206" actId="1076"/>
          <ac:spMkLst>
            <pc:docMk/>
            <pc:sldMk cId="1103201334" sldId="599"/>
            <ac:spMk id="28" creationId="{35807AB5-54E4-735F-EBE3-986734106BEB}"/>
          </ac:spMkLst>
        </pc:spChg>
        <pc:spChg chg="add mod">
          <ac:chgData name="Hieu Do" userId="8091c26b-a61d-4e97-addd-a670c191ef7c" providerId="ADAL" clId="{E6FD9D94-A136-884D-A270-DAEB309B7E5D}" dt="2022-08-26T07:31:58.089" v="1217" actId="14100"/>
          <ac:spMkLst>
            <pc:docMk/>
            <pc:sldMk cId="1103201334" sldId="599"/>
            <ac:spMk id="29" creationId="{B5335C40-88D0-BB34-E379-6907930271AF}"/>
          </ac:spMkLst>
        </pc:spChg>
        <pc:grpChg chg="add del mod">
          <ac:chgData name="Hieu Do" userId="8091c26b-a61d-4e97-addd-a670c191ef7c" providerId="ADAL" clId="{E6FD9D94-A136-884D-A270-DAEB309B7E5D}" dt="2022-08-26T07:29:14.656" v="1177" actId="478"/>
          <ac:grpSpMkLst>
            <pc:docMk/>
            <pc:sldMk cId="1103201334" sldId="599"/>
            <ac:grpSpMk id="3" creationId="{811E4E74-BC1F-CEA7-C6C5-A95D2A5A6F28}"/>
          </ac:grpSpMkLst>
        </pc:grpChg>
        <pc:grpChg chg="del mod">
          <ac:chgData name="Hieu Do" userId="8091c26b-a61d-4e97-addd-a670c191ef7c" providerId="ADAL" clId="{E6FD9D94-A136-884D-A270-DAEB309B7E5D}" dt="2022-08-26T07:28:49.256" v="1173" actId="478"/>
          <ac:grpSpMkLst>
            <pc:docMk/>
            <pc:sldMk cId="1103201334" sldId="599"/>
            <ac:grpSpMk id="6" creationId="{00000000-0000-0000-0000-000000000000}"/>
          </ac:grpSpMkLst>
        </pc:grpChg>
        <pc:grpChg chg="add mod topLvl">
          <ac:chgData name="Hieu Do" userId="8091c26b-a61d-4e97-addd-a670c191ef7c" providerId="ADAL" clId="{E6FD9D94-A136-884D-A270-DAEB309B7E5D}" dt="2022-08-26T07:35:54.271" v="1372" actId="164"/>
          <ac:grpSpMkLst>
            <pc:docMk/>
            <pc:sldMk cId="1103201334" sldId="599"/>
            <ac:grpSpMk id="22" creationId="{EEAE09E9-FBD0-2183-23EF-9D7FCB6CF091}"/>
          </ac:grpSpMkLst>
        </pc:grpChg>
        <pc:grpChg chg="add del mod">
          <ac:chgData name="Hieu Do" userId="8091c26b-a61d-4e97-addd-a670c191ef7c" providerId="ADAL" clId="{E6FD9D94-A136-884D-A270-DAEB309B7E5D}" dt="2022-08-26T07:34:08.026" v="1363" actId="165"/>
          <ac:grpSpMkLst>
            <pc:docMk/>
            <pc:sldMk cId="1103201334" sldId="599"/>
            <ac:grpSpMk id="30" creationId="{7E0B1E71-BFDD-AE3B-C52C-8C44D0F74437}"/>
          </ac:grpSpMkLst>
        </pc:grpChg>
        <pc:grpChg chg="add mod">
          <ac:chgData name="Hieu Do" userId="8091c26b-a61d-4e97-addd-a670c191ef7c" providerId="ADAL" clId="{E6FD9D94-A136-884D-A270-DAEB309B7E5D}" dt="2022-08-26T07:35:54.271" v="1372" actId="164"/>
          <ac:grpSpMkLst>
            <pc:docMk/>
            <pc:sldMk cId="1103201334" sldId="599"/>
            <ac:grpSpMk id="31" creationId="{82C79BCD-CADA-9F45-8996-FFD67D86E0D5}"/>
          </ac:grpSpMkLst>
        </pc:grpChg>
        <pc:graphicFrameChg chg="del mod">
          <ac:chgData name="Hieu Do" userId="8091c26b-a61d-4e97-addd-a670c191ef7c" providerId="ADAL" clId="{E6FD9D94-A136-884D-A270-DAEB309B7E5D}" dt="2022-08-26T07:30:19.675" v="1200" actId="478"/>
          <ac:graphicFrameMkLst>
            <pc:docMk/>
            <pc:sldMk cId="1103201334" sldId="599"/>
            <ac:graphicFrameMk id="11" creationId="{00000000-0000-0000-0000-000000000000}"/>
          </ac:graphicFrameMkLst>
        </pc:graphicFrameChg>
        <pc:picChg chg="del mod">
          <ac:chgData name="Hieu Do" userId="8091c26b-a61d-4e97-addd-a670c191ef7c" providerId="ADAL" clId="{E6FD9D94-A136-884D-A270-DAEB309B7E5D}" dt="2022-08-26T07:28:49.256" v="1173" actId="478"/>
          <ac:picMkLst>
            <pc:docMk/>
            <pc:sldMk cId="1103201334" sldId="599"/>
            <ac:picMk id="7" creationId="{00000000-0000-0000-0000-000000000000}"/>
          </ac:picMkLst>
        </pc:picChg>
        <pc:picChg chg="mod">
          <ac:chgData name="Hieu Do" userId="8091c26b-a61d-4e97-addd-a670c191ef7c" providerId="ADAL" clId="{E6FD9D94-A136-884D-A270-DAEB309B7E5D}" dt="2022-08-26T07:34:08.026" v="1363" actId="165"/>
          <ac:picMkLst>
            <pc:docMk/>
            <pc:sldMk cId="1103201334" sldId="599"/>
            <ac:picMk id="23" creationId="{10921460-2481-C3F9-2AF6-76C32D86DF30}"/>
          </ac:picMkLst>
        </pc:picChg>
        <pc:cxnChg chg="del mod">
          <ac:chgData name="Hieu Do" userId="8091c26b-a61d-4e97-addd-a670c191ef7c" providerId="ADAL" clId="{E6FD9D94-A136-884D-A270-DAEB309B7E5D}" dt="2022-08-26T07:29:56.623" v="1189" actId="478"/>
          <ac:cxnSpMkLst>
            <pc:docMk/>
            <pc:sldMk cId="1103201334" sldId="599"/>
            <ac:cxnSpMk id="12" creationId="{00000000-0000-0000-0000-000000000000}"/>
          </ac:cxnSpMkLst>
        </pc:cxnChg>
        <pc:cxnChg chg="del mod">
          <ac:chgData name="Hieu Do" userId="8091c26b-a61d-4e97-addd-a670c191ef7c" providerId="ADAL" clId="{E6FD9D94-A136-884D-A270-DAEB309B7E5D}" dt="2022-08-26T07:29:57.613" v="1190" actId="478"/>
          <ac:cxnSpMkLst>
            <pc:docMk/>
            <pc:sldMk cId="1103201334" sldId="599"/>
            <ac:cxnSpMk id="15" creationId="{00000000-0000-0000-0000-000000000000}"/>
          </ac:cxnSpMkLst>
        </pc:cxnChg>
      </pc:sldChg>
      <pc:sldChg chg="addSp delSp modSp add mod ord modAnim">
        <pc:chgData name="Hieu Do" userId="8091c26b-a61d-4e97-addd-a670c191ef7c" providerId="ADAL" clId="{E6FD9D94-A136-884D-A270-DAEB309B7E5D}" dt="2022-08-26T07:35:37.456" v="1371"/>
        <pc:sldMkLst>
          <pc:docMk/>
          <pc:sldMk cId="625789174" sldId="600"/>
        </pc:sldMkLst>
        <pc:spChg chg="mod topLvl">
          <ac:chgData name="Hieu Do" userId="8091c26b-a61d-4e97-addd-a670c191ef7c" providerId="ADAL" clId="{E6FD9D94-A136-884D-A270-DAEB309B7E5D}" dt="2022-08-26T07:34:27.891" v="1364" actId="165"/>
          <ac:spMkLst>
            <pc:docMk/>
            <pc:sldMk cId="625789174" sldId="600"/>
            <ac:spMk id="2" creationId="{71EFEBD4-223C-80F1-34DC-4A8E7698B320}"/>
          </ac:spMkLst>
        </pc:spChg>
        <pc:spChg chg="mod">
          <ac:chgData name="Hieu Do" userId="8091c26b-a61d-4e97-addd-a670c191ef7c" providerId="ADAL" clId="{E6FD9D94-A136-884D-A270-DAEB309B7E5D}" dt="2022-08-26T07:34:27.891" v="1364" actId="165"/>
          <ac:spMkLst>
            <pc:docMk/>
            <pc:sldMk cId="625789174" sldId="600"/>
            <ac:spMk id="8" creationId="{00000000-0000-0000-0000-000000000000}"/>
          </ac:spMkLst>
        </pc:spChg>
        <pc:spChg chg="add del mod">
          <ac:chgData name="Hieu Do" userId="8091c26b-a61d-4e97-addd-a670c191ef7c" providerId="ADAL" clId="{E6FD9D94-A136-884D-A270-DAEB309B7E5D}" dt="2022-08-26T07:32:41.805" v="1223"/>
          <ac:spMkLst>
            <pc:docMk/>
            <pc:sldMk cId="625789174" sldId="600"/>
            <ac:spMk id="9" creationId="{41545D00-B219-DD43-5D13-95F474965A77}"/>
          </ac:spMkLst>
        </pc:spChg>
        <pc:spChg chg="mod topLvl">
          <ac:chgData name="Hieu Do" userId="8091c26b-a61d-4e97-addd-a670c191ef7c" providerId="ADAL" clId="{E6FD9D94-A136-884D-A270-DAEB309B7E5D}" dt="2022-08-26T07:34:36.731" v="1365" actId="164"/>
          <ac:spMkLst>
            <pc:docMk/>
            <pc:sldMk cId="625789174" sldId="600"/>
            <ac:spMk id="10" creationId="{00000000-0000-0000-0000-000000000000}"/>
          </ac:spMkLst>
        </pc:spChg>
        <pc:spChg chg="mod">
          <ac:chgData name="Hieu Do" userId="8091c26b-a61d-4e97-addd-a670c191ef7c" providerId="ADAL" clId="{E6FD9D94-A136-884D-A270-DAEB309B7E5D}" dt="2022-08-26T07:35:28.921" v="1370" actId="164"/>
          <ac:spMkLst>
            <pc:docMk/>
            <pc:sldMk cId="625789174" sldId="600"/>
            <ac:spMk id="20" creationId="{4072E8CF-6C60-434E-0505-722E2C647186}"/>
          </ac:spMkLst>
        </pc:spChg>
        <pc:spChg chg="mod">
          <ac:chgData name="Hieu Do" userId="8091c26b-a61d-4e97-addd-a670c191ef7c" providerId="ADAL" clId="{E6FD9D94-A136-884D-A270-DAEB309B7E5D}" dt="2022-08-26T07:35:28.921" v="1370" actId="164"/>
          <ac:spMkLst>
            <pc:docMk/>
            <pc:sldMk cId="625789174" sldId="600"/>
            <ac:spMk id="21" creationId="{E73441C3-8B60-98F2-6C57-83DE9E940921}"/>
          </ac:spMkLst>
        </pc:spChg>
        <pc:grpChg chg="del mod">
          <ac:chgData name="Hieu Do" userId="8091c26b-a61d-4e97-addd-a670c191ef7c" providerId="ADAL" clId="{E6FD9D94-A136-884D-A270-DAEB309B7E5D}" dt="2022-08-26T07:34:27.891" v="1364" actId="165"/>
          <ac:grpSpMkLst>
            <pc:docMk/>
            <pc:sldMk cId="625789174" sldId="600"/>
            <ac:grpSpMk id="3" creationId="{811E4E74-BC1F-CEA7-C6C5-A95D2A5A6F28}"/>
          </ac:grpSpMkLst>
        </pc:grpChg>
        <pc:grpChg chg="mod topLvl">
          <ac:chgData name="Hieu Do" userId="8091c26b-a61d-4e97-addd-a670c191ef7c" providerId="ADAL" clId="{E6FD9D94-A136-884D-A270-DAEB309B7E5D}" dt="2022-08-26T07:34:36.731" v="1365" actId="164"/>
          <ac:grpSpMkLst>
            <pc:docMk/>
            <pc:sldMk cId="625789174" sldId="600"/>
            <ac:grpSpMk id="6" creationId="{00000000-0000-0000-0000-000000000000}"/>
          </ac:grpSpMkLst>
        </pc:grpChg>
        <pc:grpChg chg="add mod">
          <ac:chgData name="Hieu Do" userId="8091c26b-a61d-4e97-addd-a670c191ef7c" providerId="ADAL" clId="{E6FD9D94-A136-884D-A270-DAEB309B7E5D}" dt="2022-08-26T07:34:36.731" v="1365" actId="164"/>
          <ac:grpSpMkLst>
            <pc:docMk/>
            <pc:sldMk cId="625789174" sldId="600"/>
            <ac:grpSpMk id="17" creationId="{FC1C02DE-42FB-E68F-172A-7980F507BFB8}"/>
          </ac:grpSpMkLst>
        </pc:grpChg>
        <pc:grpChg chg="add mod">
          <ac:chgData name="Hieu Do" userId="8091c26b-a61d-4e97-addd-a670c191ef7c" providerId="ADAL" clId="{E6FD9D94-A136-884D-A270-DAEB309B7E5D}" dt="2022-08-26T07:35:28.921" v="1370" actId="164"/>
          <ac:grpSpMkLst>
            <pc:docMk/>
            <pc:sldMk cId="625789174" sldId="600"/>
            <ac:grpSpMk id="18" creationId="{481F9851-5EF5-3098-6562-0CC9FAFA1635}"/>
          </ac:grpSpMkLst>
        </pc:grpChg>
        <pc:picChg chg="mod">
          <ac:chgData name="Hieu Do" userId="8091c26b-a61d-4e97-addd-a670c191ef7c" providerId="ADAL" clId="{E6FD9D94-A136-884D-A270-DAEB309B7E5D}" dt="2022-08-26T07:34:27.891" v="1364" actId="165"/>
          <ac:picMkLst>
            <pc:docMk/>
            <pc:sldMk cId="625789174" sldId="600"/>
            <ac:picMk id="7" creationId="{00000000-0000-0000-0000-000000000000}"/>
          </ac:picMkLst>
        </pc:picChg>
      </pc:sldChg>
      <pc:sldChg chg="addSp delSp modSp add mod delAnim modAnim">
        <pc:chgData name="Hieu Do" userId="8091c26b-a61d-4e97-addd-a670c191ef7c" providerId="ADAL" clId="{E6FD9D94-A136-884D-A270-DAEB309B7E5D}" dt="2022-09-06T10:21:22.591" v="2738" actId="20577"/>
        <pc:sldMkLst>
          <pc:docMk/>
          <pc:sldMk cId="3477223425" sldId="601"/>
        </pc:sldMkLst>
        <pc:spChg chg="add mod">
          <ac:chgData name="Hieu Do" userId="8091c26b-a61d-4e97-addd-a670c191ef7c" providerId="ADAL" clId="{E6FD9D94-A136-884D-A270-DAEB309B7E5D}" dt="2022-08-26T08:09:36.583" v="2532" actId="1076"/>
          <ac:spMkLst>
            <pc:docMk/>
            <pc:sldMk cId="3477223425" sldId="601"/>
            <ac:spMk id="9" creationId="{1D2BD8CD-60DF-6671-7B98-0D1692B81D96}"/>
          </ac:spMkLst>
        </pc:spChg>
        <pc:spChg chg="add mod">
          <ac:chgData name="Hieu Do" userId="8091c26b-a61d-4e97-addd-a670c191ef7c" providerId="ADAL" clId="{E6FD9D94-A136-884D-A270-DAEB309B7E5D}" dt="2022-08-26T08:09:40.208" v="2533" actId="1076"/>
          <ac:spMkLst>
            <pc:docMk/>
            <pc:sldMk cId="3477223425" sldId="601"/>
            <ac:spMk id="12" creationId="{8D12FA1F-5ADD-102D-5391-E3AD53142D77}"/>
          </ac:spMkLst>
        </pc:spChg>
        <pc:spChg chg="mod">
          <ac:chgData name="Hieu Do" userId="8091c26b-a61d-4e97-addd-a670c191ef7c" providerId="ADAL" clId="{E6FD9D94-A136-884D-A270-DAEB309B7E5D}" dt="2022-08-26T08:09:43.035" v="2534" actId="1076"/>
          <ac:spMkLst>
            <pc:docMk/>
            <pc:sldMk cId="3477223425" sldId="601"/>
            <ac:spMk id="20" creationId="{F35E3D0A-C129-FE04-5D28-A9546AB509BD}"/>
          </ac:spMkLst>
        </pc:spChg>
        <pc:spChg chg="mod">
          <ac:chgData name="Hieu Do" userId="8091c26b-a61d-4e97-addd-a670c191ef7c" providerId="ADAL" clId="{E6FD9D94-A136-884D-A270-DAEB309B7E5D}" dt="2022-08-26T08:09:43.035" v="2534" actId="1076"/>
          <ac:spMkLst>
            <pc:docMk/>
            <pc:sldMk cId="3477223425" sldId="601"/>
            <ac:spMk id="21" creationId="{A7D350A9-A51D-701E-D4FB-332DDD12A7A5}"/>
          </ac:spMkLst>
        </pc:spChg>
        <pc:spChg chg="add del mod">
          <ac:chgData name="Hieu Do" userId="8091c26b-a61d-4e97-addd-a670c191ef7c" providerId="ADAL" clId="{E6FD9D94-A136-884D-A270-DAEB309B7E5D}" dt="2022-08-26T08:15:19.088" v="2719" actId="478"/>
          <ac:spMkLst>
            <pc:docMk/>
            <pc:sldMk cId="3477223425" sldId="601"/>
            <ac:spMk id="22" creationId="{5368F61C-15F2-08E4-7F29-531357FF38E9}"/>
          </ac:spMkLst>
        </pc:spChg>
        <pc:spChg chg="mod">
          <ac:chgData name="Hieu Do" userId="8091c26b-a61d-4e97-addd-a670c191ef7c" providerId="ADAL" clId="{E6FD9D94-A136-884D-A270-DAEB309B7E5D}" dt="2022-09-06T10:21:22.591" v="2738" actId="20577"/>
          <ac:spMkLst>
            <pc:docMk/>
            <pc:sldMk cId="3477223425" sldId="601"/>
            <ac:spMk id="26" creationId="{00000000-0000-0000-0000-000000000000}"/>
          </ac:spMkLst>
        </pc:spChg>
        <pc:spChg chg="add del mod">
          <ac:chgData name="Hieu Do" userId="8091c26b-a61d-4e97-addd-a670c191ef7c" providerId="ADAL" clId="{E6FD9D94-A136-884D-A270-DAEB309B7E5D}" dt="2022-08-26T08:14:52.623" v="2713" actId="478"/>
          <ac:spMkLst>
            <pc:docMk/>
            <pc:sldMk cId="3477223425" sldId="601"/>
            <ac:spMk id="26" creationId="{B9BA0E2C-3F9C-C3CA-62A4-FFCF77736160}"/>
          </ac:spMkLst>
        </pc:spChg>
        <pc:spChg chg="mod">
          <ac:chgData name="Hieu Do" userId="8091c26b-a61d-4e97-addd-a670c191ef7c" providerId="ADAL" clId="{E6FD9D94-A136-884D-A270-DAEB309B7E5D}" dt="2022-08-26T08:15:22.479" v="2720" actId="1076"/>
          <ac:spMkLst>
            <pc:docMk/>
            <pc:sldMk cId="3477223425" sldId="601"/>
            <ac:spMk id="28" creationId="{1F32E019-DD64-7524-C917-3D1FD459A649}"/>
          </ac:spMkLst>
        </pc:spChg>
        <pc:spChg chg="mod">
          <ac:chgData name="Hieu Do" userId="8091c26b-a61d-4e97-addd-a670c191ef7c" providerId="ADAL" clId="{E6FD9D94-A136-884D-A270-DAEB309B7E5D}" dt="2022-08-26T08:15:22.479" v="2720" actId="1076"/>
          <ac:spMkLst>
            <pc:docMk/>
            <pc:sldMk cId="3477223425" sldId="601"/>
            <ac:spMk id="29" creationId="{B20CCDDF-E75A-939D-06F1-2589FE932E95}"/>
          </ac:spMkLst>
        </pc:spChg>
        <pc:grpChg chg="add mod">
          <ac:chgData name="Hieu Do" userId="8091c26b-a61d-4e97-addd-a670c191ef7c" providerId="ADAL" clId="{E6FD9D94-A136-884D-A270-DAEB309B7E5D}" dt="2022-08-26T08:09:36.583" v="2532" actId="1076"/>
          <ac:grpSpMkLst>
            <pc:docMk/>
            <pc:sldMk cId="3477223425" sldId="601"/>
            <ac:grpSpMk id="11" creationId="{F351E5FC-2976-4C8D-FCC2-2E85319B12CE}"/>
          </ac:grpSpMkLst>
        </pc:grpChg>
        <pc:grpChg chg="add mod">
          <ac:chgData name="Hieu Do" userId="8091c26b-a61d-4e97-addd-a670c191ef7c" providerId="ADAL" clId="{E6FD9D94-A136-884D-A270-DAEB309B7E5D}" dt="2022-08-26T08:09:43.035" v="2534" actId="1076"/>
          <ac:grpSpMkLst>
            <pc:docMk/>
            <pc:sldMk cId="3477223425" sldId="601"/>
            <ac:grpSpMk id="16" creationId="{63DD4145-49CB-D241-0612-AC8D7DAD0114}"/>
          </ac:grpSpMkLst>
        </pc:grpChg>
        <pc:grpChg chg="add mod">
          <ac:chgData name="Hieu Do" userId="8091c26b-a61d-4e97-addd-a670c191ef7c" providerId="ADAL" clId="{E6FD9D94-A136-884D-A270-DAEB309B7E5D}" dt="2022-08-26T08:15:22.479" v="2720" actId="1076"/>
          <ac:grpSpMkLst>
            <pc:docMk/>
            <pc:sldMk cId="3477223425" sldId="601"/>
            <ac:grpSpMk id="27" creationId="{F4CB9109-1E4A-6F97-EC97-491914947ACC}"/>
          </ac:grpSpMkLst>
        </pc:grpChg>
        <pc:grpChg chg="del">
          <ac:chgData name="Hieu Do" userId="8091c26b-a61d-4e97-addd-a670c191ef7c" providerId="ADAL" clId="{E6FD9D94-A136-884D-A270-DAEB309B7E5D}" dt="2022-08-26T08:06:36.088" v="2517" actId="478"/>
          <ac:grpSpMkLst>
            <pc:docMk/>
            <pc:sldMk cId="3477223425" sldId="601"/>
            <ac:grpSpMk id="49" creationId="{4314CEEE-6920-B59B-CB7A-6DADB59861AB}"/>
          </ac:grpSpMkLst>
        </pc:grpChg>
        <pc:grpChg chg="del">
          <ac:chgData name="Hieu Do" userId="8091c26b-a61d-4e97-addd-a670c191ef7c" providerId="ADAL" clId="{E6FD9D94-A136-884D-A270-DAEB309B7E5D}" dt="2022-08-26T08:06:30.718" v="2515" actId="478"/>
          <ac:grpSpMkLst>
            <pc:docMk/>
            <pc:sldMk cId="3477223425" sldId="601"/>
            <ac:grpSpMk id="53" creationId="{418BC3FB-A4FC-8FCA-3D65-41D638654FEE}"/>
          </ac:grpSpMkLst>
        </pc:grpChg>
        <pc:grpChg chg="del">
          <ac:chgData name="Hieu Do" userId="8091c26b-a61d-4e97-addd-a670c191ef7c" providerId="ADAL" clId="{E6FD9D94-A136-884D-A270-DAEB309B7E5D}" dt="2022-08-26T08:06:33.635" v="2516" actId="478"/>
          <ac:grpSpMkLst>
            <pc:docMk/>
            <pc:sldMk cId="3477223425" sldId="601"/>
            <ac:grpSpMk id="54" creationId="{238107C9-FDD6-B2F3-99D5-50724830711E}"/>
          </ac:grpSpMkLst>
        </pc:grpChg>
        <pc:picChg chg="add mod">
          <ac:chgData name="Hieu Do" userId="8091c26b-a61d-4e97-addd-a670c191ef7c" providerId="ADAL" clId="{E6FD9D94-A136-884D-A270-DAEB309B7E5D}" dt="2022-08-26T08:09:36.583" v="2532" actId="1076"/>
          <ac:picMkLst>
            <pc:docMk/>
            <pc:sldMk cId="3477223425" sldId="601"/>
            <ac:picMk id="2" creationId="{568ADC2F-814F-4C46-83B7-6A9275935D86}"/>
          </ac:picMkLst>
        </pc:picChg>
        <pc:picChg chg="mod">
          <ac:chgData name="Hieu Do" userId="8091c26b-a61d-4e97-addd-a670c191ef7c" providerId="ADAL" clId="{E6FD9D94-A136-884D-A270-DAEB309B7E5D}" dt="2022-08-26T08:09:43.035" v="2534" actId="1076"/>
          <ac:picMkLst>
            <pc:docMk/>
            <pc:sldMk cId="3477223425" sldId="601"/>
            <ac:picMk id="17" creationId="{4DA2A50D-7F9E-49AB-60E5-D7EDC3E1B315}"/>
          </ac:picMkLst>
        </pc:picChg>
        <pc:picChg chg="add del mod">
          <ac:chgData name="Hieu Do" userId="8091c26b-a61d-4e97-addd-a670c191ef7c" providerId="ADAL" clId="{E6FD9D94-A136-884D-A270-DAEB309B7E5D}" dt="2022-08-26T08:14:53.617" v="2714" actId="478"/>
          <ac:picMkLst>
            <pc:docMk/>
            <pc:sldMk cId="3477223425" sldId="601"/>
            <ac:picMk id="23" creationId="{13271B26-51FA-D201-F367-3126F8544DD0}"/>
          </ac:picMkLst>
        </pc:picChg>
        <pc:cxnChg chg="add mod">
          <ac:chgData name="Hieu Do" userId="8091c26b-a61d-4e97-addd-a670c191ef7c" providerId="ADAL" clId="{E6FD9D94-A136-884D-A270-DAEB309B7E5D}" dt="2022-08-26T08:09:36.583" v="2532" actId="1076"/>
          <ac:cxnSpMkLst>
            <pc:docMk/>
            <pc:sldMk cId="3477223425" sldId="601"/>
            <ac:cxnSpMk id="5" creationId="{784D643C-4BD3-2310-800F-51723E387376}"/>
          </ac:cxnSpMkLst>
        </pc:cxnChg>
        <pc:cxnChg chg="add mod">
          <ac:chgData name="Hieu Do" userId="8091c26b-a61d-4e97-addd-a670c191ef7c" providerId="ADAL" clId="{E6FD9D94-A136-884D-A270-DAEB309B7E5D}" dt="2022-08-26T08:09:36.583" v="2532" actId="1076"/>
          <ac:cxnSpMkLst>
            <pc:docMk/>
            <pc:sldMk cId="3477223425" sldId="601"/>
            <ac:cxnSpMk id="6" creationId="{2DDA2123-819F-E160-8B96-2C6C2A069ED4}"/>
          </ac:cxnSpMkLst>
        </pc:cxnChg>
        <pc:cxnChg chg="add mod">
          <ac:chgData name="Hieu Do" userId="8091c26b-a61d-4e97-addd-a670c191ef7c" providerId="ADAL" clId="{E6FD9D94-A136-884D-A270-DAEB309B7E5D}" dt="2022-08-26T08:09:36.583" v="2532" actId="1076"/>
          <ac:cxnSpMkLst>
            <pc:docMk/>
            <pc:sldMk cId="3477223425" sldId="601"/>
            <ac:cxnSpMk id="7" creationId="{AA2AB775-8D3C-4E13-92FF-516F2D1EB262}"/>
          </ac:cxnSpMkLst>
        </pc:cxnChg>
        <pc:cxnChg chg="add mod">
          <ac:chgData name="Hieu Do" userId="8091c26b-a61d-4e97-addd-a670c191ef7c" providerId="ADAL" clId="{E6FD9D94-A136-884D-A270-DAEB309B7E5D}" dt="2022-08-26T08:09:36.583" v="2532" actId="1076"/>
          <ac:cxnSpMkLst>
            <pc:docMk/>
            <pc:sldMk cId="3477223425" sldId="601"/>
            <ac:cxnSpMk id="8" creationId="{70E76E7B-65F2-3DE0-F90C-81069B3B749E}"/>
          </ac:cxnSpMkLst>
        </pc:cxnChg>
        <pc:cxnChg chg="add mod">
          <ac:chgData name="Hieu Do" userId="8091c26b-a61d-4e97-addd-a670c191ef7c" providerId="ADAL" clId="{E6FD9D94-A136-884D-A270-DAEB309B7E5D}" dt="2022-08-26T08:09:36.583" v="2532" actId="1076"/>
          <ac:cxnSpMkLst>
            <pc:docMk/>
            <pc:sldMk cId="3477223425" sldId="601"/>
            <ac:cxnSpMk id="10" creationId="{2419C206-9F4B-84BB-A8C5-F28B4FC63F83}"/>
          </ac:cxnSpMkLst>
        </pc:cxnChg>
        <pc:cxnChg chg="mod">
          <ac:chgData name="Hieu Do" userId="8091c26b-a61d-4e97-addd-a670c191ef7c" providerId="ADAL" clId="{E6FD9D94-A136-884D-A270-DAEB309B7E5D}" dt="2022-08-26T08:09:43.035" v="2534" actId="1076"/>
          <ac:cxnSpMkLst>
            <pc:docMk/>
            <pc:sldMk cId="3477223425" sldId="601"/>
            <ac:cxnSpMk id="18" creationId="{27B603BE-60FF-58B8-CEB8-1F3DEABD8986}"/>
          </ac:cxnSpMkLst>
        </pc:cxnChg>
        <pc:cxnChg chg="add del mod">
          <ac:chgData name="Hieu Do" userId="8091c26b-a61d-4e97-addd-a670c191ef7c" providerId="ADAL" clId="{E6FD9D94-A136-884D-A270-DAEB309B7E5D}" dt="2022-08-26T08:14:54.434" v="2715" actId="478"/>
          <ac:cxnSpMkLst>
            <pc:docMk/>
            <pc:sldMk cId="3477223425" sldId="601"/>
            <ac:cxnSpMk id="25" creationId="{1FCD41D2-DB79-0EE9-9FF1-D62643C1640F}"/>
          </ac:cxnSpMkLst>
        </pc:cxnChg>
      </pc:sldChg>
      <pc:sldChg chg="add">
        <pc:chgData name="Hieu Do" userId="8091c26b-a61d-4e97-addd-a670c191ef7c" providerId="ADAL" clId="{E6FD9D94-A136-884D-A270-DAEB309B7E5D}" dt="2022-08-26T08:06:39.473" v="2518" actId="2890"/>
        <pc:sldMkLst>
          <pc:docMk/>
          <pc:sldMk cId="3402493432" sldId="60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1983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B414E6-0901-4C71-966F-7CA36C1AD577}" type="presOf" srcId="{6020F2F5-18D7-485C-AB4F-5C4FD6914039}" destId="{137ACDC8-D503-40EA-93C7-101444AE43E6}" srcOrd="0" destOrd="0" presId="urn:microsoft.com/office/officeart/2005/8/layout/chevron1"/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A79C7230-7AFA-46FC-BDD4-184BA9D34337}" type="presOf" srcId="{EE24A3D2-9C18-4042-8590-2C365F200BFE}" destId="{B62C78FC-A63E-4E93-9C52-85E0CA0DF36B}" srcOrd="0" destOrd="0" presId="urn:microsoft.com/office/officeart/2005/8/layout/chevron1"/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0CC9E3EE-61F1-4FF1-B04C-96C440D2A21F}" type="presOf" srcId="{F8045253-2EBC-4608-9430-6ABD9B684E5D}" destId="{CA071D9C-5A72-4A12-8090-4873BD8344E1}" srcOrd="0" destOrd="0" presId="urn:microsoft.com/office/officeart/2005/8/layout/chevron1"/>
    <dgm:cxn modelId="{688FFF96-48D1-4E10-BC2E-B36D9D4A6575}" type="presOf" srcId="{BE604884-4EF0-45E9-A9CF-A04BD9C79C45}" destId="{55FB9EFF-43AF-4FD6-8D91-3CBC27C7BDBE}" srcOrd="0" destOrd="0" presId="urn:microsoft.com/office/officeart/2005/8/layout/chevron1"/>
    <dgm:cxn modelId="{A9152D5E-B03B-45AA-8F3C-4272228AB545}" type="presOf" srcId="{A29A517C-0020-4A60-B10B-6B4C8A7D3D6D}" destId="{32EF1698-A5CA-40B1-8098-C5548CA0ACD5}" srcOrd="0" destOrd="0" presId="urn:microsoft.com/office/officeart/2005/8/layout/chevron1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54E1714E-EDD7-444C-8213-18663E69627A}" type="presOf" srcId="{1BB58555-D986-43A9-A1E6-CA3839FEB39F}" destId="{6E61CAAE-5567-469B-B8B9-01DD5A9DBA04}" srcOrd="0" destOrd="0" presId="urn:microsoft.com/office/officeart/2005/8/layout/chevron1"/>
    <dgm:cxn modelId="{9DC588E2-F3D3-4E5C-9757-5E64D686CCD6}" type="presParOf" srcId="{55FB9EFF-43AF-4FD6-8D91-3CBC27C7BDBE}" destId="{32EF1698-A5CA-40B1-8098-C5548CA0ACD5}" srcOrd="0" destOrd="0" presId="urn:microsoft.com/office/officeart/2005/8/layout/chevron1"/>
    <dgm:cxn modelId="{CA271ADA-1E3D-4FAA-A75D-893E5F191054}" type="presParOf" srcId="{55FB9EFF-43AF-4FD6-8D91-3CBC27C7BDBE}" destId="{9775D46A-A64C-49B4-A8E0-A4E9C1CF4BB1}" srcOrd="1" destOrd="0" presId="urn:microsoft.com/office/officeart/2005/8/layout/chevron1"/>
    <dgm:cxn modelId="{CD91B267-B017-47A3-BA5C-4CC4440BF9B9}" type="presParOf" srcId="{55FB9EFF-43AF-4FD6-8D91-3CBC27C7BDBE}" destId="{CA071D9C-5A72-4A12-8090-4873BD8344E1}" srcOrd="2" destOrd="0" presId="urn:microsoft.com/office/officeart/2005/8/layout/chevron1"/>
    <dgm:cxn modelId="{B6E52941-81D4-4F29-8440-90F50336DA1A}" type="presParOf" srcId="{55FB9EFF-43AF-4FD6-8D91-3CBC27C7BDBE}" destId="{77295019-50F7-4C69-87A4-DBC0D6D59C3E}" srcOrd="3" destOrd="0" presId="urn:microsoft.com/office/officeart/2005/8/layout/chevron1"/>
    <dgm:cxn modelId="{E42FEE5B-2394-4D7A-BE58-D48F0F8B2836}" type="presParOf" srcId="{55FB9EFF-43AF-4FD6-8D91-3CBC27C7BDBE}" destId="{137ACDC8-D503-40EA-93C7-101444AE43E6}" srcOrd="4" destOrd="0" presId="urn:microsoft.com/office/officeart/2005/8/layout/chevron1"/>
    <dgm:cxn modelId="{201348E6-A554-4853-8C42-3256165394E3}" type="presParOf" srcId="{55FB9EFF-43AF-4FD6-8D91-3CBC27C7BDBE}" destId="{4666F337-2652-4C7E-B578-672C595F7E69}" srcOrd="5" destOrd="0" presId="urn:microsoft.com/office/officeart/2005/8/layout/chevron1"/>
    <dgm:cxn modelId="{827F9357-EB35-4377-B504-5C3807C8AC07}" type="presParOf" srcId="{55FB9EFF-43AF-4FD6-8D91-3CBC27C7BDBE}" destId="{B62C78FC-A63E-4E93-9C52-85E0CA0DF36B}" srcOrd="6" destOrd="0" presId="urn:microsoft.com/office/officeart/2005/8/layout/chevron1"/>
    <dgm:cxn modelId="{681CCF9C-BE5C-406C-897E-48924832D29D}" type="presParOf" srcId="{55FB9EFF-43AF-4FD6-8D91-3CBC27C7BDBE}" destId="{58D2F27B-3104-4F19-9B9E-B6A284E84997}" srcOrd="7" destOrd="0" presId="urn:microsoft.com/office/officeart/2005/8/layout/chevron1"/>
    <dgm:cxn modelId="{5680C61F-C5F5-437D-B4B9-BE915F83E87F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1983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CCBACECE-A850-4015-9E00-77959F0C14F9}" type="presOf" srcId="{1BB58555-D986-43A9-A1E6-CA3839FEB39F}" destId="{6E61CAAE-5567-469B-B8B9-01DD5A9DBA04}" srcOrd="0" destOrd="0" presId="urn:microsoft.com/office/officeart/2005/8/layout/chevron1"/>
    <dgm:cxn modelId="{13F86384-B2B8-430B-BCCD-52DAD1C1817B}" type="presOf" srcId="{6020F2F5-18D7-485C-AB4F-5C4FD6914039}" destId="{137ACDC8-D503-40EA-93C7-101444AE43E6}" srcOrd="0" destOrd="0" presId="urn:microsoft.com/office/officeart/2005/8/layout/chevron1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4C3EC871-E26D-4D12-BEAE-6FE02D498FB0}" type="presOf" srcId="{EE24A3D2-9C18-4042-8590-2C365F200BFE}" destId="{B62C78FC-A63E-4E93-9C52-85E0CA0DF36B}" srcOrd="0" destOrd="0" presId="urn:microsoft.com/office/officeart/2005/8/layout/chevron1"/>
    <dgm:cxn modelId="{1872D484-512E-47E1-B494-F1FEB954ECDB}" type="presOf" srcId="{A29A517C-0020-4A60-B10B-6B4C8A7D3D6D}" destId="{32EF1698-A5CA-40B1-8098-C5548CA0ACD5}" srcOrd="0" destOrd="0" presId="urn:microsoft.com/office/officeart/2005/8/layout/chevron1"/>
    <dgm:cxn modelId="{09CBCF15-2A87-43DF-BDD0-EBE441483F2C}" type="presOf" srcId="{F8045253-2EBC-4608-9430-6ABD9B684E5D}" destId="{CA071D9C-5A72-4A12-8090-4873BD8344E1}" srcOrd="0" destOrd="0" presId="urn:microsoft.com/office/officeart/2005/8/layout/chevron1"/>
    <dgm:cxn modelId="{4A1687D1-B732-4B78-BCCA-683BDE57FB7D}" type="presOf" srcId="{BE604884-4EF0-45E9-A9CF-A04BD9C79C45}" destId="{55FB9EFF-43AF-4FD6-8D91-3CBC27C7BDBE}" srcOrd="0" destOrd="0" presId="urn:microsoft.com/office/officeart/2005/8/layout/chevron1"/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727AEE0F-DE96-47B7-AEC1-594B27C6F974}" type="presParOf" srcId="{55FB9EFF-43AF-4FD6-8D91-3CBC27C7BDBE}" destId="{32EF1698-A5CA-40B1-8098-C5548CA0ACD5}" srcOrd="0" destOrd="0" presId="urn:microsoft.com/office/officeart/2005/8/layout/chevron1"/>
    <dgm:cxn modelId="{94C872BA-F804-43C3-94E9-A9B65D29DD38}" type="presParOf" srcId="{55FB9EFF-43AF-4FD6-8D91-3CBC27C7BDBE}" destId="{9775D46A-A64C-49B4-A8E0-A4E9C1CF4BB1}" srcOrd="1" destOrd="0" presId="urn:microsoft.com/office/officeart/2005/8/layout/chevron1"/>
    <dgm:cxn modelId="{65AC766A-A91F-4048-B98E-85E37B28ABA8}" type="presParOf" srcId="{55FB9EFF-43AF-4FD6-8D91-3CBC27C7BDBE}" destId="{CA071D9C-5A72-4A12-8090-4873BD8344E1}" srcOrd="2" destOrd="0" presId="urn:microsoft.com/office/officeart/2005/8/layout/chevron1"/>
    <dgm:cxn modelId="{ED7AFCE5-202F-4A4F-8F83-E4303F535D24}" type="presParOf" srcId="{55FB9EFF-43AF-4FD6-8D91-3CBC27C7BDBE}" destId="{77295019-50F7-4C69-87A4-DBC0D6D59C3E}" srcOrd="3" destOrd="0" presId="urn:microsoft.com/office/officeart/2005/8/layout/chevron1"/>
    <dgm:cxn modelId="{DF3F884B-B620-40B5-83D7-9D03068B9C3D}" type="presParOf" srcId="{55FB9EFF-43AF-4FD6-8D91-3CBC27C7BDBE}" destId="{137ACDC8-D503-40EA-93C7-101444AE43E6}" srcOrd="4" destOrd="0" presId="urn:microsoft.com/office/officeart/2005/8/layout/chevron1"/>
    <dgm:cxn modelId="{D6D0067E-88F9-4B28-8730-D5FF0C6F8C74}" type="presParOf" srcId="{55FB9EFF-43AF-4FD6-8D91-3CBC27C7BDBE}" destId="{4666F337-2652-4C7E-B578-672C595F7E69}" srcOrd="5" destOrd="0" presId="urn:microsoft.com/office/officeart/2005/8/layout/chevron1"/>
    <dgm:cxn modelId="{C16026FA-C3CB-44EE-9026-EC6E0B6FD9CE}" type="presParOf" srcId="{55FB9EFF-43AF-4FD6-8D91-3CBC27C7BDBE}" destId="{B62C78FC-A63E-4E93-9C52-85E0CA0DF36B}" srcOrd="6" destOrd="0" presId="urn:microsoft.com/office/officeart/2005/8/layout/chevron1"/>
    <dgm:cxn modelId="{6629A3EF-99B1-43FA-8518-5CA529BC409F}" type="presParOf" srcId="{55FB9EFF-43AF-4FD6-8D91-3CBC27C7BDBE}" destId="{58D2F27B-3104-4F19-9B9E-B6A284E84997}" srcOrd="7" destOrd="0" presId="urn:microsoft.com/office/officeart/2005/8/layout/chevron1"/>
    <dgm:cxn modelId="{801E5D1E-B8D4-4414-8F9A-E780D808D8B0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1983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007CA088-D0A2-446D-B5DF-54B9E76261E1}" type="presOf" srcId="{6020F2F5-18D7-485C-AB4F-5C4FD6914039}" destId="{137ACDC8-D503-40EA-93C7-101444AE43E6}" srcOrd="0" destOrd="0" presId="urn:microsoft.com/office/officeart/2005/8/layout/chevron1"/>
    <dgm:cxn modelId="{70A77602-20C4-4004-A48D-6F0389C13296}" type="presOf" srcId="{A29A517C-0020-4A60-B10B-6B4C8A7D3D6D}" destId="{32EF1698-A5CA-40B1-8098-C5548CA0ACD5}" srcOrd="0" destOrd="0" presId="urn:microsoft.com/office/officeart/2005/8/layout/chevron1"/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EDD1F86A-68E0-42C7-B3EB-7F37806BE6ED}" type="presOf" srcId="{BE604884-4EF0-45E9-A9CF-A04BD9C79C45}" destId="{55FB9EFF-43AF-4FD6-8D91-3CBC27C7BDBE}" srcOrd="0" destOrd="0" presId="urn:microsoft.com/office/officeart/2005/8/layout/chevron1"/>
    <dgm:cxn modelId="{4448B06C-5E5F-4203-B0C2-4D2F66F486EB}" type="presOf" srcId="{F8045253-2EBC-4608-9430-6ABD9B684E5D}" destId="{CA071D9C-5A72-4A12-8090-4873BD8344E1}" srcOrd="0" destOrd="0" presId="urn:microsoft.com/office/officeart/2005/8/layout/chevron1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EDD4106F-F198-4F40-B20F-AFEE95CB75A9}" type="presOf" srcId="{1BB58555-D986-43A9-A1E6-CA3839FEB39F}" destId="{6E61CAAE-5567-469B-B8B9-01DD5A9DBA04}" srcOrd="0" destOrd="0" presId="urn:microsoft.com/office/officeart/2005/8/layout/chevron1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72A9B0C5-9322-43EB-BCD9-5FA06B09F922}" type="presOf" srcId="{EE24A3D2-9C18-4042-8590-2C365F200BFE}" destId="{B62C78FC-A63E-4E93-9C52-85E0CA0DF36B}" srcOrd="0" destOrd="0" presId="urn:microsoft.com/office/officeart/2005/8/layout/chevron1"/>
    <dgm:cxn modelId="{672F5C6E-86F2-4166-9308-0045598E68AB}" type="presParOf" srcId="{55FB9EFF-43AF-4FD6-8D91-3CBC27C7BDBE}" destId="{32EF1698-A5CA-40B1-8098-C5548CA0ACD5}" srcOrd="0" destOrd="0" presId="urn:microsoft.com/office/officeart/2005/8/layout/chevron1"/>
    <dgm:cxn modelId="{DB69CF1B-DAF4-4179-AFAD-45E1B7701D6D}" type="presParOf" srcId="{55FB9EFF-43AF-4FD6-8D91-3CBC27C7BDBE}" destId="{9775D46A-A64C-49B4-A8E0-A4E9C1CF4BB1}" srcOrd="1" destOrd="0" presId="urn:microsoft.com/office/officeart/2005/8/layout/chevron1"/>
    <dgm:cxn modelId="{DD0B53DC-A4F3-4C79-B51E-283892551F7F}" type="presParOf" srcId="{55FB9EFF-43AF-4FD6-8D91-3CBC27C7BDBE}" destId="{CA071D9C-5A72-4A12-8090-4873BD8344E1}" srcOrd="2" destOrd="0" presId="urn:microsoft.com/office/officeart/2005/8/layout/chevron1"/>
    <dgm:cxn modelId="{53D6B237-F653-4284-BD30-F73491C0CFBC}" type="presParOf" srcId="{55FB9EFF-43AF-4FD6-8D91-3CBC27C7BDBE}" destId="{77295019-50F7-4C69-87A4-DBC0D6D59C3E}" srcOrd="3" destOrd="0" presId="urn:microsoft.com/office/officeart/2005/8/layout/chevron1"/>
    <dgm:cxn modelId="{1274F3CB-0E69-4E2E-9DB3-44676A8A3071}" type="presParOf" srcId="{55FB9EFF-43AF-4FD6-8D91-3CBC27C7BDBE}" destId="{137ACDC8-D503-40EA-93C7-101444AE43E6}" srcOrd="4" destOrd="0" presId="urn:microsoft.com/office/officeart/2005/8/layout/chevron1"/>
    <dgm:cxn modelId="{C914F2B3-9E7B-4669-A3B2-DE267670D425}" type="presParOf" srcId="{55FB9EFF-43AF-4FD6-8D91-3CBC27C7BDBE}" destId="{4666F337-2652-4C7E-B578-672C595F7E69}" srcOrd="5" destOrd="0" presId="urn:microsoft.com/office/officeart/2005/8/layout/chevron1"/>
    <dgm:cxn modelId="{AA0F6C1E-FE2B-4BB4-9A92-22886AAE4D85}" type="presParOf" srcId="{55FB9EFF-43AF-4FD6-8D91-3CBC27C7BDBE}" destId="{B62C78FC-A63E-4E93-9C52-85E0CA0DF36B}" srcOrd="6" destOrd="0" presId="urn:microsoft.com/office/officeart/2005/8/layout/chevron1"/>
    <dgm:cxn modelId="{0B7C01EA-8690-46E1-B5E8-15C819662671}" type="presParOf" srcId="{55FB9EFF-43AF-4FD6-8D91-3CBC27C7BDBE}" destId="{58D2F27B-3104-4F19-9B9E-B6A284E84997}" srcOrd="7" destOrd="0" presId="urn:microsoft.com/office/officeart/2005/8/layout/chevron1"/>
    <dgm:cxn modelId="{B61C058D-D8D8-4851-8B04-38415777E911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1803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302335-84E9-4F46-95D1-676568A02757}" type="presOf" srcId="{1BB58555-D986-43A9-A1E6-CA3839FEB39F}" destId="{6E61CAAE-5567-469B-B8B9-01DD5A9DBA04}" srcOrd="0" destOrd="0" presId="urn:microsoft.com/office/officeart/2005/8/layout/chevron1"/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CFB53F7B-CAA2-49B8-BADF-755D46896A56}" type="presOf" srcId="{A29A517C-0020-4A60-B10B-6B4C8A7D3D6D}" destId="{32EF1698-A5CA-40B1-8098-C5548CA0ACD5}" srcOrd="0" destOrd="0" presId="urn:microsoft.com/office/officeart/2005/8/layout/chevron1"/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A1A5B999-6813-443F-8F3D-CB1EB79789A7}" type="presOf" srcId="{6020F2F5-18D7-485C-AB4F-5C4FD6914039}" destId="{137ACDC8-D503-40EA-93C7-101444AE43E6}" srcOrd="0" destOrd="0" presId="urn:microsoft.com/office/officeart/2005/8/layout/chevron1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F7C5DC15-7D68-4243-9CE2-B5BBD66B87AE}" type="presOf" srcId="{F8045253-2EBC-4608-9430-6ABD9B684E5D}" destId="{CA071D9C-5A72-4A12-8090-4873BD8344E1}" srcOrd="0" destOrd="0" presId="urn:microsoft.com/office/officeart/2005/8/layout/chevron1"/>
    <dgm:cxn modelId="{F296F9B9-7561-404F-98B5-4E0E79B916D3}" type="presOf" srcId="{BE604884-4EF0-45E9-A9CF-A04BD9C79C45}" destId="{55FB9EFF-43AF-4FD6-8D91-3CBC27C7BDBE}" srcOrd="0" destOrd="0" presId="urn:microsoft.com/office/officeart/2005/8/layout/chevron1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5D2D0DEE-576D-49E9-AC07-FE10CBC6E3E8}" type="presOf" srcId="{EE24A3D2-9C18-4042-8590-2C365F200BFE}" destId="{B62C78FC-A63E-4E93-9C52-85E0CA0DF36B}" srcOrd="0" destOrd="0" presId="urn:microsoft.com/office/officeart/2005/8/layout/chevron1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5E8608C9-DE94-4668-A76A-6822F7ED2102}" type="presParOf" srcId="{55FB9EFF-43AF-4FD6-8D91-3CBC27C7BDBE}" destId="{32EF1698-A5CA-40B1-8098-C5548CA0ACD5}" srcOrd="0" destOrd="0" presId="urn:microsoft.com/office/officeart/2005/8/layout/chevron1"/>
    <dgm:cxn modelId="{FE7200D7-FB3F-4988-8387-4F5344ABFE21}" type="presParOf" srcId="{55FB9EFF-43AF-4FD6-8D91-3CBC27C7BDBE}" destId="{9775D46A-A64C-49B4-A8E0-A4E9C1CF4BB1}" srcOrd="1" destOrd="0" presId="urn:microsoft.com/office/officeart/2005/8/layout/chevron1"/>
    <dgm:cxn modelId="{172E809D-A406-499C-B311-16A5689643A9}" type="presParOf" srcId="{55FB9EFF-43AF-4FD6-8D91-3CBC27C7BDBE}" destId="{CA071D9C-5A72-4A12-8090-4873BD8344E1}" srcOrd="2" destOrd="0" presId="urn:microsoft.com/office/officeart/2005/8/layout/chevron1"/>
    <dgm:cxn modelId="{8FEA798B-3611-4B3F-8860-53FEA0AA7664}" type="presParOf" srcId="{55FB9EFF-43AF-4FD6-8D91-3CBC27C7BDBE}" destId="{77295019-50F7-4C69-87A4-DBC0D6D59C3E}" srcOrd="3" destOrd="0" presId="urn:microsoft.com/office/officeart/2005/8/layout/chevron1"/>
    <dgm:cxn modelId="{519A31A2-F267-4A8F-ACF0-7A70F2485E17}" type="presParOf" srcId="{55FB9EFF-43AF-4FD6-8D91-3CBC27C7BDBE}" destId="{137ACDC8-D503-40EA-93C7-101444AE43E6}" srcOrd="4" destOrd="0" presId="urn:microsoft.com/office/officeart/2005/8/layout/chevron1"/>
    <dgm:cxn modelId="{B003EEEA-7534-47F0-9CFB-8CD602BFF8B3}" type="presParOf" srcId="{55FB9EFF-43AF-4FD6-8D91-3CBC27C7BDBE}" destId="{4666F337-2652-4C7E-B578-672C595F7E69}" srcOrd="5" destOrd="0" presId="urn:microsoft.com/office/officeart/2005/8/layout/chevron1"/>
    <dgm:cxn modelId="{97AA579C-C36A-4BFE-88C7-5F99B123CEA2}" type="presParOf" srcId="{55FB9EFF-43AF-4FD6-8D91-3CBC27C7BDBE}" destId="{B62C78FC-A63E-4E93-9C52-85E0CA0DF36B}" srcOrd="6" destOrd="0" presId="urn:microsoft.com/office/officeart/2005/8/layout/chevron1"/>
    <dgm:cxn modelId="{3C1235CE-4183-469B-B5D2-C5DBD4280899}" type="presParOf" srcId="{55FB9EFF-43AF-4FD6-8D91-3CBC27C7BDBE}" destId="{58D2F27B-3104-4F19-9B9E-B6A284E84997}" srcOrd="7" destOrd="0" presId="urn:microsoft.com/office/officeart/2005/8/layout/chevron1"/>
    <dgm:cxn modelId="{BC2FD982-CA1E-42E7-9A23-BBA0BB8139D3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1803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4C8BB5-ADF9-4D1F-8053-C442B066390D}" type="presOf" srcId="{EE24A3D2-9C18-4042-8590-2C365F200BFE}" destId="{B62C78FC-A63E-4E93-9C52-85E0CA0DF36B}" srcOrd="0" destOrd="0" presId="urn:microsoft.com/office/officeart/2005/8/layout/chevron1"/>
    <dgm:cxn modelId="{C0F680DF-8800-4BF4-88F7-5C3BE7602722}" type="presOf" srcId="{6020F2F5-18D7-485C-AB4F-5C4FD6914039}" destId="{137ACDC8-D503-40EA-93C7-101444AE43E6}" srcOrd="0" destOrd="0" presId="urn:microsoft.com/office/officeart/2005/8/layout/chevron1"/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2BEED2AA-9953-4AEF-8774-3E133030C202}" type="presOf" srcId="{BE604884-4EF0-45E9-A9CF-A04BD9C79C45}" destId="{55FB9EFF-43AF-4FD6-8D91-3CBC27C7BDBE}" srcOrd="0" destOrd="0" presId="urn:microsoft.com/office/officeart/2005/8/layout/chevron1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AC9C3BFC-83B9-4081-B03D-3C96F3468DE0}" type="presOf" srcId="{1BB58555-D986-43A9-A1E6-CA3839FEB39F}" destId="{6E61CAAE-5567-469B-B8B9-01DD5A9DBA04}" srcOrd="0" destOrd="0" presId="urn:microsoft.com/office/officeart/2005/8/layout/chevron1"/>
    <dgm:cxn modelId="{1D4B26C0-D60A-470E-B5BD-802843B227CB}" type="presOf" srcId="{A29A517C-0020-4A60-B10B-6B4C8A7D3D6D}" destId="{32EF1698-A5CA-40B1-8098-C5548CA0ACD5}" srcOrd="0" destOrd="0" presId="urn:microsoft.com/office/officeart/2005/8/layout/chevron1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0C1D0AF3-F5A2-46CC-B322-162756A0AB15}" type="presOf" srcId="{F8045253-2EBC-4608-9430-6ABD9B684E5D}" destId="{CA071D9C-5A72-4A12-8090-4873BD8344E1}" srcOrd="0" destOrd="0" presId="urn:microsoft.com/office/officeart/2005/8/layout/chevron1"/>
    <dgm:cxn modelId="{940F08E0-17A0-4EED-ACC3-3807094CAAFF}" type="presParOf" srcId="{55FB9EFF-43AF-4FD6-8D91-3CBC27C7BDBE}" destId="{32EF1698-A5CA-40B1-8098-C5548CA0ACD5}" srcOrd="0" destOrd="0" presId="urn:microsoft.com/office/officeart/2005/8/layout/chevron1"/>
    <dgm:cxn modelId="{80E95B7F-ED03-4CF8-9348-3F483534F965}" type="presParOf" srcId="{55FB9EFF-43AF-4FD6-8D91-3CBC27C7BDBE}" destId="{9775D46A-A64C-49B4-A8E0-A4E9C1CF4BB1}" srcOrd="1" destOrd="0" presId="urn:microsoft.com/office/officeart/2005/8/layout/chevron1"/>
    <dgm:cxn modelId="{824E9B36-30F6-46D1-AC21-704AA44AD15C}" type="presParOf" srcId="{55FB9EFF-43AF-4FD6-8D91-3CBC27C7BDBE}" destId="{CA071D9C-5A72-4A12-8090-4873BD8344E1}" srcOrd="2" destOrd="0" presId="urn:microsoft.com/office/officeart/2005/8/layout/chevron1"/>
    <dgm:cxn modelId="{D915B6D4-DA0D-4172-A998-798DD8945268}" type="presParOf" srcId="{55FB9EFF-43AF-4FD6-8D91-3CBC27C7BDBE}" destId="{77295019-50F7-4C69-87A4-DBC0D6D59C3E}" srcOrd="3" destOrd="0" presId="urn:microsoft.com/office/officeart/2005/8/layout/chevron1"/>
    <dgm:cxn modelId="{D4CCBB2B-5517-470E-BE14-596B77D003C9}" type="presParOf" srcId="{55FB9EFF-43AF-4FD6-8D91-3CBC27C7BDBE}" destId="{137ACDC8-D503-40EA-93C7-101444AE43E6}" srcOrd="4" destOrd="0" presId="urn:microsoft.com/office/officeart/2005/8/layout/chevron1"/>
    <dgm:cxn modelId="{C24BC36B-549D-4CE9-B18E-C55538F3CEAF}" type="presParOf" srcId="{55FB9EFF-43AF-4FD6-8D91-3CBC27C7BDBE}" destId="{4666F337-2652-4C7E-B578-672C595F7E69}" srcOrd="5" destOrd="0" presId="urn:microsoft.com/office/officeart/2005/8/layout/chevron1"/>
    <dgm:cxn modelId="{7BE5B781-8E6D-4325-9B2F-529C404E3EB6}" type="presParOf" srcId="{55FB9EFF-43AF-4FD6-8D91-3CBC27C7BDBE}" destId="{B62C78FC-A63E-4E93-9C52-85E0CA0DF36B}" srcOrd="6" destOrd="0" presId="urn:microsoft.com/office/officeart/2005/8/layout/chevron1"/>
    <dgm:cxn modelId="{FB7C1767-F2B8-45C0-BDD5-6967096EB5DD}" type="presParOf" srcId="{55FB9EFF-43AF-4FD6-8D91-3CBC27C7BDBE}" destId="{58D2F27B-3104-4F19-9B9E-B6A284E84997}" srcOrd="7" destOrd="0" presId="urn:microsoft.com/office/officeart/2005/8/layout/chevron1"/>
    <dgm:cxn modelId="{BE62A3E2-1643-4F1B-B0EB-F91221556732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604884-4EF0-45E9-A9CF-A04BD9C79C45}" type="doc">
      <dgm:prSet loTypeId="urn:microsoft.com/office/officeart/2005/8/layout/chevron1" loCatId="process" qsTypeId="urn:microsoft.com/office/officeart/2005/8/quickstyle/simple3" qsCatId="simple" csTypeId="urn:microsoft.com/office/officeart/2005/8/colors/accent1_2" csCatId="accent1" phldr="1"/>
      <dgm:spPr/>
    </dgm:pt>
    <dgm:pt modelId="{A29A517C-0020-4A60-B10B-6B4C8A7D3D6D}">
      <dgm:prSet phldrT="[Text]" custT="1"/>
      <dgm:spPr/>
      <dgm:t>
        <a:bodyPr/>
        <a:lstStyle/>
        <a:p>
          <a:r>
            <a:rPr lang="en-US" sz="1000" b="1" dirty="0"/>
            <a:t>Dalton   1803</a:t>
          </a:r>
        </a:p>
      </dgm:t>
    </dgm:pt>
    <dgm:pt modelId="{51B0AE12-1F8F-47C9-8EB2-3350345B4F54}" type="parTrans" cxnId="{EE6600DF-767D-40F7-9D37-78948EC6E280}">
      <dgm:prSet/>
      <dgm:spPr/>
      <dgm:t>
        <a:bodyPr/>
        <a:lstStyle/>
        <a:p>
          <a:endParaRPr lang="en-US" sz="1000"/>
        </a:p>
      </dgm:t>
    </dgm:pt>
    <dgm:pt modelId="{57C66EB2-96E8-44AB-9CCC-6BDB2518F0D1}" type="sibTrans" cxnId="{EE6600DF-767D-40F7-9D37-78948EC6E280}">
      <dgm:prSet/>
      <dgm:spPr/>
      <dgm:t>
        <a:bodyPr/>
        <a:lstStyle/>
        <a:p>
          <a:endParaRPr lang="en-US" sz="1000"/>
        </a:p>
      </dgm:t>
    </dgm:pt>
    <dgm:pt modelId="{F8045253-2EBC-4608-9430-6ABD9B684E5D}">
      <dgm:prSet phldrT="[Text]" custT="1"/>
      <dgm:spPr/>
      <dgm:t>
        <a:bodyPr/>
        <a:lstStyle/>
        <a:p>
          <a:r>
            <a:rPr lang="en-US" sz="1000" b="1" dirty="0"/>
            <a:t>Thompson 1904</a:t>
          </a:r>
        </a:p>
      </dgm:t>
    </dgm:pt>
    <dgm:pt modelId="{C73BC1CB-2046-4668-B8C5-45CDA84B55AD}" type="parTrans" cxnId="{E1D87328-DEE9-49C8-9952-F3CC30DF5F84}">
      <dgm:prSet/>
      <dgm:spPr/>
      <dgm:t>
        <a:bodyPr/>
        <a:lstStyle/>
        <a:p>
          <a:endParaRPr lang="en-US" sz="1000"/>
        </a:p>
      </dgm:t>
    </dgm:pt>
    <dgm:pt modelId="{D5918561-798A-4996-AE58-2A76EC3BC109}" type="sibTrans" cxnId="{E1D87328-DEE9-49C8-9952-F3CC30DF5F84}">
      <dgm:prSet/>
      <dgm:spPr/>
      <dgm:t>
        <a:bodyPr/>
        <a:lstStyle/>
        <a:p>
          <a:endParaRPr lang="en-US" sz="1000"/>
        </a:p>
      </dgm:t>
    </dgm:pt>
    <dgm:pt modelId="{6020F2F5-18D7-485C-AB4F-5C4FD6914039}">
      <dgm:prSet phldrT="[Text]" custT="1"/>
      <dgm:spPr/>
      <dgm:t>
        <a:bodyPr/>
        <a:lstStyle/>
        <a:p>
          <a:r>
            <a:rPr lang="en-US" sz="1000" b="1" dirty="0"/>
            <a:t>Rutherford 1911</a:t>
          </a:r>
        </a:p>
      </dgm:t>
    </dgm:pt>
    <dgm:pt modelId="{FF1DA4F6-AE5B-4436-A116-882E9FD2A7DF}" type="parTrans" cxnId="{02BD8332-4BF4-4A62-A966-B1EC231F5C99}">
      <dgm:prSet/>
      <dgm:spPr/>
      <dgm:t>
        <a:bodyPr/>
        <a:lstStyle/>
        <a:p>
          <a:endParaRPr lang="en-US" sz="1000"/>
        </a:p>
      </dgm:t>
    </dgm:pt>
    <dgm:pt modelId="{1C6858DA-A9A6-4994-8A6E-70A602C94EDE}" type="sibTrans" cxnId="{02BD8332-4BF4-4A62-A966-B1EC231F5C99}">
      <dgm:prSet/>
      <dgm:spPr/>
      <dgm:t>
        <a:bodyPr/>
        <a:lstStyle/>
        <a:p>
          <a:endParaRPr lang="en-US" sz="1000"/>
        </a:p>
      </dgm:t>
    </dgm:pt>
    <dgm:pt modelId="{EE24A3D2-9C18-4042-8590-2C365F200BFE}">
      <dgm:prSet phldrT="[Text]" custT="1"/>
      <dgm:spPr/>
      <dgm:t>
        <a:bodyPr/>
        <a:lstStyle/>
        <a:p>
          <a:r>
            <a:rPr lang="en-US" sz="1000" b="1" dirty="0"/>
            <a:t>Bohr       1913</a:t>
          </a:r>
        </a:p>
      </dgm:t>
    </dgm:pt>
    <dgm:pt modelId="{1C84C4D4-F963-44ED-A688-E89B6A7A1A55}" type="parTrans" cxnId="{574C37FD-7E94-48E2-B476-0E75D3BD0A1E}">
      <dgm:prSet/>
      <dgm:spPr/>
      <dgm:t>
        <a:bodyPr/>
        <a:lstStyle/>
        <a:p>
          <a:endParaRPr lang="en-US" sz="1000"/>
        </a:p>
      </dgm:t>
    </dgm:pt>
    <dgm:pt modelId="{DFFF3460-F092-4949-A5AD-1276EB75BBE2}" type="sibTrans" cxnId="{574C37FD-7E94-48E2-B476-0E75D3BD0A1E}">
      <dgm:prSet/>
      <dgm:spPr/>
      <dgm:t>
        <a:bodyPr/>
        <a:lstStyle/>
        <a:p>
          <a:endParaRPr lang="en-US" sz="1000"/>
        </a:p>
      </dgm:t>
    </dgm:pt>
    <dgm:pt modelId="{1BB58555-D986-43A9-A1E6-CA3839FEB39F}">
      <dgm:prSet phldrT="[Text]" custT="1"/>
      <dgm:spPr/>
      <dgm:t>
        <a:bodyPr/>
        <a:lstStyle/>
        <a:p>
          <a:r>
            <a:rPr lang="en-US" sz="1000" b="1" dirty="0"/>
            <a:t>Schrodinger 1926</a:t>
          </a:r>
        </a:p>
      </dgm:t>
    </dgm:pt>
    <dgm:pt modelId="{CB4A5D08-BC0F-4518-B390-B3E495E7402C}" type="parTrans" cxnId="{20D8E056-ED0D-4FEC-8724-F76E9B9425DF}">
      <dgm:prSet/>
      <dgm:spPr/>
      <dgm:t>
        <a:bodyPr/>
        <a:lstStyle/>
        <a:p>
          <a:endParaRPr lang="en-US" sz="1000"/>
        </a:p>
      </dgm:t>
    </dgm:pt>
    <dgm:pt modelId="{D842855B-FA24-4067-944D-3B81E466B21B}" type="sibTrans" cxnId="{20D8E056-ED0D-4FEC-8724-F76E9B9425DF}">
      <dgm:prSet/>
      <dgm:spPr/>
      <dgm:t>
        <a:bodyPr/>
        <a:lstStyle/>
        <a:p>
          <a:endParaRPr lang="en-US" sz="1000"/>
        </a:p>
      </dgm:t>
    </dgm:pt>
    <dgm:pt modelId="{55FB9EFF-43AF-4FD6-8D91-3CBC27C7BDBE}" type="pres">
      <dgm:prSet presAssocID="{BE604884-4EF0-45E9-A9CF-A04BD9C79C45}" presName="Name0" presStyleCnt="0">
        <dgm:presLayoutVars>
          <dgm:dir/>
          <dgm:animLvl val="lvl"/>
          <dgm:resizeHandles val="exact"/>
        </dgm:presLayoutVars>
      </dgm:prSet>
      <dgm:spPr/>
    </dgm:pt>
    <dgm:pt modelId="{32EF1698-A5CA-40B1-8098-C5548CA0ACD5}" type="pres">
      <dgm:prSet presAssocID="{A29A517C-0020-4A60-B10B-6B4C8A7D3D6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75D46A-A64C-49B4-A8E0-A4E9C1CF4BB1}" type="pres">
      <dgm:prSet presAssocID="{57C66EB2-96E8-44AB-9CCC-6BDB2518F0D1}" presName="parTxOnlySpace" presStyleCnt="0"/>
      <dgm:spPr/>
    </dgm:pt>
    <dgm:pt modelId="{CA071D9C-5A72-4A12-8090-4873BD8344E1}" type="pres">
      <dgm:prSet presAssocID="{F8045253-2EBC-4608-9430-6ABD9B684E5D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295019-50F7-4C69-87A4-DBC0D6D59C3E}" type="pres">
      <dgm:prSet presAssocID="{D5918561-798A-4996-AE58-2A76EC3BC109}" presName="parTxOnlySpace" presStyleCnt="0"/>
      <dgm:spPr/>
    </dgm:pt>
    <dgm:pt modelId="{137ACDC8-D503-40EA-93C7-101444AE43E6}" type="pres">
      <dgm:prSet presAssocID="{6020F2F5-18D7-485C-AB4F-5C4FD691403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6F337-2652-4C7E-B578-672C595F7E69}" type="pres">
      <dgm:prSet presAssocID="{1C6858DA-A9A6-4994-8A6E-70A602C94EDE}" presName="parTxOnlySpace" presStyleCnt="0"/>
      <dgm:spPr/>
    </dgm:pt>
    <dgm:pt modelId="{B62C78FC-A63E-4E93-9C52-85E0CA0DF36B}" type="pres">
      <dgm:prSet presAssocID="{EE24A3D2-9C18-4042-8590-2C365F200BFE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D2F27B-3104-4F19-9B9E-B6A284E84997}" type="pres">
      <dgm:prSet presAssocID="{DFFF3460-F092-4949-A5AD-1276EB75BBE2}" presName="parTxOnlySpace" presStyleCnt="0"/>
      <dgm:spPr/>
    </dgm:pt>
    <dgm:pt modelId="{6E61CAAE-5567-469B-B8B9-01DD5A9DBA04}" type="pres">
      <dgm:prSet presAssocID="{1BB58555-D986-43A9-A1E6-CA3839FEB39F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21B463-E173-4AD4-A965-D93C2B76E8E5}" type="presOf" srcId="{BE604884-4EF0-45E9-A9CF-A04BD9C79C45}" destId="{55FB9EFF-43AF-4FD6-8D91-3CBC27C7BDBE}" srcOrd="0" destOrd="0" presId="urn:microsoft.com/office/officeart/2005/8/layout/chevron1"/>
    <dgm:cxn modelId="{F077243C-2795-4278-B6A7-082A05FDACE9}" type="presOf" srcId="{F8045253-2EBC-4608-9430-6ABD9B684E5D}" destId="{CA071D9C-5A72-4A12-8090-4873BD8344E1}" srcOrd="0" destOrd="0" presId="urn:microsoft.com/office/officeart/2005/8/layout/chevron1"/>
    <dgm:cxn modelId="{574C37FD-7E94-48E2-B476-0E75D3BD0A1E}" srcId="{BE604884-4EF0-45E9-A9CF-A04BD9C79C45}" destId="{EE24A3D2-9C18-4042-8590-2C365F200BFE}" srcOrd="3" destOrd="0" parTransId="{1C84C4D4-F963-44ED-A688-E89B6A7A1A55}" sibTransId="{DFFF3460-F092-4949-A5AD-1276EB75BBE2}"/>
    <dgm:cxn modelId="{02BD8332-4BF4-4A62-A966-B1EC231F5C99}" srcId="{BE604884-4EF0-45E9-A9CF-A04BD9C79C45}" destId="{6020F2F5-18D7-485C-AB4F-5C4FD6914039}" srcOrd="2" destOrd="0" parTransId="{FF1DA4F6-AE5B-4436-A116-882E9FD2A7DF}" sibTransId="{1C6858DA-A9A6-4994-8A6E-70A602C94EDE}"/>
    <dgm:cxn modelId="{FD42C5C0-ACC2-49FD-AEBA-D5D698A406C9}" type="presOf" srcId="{6020F2F5-18D7-485C-AB4F-5C4FD6914039}" destId="{137ACDC8-D503-40EA-93C7-101444AE43E6}" srcOrd="0" destOrd="0" presId="urn:microsoft.com/office/officeart/2005/8/layout/chevron1"/>
    <dgm:cxn modelId="{EE6600DF-767D-40F7-9D37-78948EC6E280}" srcId="{BE604884-4EF0-45E9-A9CF-A04BD9C79C45}" destId="{A29A517C-0020-4A60-B10B-6B4C8A7D3D6D}" srcOrd="0" destOrd="0" parTransId="{51B0AE12-1F8F-47C9-8EB2-3350345B4F54}" sibTransId="{57C66EB2-96E8-44AB-9CCC-6BDB2518F0D1}"/>
    <dgm:cxn modelId="{CBAB2BBA-18E0-4CD8-AF06-D62975E20B2D}" type="presOf" srcId="{1BB58555-D986-43A9-A1E6-CA3839FEB39F}" destId="{6E61CAAE-5567-469B-B8B9-01DD5A9DBA04}" srcOrd="0" destOrd="0" presId="urn:microsoft.com/office/officeart/2005/8/layout/chevron1"/>
    <dgm:cxn modelId="{20D8E056-ED0D-4FEC-8724-F76E9B9425DF}" srcId="{BE604884-4EF0-45E9-A9CF-A04BD9C79C45}" destId="{1BB58555-D986-43A9-A1E6-CA3839FEB39F}" srcOrd="4" destOrd="0" parTransId="{CB4A5D08-BC0F-4518-B390-B3E495E7402C}" sibTransId="{D842855B-FA24-4067-944D-3B81E466B21B}"/>
    <dgm:cxn modelId="{1CBAF688-017B-4F6C-87A3-B0F378B39C4C}" type="presOf" srcId="{EE24A3D2-9C18-4042-8590-2C365F200BFE}" destId="{B62C78FC-A63E-4E93-9C52-85E0CA0DF36B}" srcOrd="0" destOrd="0" presId="urn:microsoft.com/office/officeart/2005/8/layout/chevron1"/>
    <dgm:cxn modelId="{E1D87328-DEE9-49C8-9952-F3CC30DF5F84}" srcId="{BE604884-4EF0-45E9-A9CF-A04BD9C79C45}" destId="{F8045253-2EBC-4608-9430-6ABD9B684E5D}" srcOrd="1" destOrd="0" parTransId="{C73BC1CB-2046-4668-B8C5-45CDA84B55AD}" sibTransId="{D5918561-798A-4996-AE58-2A76EC3BC109}"/>
    <dgm:cxn modelId="{B963CFF5-BDAF-4BD3-A124-88807DC0C8AA}" type="presOf" srcId="{A29A517C-0020-4A60-B10B-6B4C8A7D3D6D}" destId="{32EF1698-A5CA-40B1-8098-C5548CA0ACD5}" srcOrd="0" destOrd="0" presId="urn:microsoft.com/office/officeart/2005/8/layout/chevron1"/>
    <dgm:cxn modelId="{9FCB6987-9078-4CBB-B458-1CF366079CEE}" type="presParOf" srcId="{55FB9EFF-43AF-4FD6-8D91-3CBC27C7BDBE}" destId="{32EF1698-A5CA-40B1-8098-C5548CA0ACD5}" srcOrd="0" destOrd="0" presId="urn:microsoft.com/office/officeart/2005/8/layout/chevron1"/>
    <dgm:cxn modelId="{9E72FA3A-8C06-4886-AAAA-A0371428BAE9}" type="presParOf" srcId="{55FB9EFF-43AF-4FD6-8D91-3CBC27C7BDBE}" destId="{9775D46A-A64C-49B4-A8E0-A4E9C1CF4BB1}" srcOrd="1" destOrd="0" presId="urn:microsoft.com/office/officeart/2005/8/layout/chevron1"/>
    <dgm:cxn modelId="{1F9D243A-F8D7-46DA-B63D-4DFF42AB9D98}" type="presParOf" srcId="{55FB9EFF-43AF-4FD6-8D91-3CBC27C7BDBE}" destId="{CA071D9C-5A72-4A12-8090-4873BD8344E1}" srcOrd="2" destOrd="0" presId="urn:microsoft.com/office/officeart/2005/8/layout/chevron1"/>
    <dgm:cxn modelId="{C923D92C-5FC3-4AB2-9105-8F66D9B182FB}" type="presParOf" srcId="{55FB9EFF-43AF-4FD6-8D91-3CBC27C7BDBE}" destId="{77295019-50F7-4C69-87A4-DBC0D6D59C3E}" srcOrd="3" destOrd="0" presId="urn:microsoft.com/office/officeart/2005/8/layout/chevron1"/>
    <dgm:cxn modelId="{1574795C-E297-4011-B249-E658D81F593D}" type="presParOf" srcId="{55FB9EFF-43AF-4FD6-8D91-3CBC27C7BDBE}" destId="{137ACDC8-D503-40EA-93C7-101444AE43E6}" srcOrd="4" destOrd="0" presId="urn:microsoft.com/office/officeart/2005/8/layout/chevron1"/>
    <dgm:cxn modelId="{7CE762E5-084B-4732-B1C5-62C22D5E9870}" type="presParOf" srcId="{55FB9EFF-43AF-4FD6-8D91-3CBC27C7BDBE}" destId="{4666F337-2652-4C7E-B578-672C595F7E69}" srcOrd="5" destOrd="0" presId="urn:microsoft.com/office/officeart/2005/8/layout/chevron1"/>
    <dgm:cxn modelId="{5D450831-75DF-402D-BF84-450A38494BB6}" type="presParOf" srcId="{55FB9EFF-43AF-4FD6-8D91-3CBC27C7BDBE}" destId="{B62C78FC-A63E-4E93-9C52-85E0CA0DF36B}" srcOrd="6" destOrd="0" presId="urn:microsoft.com/office/officeart/2005/8/layout/chevron1"/>
    <dgm:cxn modelId="{6945DD22-4D6E-417A-97C6-818620974C5C}" type="presParOf" srcId="{55FB9EFF-43AF-4FD6-8D91-3CBC27C7BDBE}" destId="{58D2F27B-3104-4F19-9B9E-B6A284E84997}" srcOrd="7" destOrd="0" presId="urn:microsoft.com/office/officeart/2005/8/layout/chevron1"/>
    <dgm:cxn modelId="{B132AE31-608D-4302-9EEF-262495128066}" type="presParOf" srcId="{55FB9EFF-43AF-4FD6-8D91-3CBC27C7BDBE}" destId="{6E61CAAE-5567-469B-B8B9-01DD5A9DBA04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324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1983</a:t>
          </a:r>
        </a:p>
      </dsp:txBody>
      <dsp:txXfrm>
        <a:off x="237014" y="97413"/>
        <a:ext cx="707069" cy="471379"/>
      </dsp:txXfrm>
    </dsp:sp>
    <dsp:sp modelId="{CA071D9C-5A72-4A12-8090-4873BD8344E1}">
      <dsp:nvSpPr>
        <dsp:cNvPr id="0" name=""/>
        <dsp:cNvSpPr/>
      </dsp:nvSpPr>
      <dsp:spPr>
        <a:xfrm>
          <a:off x="1061927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97617" y="97413"/>
        <a:ext cx="707069" cy="471379"/>
      </dsp:txXfrm>
    </dsp:sp>
    <dsp:sp modelId="{137ACDC8-D503-40EA-93C7-101444AE43E6}">
      <dsp:nvSpPr>
        <dsp:cNvPr id="0" name=""/>
        <dsp:cNvSpPr/>
      </dsp:nvSpPr>
      <dsp:spPr>
        <a:xfrm>
          <a:off x="2122530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58220" y="97413"/>
        <a:ext cx="707069" cy="471379"/>
      </dsp:txXfrm>
    </dsp:sp>
    <dsp:sp modelId="{B62C78FC-A63E-4E93-9C52-85E0CA0DF36B}">
      <dsp:nvSpPr>
        <dsp:cNvPr id="0" name=""/>
        <dsp:cNvSpPr/>
      </dsp:nvSpPr>
      <dsp:spPr>
        <a:xfrm>
          <a:off x="3183133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418823" y="97413"/>
        <a:ext cx="707069" cy="471379"/>
      </dsp:txXfrm>
    </dsp:sp>
    <dsp:sp modelId="{6E61CAAE-5567-469B-B8B9-01DD5A9DBA04}">
      <dsp:nvSpPr>
        <dsp:cNvPr id="0" name=""/>
        <dsp:cNvSpPr/>
      </dsp:nvSpPr>
      <dsp:spPr>
        <a:xfrm>
          <a:off x="4243736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479426" y="97413"/>
        <a:ext cx="707069" cy="4713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292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1983</a:t>
          </a:r>
        </a:p>
      </dsp:txBody>
      <dsp:txXfrm>
        <a:off x="231368" y="121766"/>
        <a:ext cx="690228" cy="460151"/>
      </dsp:txXfrm>
    </dsp:sp>
    <dsp:sp modelId="{CA071D9C-5A72-4A12-8090-4873BD8344E1}">
      <dsp:nvSpPr>
        <dsp:cNvPr id="0" name=""/>
        <dsp:cNvSpPr/>
      </dsp:nvSpPr>
      <dsp:spPr>
        <a:xfrm>
          <a:off x="1036633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66709" y="121766"/>
        <a:ext cx="690228" cy="460151"/>
      </dsp:txXfrm>
    </dsp:sp>
    <dsp:sp modelId="{137ACDC8-D503-40EA-93C7-101444AE43E6}">
      <dsp:nvSpPr>
        <dsp:cNvPr id="0" name=""/>
        <dsp:cNvSpPr/>
      </dsp:nvSpPr>
      <dsp:spPr>
        <a:xfrm>
          <a:off x="2071975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02051" y="121766"/>
        <a:ext cx="690228" cy="460151"/>
      </dsp:txXfrm>
    </dsp:sp>
    <dsp:sp modelId="{B62C78FC-A63E-4E93-9C52-85E0CA0DF36B}">
      <dsp:nvSpPr>
        <dsp:cNvPr id="0" name=""/>
        <dsp:cNvSpPr/>
      </dsp:nvSpPr>
      <dsp:spPr>
        <a:xfrm>
          <a:off x="3107316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337392" y="121766"/>
        <a:ext cx="690228" cy="460151"/>
      </dsp:txXfrm>
    </dsp:sp>
    <dsp:sp modelId="{6E61CAAE-5567-469B-B8B9-01DD5A9DBA04}">
      <dsp:nvSpPr>
        <dsp:cNvPr id="0" name=""/>
        <dsp:cNvSpPr/>
      </dsp:nvSpPr>
      <dsp:spPr>
        <a:xfrm>
          <a:off x="4142658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372734" y="121766"/>
        <a:ext cx="690228" cy="4601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324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1983</a:t>
          </a:r>
        </a:p>
      </dsp:txBody>
      <dsp:txXfrm>
        <a:off x="237014" y="97413"/>
        <a:ext cx="707069" cy="471379"/>
      </dsp:txXfrm>
    </dsp:sp>
    <dsp:sp modelId="{CA071D9C-5A72-4A12-8090-4873BD8344E1}">
      <dsp:nvSpPr>
        <dsp:cNvPr id="0" name=""/>
        <dsp:cNvSpPr/>
      </dsp:nvSpPr>
      <dsp:spPr>
        <a:xfrm>
          <a:off x="1061927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97617" y="97413"/>
        <a:ext cx="707069" cy="471379"/>
      </dsp:txXfrm>
    </dsp:sp>
    <dsp:sp modelId="{137ACDC8-D503-40EA-93C7-101444AE43E6}">
      <dsp:nvSpPr>
        <dsp:cNvPr id="0" name=""/>
        <dsp:cNvSpPr/>
      </dsp:nvSpPr>
      <dsp:spPr>
        <a:xfrm>
          <a:off x="2122530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58220" y="97413"/>
        <a:ext cx="707069" cy="471379"/>
      </dsp:txXfrm>
    </dsp:sp>
    <dsp:sp modelId="{B62C78FC-A63E-4E93-9C52-85E0CA0DF36B}">
      <dsp:nvSpPr>
        <dsp:cNvPr id="0" name=""/>
        <dsp:cNvSpPr/>
      </dsp:nvSpPr>
      <dsp:spPr>
        <a:xfrm>
          <a:off x="3183133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418823" y="97413"/>
        <a:ext cx="707069" cy="471379"/>
      </dsp:txXfrm>
    </dsp:sp>
    <dsp:sp modelId="{6E61CAAE-5567-469B-B8B9-01DD5A9DBA04}">
      <dsp:nvSpPr>
        <dsp:cNvPr id="0" name=""/>
        <dsp:cNvSpPr/>
      </dsp:nvSpPr>
      <dsp:spPr>
        <a:xfrm>
          <a:off x="4243736" y="97413"/>
          <a:ext cx="1178448" cy="471379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479426" y="97413"/>
        <a:ext cx="707069" cy="4713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292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1803</a:t>
          </a:r>
        </a:p>
      </dsp:txBody>
      <dsp:txXfrm>
        <a:off x="231368" y="121766"/>
        <a:ext cx="690228" cy="460151"/>
      </dsp:txXfrm>
    </dsp:sp>
    <dsp:sp modelId="{CA071D9C-5A72-4A12-8090-4873BD8344E1}">
      <dsp:nvSpPr>
        <dsp:cNvPr id="0" name=""/>
        <dsp:cNvSpPr/>
      </dsp:nvSpPr>
      <dsp:spPr>
        <a:xfrm>
          <a:off x="1036633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66709" y="121766"/>
        <a:ext cx="690228" cy="460151"/>
      </dsp:txXfrm>
    </dsp:sp>
    <dsp:sp modelId="{137ACDC8-D503-40EA-93C7-101444AE43E6}">
      <dsp:nvSpPr>
        <dsp:cNvPr id="0" name=""/>
        <dsp:cNvSpPr/>
      </dsp:nvSpPr>
      <dsp:spPr>
        <a:xfrm>
          <a:off x="2071975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02051" y="121766"/>
        <a:ext cx="690228" cy="460151"/>
      </dsp:txXfrm>
    </dsp:sp>
    <dsp:sp modelId="{B62C78FC-A63E-4E93-9C52-85E0CA0DF36B}">
      <dsp:nvSpPr>
        <dsp:cNvPr id="0" name=""/>
        <dsp:cNvSpPr/>
      </dsp:nvSpPr>
      <dsp:spPr>
        <a:xfrm>
          <a:off x="3107316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337392" y="121766"/>
        <a:ext cx="690228" cy="460151"/>
      </dsp:txXfrm>
    </dsp:sp>
    <dsp:sp modelId="{6E61CAAE-5567-469B-B8B9-01DD5A9DBA04}">
      <dsp:nvSpPr>
        <dsp:cNvPr id="0" name=""/>
        <dsp:cNvSpPr/>
      </dsp:nvSpPr>
      <dsp:spPr>
        <a:xfrm>
          <a:off x="4142658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372734" y="121766"/>
        <a:ext cx="690228" cy="4601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292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1803</a:t>
          </a:r>
        </a:p>
      </dsp:txBody>
      <dsp:txXfrm>
        <a:off x="231368" y="121766"/>
        <a:ext cx="690228" cy="460151"/>
      </dsp:txXfrm>
    </dsp:sp>
    <dsp:sp modelId="{CA071D9C-5A72-4A12-8090-4873BD8344E1}">
      <dsp:nvSpPr>
        <dsp:cNvPr id="0" name=""/>
        <dsp:cNvSpPr/>
      </dsp:nvSpPr>
      <dsp:spPr>
        <a:xfrm>
          <a:off x="1036633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66709" y="121766"/>
        <a:ext cx="690228" cy="460151"/>
      </dsp:txXfrm>
    </dsp:sp>
    <dsp:sp modelId="{137ACDC8-D503-40EA-93C7-101444AE43E6}">
      <dsp:nvSpPr>
        <dsp:cNvPr id="0" name=""/>
        <dsp:cNvSpPr/>
      </dsp:nvSpPr>
      <dsp:spPr>
        <a:xfrm>
          <a:off x="2071975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02051" y="121766"/>
        <a:ext cx="690228" cy="460151"/>
      </dsp:txXfrm>
    </dsp:sp>
    <dsp:sp modelId="{B62C78FC-A63E-4E93-9C52-85E0CA0DF36B}">
      <dsp:nvSpPr>
        <dsp:cNvPr id="0" name=""/>
        <dsp:cNvSpPr/>
      </dsp:nvSpPr>
      <dsp:spPr>
        <a:xfrm>
          <a:off x="3107316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337392" y="121766"/>
        <a:ext cx="690228" cy="460151"/>
      </dsp:txXfrm>
    </dsp:sp>
    <dsp:sp modelId="{6E61CAAE-5567-469B-B8B9-01DD5A9DBA04}">
      <dsp:nvSpPr>
        <dsp:cNvPr id="0" name=""/>
        <dsp:cNvSpPr/>
      </dsp:nvSpPr>
      <dsp:spPr>
        <a:xfrm>
          <a:off x="4142658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372734" y="121766"/>
        <a:ext cx="690228" cy="4601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F1698-A5CA-40B1-8098-C5548CA0ACD5}">
      <dsp:nvSpPr>
        <dsp:cNvPr id="0" name=""/>
        <dsp:cNvSpPr/>
      </dsp:nvSpPr>
      <dsp:spPr>
        <a:xfrm>
          <a:off x="1292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Dalton   1803</a:t>
          </a:r>
        </a:p>
      </dsp:txBody>
      <dsp:txXfrm>
        <a:off x="231368" y="121766"/>
        <a:ext cx="690228" cy="460151"/>
      </dsp:txXfrm>
    </dsp:sp>
    <dsp:sp modelId="{CA071D9C-5A72-4A12-8090-4873BD8344E1}">
      <dsp:nvSpPr>
        <dsp:cNvPr id="0" name=""/>
        <dsp:cNvSpPr/>
      </dsp:nvSpPr>
      <dsp:spPr>
        <a:xfrm>
          <a:off x="1036633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Thompson 1904</a:t>
          </a:r>
        </a:p>
      </dsp:txBody>
      <dsp:txXfrm>
        <a:off x="1266709" y="121766"/>
        <a:ext cx="690228" cy="460151"/>
      </dsp:txXfrm>
    </dsp:sp>
    <dsp:sp modelId="{137ACDC8-D503-40EA-93C7-101444AE43E6}">
      <dsp:nvSpPr>
        <dsp:cNvPr id="0" name=""/>
        <dsp:cNvSpPr/>
      </dsp:nvSpPr>
      <dsp:spPr>
        <a:xfrm>
          <a:off x="2071975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Rutherford 1911</a:t>
          </a:r>
        </a:p>
      </dsp:txBody>
      <dsp:txXfrm>
        <a:off x="2302051" y="121766"/>
        <a:ext cx="690228" cy="460151"/>
      </dsp:txXfrm>
    </dsp:sp>
    <dsp:sp modelId="{B62C78FC-A63E-4E93-9C52-85E0CA0DF36B}">
      <dsp:nvSpPr>
        <dsp:cNvPr id="0" name=""/>
        <dsp:cNvSpPr/>
      </dsp:nvSpPr>
      <dsp:spPr>
        <a:xfrm>
          <a:off x="3107316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Bohr       1913</a:t>
          </a:r>
        </a:p>
      </dsp:txBody>
      <dsp:txXfrm>
        <a:off x="3337392" y="121766"/>
        <a:ext cx="690228" cy="460151"/>
      </dsp:txXfrm>
    </dsp:sp>
    <dsp:sp modelId="{6E61CAAE-5567-469B-B8B9-01DD5A9DBA04}">
      <dsp:nvSpPr>
        <dsp:cNvPr id="0" name=""/>
        <dsp:cNvSpPr/>
      </dsp:nvSpPr>
      <dsp:spPr>
        <a:xfrm>
          <a:off x="4142658" y="121766"/>
          <a:ext cx="1150379" cy="46015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b="1" kern="1200" dirty="0"/>
            <a:t>Schrodinger 1926</a:t>
          </a:r>
        </a:p>
      </dsp:txBody>
      <dsp:txXfrm>
        <a:off x="4372734" y="121766"/>
        <a:ext cx="690228" cy="460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70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2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74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11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45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7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71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1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05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32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32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47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80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34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49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5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16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27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56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9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39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99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0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94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896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9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755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674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609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697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950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49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640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789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73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892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8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61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088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608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159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587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731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808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540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50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1277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152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336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074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263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951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86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527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687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237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422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507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077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865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0587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fld id="{860B6E50-6D2A-411E-A73A-17E811A4FFCE}" type="slidenum">
              <a:rPr lang="en-US" altLang="en-US" sz="1200" b="0" smtClean="0">
                <a:latin typeface="Times New Roman" pitchFamily="18" charset="0"/>
              </a:rPr>
              <a:pPr/>
              <a:t>75</a:t>
            </a:fld>
            <a:endParaRPr lang="en-US" altLang="en-US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5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8/20/2023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Lp9ihOYjj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png"/><Relationship Id="rId5" Type="http://schemas.openxmlformats.org/officeDocument/2006/relationships/diagramData" Target="../diagrams/data1.xml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3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10.jpeg"/><Relationship Id="rId5" Type="http://schemas.openxmlformats.org/officeDocument/2006/relationships/diagramLayout" Target="../diagrams/layout3.xml"/><Relationship Id="rId10" Type="http://schemas.openxmlformats.org/officeDocument/2006/relationships/image" Target="../media/image9.jpg"/><Relationship Id="rId4" Type="http://schemas.openxmlformats.org/officeDocument/2006/relationships/diagramData" Target="../diagrams/data3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9.jpe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8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5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openxmlformats.org/officeDocument/2006/relationships/image" Target="../media/image43.gif"/><Relationship Id="rId3" Type="http://schemas.openxmlformats.org/officeDocument/2006/relationships/image" Target="../media/image41.png"/><Relationship Id="rId7" Type="http://schemas.openxmlformats.org/officeDocument/2006/relationships/diagramColors" Target="../diagrams/colors5.xml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11" Type="http://schemas.openxmlformats.org/officeDocument/2006/relationships/image" Target="../media/image18.png"/><Relationship Id="rId5" Type="http://schemas.openxmlformats.org/officeDocument/2006/relationships/diagramLayout" Target="../diagrams/layout5.xml"/><Relationship Id="rId10" Type="http://schemas.openxmlformats.org/officeDocument/2006/relationships/image" Target="../media/image6.png"/><Relationship Id="rId4" Type="http://schemas.openxmlformats.org/officeDocument/2006/relationships/diagramData" Target="../diagrams/data5.xml"/><Relationship Id="rId9" Type="http://schemas.openxmlformats.org/officeDocument/2006/relationships/image" Target="../media/image4.png"/><Relationship Id="rId1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42.png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8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hyperlink" Target="http://images.google.com.vn/imgres?imgurl=http://www.spaceandmotion.com/Images/de-Broglie-physics-1.jpg&amp;imgrefurl=http://www.spaceandmotion.com/quantum-theory-de-broglie-quotes.htm&amp;h=326&amp;w=250&amp;sz=11&amp;hl=en&amp;start=2&amp;um=1&amp;tbnid=IWV0X7Ebwk0lbM:&amp;tbnh=118&amp;tbnw=90&amp;prev=/images?q=de+Broglie+&amp;svnum=10&amp;um=1&amp;hl=en&amp;sa=N" TargetMode="Externa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0.png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gi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820.png"/><Relationship Id="rId4" Type="http://schemas.openxmlformats.org/officeDocument/2006/relationships/image" Target="../media/image9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jpeg"/><Relationship Id="rId4" Type="http://schemas.openxmlformats.org/officeDocument/2006/relationships/image" Target="../media/image79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100.png"/><Relationship Id="rId4" Type="http://schemas.openxmlformats.org/officeDocument/2006/relationships/image" Target="../media/image86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1" name="Rectangle 4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1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Cấu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tạo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nguyên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tử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43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328188" y="1871434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181610" y="1014550"/>
            <a:ext cx="4586448" cy="20467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điển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Bohr</a:t>
            </a:r>
          </a:p>
          <a:p>
            <a:pPr indent="461963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lưỡng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75467" y="3097257"/>
            <a:ext cx="9131046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Schrodinger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Orbital </a:t>
            </a:r>
            <a:r>
              <a:rPr lang="en-US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endParaRPr lang="en-US" sz="28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electron:</a:t>
            </a:r>
          </a:p>
          <a:p>
            <a:pPr indent="346075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6075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</a:p>
          <a:p>
            <a:pPr indent="346075">
              <a:spcAft>
                <a:spcPts val="600"/>
              </a:spcAft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3CBA873-9F20-A1ED-118E-9AC67450D587}"/>
              </a:ext>
            </a:extLst>
          </p:cNvPr>
          <p:cNvSpPr txBox="1"/>
          <p:nvPr/>
        </p:nvSpPr>
        <p:spPr>
          <a:xfrm>
            <a:off x="-189186" y="63692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pic>
        <p:nvPicPr>
          <p:cNvPr id="13" name="Picture 4" descr="dalton">
            <a:extLst>
              <a:ext uri="{FF2B5EF4-FFF2-40B4-BE49-F238E27FC236}">
                <a16:creationId xmlns:a16="http://schemas.microsoft.com/office/drawing/2014/main" xmlns="" id="{957AFB4F-949C-AFD6-B56D-71C1F4BA2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761" y="924636"/>
            <a:ext cx="1137643" cy="118872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87704" y="5020718"/>
            <a:ext cx="11499162" cy="1723549"/>
            <a:chOff x="487704" y="5020718"/>
            <a:chExt cx="11499162" cy="1723549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33710" y="5133545"/>
              <a:ext cx="2553156" cy="13262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487704" y="5020718"/>
              <a:ext cx="8683456" cy="1723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Những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khối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cấu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trúc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hợp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nhau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tỉ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lệ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738011" y="894467"/>
            <a:ext cx="5423509" cy="913238"/>
            <a:chOff x="4533251" y="864068"/>
            <a:chExt cx="7506443" cy="964614"/>
          </a:xfrm>
        </p:grpSpPr>
        <p:graphicFrame>
          <p:nvGraphicFramePr>
            <p:cNvPr id="22" name="Diagram 21"/>
            <p:cNvGraphicFramePr/>
            <p:nvPr>
              <p:extLst>
                <p:ext uri="{D42A27DB-BD31-4B8C-83A1-F6EECF244321}">
                  <p14:modId xmlns:p14="http://schemas.microsoft.com/office/powerpoint/2010/main" val="2166977701"/>
                </p:ext>
              </p:extLst>
            </p:nvPr>
          </p:nvGraphicFramePr>
          <p:xfrm>
            <a:off x="4533251" y="1124997"/>
            <a:ext cx="7506443" cy="70368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44547" y="864068"/>
              <a:ext cx="523259" cy="365760"/>
            </a:xfrm>
            <a:prstGeom prst="rect">
              <a:avLst/>
            </a:prstGeom>
          </p:spPr>
        </p:pic>
      </p:grpSp>
      <p:sp>
        <p:nvSpPr>
          <p:cNvPr id="16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19328" y="944668"/>
            <a:ext cx="55700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Thuyết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Dalton </a:t>
            </a:r>
          </a:p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John Dalton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7103" y="2172830"/>
            <a:ext cx="92466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8925"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1803, Dalton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7704" y="2531883"/>
            <a:ext cx="11389708" cy="2121643"/>
            <a:chOff x="487704" y="2531883"/>
            <a:chExt cx="11389708" cy="21216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861082" y="2531883"/>
              <a:ext cx="2016330" cy="2121643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87704" y="3122126"/>
              <a:ext cx="86834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cả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487704" y="3702090"/>
            <a:ext cx="8735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2473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872890" y="293654"/>
            <a:ext cx="5294330" cy="964615"/>
            <a:chOff x="4533251" y="775287"/>
            <a:chExt cx="7506443" cy="964615"/>
          </a:xfrm>
        </p:grpSpPr>
        <p:grpSp>
          <p:nvGrpSpPr>
            <p:cNvPr id="29" name="Group 28"/>
            <p:cNvGrpSpPr/>
            <p:nvPr/>
          </p:nvGrpSpPr>
          <p:grpSpPr>
            <a:xfrm>
              <a:off x="4533251" y="775288"/>
              <a:ext cx="7506443" cy="964614"/>
              <a:chOff x="4533251" y="864068"/>
              <a:chExt cx="7506443" cy="964614"/>
            </a:xfrm>
          </p:grpSpPr>
          <p:graphicFrame>
            <p:nvGraphicFramePr>
              <p:cNvPr id="31" name="Diagram 30"/>
              <p:cNvGraphicFramePr/>
              <p:nvPr/>
            </p:nvGraphicFramePr>
            <p:xfrm>
              <a:off x="4533251" y="1124997"/>
              <a:ext cx="7506443" cy="70368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44547" y="864068"/>
                <a:ext cx="523259" cy="365760"/>
              </a:xfrm>
              <a:prstGeom prst="rect">
                <a:avLst/>
              </a:prstGeom>
            </p:spPr>
          </p:pic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59966" y="775287"/>
              <a:ext cx="523259" cy="365760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181609" y="4366145"/>
            <a:ext cx="5040780" cy="2458765"/>
            <a:chOff x="245377" y="3978673"/>
            <a:chExt cx="5040780" cy="2458765"/>
          </a:xfrm>
        </p:grpSpPr>
        <p:grpSp>
          <p:nvGrpSpPr>
            <p:cNvPr id="33" name="Group 1">
              <a:extLst>
                <a:ext uri="{FF2B5EF4-FFF2-40B4-BE49-F238E27FC236}">
                  <a16:creationId xmlns:a16="http://schemas.microsoft.com/office/drawing/2014/main" xmlns="" id="{E5DB4B7D-E695-47EB-5D14-50DB263DF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377" y="4296669"/>
              <a:ext cx="2411533" cy="2140769"/>
              <a:chOff x="37676" y="1941512"/>
              <a:chExt cx="3900118" cy="3281022"/>
            </a:xfrm>
          </p:grpSpPr>
          <p:sp>
            <p:nvSpPr>
              <p:cNvPr id="34" name="Text Box 4">
                <a:extLst>
                  <a:ext uri="{FF2B5EF4-FFF2-40B4-BE49-F238E27FC236}">
                    <a16:creationId xmlns:a16="http://schemas.microsoft.com/office/drawing/2014/main" xmlns="" id="{9C4AA58D-3512-7BF4-AF6B-AF69E7B8D8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6" y="4656482"/>
                <a:ext cx="3900118" cy="5660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800" b="1" i="1" dirty="0" err="1">
                    <a:cs typeface="Times New Roman" panose="02020603050405020304" pitchFamily="18" charset="0"/>
                  </a:rPr>
                  <a:t>Thiết</a:t>
                </a:r>
                <a:r>
                  <a:rPr lang="en-US" altLang="en-US" sz="1800" b="1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b="1" i="1" dirty="0" err="1">
                    <a:cs typeface="Times New Roman" panose="02020603050405020304" pitchFamily="18" charset="0"/>
                  </a:rPr>
                  <a:t>bị</a:t>
                </a:r>
                <a:r>
                  <a:rPr lang="en-US" altLang="en-US" sz="1800" b="1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b="1" i="1" dirty="0" err="1">
                    <a:cs typeface="Times New Roman" panose="02020603050405020304" pitchFamily="18" charset="0"/>
                  </a:rPr>
                  <a:t>đếm</a:t>
                </a:r>
                <a:r>
                  <a:rPr lang="en-US" altLang="en-US" sz="1800" b="1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b="1" i="1" dirty="0" err="1">
                    <a:cs typeface="Times New Roman" panose="02020603050405020304" pitchFamily="18" charset="0"/>
                  </a:rPr>
                  <a:t>giọt</a:t>
                </a:r>
                <a:r>
                  <a:rPr lang="en-US" altLang="en-US" sz="1800" b="1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1800" b="1" i="1" dirty="0" err="1">
                    <a:cs typeface="Times New Roman" panose="02020603050405020304" pitchFamily="18" charset="0"/>
                  </a:rPr>
                  <a:t>dầu</a:t>
                </a:r>
                <a:endParaRPr lang="en-US" altLang="en-US" sz="1800" b="1" i="1" dirty="0">
                  <a:cs typeface="Times New Roman" panose="02020603050405020304" pitchFamily="18" charset="0"/>
                </a:endParaRPr>
              </a:p>
            </p:txBody>
          </p:sp>
          <p:pic>
            <p:nvPicPr>
              <p:cNvPr id="35" name="Picture 7" descr="oildropapparatus">
                <a:extLst>
                  <a:ext uri="{FF2B5EF4-FFF2-40B4-BE49-F238E27FC236}">
                    <a16:creationId xmlns:a16="http://schemas.microsoft.com/office/drawing/2014/main" xmlns="" id="{75506CC3-CE24-E5AC-1ACC-FB7C59592B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344" y="1941512"/>
                <a:ext cx="3387865" cy="2590800"/>
              </a:xfrm>
              <a:prstGeom prst="rect">
                <a:avLst/>
              </a:prstGeom>
              <a:noFill/>
              <a:ln w="25400">
                <a:solidFill>
                  <a:srgbClr val="66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6" name="AutoShape 6">
              <a:extLst>
                <a:ext uri="{FF2B5EF4-FFF2-40B4-BE49-F238E27FC236}">
                  <a16:creationId xmlns:a16="http://schemas.microsoft.com/office/drawing/2014/main" xmlns="" id="{DED433AA-81BA-3444-1C1E-ADE5F2EFC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724" y="5015278"/>
              <a:ext cx="2019624" cy="744602"/>
            </a:xfrm>
            <a:prstGeom prst="wedgeRoundRectCallout">
              <a:avLst>
                <a:gd name="adj1" fmla="val -92003"/>
                <a:gd name="adj2" fmla="val -47694"/>
                <a:gd name="adj3" fmla="val 16667"/>
              </a:avLst>
            </a:prstGeom>
            <a:noFill/>
            <a:ln w="28575">
              <a:solidFill>
                <a:srgbClr val="66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000" b="1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Khối</a:t>
              </a:r>
              <a:r>
                <a:rPr lang="en-US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000" b="1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lượng</a:t>
              </a:r>
              <a:r>
                <a:rPr lang="en-US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e-: </a:t>
              </a:r>
            </a:p>
            <a:p>
              <a:pPr algn="ctr" eaLnBrk="1" hangingPunct="1"/>
              <a:r>
                <a:rPr lang="en-US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9.11 x 10</a:t>
              </a:r>
              <a:r>
                <a:rPr lang="en-US" altLang="en-US" sz="2000" b="1" baseline="300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-28</a:t>
              </a:r>
              <a:r>
                <a:rPr lang="en-US" altLang="en-US" sz="2000" b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g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AE916F03-14A4-DCA3-296F-A608B081D534}"/>
                </a:ext>
              </a:extLst>
            </p:cNvPr>
            <p:cNvSpPr/>
            <p:nvPr/>
          </p:nvSpPr>
          <p:spPr>
            <a:xfrm>
              <a:off x="2656911" y="3978673"/>
              <a:ext cx="2629246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Thí</a:t>
              </a:r>
              <a:r>
                <a:rPr lang="en-US" altLang="en-US" sz="28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nghiệm</a:t>
              </a:r>
              <a:r>
                <a:rPr lang="en-US" altLang="en-US" sz="28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r>
                <a:rPr lang="en-US" altLang="en-US" sz="28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R. Millikan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046227" y="4798117"/>
            <a:ext cx="7037324" cy="195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ướng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1609" y="896935"/>
            <a:ext cx="11936409" cy="3288125"/>
            <a:chOff x="181609" y="896935"/>
            <a:chExt cx="11936409" cy="3288125"/>
          </a:xfrm>
        </p:grpSpPr>
        <p:sp>
          <p:nvSpPr>
            <p:cNvPr id="25" name="矩形 4">
              <a:extLst>
                <a:ext uri="{FF2B5EF4-FFF2-40B4-BE49-F238E27FC236}">
                  <a16:creationId xmlns:a16="http://schemas.microsoft.com/office/drawing/2014/main" xmlns="" id="{4142352F-FC7E-4B9F-9637-BBAFCD43BF79}"/>
                </a:ext>
              </a:extLst>
            </p:cNvPr>
            <p:cNvSpPr/>
            <p:nvPr/>
          </p:nvSpPr>
          <p:spPr>
            <a:xfrm>
              <a:off x="181609" y="896935"/>
              <a:ext cx="522012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altLang="zh-TW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Thí</a:t>
              </a:r>
              <a:r>
                <a:rPr lang="en-US" altLang="zh-TW" sz="2800" b="1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nghiệm</a:t>
              </a:r>
              <a:r>
                <a:rPr lang="en-US" altLang="zh-TW" sz="2800" b="1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của</a:t>
              </a:r>
              <a:r>
                <a:rPr lang="en-US" altLang="zh-TW" sz="2800" b="1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J.J, Thompson</a:t>
              </a:r>
              <a:endPara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0099" y="1597642"/>
              <a:ext cx="4299190" cy="2587418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5007400" y="1301383"/>
              <a:ext cx="711061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nguồn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nối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cực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ống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chân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5041868" y="2655952"/>
            <a:ext cx="70416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(cathode)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(anode)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huỳnh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324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738011" y="849137"/>
            <a:ext cx="5423509" cy="958568"/>
            <a:chOff x="6738011" y="849137"/>
            <a:chExt cx="5423509" cy="958568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9588" y="849137"/>
              <a:ext cx="346487" cy="365760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6738011" y="894467"/>
              <a:ext cx="5423509" cy="913238"/>
              <a:chOff x="4533251" y="864068"/>
              <a:chExt cx="7506443" cy="964614"/>
            </a:xfrm>
          </p:grpSpPr>
          <p:graphicFrame>
            <p:nvGraphicFramePr>
              <p:cNvPr id="23" name="Diagram 22"/>
              <p:cNvGraphicFramePr/>
              <p:nvPr>
                <p:extLst>
                  <p:ext uri="{D42A27DB-BD31-4B8C-83A1-F6EECF244321}">
                    <p14:modId xmlns:p14="http://schemas.microsoft.com/office/powerpoint/2010/main" val="4202255684"/>
                  </p:ext>
                </p:extLst>
              </p:nvPr>
            </p:nvGraphicFramePr>
            <p:xfrm>
              <a:off x="4533251" y="1124997"/>
              <a:ext cx="7506443" cy="70368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44547" y="864068"/>
                <a:ext cx="523259" cy="365760"/>
              </a:xfrm>
              <a:prstGeom prst="rect">
                <a:avLst/>
              </a:prstGeom>
            </p:spPr>
          </p:pic>
        </p:grpSp>
      </p:grpSp>
      <p:grpSp>
        <p:nvGrpSpPr>
          <p:cNvPr id="15" name="Group 14"/>
          <p:cNvGrpSpPr/>
          <p:nvPr/>
        </p:nvGrpSpPr>
        <p:grpSpPr>
          <a:xfrm>
            <a:off x="0" y="3038826"/>
            <a:ext cx="12180848" cy="3822202"/>
            <a:chOff x="0" y="3038826"/>
            <a:chExt cx="12180848" cy="382220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064" y="4009750"/>
              <a:ext cx="3588784" cy="2238650"/>
            </a:xfrm>
            <a:prstGeom prst="rect">
              <a:avLst/>
            </a:prstGeom>
          </p:spPr>
        </p:pic>
        <p:grpSp>
          <p:nvGrpSpPr>
            <p:cNvPr id="26" name="Group 25"/>
            <p:cNvGrpSpPr/>
            <p:nvPr/>
          </p:nvGrpSpPr>
          <p:grpSpPr>
            <a:xfrm>
              <a:off x="0" y="3038826"/>
              <a:ext cx="8584338" cy="3822202"/>
              <a:chOff x="505361" y="4061739"/>
              <a:chExt cx="8584338" cy="38222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505361" y="4061739"/>
                <a:ext cx="85843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Mô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hình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nguyên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t</a:t>
                </a:r>
                <a:r>
                  <a:rPr lang="vi-VN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ử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của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Thompson (Plum pudding)</a:t>
                </a: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63790" y="4559954"/>
                <a:ext cx="776072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Tx/>
                  <a:buChar char="-"/>
                </a:pP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Tất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cả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hòa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</a:t>
                </a:r>
                <a:r>
                  <a:rPr lang="vi-V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ươ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(+)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(-)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 algn="just">
                  <a:lnSpc>
                    <a:spcPct val="150000"/>
                  </a:lnSpc>
                  <a:buFontTx/>
                  <a:buChar char="-"/>
                </a:pP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(+)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bổ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âm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(-)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(+)</a:t>
                </a:r>
                <a:r>
                  <a:rPr lang="en-US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42127" y="800987"/>
            <a:ext cx="11524828" cy="2667218"/>
            <a:chOff x="42127" y="800987"/>
            <a:chExt cx="11524828" cy="2667218"/>
          </a:xfrm>
        </p:grpSpPr>
        <p:grpSp>
          <p:nvGrpSpPr>
            <p:cNvPr id="5" name="Group 4"/>
            <p:cNvGrpSpPr/>
            <p:nvPr/>
          </p:nvGrpSpPr>
          <p:grpSpPr>
            <a:xfrm>
              <a:off x="42127" y="800987"/>
              <a:ext cx="9728406" cy="2121784"/>
              <a:chOff x="42127" y="800987"/>
              <a:chExt cx="9728406" cy="2121784"/>
            </a:xfrm>
          </p:grpSpPr>
          <p:sp>
            <p:nvSpPr>
              <p:cNvPr id="17" name="Text Box 3">
                <a:extLst>
                  <a:ext uri="{FF2B5EF4-FFF2-40B4-BE49-F238E27FC236}">
                    <a16:creationId xmlns:a16="http://schemas.microsoft.com/office/drawing/2014/main" xmlns="" id="{021CA118-E00E-1FBF-DCDC-09690F461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929" y="2091774"/>
                <a:ext cx="9306604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Garamond" panose="02020404030301010803" pitchFamily="18" charset="0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Năm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1904, Thompson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giống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mận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bánh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pudding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US" alt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  <p:pic>
            <p:nvPicPr>
              <p:cNvPr id="18" name="Picture 5" descr="jjthomson">
                <a:extLst>
                  <a:ext uri="{FF2B5EF4-FFF2-40B4-BE49-F238E27FC236}">
                    <a16:creationId xmlns:a16="http://schemas.microsoft.com/office/drawing/2014/main" xmlns="" id="{513F7BEE-04CA-7B80-F244-BAEAC7B580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95551" y="1287339"/>
                <a:ext cx="826898" cy="822960"/>
              </a:xfrm>
              <a:prstGeom prst="rect">
                <a:avLst/>
              </a:prstGeom>
              <a:noFill/>
              <a:ln w="25400">
                <a:solidFill>
                  <a:srgbClr val="FF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矩形 4">
                <a:extLst>
                  <a:ext uri="{FF2B5EF4-FFF2-40B4-BE49-F238E27FC236}">
                    <a16:creationId xmlns:a16="http://schemas.microsoft.com/office/drawing/2014/main" xmlns="" id="{4142352F-FC7E-4B9F-9637-BBAFCD43BF79}"/>
                  </a:ext>
                </a:extLst>
              </p:cNvPr>
              <p:cNvSpPr/>
              <p:nvPr/>
            </p:nvSpPr>
            <p:spPr>
              <a:xfrm>
                <a:off x="42127" y="800987"/>
                <a:ext cx="6655467" cy="1107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Thuyết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cấu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tạo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nguyên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tử</a:t>
                </a:r>
                <a:r>
                  <a:rPr lang="en-US" altLang="zh-TW" sz="2800" b="1" u="sng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Thompson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    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J.J, Thompson (1896)</a:t>
                </a: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</a:t>
                </a:r>
              </a:p>
            </p:txBody>
          </p:sp>
        </p:grp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63511" y="1935031"/>
              <a:ext cx="1603444" cy="15331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331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alpha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beta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gamma (</a:t>
            </a:r>
            <a:r>
              <a:rPr lang="el-GR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890866" y="2398814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b="1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alpha (</a:t>
            </a:r>
            <a:r>
              <a:rPr lang="el-GR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72745" y="3930724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Beta (</a:t>
            </a:r>
            <a:r>
              <a:rPr lang="el-GR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electron. 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2745" y="4991319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Tia gamma (</a:t>
            </a:r>
            <a:r>
              <a:rPr lang="el-GR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39559" y="911928"/>
            <a:ext cx="12027661" cy="5257974"/>
            <a:chOff x="139559" y="911928"/>
            <a:chExt cx="12027661" cy="5257974"/>
          </a:xfrm>
        </p:grpSpPr>
        <p:grpSp>
          <p:nvGrpSpPr>
            <p:cNvPr id="15" name="Group 14"/>
            <p:cNvGrpSpPr/>
            <p:nvPr/>
          </p:nvGrpSpPr>
          <p:grpSpPr>
            <a:xfrm>
              <a:off x="139559" y="911928"/>
              <a:ext cx="12027661" cy="2937916"/>
              <a:chOff x="139559" y="911928"/>
              <a:chExt cx="12027661" cy="293791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5872745" y="917703"/>
                <a:ext cx="629447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US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bức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phóng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xạ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môi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điện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trường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39559" y="911928"/>
                <a:ext cx="56134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Thí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nghiệm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Rutherford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và</a:t>
                </a:r>
                <a:r>
                  <a:rPr lang="en-US" altLang="zh-TW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 </a:t>
                </a:r>
                <a:r>
                  <a:rPr lang="en-US" altLang="zh-TW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Vilard</a:t>
                </a: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Permanent Marker"/>
                  </a:rPr>
                  <a:t>:</a:t>
                </a:r>
              </a:p>
            </p:txBody>
          </p: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157" y="1686851"/>
                <a:ext cx="5145414" cy="2162993"/>
              </a:xfrm>
              <a:prstGeom prst="rect">
                <a:avLst/>
              </a:prstGeom>
            </p:spPr>
          </p:pic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3864" y="4884831"/>
              <a:ext cx="2736045" cy="1056971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621" y="4407777"/>
              <a:ext cx="2409825" cy="1762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64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Proton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9559" y="814176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Thí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nghiệm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Rutherford (1909)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35975" y="1765916"/>
            <a:ext cx="5612395" cy="2790825"/>
            <a:chOff x="510250" y="1812757"/>
            <a:chExt cx="5612395" cy="279082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145" y="1812757"/>
              <a:ext cx="3238500" cy="2790825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250" y="2082800"/>
              <a:ext cx="2789110" cy="2366517"/>
            </a:xfrm>
            <a:prstGeom prst="rect">
              <a:avLst/>
            </a:prstGeom>
          </p:spPr>
        </p:pic>
        <p:sp>
          <p:nvSpPr>
            <p:cNvPr id="5" name="Right Arrow 4"/>
            <p:cNvSpPr/>
            <p:nvPr/>
          </p:nvSpPr>
          <p:spPr>
            <a:xfrm>
              <a:off x="3443640" y="3048876"/>
              <a:ext cx="304800" cy="43436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090424" y="1075786"/>
            <a:ext cx="598434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30188" algn="just">
              <a:spcBef>
                <a:spcPts val="600"/>
              </a:spcBef>
              <a:spcAft>
                <a:spcPts val="600"/>
              </a:spcAft>
            </a:pP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bắn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mỏng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chệch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(+);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32294" y="5258636"/>
            <a:ext cx="11745118" cy="1538883"/>
            <a:chOff x="132294" y="5258636"/>
            <a:chExt cx="11745118" cy="1538883"/>
          </a:xfrm>
        </p:grpSpPr>
        <p:sp>
          <p:nvSpPr>
            <p:cNvPr id="25" name="Curved Right Arrow 24"/>
            <p:cNvSpPr/>
            <p:nvPr/>
          </p:nvSpPr>
          <p:spPr>
            <a:xfrm rot="21144803">
              <a:off x="132294" y="5397809"/>
              <a:ext cx="477490" cy="661991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2645" y="5258636"/>
              <a:ext cx="11074767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spcAft>
                  <a:spcPts val="1200"/>
                </a:spcAft>
                <a:buFont typeface="Wingdings" panose="05000000000000000000" pitchFamily="2" charset="2"/>
                <a:buChar char="Ø"/>
              </a:pP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Thể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tích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nguyên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chứa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khoảng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lớn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không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gian</a:t>
              </a:r>
              <a:r>
                <a:rPr lang="en-US" sz="2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trống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pPr marL="285750" indent="-285750" algn="just">
                <a:spcAft>
                  <a:spcPts val="1200"/>
                </a:spcAft>
                <a:buFont typeface="Wingdings" panose="05000000000000000000" pitchFamily="2" charset="2"/>
                <a:buChar char="Ø"/>
              </a:pP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Hạt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nhân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có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2800" b="1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nhỏ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có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hạt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điện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tích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dương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được</a:t>
              </a:r>
              <a:r>
                <a:rPr lang="en-US" sz="28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gọi</a:t>
              </a:r>
              <a:r>
                <a:rPr lang="en-US" sz="28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là</a:t>
              </a:r>
              <a:r>
                <a:rPr lang="en-US" sz="2800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proton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nằm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trung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tâm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nguyên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tử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022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Neutron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3957" y="1003238"/>
            <a:ext cx="4766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Thí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nghiệm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James Chadwick:</a:t>
            </a: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256" y="1797384"/>
            <a:ext cx="7006227" cy="310620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40294" y="5174519"/>
            <a:ext cx="10597591" cy="1307537"/>
            <a:chOff x="640294" y="5174519"/>
            <a:chExt cx="10597591" cy="1307537"/>
          </a:xfrm>
        </p:grpSpPr>
        <p:sp>
          <p:nvSpPr>
            <p:cNvPr id="15" name="TextBox 14"/>
            <p:cNvSpPr txBox="1"/>
            <p:nvPr/>
          </p:nvSpPr>
          <p:spPr>
            <a:xfrm>
              <a:off x="1402556" y="5174519"/>
              <a:ext cx="9835329" cy="1307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284163" algn="just">
                <a:lnSpc>
                  <a:spcPct val="150000"/>
                </a:lnSpc>
                <a:spcAft>
                  <a:spcPts val="1200"/>
                </a:spcAft>
              </a:pP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Tia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bức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Be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gồm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mang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điện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u="sng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800" u="sng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~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800" u="sng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nguồn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gốc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sz="28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  <a:r>
                <a:rPr lang="en-US" sz="28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8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neutron</a:t>
              </a:r>
              <a:r>
                <a:rPr lang="en-US" sz="2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urved Right Arrow 15"/>
            <p:cNvSpPr/>
            <p:nvPr/>
          </p:nvSpPr>
          <p:spPr>
            <a:xfrm rot="21144803">
              <a:off x="640294" y="5228476"/>
              <a:ext cx="477490" cy="661991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26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6459785"/>
            <a:ext cx="5170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512183" y="780165"/>
            <a:ext cx="5294330" cy="968098"/>
            <a:chOff x="6288626" y="692958"/>
            <a:chExt cx="5294330" cy="968098"/>
          </a:xfrm>
        </p:grpSpPr>
        <p:grpSp>
          <p:nvGrpSpPr>
            <p:cNvPr id="7" name="Group 6"/>
            <p:cNvGrpSpPr/>
            <p:nvPr/>
          </p:nvGrpSpPr>
          <p:grpSpPr>
            <a:xfrm>
              <a:off x="6288626" y="776344"/>
              <a:ext cx="5294330" cy="884712"/>
              <a:chOff x="4533251" y="855190"/>
              <a:chExt cx="7506443" cy="884712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4533251" y="855191"/>
                <a:ext cx="7506443" cy="884711"/>
                <a:chOff x="4533251" y="943971"/>
                <a:chExt cx="7506443" cy="884711"/>
              </a:xfrm>
            </p:grpSpPr>
            <p:graphicFrame>
              <p:nvGraphicFramePr>
                <p:cNvPr id="11" name="Diagram 10"/>
                <p:cNvGraphicFramePr/>
                <p:nvPr>
                  <p:extLst>
                    <p:ext uri="{D42A27DB-BD31-4B8C-83A1-F6EECF244321}">
                      <p14:modId xmlns:p14="http://schemas.microsoft.com/office/powerpoint/2010/main" val="3839072839"/>
                    </p:ext>
                  </p:extLst>
                </p:nvPr>
              </p:nvGraphicFramePr>
              <p:xfrm>
                <a:off x="4533251" y="1124997"/>
                <a:ext cx="7506443" cy="703685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3" r:lo="rId4" r:qs="rId5" r:cs="rId6"/>
                </a:graphicData>
              </a:graphic>
            </p:graphicFrame>
            <p:pic>
              <p:nvPicPr>
                <p:cNvPr id="12" name="Picture 11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44547" y="943971"/>
                  <a:ext cx="388938" cy="271869"/>
                </a:xfrm>
                <a:prstGeom prst="rect">
                  <a:avLst/>
                </a:prstGeom>
              </p:spPr>
            </p:pic>
          </p:grpSp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59966" y="855190"/>
                <a:ext cx="388938" cy="271869"/>
              </a:xfrm>
              <a:prstGeom prst="rect">
                <a:avLst/>
              </a:prstGeom>
            </p:spPr>
          </p:pic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52911" y="692958"/>
              <a:ext cx="365760" cy="365760"/>
            </a:xfrm>
            <a:prstGeom prst="rect">
              <a:avLst/>
            </a:prstGeom>
          </p:spPr>
        </p:pic>
      </p:grpSp>
      <p:pic>
        <p:nvPicPr>
          <p:cNvPr id="13" name="Picture 6">
            <a:extLst>
              <a:ext uri="{FF2B5EF4-FFF2-40B4-BE49-F238E27FC236}">
                <a16:creationId xmlns:a16="http://schemas.microsoft.com/office/drawing/2014/main" xmlns="" id="{C027140D-C5E3-DE3E-35D9-3B5BB8995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"/>
          <a:stretch>
            <a:fillRect/>
          </a:stretch>
        </p:blipFill>
        <p:spPr bwMode="auto">
          <a:xfrm>
            <a:off x="485848" y="2017038"/>
            <a:ext cx="3621010" cy="2971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933" y="4988123"/>
            <a:ext cx="1760205" cy="1677177"/>
          </a:xfrm>
          <a:prstGeom prst="rect">
            <a:avLst/>
          </a:prstGeom>
        </p:spPr>
      </p:pic>
      <p:sp>
        <p:nvSpPr>
          <p:cNvPr id="17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42127" y="800987"/>
            <a:ext cx="66554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Thuyết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Rutherford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</a:t>
            </a:r>
            <a:r>
              <a:rPr lang="en-US" altLang="zh-TW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Rutherford:</a:t>
            </a: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54072" y="2368566"/>
            <a:ext cx="769107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30188" algn="just">
              <a:spcAft>
                <a:spcPts val="1200"/>
              </a:spcAft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xoay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proton </a:t>
            </a:r>
            <a:r>
              <a:rPr lang="en-US" sz="28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(+)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neutron (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10672" y="1329656"/>
            <a:ext cx="929995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6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99333" y="6459785"/>
            <a:ext cx="56788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electron, proton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neutron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="" id="{FF40ED29-FA40-2E94-E790-E05D0D4F1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646650"/>
                  </p:ext>
                </p:extLst>
              </p:nvPr>
            </p:nvGraphicFramePr>
            <p:xfrm>
              <a:off x="1054594" y="1169105"/>
              <a:ext cx="10071659" cy="359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713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57139">
                      <a:extLst>
                        <a:ext uri="{9D8B030D-6E8A-4147-A177-3AD203B41FA5}">
                          <a16:colId xmlns:a16="http://schemas.microsoft.com/office/drawing/2014/main" xmlns="" val="1638300694"/>
                        </a:ext>
                      </a:extLst>
                    </a:gridCol>
                    <a:gridCol w="1827989">
                      <a:extLst>
                        <a:ext uri="{9D8B030D-6E8A-4147-A177-3AD203B41FA5}">
                          <a16:colId xmlns:a16="http://schemas.microsoft.com/office/drawing/2014/main" xmlns="" val="2305136897"/>
                        </a:ext>
                      </a:extLst>
                    </a:gridCol>
                    <a:gridCol w="2869577">
                      <a:extLst>
                        <a:ext uri="{9D8B030D-6E8A-4147-A177-3AD203B41FA5}">
                          <a16:colId xmlns:a16="http://schemas.microsoft.com/office/drawing/2014/main" xmlns="" val="4002623438"/>
                        </a:ext>
                      </a:extLst>
                    </a:gridCol>
                    <a:gridCol w="1859815">
                      <a:extLst>
                        <a:ext uri="{9D8B030D-6E8A-4147-A177-3AD203B41FA5}">
                          <a16:colId xmlns:a16="http://schemas.microsoft.com/office/drawing/2014/main" xmlns="" val="4252661220"/>
                        </a:ext>
                      </a:extLst>
                    </a:gridCol>
                  </a:tblGrid>
                  <a:tr h="73118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Tên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Ký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hiệu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tích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Khối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lượng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(g)</a:t>
                          </a: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Vị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trí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630304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Electron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(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tử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)</a:t>
                          </a: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e</a:t>
                          </a: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-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b="0" dirty="0">
                              <a:solidFill>
                                <a:srgbClr val="0000FF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  <a:p>
                          <a:pPr algn="ctr"/>
                          <a:r>
                            <a:rPr lang="x-none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-1.6 x 10</a:t>
                          </a:r>
                          <a:r>
                            <a:rPr lang="en-US" sz="2000" b="0" i="1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-19</a:t>
                          </a:r>
                          <a:r>
                            <a:rPr lang="en-US" sz="20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C)</a:t>
                          </a:r>
                          <a:endParaRPr lang="x-none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   9.11 x 10</a:t>
                          </a: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-28 </a:t>
                          </a:r>
                          <a:endParaRPr kumimoji="0" lang="vi-VN" altLang="ko-KR" sz="2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ko-KR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5.5e-4 amu</a:t>
                          </a:r>
                          <a:endParaRPr kumimoji="0" lang="en-US" altLang="ko-KR" sz="2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  <a:cs typeface="Arial" panose="020B0604020202020204" pitchFamily="34" charset="0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Đám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mây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tích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:a16="http://schemas.microsoft.com/office/drawing/2014/main" xmlns="" val="35076999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Proton</a:t>
                          </a: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p</a:t>
                          </a: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+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b="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  <a:p>
                          <a:pPr algn="ctr"/>
                          <a:r>
                            <a:rPr lang="x-none" sz="18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-1.6 x 10</a:t>
                          </a:r>
                          <a:r>
                            <a:rPr lang="en-US" sz="1800" b="0" i="1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-19</a:t>
                          </a:r>
                          <a:r>
                            <a:rPr lang="en-US" sz="18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C)</a:t>
                          </a:r>
                          <a:endParaRPr lang="x-none" sz="1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1.67 x 10</a:t>
                          </a: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-24 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ko-KR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1amu</a:t>
                          </a: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Hạt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nhân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:a16="http://schemas.microsoft.com/office/drawing/2014/main" xmlns="" val="3731414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Neutron</a:t>
                          </a: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</a:t>
                          </a: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0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x-none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1.67 x 10</a:t>
                          </a:r>
                          <a:r>
                            <a:rPr kumimoji="0" lang="en-US" altLang="ko-KR" sz="24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-24  </a:t>
                          </a:r>
                          <a:endParaRPr kumimoji="0" lang="vi-VN" altLang="ko-KR" sz="24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altLang="ko-KR" sz="24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  <a:cs typeface="Arial" panose="020B0604020202020204" pitchFamily="34" charset="0"/>
                            </a:rPr>
                            <a:t> 1amu</a:t>
                          </a:r>
                          <a:endParaRPr kumimoji="0" lang="en-US" altLang="ko-KR" sz="2400" b="0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  <a:cs typeface="Arial" panose="020B0604020202020204" pitchFamily="34" charset="0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Hạt</a:t>
                          </a:r>
                          <a:r>
                            <a:rPr kumimoji="0" lang="en-US" altLang="ko-KR" sz="24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nhân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:a16="http://schemas.microsoft.com/office/drawing/2014/main" xmlns="" val="28463302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F40ED29-FA40-2E94-E790-E05D0D4F1E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646650"/>
                  </p:ext>
                </p:extLst>
              </p:nvPr>
            </p:nvGraphicFramePr>
            <p:xfrm>
              <a:off x="1054594" y="1169105"/>
              <a:ext cx="10071659" cy="35902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7139"/>
                    <a:gridCol w="175713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638300694"/>
                        </a:ext>
                      </a:extLst>
                    </a:gridCol>
                    <a:gridCol w="1827989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305136897"/>
                        </a:ext>
                      </a:extLst>
                    </a:gridCol>
                    <a:gridCol w="2869577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002623438"/>
                        </a:ext>
                      </a:extLst>
                    </a:gridCol>
                    <a:gridCol w="185981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252661220"/>
                        </a:ext>
                      </a:extLst>
                    </a:gridCol>
                  </a:tblGrid>
                  <a:tr h="73118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Tên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Ký</a:t>
                          </a:r>
                          <a:r>
                            <a:rPr kumimoji="0" lang="en-US" altLang="ko-KR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hiệu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tích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Khối</a:t>
                          </a:r>
                          <a:r>
                            <a:rPr kumimoji="0" lang="en-US" altLang="ko-KR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lượng</a:t>
                          </a:r>
                          <a:r>
                            <a:rPr kumimoji="0" lang="en-US" altLang="ko-KR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(g)</a:t>
                          </a: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Vị</a:t>
                          </a:r>
                          <a:r>
                            <a:rPr kumimoji="0" lang="en-US" altLang="ko-KR" sz="2800" b="1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800" b="1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rgbClr val="003399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trí</a:t>
                          </a:r>
                          <a:endParaRPr kumimoji="0" lang="en-US" altLang="ko-KR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3399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563030411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Electron</a:t>
                          </a: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(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tử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)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e</a:t>
                          </a:r>
                          <a:r>
                            <a:rPr kumimoji="0" lang="en-US" altLang="ko-KR" sz="2400" b="0" i="0" u="none" strike="noStrike" cap="none" normalizeH="0" baseline="300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-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b="0" dirty="0">
                              <a:solidFill>
                                <a:srgbClr val="0000FF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</a:t>
                          </a:r>
                        </a:p>
                        <a:p>
                          <a:pPr algn="ctr"/>
                          <a:r>
                            <a:rPr lang="x-none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20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-1.6 x 10</a:t>
                          </a:r>
                          <a:r>
                            <a:rPr lang="en-US" sz="2000" b="0" i="1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-19</a:t>
                          </a:r>
                          <a:r>
                            <a:rPr lang="en-US" sz="20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C)</a:t>
                          </a:r>
                          <a:endParaRPr lang="x-none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2" marB="45722" anchor="ctr" horzOverflow="overflow">
                        <a:blipFill rotWithShape="0">
                          <a:blip r:embed="rId3"/>
                          <a:stretch>
                            <a:fillRect l="-186017" t="-69143" r="-65466" b="-182286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Đám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mây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điện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tích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507699944"/>
                      </a:ext>
                    </a:extLst>
                  </a:tr>
                  <a:tr h="8961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Proton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p</a:t>
                          </a:r>
                          <a:r>
                            <a:rPr kumimoji="0" lang="en-US" altLang="ko-KR" sz="2400" b="0" i="0" u="none" strike="noStrike" cap="none" normalizeH="0" baseline="3000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+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x-none" sz="2400" b="0" dirty="0">
                              <a:solidFill>
                                <a:srgbClr val="FF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+1</a:t>
                          </a:r>
                        </a:p>
                        <a:p>
                          <a:pPr algn="ctr"/>
                          <a:r>
                            <a:rPr lang="x-none" sz="18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(</a:t>
                          </a:r>
                          <a:r>
                            <a:rPr lang="en-US" sz="18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-1.6 x 10</a:t>
                          </a:r>
                          <a:r>
                            <a:rPr lang="en-US" sz="1800" b="0" i="1" baseline="30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-19</a:t>
                          </a:r>
                          <a:r>
                            <a:rPr lang="en-US" sz="1800" b="0" i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C)</a:t>
                          </a:r>
                          <a:endParaRPr lang="x-none" sz="1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2" marB="45722" anchor="ctr" horzOverflow="overflow">
                        <a:blipFill rotWithShape="0">
                          <a:blip r:embed="rId3"/>
                          <a:stretch>
                            <a:fillRect l="-186017" t="-200000" r="-65466" b="-115541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Hạt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nhân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31414990"/>
                      </a:ext>
                    </a:extLst>
                  </a:tr>
                  <a:tr h="8961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Neutron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000" b="0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x-none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2" marB="45722" anchor="ctr" horzOverflow="overflow">
                        <a:blipFill rotWithShape="0">
                          <a:blip r:embed="rId3"/>
                          <a:stretch>
                            <a:fillRect l="-186017" t="-302041" r="-65466" b="-16327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 sz="1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70000"/>
                            <a:buFont typeface="Wingdings" panose="05000000000000000000" pitchFamily="2" charset="2"/>
                            <a:buNone/>
                            <a:tabLst/>
                          </a:pP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Hạt</a:t>
                          </a:r>
                          <a:r>
                            <a:rPr kumimoji="0" lang="en-US" altLang="ko-KR" sz="2400" b="0" i="0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 </a:t>
                          </a:r>
                          <a:r>
                            <a:rPr kumimoji="0" lang="en-US" altLang="ko-KR" sz="2400" b="0" i="0" u="none" strike="noStrike" cap="none" normalizeH="0" baseline="0" dirty="0" err="1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굴림" charset="-127"/>
                            </a:rPr>
                            <a:t>nhân</a:t>
                          </a:r>
                          <a:endParaRPr kumimoji="0" lang="en-US" altLang="ko-KR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굴림" charset="-127"/>
                          </a:endParaRPr>
                        </a:p>
                      </a:txBody>
                      <a:tcPr marT="45722" marB="45722" anchor="ctr" horzOverflow="overflow"/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8463302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DC8E1590-C45D-CB20-93E3-7BC7AC91FDD1}"/>
                  </a:ext>
                </a:extLst>
              </p:cNvPr>
              <p:cNvSpPr/>
              <p:nvPr/>
            </p:nvSpPr>
            <p:spPr>
              <a:xfrm>
                <a:off x="54351" y="5035371"/>
                <a:ext cx="12126497" cy="15465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0375" indent="-460375">
                  <a:lnSpc>
                    <a:spcPct val="90000"/>
                  </a:lnSpc>
                  <a:spcBef>
                    <a:spcPts val="600"/>
                  </a:spcBef>
                  <a:spcAft>
                    <a:spcPts val="1200"/>
                  </a:spcAft>
                  <a:buClr>
                    <a:srgbClr val="3A003A"/>
                  </a:buClr>
                  <a:buSzPct val="85000"/>
                  <a:buFont typeface="Wingdings" pitchFamily="2" charset="2"/>
                  <a:buChar char="v"/>
                  <a:tabLst>
                    <a:tab pos="465138" algn="l"/>
                  </a:tabLst>
                </a:pP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gram,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 (</a:t>
                </a:r>
                <a:r>
                  <a:rPr lang="en-US" alt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dvC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</a:p>
              <a:p>
                <a:pPr algn="ctr">
                  <a:lnSpc>
                    <a:spcPct val="150000"/>
                  </a:lnSpc>
                  <a:buClr>
                    <a:srgbClr val="3A003A"/>
                  </a:buClr>
                  <a:buSzPct val="85000"/>
                  <a:tabLst>
                    <a:tab pos="465138" algn="l"/>
                  </a:tabLst>
                </a:pPr>
                <a:r>
                  <a:rPr lang="en-US" altLang="en-US" sz="2800" dirty="0">
                    <a:solidFill>
                      <a:srgbClr val="00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1 amu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vi-VN" altLang="en-US" sz="2800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vi-VN" altLang="en-US" sz="2800" b="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12</m:t>
                        </m:r>
                      </m:den>
                    </m:f>
                    <m:sSub>
                      <m:sSubPr>
                        <m:ctrlPr>
                          <a:rPr lang="en-US" altLang="en-US" sz="2800" i="1" smtClean="0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800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2800" i="1">
                            <a:solidFill>
                              <a:srgbClr val="003399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Carbon</m:t>
                        </m:r>
                      </m:sub>
                    </m:sSub>
                    <m:r>
                      <a:rPr lang="vi-VN" altLang="en-US" sz="2800" b="0" i="1" smtClean="0">
                        <a:solidFill>
                          <a:srgbClr val="003399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altLang="en-US" sz="2800" dirty="0">
                    <a:solidFill>
                      <a:srgbClr val="00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1.67 × 10</a:t>
                </a:r>
                <a:r>
                  <a:rPr lang="en-US" altLang="en-US" sz="2800" baseline="30000" dirty="0">
                    <a:solidFill>
                      <a:srgbClr val="00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-24</a:t>
                </a:r>
                <a:r>
                  <a:rPr lang="en-US" altLang="en-US" sz="2800" dirty="0">
                    <a:solidFill>
                      <a:srgbClr val="00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grams</a:t>
                </a:r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C8E1590-C45D-CB20-93E3-7BC7AC91FD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1" y="5035371"/>
                <a:ext cx="12126497" cy="1546577"/>
              </a:xfrm>
              <a:prstGeom prst="rect">
                <a:avLst/>
              </a:prstGeom>
              <a:blipFill rotWithShape="0">
                <a:blip r:embed="rId4"/>
                <a:stretch>
                  <a:fillRect l="-704" t="-6693" r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14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4667" y="6399217"/>
            <a:ext cx="652553" cy="425694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776208" y="1698047"/>
                <a:ext cx="2202192" cy="18045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sz="115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115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US" sz="11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US" sz="115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208" y="1698047"/>
                <a:ext cx="2202192" cy="18045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087854" y="1084061"/>
            <a:ext cx="68990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30188" algn="just">
              <a:spcAft>
                <a:spcPts val="1200"/>
              </a:spcAft>
            </a:pP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neutron;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=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proton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9328" y="1084061"/>
            <a:ext cx="3184793" cy="1014495"/>
            <a:chOff x="19328" y="1084061"/>
            <a:chExt cx="3184793" cy="1014495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xmlns="" id="{DDF92F05-2F44-238F-957F-5B28AD269D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26432" y="1675476"/>
              <a:ext cx="1277689" cy="4230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xmlns="" id="{85E20C1B-C3B4-F199-A538-C3D679C25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8" y="1084061"/>
              <a:ext cx="2869376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8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Số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khối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 = </a:t>
              </a:r>
              <a:r>
                <a:rPr lang="en-US" altLang="en-US" sz="28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n</a:t>
              </a:r>
              <a:r>
                <a:rPr lang="en-US" altLang="en-US" sz="28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 + </a:t>
              </a:r>
              <a:r>
                <a:rPr lang="en-US" altLang="en-US" sz="28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n</a:t>
              </a:r>
              <a:r>
                <a:rPr lang="en-US" altLang="en-US" sz="28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n</a:t>
              </a:r>
              <a:endParaRPr lang="en-US" altLang="en-US" sz="2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DDF92F05-2F44-238F-957F-5B28AD269D8C}"/>
              </a:ext>
            </a:extLst>
          </p:cNvPr>
          <p:cNvCxnSpPr>
            <a:cxnSpLocks/>
          </p:cNvCxnSpPr>
          <p:nvPr/>
        </p:nvCxnSpPr>
        <p:spPr>
          <a:xfrm flipH="1">
            <a:off x="2354344" y="3076285"/>
            <a:ext cx="795845" cy="42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5">
            <a:extLst>
              <a:ext uri="{FF2B5EF4-FFF2-40B4-BE49-F238E27FC236}">
                <a16:creationId xmlns:a16="http://schemas.microsoft.com/office/drawing/2014/main" xmlns="" id="{85E20C1B-C3B4-F199-A538-C3D679C25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8" y="3592704"/>
            <a:ext cx="3730188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</a:rPr>
              <a:t>Số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</a:rPr>
              <a:t>hiệu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</a:rPr>
              <a:t>ngtử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 = n</a:t>
            </a:r>
            <a:r>
              <a:rPr lang="en-US" altLang="en-US" sz="2800" baseline="-25000" dirty="0">
                <a:solidFill>
                  <a:srgbClr val="0070C0"/>
                </a:solidFill>
                <a:latin typeface="Arial" panose="020B0604020202020204" pitchFamily="34" charset="0"/>
              </a:rPr>
              <a:t>e</a:t>
            </a:r>
            <a:r>
              <a:rPr lang="en-US" altLang="en-US" sz="2800" dirty="0">
                <a:solidFill>
                  <a:srgbClr val="0070C0"/>
                </a:solidFill>
                <a:latin typeface="Arial" panose="020B0604020202020204" pitchFamily="34" charset="0"/>
              </a:rPr>
              <a:t> = </a:t>
            </a:r>
            <a:r>
              <a:rPr lang="en-US" altLang="en-US" sz="2800" dirty="0" err="1">
                <a:solidFill>
                  <a:srgbClr val="0070C0"/>
                </a:solidFill>
                <a:latin typeface="Arial" panose="020B0604020202020204" pitchFamily="34" charset="0"/>
              </a:rPr>
              <a:t>n</a:t>
            </a:r>
            <a:r>
              <a:rPr lang="en-US" altLang="en-US" sz="2800" baseline="-25000" dirty="0" err="1">
                <a:solidFill>
                  <a:srgbClr val="0070C0"/>
                </a:solidFill>
                <a:latin typeface="Arial" panose="020B0604020202020204" pitchFamily="34" charset="0"/>
              </a:rPr>
              <a:t>p</a:t>
            </a:r>
            <a:endParaRPr lang="en-US" altLang="en-US" sz="2800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66667" y="4874598"/>
            <a:ext cx="767478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17; n</a:t>
            </a:r>
            <a:r>
              <a:rPr 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17;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 35 →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35 – 17 = 18;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35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đvC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17.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223861" y="4441751"/>
            <a:ext cx="4242806" cy="1957465"/>
            <a:chOff x="223861" y="4441751"/>
            <a:chExt cx="4242806" cy="1957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1833711" y="5126945"/>
                  <a:ext cx="2632956" cy="12722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8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8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  <m:sup>
                            <m:r>
                              <a:rPr lang="en-US" sz="8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sup>
                          <m:e>
                            <m:r>
                              <a:rPr lang="en-US" sz="8000" b="0" i="1" smtClean="0">
                                <a:latin typeface="Cambria Math" panose="02040503050406030204" pitchFamily="18" charset="0"/>
                              </a:rPr>
                              <m:t>𝐶𝑙</m:t>
                            </m:r>
                          </m:e>
                        </m:sPre>
                      </m:oMath>
                    </m:oMathPara>
                  </a14:m>
                  <a:endParaRPr lang="en-US" sz="80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711" y="5126945"/>
                  <a:ext cx="2632956" cy="127227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/>
            <p:cNvSpPr/>
            <p:nvPr/>
          </p:nvSpPr>
          <p:spPr>
            <a:xfrm>
              <a:off x="223861" y="4441751"/>
              <a:ext cx="175112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30188" algn="just">
                <a:spcAft>
                  <a:spcPts val="1200"/>
                </a:spcAft>
              </a:pPr>
              <a:r>
                <a:rPr lang="en-US" sz="36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3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038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4667" y="6399217"/>
            <a:ext cx="652553" cy="425694"/>
          </a:xfrm>
        </p:spPr>
        <p:txBody>
          <a:bodyPr/>
          <a:lstStyle/>
          <a:p>
            <a:fld id="{1CC2322B-A538-4A49-A15D-9CB5DB0565DE}" type="slidenum"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455379" y="1059727"/>
            <a:ext cx="116860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Khái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niệm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NTHH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hạt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proton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neutron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dẫn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đến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khối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8750" y="3328534"/>
            <a:ext cx="497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30188" algn="just">
              <a:spcAft>
                <a:spcPts val="1200"/>
              </a:spcAft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5966" y="5886521"/>
            <a:ext cx="13516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eft Brace 17"/>
          <p:cNvSpPr/>
          <p:nvPr/>
        </p:nvSpPr>
        <p:spPr>
          <a:xfrm rot="16200000">
            <a:off x="2539425" y="3905847"/>
            <a:ext cx="265811" cy="3466330"/>
          </a:xfrm>
          <a:prstGeom prst="leftBrace">
            <a:avLst>
              <a:gd name="adj1" fmla="val 8333"/>
              <a:gd name="adj2" fmla="val 5138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25928" y="5886522"/>
            <a:ext cx="15103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430911" y="5366183"/>
            <a:ext cx="185153" cy="505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6404" y="2620824"/>
            <a:ext cx="4894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tố-số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372360" y="3127808"/>
            <a:ext cx="4316421" cy="3748462"/>
            <a:chOff x="7372360" y="3127808"/>
            <a:chExt cx="4316421" cy="3748462"/>
          </a:xfrm>
        </p:grpSpPr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2360" y="3127808"/>
              <a:ext cx="4067175" cy="2238375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7756176" y="5787659"/>
              <a:ext cx="195919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bền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eft Brace 37"/>
            <p:cNvSpPr/>
            <p:nvPr/>
          </p:nvSpPr>
          <p:spPr>
            <a:xfrm rot="16200000">
              <a:off x="8614193" y="4486131"/>
              <a:ext cx="243159" cy="2264383"/>
            </a:xfrm>
            <a:prstGeom prst="leftBrace">
              <a:avLst>
                <a:gd name="adj1" fmla="val 8333"/>
                <a:gd name="adj2" fmla="val 51389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178431" y="5922163"/>
              <a:ext cx="151035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phóng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xạ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10495552" y="5421052"/>
              <a:ext cx="281973" cy="48633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754990" y="4095588"/>
            <a:ext cx="5755198" cy="1255922"/>
            <a:chOff x="754990" y="4231052"/>
            <a:chExt cx="5755198" cy="1255922"/>
          </a:xfrm>
        </p:grpSpPr>
        <p:grpSp>
          <p:nvGrpSpPr>
            <p:cNvPr id="2" name="Group 1"/>
            <p:cNvGrpSpPr/>
            <p:nvPr/>
          </p:nvGrpSpPr>
          <p:grpSpPr>
            <a:xfrm>
              <a:off x="754990" y="4944621"/>
              <a:ext cx="5755198" cy="542353"/>
              <a:chOff x="858189" y="3410421"/>
              <a:chExt cx="5755198" cy="542353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858189" y="3410421"/>
                <a:ext cx="1779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Cacbon-12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848857" y="3429554"/>
                <a:ext cx="1779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Cacbon-13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833733" y="3419065"/>
                <a:ext cx="1779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Cacbon-14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1233978" y="4262908"/>
                  <a:ext cx="1038689" cy="6904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4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sPre>
                      </m:oMath>
                    </m:oMathPara>
                  </a14:m>
                  <a:endParaRPr lang="en-US" sz="4400" dirty="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978" y="4262908"/>
                  <a:ext cx="1038689" cy="69044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3116140" y="4231052"/>
                  <a:ext cx="1038689" cy="6938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4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p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sPre>
                      </m:oMath>
                    </m:oMathPara>
                  </a14:m>
                  <a:endParaRPr lang="en-US" sz="4400" dirty="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140" y="4231052"/>
                  <a:ext cx="1038689" cy="69384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033095" y="4231052"/>
                  <a:ext cx="1038689" cy="6890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4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sPre>
                      </m:oMath>
                    </m:oMathPara>
                  </a14:m>
                  <a:endParaRPr lang="en-US" sz="4400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3095" y="4231052"/>
                  <a:ext cx="1038689" cy="68903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00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13068" y="6434667"/>
            <a:ext cx="775596" cy="390243"/>
          </a:xfrm>
        </p:spPr>
        <p:txBody>
          <a:bodyPr/>
          <a:lstStyle/>
          <a:p>
            <a:fld id="{1CC2322B-A538-4A49-A15D-9CB5DB0565DE}" type="slidenum"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7" y="725624"/>
            <a:ext cx="12681037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" y="0"/>
            <a:ext cx="12701191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7" y="52053"/>
            <a:ext cx="1236463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A0C2767-1E5C-55A9-69B4-2C433E1D8C71}"/>
              </a:ext>
            </a:extLst>
          </p:cNvPr>
          <p:cNvSpPr/>
          <p:nvPr/>
        </p:nvSpPr>
        <p:spPr>
          <a:xfrm>
            <a:off x="344164" y="966822"/>
            <a:ext cx="1133983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19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3A003A"/>
              </a:buClr>
              <a:buSzPct val="85000"/>
              <a:tabLst>
                <a:tab pos="465138" algn="l"/>
              </a:tabLst>
            </a:pP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trăm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alt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5A5C854D-9E34-25B3-0943-49B66B2AE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104" y="2295617"/>
            <a:ext cx="549449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Khối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lượng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nguyên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trung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bình</a:t>
            </a:r>
            <a:r>
              <a:rPr lang="en-US" altLang="en-US" sz="28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8" name="Object 30">
            <a:extLst>
              <a:ext uri="{FF2B5EF4-FFF2-40B4-BE49-F238E27FC236}">
                <a16:creationId xmlns:a16="http://schemas.microsoft.com/office/drawing/2014/main" xmlns="" id="{3571FE73-65D1-13E7-272E-A699B0FC184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56294665"/>
              </p:ext>
            </p:extLst>
          </p:nvPr>
        </p:nvGraphicFramePr>
        <p:xfrm>
          <a:off x="2544143" y="3129678"/>
          <a:ext cx="6769190" cy="1101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4" imgW="62026800" imgH="10528300" progId="Equation.3">
                  <p:embed/>
                </p:oleObj>
              </mc:Choice>
              <mc:Fallback>
                <p:oleObj name="Equation" r:id="rId4" imgW="62026800" imgH="10528300" progId="Equation.3">
                  <p:embed/>
                  <p:pic>
                    <p:nvPicPr>
                      <p:cNvPr id="8" name="Object 30">
                        <a:extLst>
                          <a:ext uri="{FF2B5EF4-FFF2-40B4-BE49-F238E27FC236}">
                            <a16:creationId xmlns:a16="http://schemas.microsoft.com/office/drawing/2014/main" xmlns="" id="{3571FE73-65D1-13E7-272E-A699B0FC184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143" y="3129678"/>
                        <a:ext cx="6769190" cy="1101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74AB04DD-06FD-BBD0-C93B-6CF01A371F78}"/>
                  </a:ext>
                </a:extLst>
              </p:cNvPr>
              <p:cNvSpPr txBox="1"/>
              <p:nvPr/>
            </p:nvSpPr>
            <p:spPr>
              <a:xfrm>
                <a:off x="1612190" y="5848230"/>
                <a:ext cx="9495309" cy="816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x-none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x-none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x-none" sz="2800" i="1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acc>
                      <m:r>
                        <a:rPr lang="vi-V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16∗99.762+17∗0.038+18∗0.200</m:t>
                          </m:r>
                        </m:num>
                        <m:den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99.762+0.038+0.200</m:t>
                          </m:r>
                        </m:den>
                      </m:f>
                      <m:r>
                        <a:rPr lang="vi-V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vi-V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vi-V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𝟑𝟒𝟑𝟐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đ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𝒗𝑪</m:t>
                      </m:r>
                    </m:oMath>
                  </m:oMathPara>
                </a14:m>
                <a:endParaRPr lang="x-none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4AB04DD-06FD-BBD0-C93B-6CF01A371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190" y="5848230"/>
                <a:ext cx="9495309" cy="81663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19703A7E-9CD7-B6DA-3FC9-EB7968F5B720}"/>
              </a:ext>
            </a:extLst>
          </p:cNvPr>
          <p:cNvGrpSpPr/>
          <p:nvPr/>
        </p:nvGrpSpPr>
        <p:grpSpPr>
          <a:xfrm>
            <a:off x="412499" y="3968501"/>
            <a:ext cx="10560300" cy="1557999"/>
            <a:chOff x="412499" y="3968501"/>
            <a:chExt cx="10560300" cy="1557999"/>
          </a:xfrm>
        </p:grpSpPr>
        <p:sp>
          <p:nvSpPr>
            <p:cNvPr id="9" name="Rectangle 12">
              <a:extLst>
                <a:ext uri="{FF2B5EF4-FFF2-40B4-BE49-F238E27FC236}">
                  <a16:creationId xmlns:a16="http://schemas.microsoft.com/office/drawing/2014/main" xmlns="" id="{7CA48F0B-4D12-F0D1-FEFD-3D03D5E3F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888" y="4421600"/>
              <a:ext cx="8907911" cy="1104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ko-KR" sz="2800" b="1" dirty="0">
                  <a:ea typeface="굴림" panose="020B0600000101010101" pitchFamily="34" charset="-127"/>
                  <a:cs typeface="Times New Roman" panose="02020603050405020304" pitchFamily="18" charset="0"/>
                </a:rPr>
                <a:t>Oxygen </a:t>
              </a:r>
              <a:r>
                <a:rPr lang="en-US" altLang="ko-KR" sz="2800" b="1" baseline="30000" dirty="0">
                  <a:solidFill>
                    <a:srgbClr val="00B05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16</a:t>
              </a:r>
              <a:r>
                <a:rPr lang="en-US" altLang="ko-KR" sz="2800" b="1" dirty="0">
                  <a:solidFill>
                    <a:srgbClr val="00B05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O (99.762 %)</a:t>
              </a:r>
              <a:r>
                <a:rPr lang="en-US" altLang="ko-KR" sz="2800" b="1" dirty="0">
                  <a:ea typeface="굴림" panose="020B0600000101010101" pitchFamily="34" charset="-127"/>
                  <a:cs typeface="Times New Roman" panose="02020603050405020304" pitchFamily="18" charset="0"/>
                </a:rPr>
                <a:t>, </a:t>
              </a:r>
              <a:r>
                <a:rPr lang="en-US" altLang="ko-KR" sz="2800" b="1" baseline="30000" dirty="0">
                  <a:solidFill>
                    <a:srgbClr val="00B0F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17</a:t>
              </a:r>
              <a:r>
                <a:rPr lang="en-US" altLang="ko-KR" sz="2800" b="1" dirty="0">
                  <a:solidFill>
                    <a:srgbClr val="00B0F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O (0.038 %)</a:t>
              </a:r>
              <a:r>
                <a:rPr lang="en-US" altLang="ko-KR" sz="2800" b="1" dirty="0">
                  <a:ea typeface="굴림" panose="020B0600000101010101" pitchFamily="34" charset="-127"/>
                  <a:cs typeface="Times New Roman" panose="02020603050405020304" pitchFamily="18" charset="0"/>
                </a:rPr>
                <a:t> and  </a:t>
              </a:r>
              <a:r>
                <a:rPr lang="en-US" altLang="ko-KR" sz="2800" b="1" baseline="30000" dirty="0">
                  <a:solidFill>
                    <a:srgbClr val="0070C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18</a:t>
              </a:r>
              <a:r>
                <a:rPr lang="en-US" altLang="ko-KR" sz="2800" b="1" dirty="0">
                  <a:solidFill>
                    <a:srgbClr val="0070C0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O (0.200 %)</a:t>
              </a:r>
              <a:endParaRPr lang="en-US" altLang="ko-KR" sz="2800" b="1" dirty="0">
                <a:ea typeface="굴림" panose="020B0600000101010101" pitchFamily="34" charset="-127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buFont typeface="Wingdings" pitchFamily="2" charset="2"/>
                <a:buChar char="à"/>
              </a:pPr>
              <a:r>
                <a:rPr lang="en-US" altLang="ko-KR" sz="2800" b="1" i="1" dirty="0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800" b="1" i="1" dirty="0" err="1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Khối</a:t>
              </a:r>
              <a:r>
                <a:rPr lang="en-US" altLang="ko-KR" sz="2800" b="1" i="1" dirty="0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800" b="1" i="1" dirty="0" err="1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lượng</a:t>
              </a:r>
              <a:r>
                <a:rPr lang="en-US" altLang="ko-KR" sz="2800" b="1" i="1" dirty="0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800" b="1" i="1" dirty="0" err="1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nguyên</a:t>
              </a:r>
              <a:r>
                <a:rPr lang="en-US" altLang="ko-KR" sz="2800" b="1" i="1" dirty="0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 </a:t>
              </a:r>
              <a:r>
                <a:rPr lang="en-US" altLang="ko-KR" sz="2800" b="1" i="1" dirty="0" err="1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tử</a:t>
              </a:r>
              <a:r>
                <a:rPr lang="en-US" altLang="ko-KR" sz="2800" b="1" i="1" dirty="0">
                  <a:solidFill>
                    <a:srgbClr val="0033CC"/>
                  </a:solidFill>
                  <a:ea typeface="굴림" panose="020B0600000101010101" pitchFamily="34" charset="-127"/>
                  <a:cs typeface="Times New Roman" panose="02020603050405020304" pitchFamily="18" charset="0"/>
                </a:rPr>
                <a:t> Oxygen </a:t>
              </a:r>
              <a:r>
                <a:rPr lang="en-US" altLang="ko-KR" sz="2800" i="1" dirty="0">
                  <a:ea typeface="굴림" panose="020B0600000101010101" pitchFamily="34" charset="-127"/>
                  <a:cs typeface="Times New Roman" panose="02020603050405020304" pitchFamily="18" charset="0"/>
                </a:rPr>
                <a:t>(</a:t>
              </a:r>
              <a:r>
                <a:rPr lang="en-US" altLang="ko-KR" sz="2800" dirty="0" err="1">
                  <a:ea typeface="굴림" panose="020B0600000101010101" pitchFamily="34" charset="-127"/>
                  <a:cs typeface="Times New Roman" panose="02020603050405020304" pitchFamily="18" charset="0"/>
                </a:rPr>
                <a:t>đvC</a:t>
              </a:r>
              <a:r>
                <a:rPr lang="en-US" altLang="ko-KR" sz="2800" dirty="0">
                  <a:ea typeface="굴림" panose="020B0600000101010101" pitchFamily="34" charset="-127"/>
                  <a:cs typeface="Times New Roman" panose="02020603050405020304" pitchFamily="18" charset="0"/>
                </a:rPr>
                <a:t>)?</a:t>
              </a:r>
            </a:p>
            <a:p>
              <a:pPr>
                <a:lnSpc>
                  <a:spcPct val="150000"/>
                </a:lnSpc>
              </a:pPr>
              <a:endParaRPr lang="en-US" altLang="ko-KR" sz="2800" i="1" dirty="0">
                <a:ea typeface="굴림" panose="020B0600000101010101" pitchFamily="34" charset="-127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2499" y="3968501"/>
              <a:ext cx="49744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230188" algn="just">
                <a:spcAft>
                  <a:spcPts val="1200"/>
                </a:spcAft>
              </a:pP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291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51" y="1752133"/>
            <a:ext cx="3826933" cy="32977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1935" y="879770"/>
            <a:ext cx="76237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vỏ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936" y="2418910"/>
            <a:ext cx="76237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0" name="TextBox 2"/>
          <p:cNvSpPr txBox="1"/>
          <p:nvPr/>
        </p:nvSpPr>
        <p:spPr>
          <a:xfrm>
            <a:off x="4381935" y="3859586"/>
            <a:ext cx="7283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63600" indent="287338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863600" algn="l"/>
              </a:tabLst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63600" indent="287338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863600" algn="l"/>
              </a:tabLst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electron;</a:t>
            </a:r>
          </a:p>
          <a:p>
            <a:pPr marL="863600" indent="287338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863600" algn="l"/>
              </a:tabLst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electron.</a:t>
            </a:r>
          </a:p>
        </p:txBody>
      </p:sp>
    </p:spTree>
    <p:extLst>
      <p:ext uri="{BB962C8B-B14F-4D97-AF65-F5344CB8AC3E}">
        <p14:creationId xmlns:p14="http://schemas.microsoft.com/office/powerpoint/2010/main" val="226421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515DD94-0487-1947-7561-E0511034761E}"/>
              </a:ext>
            </a:extLst>
          </p:cNvPr>
          <p:cNvSpPr txBox="1"/>
          <p:nvPr/>
        </p:nvSpPr>
        <p:spPr>
          <a:xfrm>
            <a:off x="4122117" y="2065601"/>
            <a:ext cx="390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06554" y="2915428"/>
            <a:ext cx="79800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λ)</a:t>
            </a:r>
            <a:r>
              <a:rPr lang="el-G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peak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" name="Rectangle 2"/>
          <p:cNvSpPr/>
          <p:nvPr/>
        </p:nvSpPr>
        <p:spPr>
          <a:xfrm>
            <a:off x="4686914" y="3742574"/>
            <a:ext cx="74939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8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ν)</a:t>
            </a:r>
            <a:r>
              <a:rPr lang="el-G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1đv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l-GR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ν = </a:t>
            </a:r>
            <a:r>
              <a:rPr lang="en-US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c/</a:t>
            </a:r>
            <a:r>
              <a:rPr lang="el-GR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(1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Hz);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9328" y="848859"/>
            <a:ext cx="11819935" cy="5897994"/>
            <a:chOff x="19328" y="848859"/>
            <a:chExt cx="11819935" cy="5897994"/>
          </a:xfrm>
        </p:grpSpPr>
        <p:grpSp>
          <p:nvGrpSpPr>
            <p:cNvPr id="15" name="Group 14"/>
            <p:cNvGrpSpPr/>
            <p:nvPr/>
          </p:nvGrpSpPr>
          <p:grpSpPr>
            <a:xfrm>
              <a:off x="19328" y="848859"/>
              <a:ext cx="11819935" cy="3903106"/>
              <a:chOff x="19328" y="848859"/>
              <a:chExt cx="11819935" cy="390310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341584" y="848859"/>
                    <a:ext cx="11497679" cy="13849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indent="230188" algn="just"/>
                    <a:r>
                      <a:rPr lang="en-US" sz="2800" b="1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Khái</a:t>
                    </a:r>
                    <a:r>
                      <a:rPr lang="en-US" sz="2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b="1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niệm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: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Sự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dao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động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điện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trường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và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từ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trường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vuông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góc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với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nhau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dạng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sóng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năng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lượng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và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truyền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trong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chân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không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với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vân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tốc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vận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tốc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ánh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8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sáng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(c </a:t>
                    </a:r>
                    <a14:m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oMath>
                    </a14:m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3x10</a:t>
                    </a:r>
                    <a:r>
                      <a:rPr lang="en-US" sz="28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8 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m.s</a:t>
                    </a:r>
                    <a:r>
                      <a:rPr lang="en-US" sz="280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-1</a:t>
                    </a:r>
                    <a: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1584" y="848859"/>
                    <a:ext cx="11497679" cy="1384995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1060" t="-4405" r="-1113" b="-114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328" y="2233854"/>
                <a:ext cx="4187226" cy="2518111"/>
              </a:xfrm>
              <a:prstGeom prst="rect">
                <a:avLst/>
              </a:prstGeom>
            </p:spPr>
          </p:pic>
        </p:grp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899" y="4567113"/>
              <a:ext cx="4165948" cy="217974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5EA1684-5042-4389-E895-7CA9D4D74264}"/>
              </a:ext>
            </a:extLst>
          </p:cNvPr>
          <p:cNvSpPr/>
          <p:nvPr/>
        </p:nvSpPr>
        <p:spPr>
          <a:xfrm>
            <a:off x="5240592" y="5165229"/>
            <a:ext cx="6926629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itchFamily="2" charset="2"/>
              <a:buChar char="Ø"/>
            </a:pPr>
            <a:r>
              <a:rPr lang="en-US" sz="28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u="sn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(E)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 = h</a:t>
            </a:r>
            <a:r>
              <a:rPr lang="el-GR" sz="2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ν = </a:t>
            </a:r>
            <a:r>
              <a:rPr lang="el-GR" sz="2800" b="1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hc</a:t>
            </a:r>
            <a:r>
              <a:rPr lang="el-GR" sz="2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/λ</a:t>
            </a:r>
            <a:endParaRPr lang="en-US" sz="2800" b="1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Planck (6.626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  <a:r>
              <a:rPr lang="en-US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-34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eV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1.6 x 10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-19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9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249213" y="872626"/>
            <a:ext cx="8001000" cy="5279389"/>
            <a:chOff x="2249213" y="872626"/>
            <a:chExt cx="8001000" cy="5279389"/>
          </a:xfrm>
        </p:grpSpPr>
        <p:pic>
          <p:nvPicPr>
            <p:cNvPr id="7" name="Picture 6" descr="FG06_04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213" y="872626"/>
              <a:ext cx="8001000" cy="4670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2919248" y="5690052"/>
              <a:ext cx="5908868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 continuous spectrum of all wavelengths</a:t>
              </a:r>
            </a:p>
          </p:txBody>
        </p:sp>
      </p:grp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550853" y="6233111"/>
            <a:ext cx="67950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ý: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ngắn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càng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86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87100" y="898731"/>
            <a:ext cx="5053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Quang</a:t>
            </a:r>
            <a:r>
              <a:rPr lang="en-US" altLang="zh-TW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phổ</a:t>
            </a:r>
            <a:r>
              <a:rPr lang="en-US" altLang="zh-TW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liên</a:t>
            </a:r>
            <a:r>
              <a:rPr lang="en-US" altLang="zh-TW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tục</a:t>
            </a:r>
            <a:endParaRPr lang="en-US" altLang="zh-TW" sz="28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5393" y="5257352"/>
            <a:ext cx="111098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360036"/>
              </a:buClr>
              <a:buSzPct val="85000"/>
              <a:defRPr/>
            </a:pP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87100" y="1837934"/>
            <a:ext cx="11378159" cy="2998544"/>
            <a:chOff x="287100" y="1837934"/>
            <a:chExt cx="11378159" cy="299854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100" y="1837934"/>
              <a:ext cx="7362866" cy="2998544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1509" y="2151060"/>
              <a:ext cx="3333750" cy="250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441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1" y="1455011"/>
            <a:ext cx="6863610" cy="3107376"/>
          </a:xfrm>
          <a:prstGeom prst="rect">
            <a:avLst/>
          </a:prstGeom>
        </p:spPr>
      </p:pic>
      <p:sp>
        <p:nvSpPr>
          <p:cNvPr id="9" name="矩形 4">
            <a:extLst>
              <a:ext uri="{FF2B5EF4-FFF2-40B4-BE49-F238E27FC236}">
                <a16:creationId xmlns:a16="http://schemas.microsoft.com/office/drawing/2014/main" xmlns="" id="{00DC4E58-2A0D-C849-6F67-BD29E93C7E60}"/>
              </a:ext>
            </a:extLst>
          </p:cNvPr>
          <p:cNvSpPr/>
          <p:nvPr/>
        </p:nvSpPr>
        <p:spPr>
          <a:xfrm>
            <a:off x="284317" y="828708"/>
            <a:ext cx="4919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Quang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phổ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vạch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phát</a:t>
            </a:r>
            <a:r>
              <a:rPr lang="en-US" altLang="zh-TW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xạ</a:t>
            </a:r>
            <a:endParaRPr lang="en-US" altLang="zh-TW" sz="2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331" y="4665470"/>
            <a:ext cx="75785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vạch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836" y="890281"/>
            <a:ext cx="3155296" cy="2277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262" y="3512775"/>
            <a:ext cx="3782978" cy="331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5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fig_07_0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35" y="814176"/>
            <a:ext cx="3596665" cy="5606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8327" y="905586"/>
            <a:ext cx="7633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quỹ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electron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115717" y="1582738"/>
                <a:ext cx="3827907" cy="741165"/>
              </a:xfrm>
              <a:prstGeom prst="rect">
                <a:avLst/>
              </a:prstGeom>
              <a:solidFill>
                <a:srgbClr val="00FFCC"/>
              </a:solidFill>
              <a:ln>
                <a:solidFill>
                  <a:srgbClr val="FFFF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𝟓𝟐𝟗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(Å)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717" y="1582738"/>
                <a:ext cx="3827907" cy="7411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32975" y="2593988"/>
                <a:ext cx="5764526" cy="588944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E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𝟏𝟕𝟖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b="1" dirty="0"/>
                  <a:t> (eV)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975" y="2593988"/>
                <a:ext cx="5764526" cy="588944"/>
              </a:xfrm>
              <a:prstGeom prst="rect">
                <a:avLst/>
              </a:prstGeom>
              <a:blipFill rotWithShape="0">
                <a:blip r:embed="rId5"/>
                <a:stretch>
                  <a:fillRect l="-3059" r="-738" b="-1632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256" y="6259541"/>
            <a:ext cx="7405055" cy="596789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208411" y="3182932"/>
            <a:ext cx="8714743" cy="3084681"/>
            <a:chOff x="-35874" y="3477612"/>
            <a:chExt cx="8714743" cy="3084681"/>
          </a:xfrm>
        </p:grpSpPr>
        <p:sp>
          <p:nvSpPr>
            <p:cNvPr id="16" name="TextBox 15"/>
            <p:cNvSpPr txBox="1"/>
            <p:nvPr/>
          </p:nvSpPr>
          <p:spPr>
            <a:xfrm>
              <a:off x="-35874" y="3477612"/>
              <a:ext cx="4674998" cy="26622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indent="230188">
                <a:spcAft>
                  <a:spcPts val="30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= 1 → E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-2.179x10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-18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(J)</a:t>
              </a:r>
            </a:p>
            <a:p>
              <a:pPr indent="230188">
                <a:spcAft>
                  <a:spcPts val="30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= 2 → E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-5.448x10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-19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(J)</a:t>
              </a:r>
            </a:p>
            <a:p>
              <a:pPr indent="230188">
                <a:spcAft>
                  <a:spcPts val="30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= 3 → E</a:t>
              </a:r>
              <a:r>
                <a: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-2.421x10</a:t>
              </a:r>
              <a:r>
                <a:rPr lang="en-US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-19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(J)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598100" y="3865921"/>
                  <a:ext cx="3752950" cy="11499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Δ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21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1.634 x 10</a:t>
                  </a:r>
                  <a:r>
                    <a:rPr lang="en-US" sz="28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-18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(J) </a:t>
                  </a:r>
                </a:p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→ </a:t>
                  </a:r>
                  <a:r>
                    <a:rPr lang="el-GR" sz="28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λ</a:t>
                  </a:r>
                  <a:r>
                    <a:rPr lang="en-US" sz="28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𝒉𝒄</m:t>
                          </m:r>
                        </m:num>
                        <m:den>
                          <m:r>
                            <a:rPr lang="el-GR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𝜟</m:t>
                          </m:r>
                          <m: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den>
                      </m:f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𝟏𝟐𝟐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𝒏𝒎</m:t>
                      </m:r>
                    </m:oMath>
                  </a14:m>
                  <a:endParaRPr 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8100" y="3865921"/>
                  <a:ext cx="3752950" cy="114999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3247" t="-5851" b="-58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ight Brace 17"/>
            <p:cNvSpPr/>
            <p:nvPr/>
          </p:nvSpPr>
          <p:spPr>
            <a:xfrm>
              <a:off x="4461571" y="4096987"/>
              <a:ext cx="177553" cy="1126131"/>
            </a:xfrm>
            <a:prstGeom prst="rightBrac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925919" y="5261818"/>
                  <a:ext cx="3752950" cy="11499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Δ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32 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3.027 x 10</a:t>
                  </a:r>
                  <a:r>
                    <a:rPr lang="en-US" sz="2800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-19</a:t>
                  </a:r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(J) </a:t>
                  </a:r>
                </a:p>
                <a:p>
                  <a:r>
                    <a:rPr lang="en-US" sz="28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→ </a:t>
                  </a:r>
                  <a:r>
                    <a:rPr lang="el-GR" sz="28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λ</a:t>
                  </a:r>
                  <a:r>
                    <a:rPr lang="en-US" sz="28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𝒉𝒄</m:t>
                          </m:r>
                        </m:num>
                        <m:den>
                          <m:r>
                            <a:rPr lang="el-GR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𝜟</m:t>
                          </m:r>
                          <m:r>
                            <a:rPr lang="en-US" sz="28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den>
                      </m:f>
                      <m:r>
                        <a:rPr lang="en-US" sz="2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𝟔𝟓𝟔</m:t>
                      </m:r>
                      <m:r>
                        <a:rPr lang="en-US" sz="2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𝒏𝒎</m:t>
                      </m:r>
                    </m:oMath>
                  </a14:m>
                  <a:endParaRPr lang="en-US" sz="28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25919" y="5261818"/>
                  <a:ext cx="3752950" cy="114999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247" t="-5851" b="-58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ight Brace 20"/>
            <p:cNvSpPr/>
            <p:nvPr/>
          </p:nvSpPr>
          <p:spPr>
            <a:xfrm>
              <a:off x="4639124" y="4956687"/>
              <a:ext cx="269304" cy="1183192"/>
            </a:xfrm>
            <a:prstGeom prst="rightBrace">
              <a:avLst/>
            </a:prstGeom>
            <a:solidFill>
              <a:schemeClr val="bg1"/>
            </a:solidFill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rot="10800000" flipV="1">
              <a:off x="6860093" y="6277741"/>
              <a:ext cx="526938" cy="284552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0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vạch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xạ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7" descr="specad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25" y="797709"/>
            <a:ext cx="8578849" cy="4729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653108" y="5486370"/>
            <a:ext cx="10012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tố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đặc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trưng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bởi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quang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phổ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vạch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solidFill>
                  <a:srgbClr val="003399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3399"/>
                </a:solidFill>
                <a:cs typeface="Times New Roman" panose="02020603050405020304" pitchFamily="18" charset="0"/>
              </a:rPr>
              <a:t>ứng</a:t>
            </a:r>
            <a:endParaRPr lang="en-US" altLang="en-US" sz="2800" dirty="0">
              <a:solidFill>
                <a:srgbClr val="FF3300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Curved Right Arrow 7"/>
          <p:cNvSpPr/>
          <p:nvPr/>
        </p:nvSpPr>
        <p:spPr>
          <a:xfrm>
            <a:off x="1256343" y="5818910"/>
            <a:ext cx="396765" cy="64087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847039" y="6180384"/>
            <a:ext cx="8942881" cy="52322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 b="1" dirty="0" err="1">
                <a:cs typeface="Times New Roman" panose="02020603050405020304" pitchFamily="18" charset="0"/>
              </a:rPr>
              <a:t>Kỹ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thuật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này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dùng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để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tính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nguyên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tố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hóa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học</a:t>
            </a:r>
            <a:endParaRPr lang="en-US" altLang="en-US" sz="28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8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58" y="1455046"/>
            <a:ext cx="1268547" cy="126854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872891" y="75319"/>
            <a:ext cx="5294330" cy="978603"/>
            <a:chOff x="6821289" y="682455"/>
            <a:chExt cx="5294330" cy="978603"/>
          </a:xfrm>
        </p:grpSpPr>
        <p:grpSp>
          <p:nvGrpSpPr>
            <p:cNvPr id="9" name="Group 8"/>
            <p:cNvGrpSpPr/>
            <p:nvPr/>
          </p:nvGrpSpPr>
          <p:grpSpPr>
            <a:xfrm>
              <a:off x="6821289" y="692960"/>
              <a:ext cx="5294330" cy="968098"/>
              <a:chOff x="6288626" y="692958"/>
              <a:chExt cx="5294330" cy="968098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6288626" y="776344"/>
                <a:ext cx="5294330" cy="884712"/>
                <a:chOff x="4533251" y="855190"/>
                <a:chExt cx="7506443" cy="884712"/>
              </a:xfrm>
            </p:grpSpPr>
            <p:grpSp>
              <p:nvGrpSpPr>
                <p:cNvPr id="13" name="Group 12"/>
                <p:cNvGrpSpPr/>
                <p:nvPr/>
              </p:nvGrpSpPr>
              <p:grpSpPr>
                <a:xfrm>
                  <a:off x="4533251" y="855191"/>
                  <a:ext cx="7506443" cy="884711"/>
                  <a:chOff x="4533251" y="943971"/>
                  <a:chExt cx="7506443" cy="884711"/>
                </a:xfrm>
              </p:grpSpPr>
              <p:graphicFrame>
                <p:nvGraphicFramePr>
                  <p:cNvPr id="16" name="Diagram 15"/>
                  <p:cNvGraphicFramePr/>
                  <p:nvPr>
                    <p:extLst>
                      <p:ext uri="{D42A27DB-BD31-4B8C-83A1-F6EECF244321}">
                        <p14:modId xmlns:p14="http://schemas.microsoft.com/office/powerpoint/2010/main" val="1285515823"/>
                      </p:ext>
                    </p:extLst>
                  </p:nvPr>
                </p:nvGraphicFramePr>
                <p:xfrm>
                  <a:off x="4533251" y="1124997"/>
                  <a:ext cx="7506443" cy="703685"/>
                </p:xfrm>
                <a:graphic>
                  <a:graphicData uri="http://schemas.openxmlformats.org/drawingml/2006/diagram">
                    <dgm:relIds xmlns:dgm="http://schemas.openxmlformats.org/drawingml/2006/diagram" xmlns:r="http://schemas.openxmlformats.org/officeDocument/2006/relationships" r:dm="rId4" r:lo="rId5" r:qs="rId6" r:cs="rId7"/>
                  </a:graphicData>
                </a:graphic>
              </p:graphicFrame>
              <p:pic>
                <p:nvPicPr>
                  <p:cNvPr id="17" name="Picture 16"/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5144547" y="943971"/>
                    <a:ext cx="388938" cy="27186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59966" y="855190"/>
                  <a:ext cx="388938" cy="271869"/>
                </a:xfrm>
                <a:prstGeom prst="rect">
                  <a:avLst/>
                </a:prstGeom>
              </p:spPr>
            </p:pic>
          </p:grpSp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52911" y="692958"/>
                <a:ext cx="365760" cy="365760"/>
              </a:xfrm>
              <a:prstGeom prst="rect">
                <a:avLst/>
              </a:prstGeom>
            </p:spPr>
          </p:pic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09427" y="682455"/>
              <a:ext cx="364703" cy="36576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1847859" y="1373707"/>
            <a:ext cx="100683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30188" algn="just">
              <a:spcAft>
                <a:spcPts val="1200"/>
              </a:spcAft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1913, Bohr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Rutherford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Planck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-39143" y="2831106"/>
            <a:ext cx="77481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0188" indent="231775" algn="just">
              <a:spcAft>
                <a:spcPts val="1200"/>
              </a:spcAft>
              <a:buFontTx/>
              <a:buChar char="-"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quay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-39144" y="3932605"/>
            <a:ext cx="747072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0188" indent="231775" algn="just">
              <a:spcAft>
                <a:spcPts val="1200"/>
              </a:spcAft>
              <a:buFontTx/>
              <a:buChar char="-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19" y="2461414"/>
            <a:ext cx="4243675" cy="3075041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-39144" y="5464992"/>
            <a:ext cx="11994988" cy="1384995"/>
            <a:chOff x="-39144" y="5464992"/>
            <a:chExt cx="11994988" cy="138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8302343" y="5893356"/>
                  <a:ext cx="3653501" cy="584775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3200" i="1" dirty="0"/>
                    <a:t> E =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đ</m:t>
                              </m:r>
                            </m:sub>
                          </m:sSub>
                        </m:e>
                      </m:d>
                      <m:r>
                        <a:rPr lang="en-US" sz="32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l-GR" sz="3200" b="0" i="1">
                          <a:latin typeface="Cambria Math" panose="02040503050406030204" pitchFamily="18" charset="0"/>
                        </a:rPr>
                        <m:t>𝜈</m:t>
                      </m:r>
                    </m:oMath>
                  </a14:m>
                  <a:r>
                    <a:rPr lang="en-US" sz="3200" i="1" dirty="0"/>
                    <a:t> </a:t>
                  </a:r>
                  <a:endParaRPr lang="en-US" sz="3200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2343" y="5893356"/>
                  <a:ext cx="3653501" cy="584775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l="-1664" t="-11224" b="-32653"/>
                  </a:stretch>
                </a:blipFill>
                <a:ln>
                  <a:solidFill>
                    <a:srgbClr val="FFFF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 26"/>
            <p:cNvSpPr/>
            <p:nvPr/>
          </p:nvSpPr>
          <p:spPr>
            <a:xfrm>
              <a:off x="-39144" y="5464992"/>
              <a:ext cx="8077435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30188" indent="231775" algn="just">
                <a:spcAft>
                  <a:spcPts val="1200"/>
                </a:spcAft>
                <a:buFontTx/>
                <a:buChar char="-"/>
              </a:pP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hấp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thụ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phát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quỹ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này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sang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quỹ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đạo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</a:t>
              </a:r>
              <a:r>
                <a:rPr lang="en-US" sz="28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ở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8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8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8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42127" y="800987"/>
            <a:ext cx="665546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Thuyết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tạo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Bohr</a:t>
            </a:r>
          </a:p>
        </p:txBody>
      </p:sp>
    </p:spTree>
    <p:extLst>
      <p:ext uri="{BB962C8B-B14F-4D97-AF65-F5344CB8AC3E}">
        <p14:creationId xmlns:p14="http://schemas.microsoft.com/office/powerpoint/2010/main" val="64059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Bohr</a:t>
            </a:r>
            <a:endParaRPr lang="zh-TW" altLang="en-US" sz="4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472" y="1145881"/>
            <a:ext cx="1119790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cường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bội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vạch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 </a:t>
            </a:r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electron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(He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Li</a:t>
            </a:r>
            <a:r>
              <a:rPr 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24290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7585C6-1AE5-D2F8-B68F-D839AC45664C}"/>
              </a:ext>
            </a:extLst>
          </p:cNvPr>
          <p:cNvSpPr txBox="1"/>
          <p:nvPr/>
        </p:nvSpPr>
        <p:spPr>
          <a:xfrm>
            <a:off x="171873" y="1926756"/>
            <a:ext cx="8858437" cy="2698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Ba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9144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Heisenberg;</a:t>
            </a:r>
          </a:p>
          <a:p>
            <a:pPr marL="9144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Schrodinger.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D71ABC13-AC10-4A94-792C-F5A5AB2D2512}"/>
              </a:ext>
            </a:extLst>
          </p:cNvPr>
          <p:cNvGrpSpPr/>
          <p:nvPr/>
        </p:nvGrpSpPr>
        <p:grpSpPr>
          <a:xfrm>
            <a:off x="15902" y="826553"/>
            <a:ext cx="12063944" cy="4226292"/>
            <a:chOff x="15902" y="826553"/>
            <a:chExt cx="12063944" cy="4226292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xmlns="" id="{70B2F9E2-08D5-F5AF-29E8-FE865CDC151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902" y="1048845"/>
              <a:ext cx="6544734" cy="746235"/>
            </a:xfrm>
            <a:prstGeom prst="rect">
              <a:avLst/>
            </a:prstGeom>
          </p:spPr>
          <p:txBody>
            <a:bodyPr/>
            <a:lstStyle>
              <a:lvl1pPr marL="91440" indent="-9144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8404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56692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74980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932688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1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13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1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17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itchFamily="34" charset="0"/>
                <a:buChar char="◦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en-US" sz="4800" b="1" dirty="0" err="1">
                  <a:solidFill>
                    <a:srgbClr val="FF3300"/>
                  </a:solidFill>
                </a:rPr>
                <a:t>Thuyết</a:t>
              </a:r>
              <a:r>
                <a:rPr lang="en-US" altLang="en-US" sz="4800" b="1" dirty="0">
                  <a:solidFill>
                    <a:srgbClr val="FF3300"/>
                  </a:solidFill>
                </a:rPr>
                <a:t> </a:t>
              </a:r>
              <a:r>
                <a:rPr lang="en-US" altLang="en-US" sz="4800" b="1" dirty="0" err="1">
                  <a:solidFill>
                    <a:srgbClr val="FF3300"/>
                  </a:solidFill>
                </a:rPr>
                <a:t>cơ</a:t>
              </a:r>
              <a:r>
                <a:rPr lang="en-US" altLang="en-US" sz="4800" b="1" dirty="0">
                  <a:solidFill>
                    <a:srgbClr val="FF3300"/>
                  </a:solidFill>
                </a:rPr>
                <a:t> </a:t>
              </a:r>
              <a:r>
                <a:rPr lang="en-US" altLang="en-US" sz="4800" b="1" dirty="0" err="1">
                  <a:solidFill>
                    <a:srgbClr val="FF3300"/>
                  </a:solidFill>
                </a:rPr>
                <a:t>học</a:t>
              </a:r>
              <a:r>
                <a:rPr lang="en-US" altLang="en-US" sz="4800" b="1" dirty="0">
                  <a:solidFill>
                    <a:srgbClr val="FF3300"/>
                  </a:solidFill>
                </a:rPr>
                <a:t> </a:t>
              </a:r>
              <a:r>
                <a:rPr lang="en-US" altLang="en-US" sz="4800" b="1" dirty="0" err="1">
                  <a:solidFill>
                    <a:srgbClr val="FF3300"/>
                  </a:solidFill>
                </a:rPr>
                <a:t>lượng</a:t>
              </a:r>
              <a:r>
                <a:rPr lang="en-US" altLang="en-US" sz="4800" b="1" dirty="0">
                  <a:solidFill>
                    <a:srgbClr val="FF3300"/>
                  </a:solidFill>
                </a:rPr>
                <a:t> </a:t>
              </a:r>
              <a:r>
                <a:rPr lang="en-US" altLang="en-US" sz="4800" b="1" dirty="0" err="1">
                  <a:solidFill>
                    <a:srgbClr val="FF3300"/>
                  </a:solidFill>
                </a:rPr>
                <a:t>tử</a:t>
              </a:r>
              <a:r>
                <a:rPr lang="en-US" altLang="en-US" sz="4800" b="1" dirty="0">
                  <a:solidFill>
                    <a:srgbClr val="FF3300"/>
                  </a:solidFill>
                </a:rPr>
                <a:t> 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xmlns="" id="{7A1BC454-67D7-1E23-3813-BBFC0812C583}"/>
                </a:ext>
              </a:extLst>
            </p:cNvPr>
            <p:cNvGrpSpPr/>
            <p:nvPr/>
          </p:nvGrpSpPr>
          <p:grpSpPr>
            <a:xfrm>
              <a:off x="6785516" y="826553"/>
              <a:ext cx="5294330" cy="978603"/>
              <a:chOff x="6821289" y="682455"/>
              <a:chExt cx="5294330" cy="97860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xmlns="" id="{66729D90-1ECB-A9B5-3854-C97000B84E75}"/>
                  </a:ext>
                </a:extLst>
              </p:cNvPr>
              <p:cNvGrpSpPr/>
              <p:nvPr/>
            </p:nvGrpSpPr>
            <p:grpSpPr>
              <a:xfrm>
                <a:off x="6821289" y="692960"/>
                <a:ext cx="5294330" cy="968098"/>
                <a:chOff x="6288626" y="692958"/>
                <a:chExt cx="5294330" cy="968098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xmlns="" id="{C3B85D4D-A6A2-D0DB-A2CF-3B5ED3D8B66F}"/>
                    </a:ext>
                  </a:extLst>
                </p:cNvPr>
                <p:cNvGrpSpPr/>
                <p:nvPr/>
              </p:nvGrpSpPr>
              <p:grpSpPr>
                <a:xfrm>
                  <a:off x="6288626" y="776344"/>
                  <a:ext cx="5294330" cy="884712"/>
                  <a:chOff x="4533251" y="855190"/>
                  <a:chExt cx="7506443" cy="884712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xmlns="" id="{ECC67647-2A85-6E4E-07E3-165C4762EC4E}"/>
                      </a:ext>
                    </a:extLst>
                  </p:cNvPr>
                  <p:cNvGrpSpPr/>
                  <p:nvPr/>
                </p:nvGrpSpPr>
                <p:grpSpPr>
                  <a:xfrm>
                    <a:off x="4533251" y="855191"/>
                    <a:ext cx="7506443" cy="884711"/>
                    <a:chOff x="4533251" y="943971"/>
                    <a:chExt cx="7506443" cy="884711"/>
                  </a:xfrm>
                </p:grpSpPr>
                <p:graphicFrame>
                  <p:nvGraphicFramePr>
                    <p:cNvPr id="15" name="Diagram 14">
                      <a:extLst>
                        <a:ext uri="{FF2B5EF4-FFF2-40B4-BE49-F238E27FC236}">
                          <a16:creationId xmlns:a16="http://schemas.microsoft.com/office/drawing/2014/main" xmlns="" id="{DA2E7383-6750-8418-289B-52694E84F5D8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324702273"/>
                        </p:ext>
                      </p:extLst>
                    </p:nvPr>
                  </p:nvGraphicFramePr>
                  <p:xfrm>
                    <a:off x="4533251" y="1124997"/>
                    <a:ext cx="7506443" cy="703685"/>
                  </p:xfrm>
                  <a:graphic>
                    <a:graphicData uri="http://schemas.openxmlformats.org/drawingml/2006/diagram">
                      <dgm:relIds xmlns:dgm="http://schemas.openxmlformats.org/drawingml/2006/diagram" xmlns:r="http://schemas.openxmlformats.org/officeDocument/2006/relationships" r:dm="rId3" r:lo="rId4" r:qs="rId5" r:cs="rId6"/>
                    </a:graphicData>
                  </a:graphic>
                </p:graphicFrame>
                <p:pic>
                  <p:nvPicPr>
                    <p:cNvPr id="16" name="Picture 15">
                      <a:extLst>
                        <a:ext uri="{FF2B5EF4-FFF2-40B4-BE49-F238E27FC236}">
                          <a16:creationId xmlns:a16="http://schemas.microsoft.com/office/drawing/2014/main" xmlns="" id="{F5152DCD-88A1-002C-0475-39D15E709B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144547" y="943971"/>
                      <a:ext cx="388938" cy="27186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xmlns="" id="{E42B63A0-F1E3-313B-CF27-89FA9D3CB1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559966" y="855190"/>
                    <a:ext cx="388938" cy="271869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xmlns="" id="{E55A7D0A-27CD-266A-8C3C-329615533A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52911" y="692958"/>
                  <a:ext cx="365760" cy="365760"/>
                </a:xfrm>
                <a:prstGeom prst="rect">
                  <a:avLst/>
                </a:prstGeom>
              </p:spPr>
            </p:pic>
          </p:grp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xmlns="" id="{80E30B9F-4EED-5B60-AE46-3253275AD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09427" y="682455"/>
                <a:ext cx="364703" cy="365760"/>
              </a:xfrm>
              <a:prstGeom prst="rect">
                <a:avLst/>
              </a:prstGeom>
            </p:spPr>
          </p:pic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xmlns="" id="{5F0A5997-2F50-A0AF-166B-44965E62A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030310" y="2553020"/>
              <a:ext cx="2847101" cy="2499825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F057F95-F5CE-6589-D869-0AEE32910997}"/>
              </a:ext>
            </a:extLst>
          </p:cNvPr>
          <p:cNvSpPr txBox="1"/>
          <p:nvPr/>
        </p:nvSpPr>
        <p:spPr>
          <a:xfrm>
            <a:off x="171873" y="4597267"/>
            <a:ext cx="870203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CD0E4048-7123-70D2-93C5-CBB482D0ADAA}"/>
              </a:ext>
            </a:extLst>
          </p:cNvPr>
          <p:cNvSpPr txBox="1"/>
          <p:nvPr/>
        </p:nvSpPr>
        <p:spPr>
          <a:xfrm>
            <a:off x="171873" y="5372666"/>
            <a:ext cx="9348831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68347C3-D934-AE0C-829C-946E701E5FA1}"/>
              </a:ext>
            </a:extLst>
          </p:cNvPr>
          <p:cNvSpPr txBox="1"/>
          <p:nvPr/>
        </p:nvSpPr>
        <p:spPr>
          <a:xfrm>
            <a:off x="171873" y="6033873"/>
            <a:ext cx="623235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337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  <p:bldP spid="22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endParaRPr lang="zh-TW" altLang="en-US" sz="4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5948370" y="2657493"/>
          <a:ext cx="1828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533160" imgH="393480" progId="Equation.3">
                  <p:embed/>
                </p:oleObj>
              </mc:Choice>
              <mc:Fallback>
                <p:oleObj name="Equation" r:id="rId4" imgW="533160" imgH="39348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70" y="2657493"/>
                        <a:ext cx="1828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V="1">
            <a:off x="5409935" y="3243105"/>
            <a:ext cx="604251" cy="4747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6826" y="3014354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717300" y="3368032"/>
            <a:ext cx="879526" cy="165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98818" y="3598303"/>
            <a:ext cx="2220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FC1C02DE-42FB-E68F-172A-7980F507BFB8}"/>
              </a:ext>
            </a:extLst>
          </p:cNvPr>
          <p:cNvGrpSpPr/>
          <p:nvPr/>
        </p:nvGrpSpPr>
        <p:grpSpPr>
          <a:xfrm>
            <a:off x="463012" y="1360169"/>
            <a:ext cx="11231270" cy="2731047"/>
            <a:chOff x="463012" y="1360169"/>
            <a:chExt cx="11231270" cy="2731047"/>
          </a:xfrm>
        </p:grpSpPr>
        <p:grpSp>
          <p:nvGrpSpPr>
            <p:cNvPr id="6" name="Group 5"/>
            <p:cNvGrpSpPr/>
            <p:nvPr/>
          </p:nvGrpSpPr>
          <p:grpSpPr>
            <a:xfrm>
              <a:off x="463012" y="1444831"/>
              <a:ext cx="1653017" cy="2646385"/>
              <a:chOff x="10096107" y="444981"/>
              <a:chExt cx="1653017" cy="2646385"/>
            </a:xfrm>
          </p:grpSpPr>
          <p:pic>
            <p:nvPicPr>
              <p:cNvPr id="7" name="Picture 4" descr="de-Broglie-physics-1">
                <a:hlinkClick r:id="rId6"/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83114" y="444981"/>
                <a:ext cx="1509445" cy="198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10096107" y="2506591"/>
                <a:ext cx="1653017" cy="5847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Louis de Broglie</a:t>
                </a:r>
              </a:p>
              <a:p>
                <a:pPr algn="ctr">
                  <a:defRPr/>
                </a:pP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(1892 – 1987)</a:t>
                </a: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2201809" y="1360169"/>
              <a:ext cx="9492473" cy="11406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230188" algn="just">
                <a:lnSpc>
                  <a:spcPct val="150000"/>
                </a:lnSpc>
              </a:pPr>
              <a:r>
                <a:rPr lang="en-US" altLang="ko-KR" sz="2400" dirty="0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Theo </a:t>
              </a:r>
              <a:r>
                <a:rPr lang="en-US" altLang="ko-KR" sz="2400" dirty="0" err="1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các</a:t>
              </a:r>
              <a:r>
                <a:rPr lang="en-US" altLang="ko-KR" sz="2400" dirty="0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 </a:t>
              </a:r>
              <a:r>
                <a:rPr lang="en-US" altLang="ko-KR" sz="2400" dirty="0" err="1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phương</a:t>
              </a:r>
              <a:r>
                <a:rPr lang="en-US" altLang="ko-KR" sz="2400" dirty="0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 </a:t>
              </a:r>
              <a:r>
                <a:rPr lang="en-US" altLang="ko-KR" sz="2400" dirty="0" err="1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trình</a:t>
              </a:r>
              <a:r>
                <a:rPr lang="en-US" altLang="ko-KR" sz="2400" dirty="0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 Einstein </a:t>
              </a:r>
              <a:r>
                <a:rPr lang="en-US" altLang="ko-KR" sz="2400" dirty="0" err="1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và</a:t>
              </a:r>
              <a:r>
                <a:rPr lang="en-US" altLang="ko-KR" sz="2400" dirty="0">
                  <a:latin typeface="Arial" panose="020B0604020202020204" pitchFamily="34" charset="0"/>
                  <a:ea typeface="굴림" charset="-127"/>
                  <a:cs typeface="Arial" panose="020B0604020202020204" pitchFamily="34" charset="0"/>
                </a:rPr>
                <a:t> Planck,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Mọi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hạt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vật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chất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có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khối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lượng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m,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tốc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v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sẽ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truyền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đi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bước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sóng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l-GR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λ</a:t>
              </a:r>
              <a:r>
                <a:rPr lang="en-US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bởi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thức</a:t>
              </a:r>
              <a:endParaRPr lang="en-US" sz="2400" dirty="0"/>
            </a:p>
          </p:txBody>
        </p:sp>
      </p:grpSp>
      <p:sp>
        <p:nvSpPr>
          <p:cNvPr id="2" name="矩形 4">
            <a:extLst>
              <a:ext uri="{FF2B5EF4-FFF2-40B4-BE49-F238E27FC236}">
                <a16:creationId xmlns:a16="http://schemas.microsoft.com/office/drawing/2014/main" xmlns="" id="{71EFEBD4-223C-80F1-34DC-4A8E7698B320}"/>
              </a:ext>
            </a:extLst>
          </p:cNvPr>
          <p:cNvSpPr/>
          <p:nvPr/>
        </p:nvSpPr>
        <p:spPr>
          <a:xfrm>
            <a:off x="202458" y="725624"/>
            <a:ext cx="6995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1.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Tính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sóng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–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hạt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hạt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vi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mô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1BF56F66-712D-B908-599E-6FE9D96F9890}"/>
                  </a:ext>
                </a:extLst>
              </p:cNvPr>
              <p:cNvSpPr txBox="1"/>
              <p:nvPr/>
            </p:nvSpPr>
            <p:spPr>
              <a:xfrm>
                <a:off x="283721" y="4341357"/>
                <a:ext cx="11783617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Aft>
                    <a:spcPts val="600"/>
                  </a:spcAft>
                </a:pP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 </a:t>
                </a:r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117475" algn="just">
                  <a:spcAft>
                    <a:spcPts val="600"/>
                  </a:spcAft>
                  <a:buFontTx/>
                  <a:buChar char="-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9.1x10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-28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g, v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 x10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m/s →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 nm </a:t>
                </a:r>
              </a:p>
              <a:p>
                <a:pPr marL="285750" indent="-117475" algn="just">
                  <a:spcAft>
                    <a:spcPts val="600"/>
                  </a:spcAft>
                  <a:buFontTx/>
                  <a:buChar char="-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Quả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bóng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 = 200 g, v = 30 m/s →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≪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-39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nm) →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t/c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F56F66-712D-B908-599E-6FE9D96F9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21" y="4341357"/>
                <a:ext cx="11783617" cy="1538883"/>
              </a:xfrm>
              <a:prstGeom prst="rect">
                <a:avLst/>
              </a:prstGeom>
              <a:blipFill>
                <a:blip r:embed="rId8"/>
                <a:stretch>
                  <a:fillRect l="-1076" t="-4065" b="-97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481F9851-5EF5-3098-6562-0CC9FAFA1635}"/>
              </a:ext>
            </a:extLst>
          </p:cNvPr>
          <p:cNvGrpSpPr/>
          <p:nvPr/>
        </p:nvGrpSpPr>
        <p:grpSpPr>
          <a:xfrm>
            <a:off x="348147" y="5912126"/>
            <a:ext cx="11271085" cy="748212"/>
            <a:chOff x="348147" y="5912126"/>
            <a:chExt cx="11271085" cy="748212"/>
          </a:xfrm>
        </p:grpSpPr>
        <p:sp>
          <p:nvSpPr>
            <p:cNvPr id="20" name="Curved Right Arrow 19">
              <a:extLst>
                <a:ext uri="{FF2B5EF4-FFF2-40B4-BE49-F238E27FC236}">
                  <a16:creationId xmlns:a16="http://schemas.microsoft.com/office/drawing/2014/main" xmlns="" id="{4072E8CF-6C60-434E-0505-722E2C647186}"/>
                </a:ext>
              </a:extLst>
            </p:cNvPr>
            <p:cNvSpPr/>
            <p:nvPr/>
          </p:nvSpPr>
          <p:spPr>
            <a:xfrm>
              <a:off x="348147" y="5912126"/>
              <a:ext cx="272612" cy="525914"/>
            </a:xfrm>
            <a:prstGeom prst="curved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E73441C3-8B60-98F2-6C57-83DE9E940921}"/>
                </a:ext>
              </a:extLst>
            </p:cNvPr>
            <p:cNvSpPr txBox="1"/>
            <p:nvPr/>
          </p:nvSpPr>
          <p:spPr>
            <a:xfrm>
              <a:off x="731828" y="6137118"/>
              <a:ext cx="108874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vật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như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lưỡng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578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endParaRPr lang="zh-TW" altLang="en-US" sz="40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rved Right Arrow 19">
            <a:extLst>
              <a:ext uri="{FF2B5EF4-FFF2-40B4-BE49-F238E27FC236}">
                <a16:creationId xmlns:a16="http://schemas.microsoft.com/office/drawing/2014/main" xmlns="" id="{4072E8CF-6C60-434E-0505-722E2C647186}"/>
              </a:ext>
            </a:extLst>
          </p:cNvPr>
          <p:cNvSpPr/>
          <p:nvPr/>
        </p:nvSpPr>
        <p:spPr>
          <a:xfrm>
            <a:off x="499623" y="5324646"/>
            <a:ext cx="342587" cy="525914"/>
          </a:xfrm>
          <a:prstGeom prst="curved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xmlns="" id="{71EFEBD4-223C-80F1-34DC-4A8E7698B320}"/>
              </a:ext>
            </a:extLst>
          </p:cNvPr>
          <p:cNvSpPr/>
          <p:nvPr/>
        </p:nvSpPr>
        <p:spPr>
          <a:xfrm>
            <a:off x="223899" y="792811"/>
            <a:ext cx="6995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Hệ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thức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bất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82C79BCD-CADA-9F45-8996-FFD67D86E0D5}"/>
              </a:ext>
            </a:extLst>
          </p:cNvPr>
          <p:cNvGrpSpPr/>
          <p:nvPr/>
        </p:nvGrpSpPr>
        <p:grpSpPr>
          <a:xfrm>
            <a:off x="398776" y="1551247"/>
            <a:ext cx="11296791" cy="2533232"/>
            <a:chOff x="398776" y="1551247"/>
            <a:chExt cx="11296791" cy="253323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EEAE09E9-FBD0-2183-23EF-9D7FCB6CF091}"/>
                </a:ext>
              </a:extLst>
            </p:cNvPr>
            <p:cNvGrpSpPr/>
            <p:nvPr/>
          </p:nvGrpSpPr>
          <p:grpSpPr>
            <a:xfrm>
              <a:off x="398776" y="1551247"/>
              <a:ext cx="1824474" cy="2533232"/>
              <a:chOff x="9990273" y="3547405"/>
              <a:chExt cx="1824474" cy="2533232"/>
            </a:xfrm>
          </p:grpSpPr>
          <p:pic>
            <p:nvPicPr>
              <p:cNvPr id="23" name="Picture 8" descr="FG07_21-02UN">
                <a:extLst>
                  <a:ext uri="{FF2B5EF4-FFF2-40B4-BE49-F238E27FC236}">
                    <a16:creationId xmlns:a16="http://schemas.microsoft.com/office/drawing/2014/main" xmlns="" id="{10921460-2481-C3F9-2AF6-76C32D86DF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357"/>
              <a:stretch>
                <a:fillRect/>
              </a:stretch>
            </p:blipFill>
            <p:spPr bwMode="auto">
              <a:xfrm>
                <a:off x="10087931" y="3547405"/>
                <a:ext cx="1585690" cy="20116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Rectangle 6">
                <a:extLst>
                  <a:ext uri="{FF2B5EF4-FFF2-40B4-BE49-F238E27FC236}">
                    <a16:creationId xmlns:a16="http://schemas.microsoft.com/office/drawing/2014/main" xmlns="" id="{65B5DFD9-C802-F9F7-EE11-5EFEF82F4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0273" y="5557417"/>
                <a:ext cx="182447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Werner Heisenberg</a:t>
                </a:r>
              </a:p>
              <a:p>
                <a:pPr algn="ctr">
                  <a:defRPr/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(1901 – 1976)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E010AD61-452F-4AD1-1970-81AD272D40DF}"/>
                </a:ext>
              </a:extLst>
            </p:cNvPr>
            <p:cNvSpPr txBox="1"/>
            <p:nvPr/>
          </p:nvSpPr>
          <p:spPr>
            <a:xfrm>
              <a:off x="2223251" y="1623529"/>
              <a:ext cx="94723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cả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vị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trí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lẫn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C54E6DD6-5FA5-4FAF-B3E6-CD9D3BEFAE5F}"/>
                  </a:ext>
                </a:extLst>
              </p:cNvPr>
              <p:cNvSpPr txBox="1"/>
              <p:nvPr/>
            </p:nvSpPr>
            <p:spPr>
              <a:xfrm>
                <a:off x="5546089" y="2615328"/>
                <a:ext cx="3212900" cy="93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.  </m:t>
                      </m:r>
                      <m:r>
                        <m:rPr>
                          <m:sty m:val="p"/>
                        </m:rPr>
                        <a:rPr lang="el-GR" sz="3200" b="0" i="1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4E6DD6-5FA5-4FAF-B3E6-CD9D3BEFA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089" y="2615328"/>
                <a:ext cx="3212900" cy="935000"/>
              </a:xfrm>
              <a:prstGeom prst="rect">
                <a:avLst/>
              </a:prstGeom>
              <a:blipFill>
                <a:blip r:embed="rId4"/>
                <a:stretch>
                  <a:fillRect t="-1333" r="-1181" b="-1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35807AB5-54E4-735F-EBE3-986734106BEB}"/>
                  </a:ext>
                </a:extLst>
              </p:cNvPr>
              <p:cNvSpPr txBox="1"/>
              <p:nvPr/>
            </p:nvSpPr>
            <p:spPr>
              <a:xfrm>
                <a:off x="620759" y="4326038"/>
                <a:ext cx="109140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Electron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9.1 x 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-28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g,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-10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 → </a:t>
                </a:r>
                <a:r>
                  <a:rPr lang="el-G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6.6 x 10</a:t>
                </a:r>
                <a:r>
                  <a:rPr lang="en-US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m/s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5807AB5-54E4-735F-EBE3-986734106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59" y="4326038"/>
                <a:ext cx="10914013" cy="523220"/>
              </a:xfrm>
              <a:prstGeom prst="rect">
                <a:avLst/>
              </a:prstGeom>
              <a:blipFill>
                <a:blip r:embed="rId5"/>
                <a:stretch>
                  <a:fillRect l="-1161" t="-11905" r="-232" b="-3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5335C40-88D0-BB34-E379-6907930271AF}"/>
              </a:ext>
            </a:extLst>
          </p:cNvPr>
          <p:cNvSpPr txBox="1"/>
          <p:nvPr/>
        </p:nvSpPr>
        <p:spPr>
          <a:xfrm>
            <a:off x="1094445" y="5234471"/>
            <a:ext cx="104403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20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7" grpId="0"/>
      <p:bldP spid="28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75713" y="1432793"/>
            <a:ext cx="9289546" cy="206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ts val="3500"/>
              </a:lnSpc>
              <a:spcBef>
                <a:spcPct val="20000"/>
              </a:spcBef>
              <a:spcAft>
                <a:spcPts val="900"/>
              </a:spcAft>
              <a:buClr>
                <a:srgbClr val="360036"/>
              </a:buClr>
              <a:buSzPct val="85000"/>
            </a:pPr>
            <a:r>
              <a:rPr lang="en-US" alt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alt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8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457200" algn="just">
              <a:lnSpc>
                <a:spcPts val="3500"/>
              </a:lnSpc>
              <a:spcBef>
                <a:spcPct val="20000"/>
              </a:spcBef>
              <a:spcAft>
                <a:spcPts val="900"/>
              </a:spcAft>
              <a:buClr>
                <a:srgbClr val="360036"/>
              </a:buClr>
              <a:buSzPct val="85000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Schrodinger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7" name="Picture 3" descr="schrodb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93" y="1435555"/>
            <a:ext cx="1755228" cy="1975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13008" y="3549206"/>
            <a:ext cx="11352251" cy="315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spcAft>
                <a:spcPts val="2400"/>
              </a:spcAft>
              <a:buClr>
                <a:srgbClr val="360036"/>
              </a:buClr>
              <a:buSzPct val="85000"/>
            </a:pP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1. Schrödinger Eq. </a:t>
            </a:r>
            <a:r>
              <a:rPr lang="en-US" altLang="en-US" sz="2800" dirty="0">
                <a:cs typeface="Times New Roman" panose="02020603050405020304" pitchFamily="18" charset="0"/>
              </a:rPr>
              <a:t>bao </a:t>
            </a:r>
            <a:r>
              <a:rPr lang="en-US" altLang="en-US" sz="2800" dirty="0" err="1">
                <a:cs typeface="Times New Roman" panose="02020603050405020304" pitchFamily="18" charset="0"/>
              </a:rPr>
              <a:t>hàm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cả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thông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sóng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hạt</a:t>
            </a:r>
            <a:r>
              <a:rPr lang="en-US" altLang="en-US" sz="2800" dirty="0">
                <a:cs typeface="Times New Roman" panose="02020603050405020304" pitchFamily="18" charset="0"/>
              </a:rPr>
              <a:t> vi </a:t>
            </a:r>
            <a:r>
              <a:rPr lang="en-US" altLang="en-US" sz="2800" dirty="0" err="1">
                <a:cs typeface="Times New Roman" panose="02020603050405020304" pitchFamily="18" charset="0"/>
              </a:rPr>
              <a:t>mô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ts val="3500"/>
              </a:lnSpc>
              <a:spcBef>
                <a:spcPct val="20000"/>
              </a:spcBef>
              <a:spcAft>
                <a:spcPts val="900"/>
              </a:spcAft>
              <a:buClr>
                <a:srgbClr val="360036"/>
              </a:buClr>
              <a:buSzPct val="85000"/>
            </a:pP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2.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Giải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p/t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sóng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cho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chúng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 ta </a:t>
            </a:r>
            <a:r>
              <a:rPr lang="en-US" altLang="en-US" sz="2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biết</a:t>
            </a:r>
            <a:r>
              <a:rPr lang="en-US" altLang="en-US" sz="2800" dirty="0">
                <a:solidFill>
                  <a:srgbClr val="0000FF"/>
                </a:solidFill>
                <a:cs typeface="Times New Roman" panose="02020603050405020304" pitchFamily="18" charset="0"/>
              </a:rPr>
              <a:t>: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803275" indent="0" algn="just">
              <a:lnSpc>
                <a:spcPts val="3500"/>
              </a:lnSpc>
              <a:spcBef>
                <a:spcPct val="20000"/>
              </a:spcBef>
              <a:spcAft>
                <a:spcPts val="900"/>
              </a:spcAft>
              <a:buClr>
                <a:srgbClr val="360036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Hình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dáng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kích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thước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oribital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nguyên</a:t>
            </a:r>
            <a:r>
              <a:rPr lang="en-US" altLang="en-US" sz="2800" i="1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;</a:t>
            </a:r>
          </a:p>
          <a:p>
            <a:pPr marL="1025525" indent="-222250" algn="just">
              <a:lnSpc>
                <a:spcPct val="150000"/>
              </a:lnSpc>
              <a:spcAft>
                <a:spcPts val="600"/>
              </a:spcAft>
              <a:buClr>
                <a:srgbClr val="360036"/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Bình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phương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hàm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song (</a:t>
            </a:r>
            <a:r>
              <a:rPr lang="en-US" altLang="en-US" sz="2800" i="1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thể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hiện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xác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suất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tìm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thấy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electron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và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mật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độ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electron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nguyên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sz="2800" i="1" dirty="0"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2" name="矩形 4">
            <a:extLst>
              <a:ext uri="{FF2B5EF4-FFF2-40B4-BE49-F238E27FC236}">
                <a16:creationId xmlns:a16="http://schemas.microsoft.com/office/drawing/2014/main" xmlns="" id="{6F5963E8-BC83-BF5E-BB15-077701912CDD}"/>
              </a:ext>
            </a:extLst>
          </p:cNvPr>
          <p:cNvSpPr/>
          <p:nvPr/>
        </p:nvSpPr>
        <p:spPr>
          <a:xfrm>
            <a:off x="223899" y="792811"/>
            <a:ext cx="69950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Phương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trình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sóng</a:t>
            </a: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Schrodinger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47798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Schrodinger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xmlns="" id="{418BC3FB-A4FC-8FCA-3D65-41D638654FEE}"/>
              </a:ext>
            </a:extLst>
          </p:cNvPr>
          <p:cNvGrpSpPr/>
          <p:nvPr/>
        </p:nvGrpSpPr>
        <p:grpSpPr>
          <a:xfrm>
            <a:off x="351014" y="890469"/>
            <a:ext cx="11498148" cy="1791364"/>
            <a:chOff x="351014" y="890469"/>
            <a:chExt cx="11498148" cy="17913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xmlns="" id="{CB5EFAE1-B98A-B266-7D8C-4965A4DEAE61}"/>
                </a:ext>
              </a:extLst>
            </p:cNvPr>
            <p:cNvSpPr txBox="1"/>
            <p:nvPr/>
          </p:nvSpPr>
          <p:spPr>
            <a:xfrm>
              <a:off x="351014" y="890469"/>
              <a:ext cx="114981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trường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thế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ở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dừng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  <p:graphicFrame>
          <p:nvGraphicFramePr>
            <p:cNvPr id="13" name="Object 5">
              <a:extLst>
                <a:ext uri="{FF2B5EF4-FFF2-40B4-BE49-F238E27FC236}">
                  <a16:creationId xmlns:a16="http://schemas.microsoft.com/office/drawing/2014/main" xmlns="" id="{C231863E-0A82-CB08-B383-86CB769F66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1697428"/>
                </p:ext>
              </p:extLst>
            </p:nvPr>
          </p:nvGraphicFramePr>
          <p:xfrm>
            <a:off x="3313760" y="1661544"/>
            <a:ext cx="5564479" cy="1020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Equation" r:id="rId4" imgW="2425680" imgH="444240" progId="Equation.3">
                    <p:embed/>
                  </p:oleObj>
                </mc:Choice>
                <mc:Fallback>
                  <p:oleObj name="Equation" r:id="rId4" imgW="2425680" imgH="444240" progId="Equation.3">
                    <p:embed/>
                    <p:pic>
                      <p:nvPicPr>
                        <p:cNvPr id="13" name="Object 5">
                          <a:extLst>
                            <a:ext uri="{FF2B5EF4-FFF2-40B4-BE49-F238E27FC236}">
                              <a16:creationId xmlns:a16="http://schemas.microsoft.com/office/drawing/2014/main" xmlns="" id="{C231863E-0A82-CB08-B383-86CB769F66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3760" y="1661544"/>
                          <a:ext cx="5564479" cy="1020289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xmlns="" id="{238107C9-FDD6-B2F3-99D5-50724830711E}"/>
              </a:ext>
            </a:extLst>
          </p:cNvPr>
          <p:cNvGrpSpPr/>
          <p:nvPr/>
        </p:nvGrpSpPr>
        <p:grpSpPr>
          <a:xfrm>
            <a:off x="700283" y="2549481"/>
            <a:ext cx="10964976" cy="2674773"/>
            <a:chOff x="700283" y="2681833"/>
            <a:chExt cx="10964976" cy="2674773"/>
          </a:xfrm>
        </p:grpSpPr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xmlns="" id="{CE2CAE6C-6438-D933-B417-0AA97711486D}"/>
                </a:ext>
              </a:extLst>
            </p:cNvPr>
            <p:cNvSpPr>
              <a:spLocks noRot="1" noChangeArrowheads="1"/>
            </p:cNvSpPr>
            <p:nvPr/>
          </p:nvSpPr>
          <p:spPr bwMode="auto">
            <a:xfrm>
              <a:off x="700283" y="2681833"/>
              <a:ext cx="9406243" cy="26747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chemeClr val="hlink"/>
                </a:buClr>
                <a:defRPr/>
              </a:pP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 </a:t>
              </a:r>
            </a:p>
            <a:p>
              <a:pPr lvl="1" algn="just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Ψ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hàm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sóng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tả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sự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chuyển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hạt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tọa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(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x,y,z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);</a:t>
              </a:r>
            </a:p>
            <a:p>
              <a:pPr lvl="1" algn="just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E 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năng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lượng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toàn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phần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; </a:t>
              </a:r>
            </a:p>
            <a:p>
              <a:pPr lvl="1" algn="just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V 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thế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năng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hạt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vi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tọa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(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x,y,z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);</a:t>
              </a:r>
            </a:p>
            <a:p>
              <a:pPr lvl="1" algn="just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Ψ</a:t>
              </a:r>
              <a:r>
                <a: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-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xác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suất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mặt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hạt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vi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tọa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(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x,y,z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);</a:t>
              </a:r>
            </a:p>
            <a:p>
              <a:pPr lvl="1" algn="just">
                <a:spcBef>
                  <a:spcPct val="20000"/>
                </a:spcBef>
                <a:buClr>
                  <a:schemeClr val="accent2"/>
                </a:buClr>
                <a:defRPr/>
              </a:pPr>
              <a:r>
                <a:rPr lang="el-GR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Ψ</a:t>
              </a:r>
              <a:r>
                <a: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2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dv –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độ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sác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xuất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hạt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vi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trong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phần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thể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tích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dV=dx.dy.dz</a:t>
              </a:r>
            </a:p>
          </p:txBody>
        </p:sp>
        <p:pic>
          <p:nvPicPr>
            <p:cNvPr id="52" name="Picture 2">
              <a:extLst>
                <a:ext uri="{FF2B5EF4-FFF2-40B4-BE49-F238E27FC236}">
                  <a16:creationId xmlns:a16="http://schemas.microsoft.com/office/drawing/2014/main" xmlns="" id="{A93DA3E5-8B13-2FE3-3807-AA3AEC993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7520" y="3068057"/>
              <a:ext cx="2477739" cy="1737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241578" y="5287231"/>
            <a:ext cx="10674662" cy="1461094"/>
            <a:chOff x="1241578" y="5287231"/>
            <a:chExt cx="10674662" cy="1461094"/>
          </a:xfrm>
        </p:grpSpPr>
        <p:grpSp>
          <p:nvGrpSpPr>
            <p:cNvPr id="2" name="Group 1"/>
            <p:cNvGrpSpPr/>
            <p:nvPr/>
          </p:nvGrpSpPr>
          <p:grpSpPr>
            <a:xfrm>
              <a:off x="1241578" y="5287231"/>
              <a:ext cx="10674662" cy="1461094"/>
              <a:chOff x="1241578" y="5287231"/>
              <a:chExt cx="10674662" cy="1461094"/>
            </a:xfrm>
          </p:grpSpPr>
          <p:pic>
            <p:nvPicPr>
              <p:cNvPr id="55" name="Picture 2" descr="Sự chuyển động của Electron trong nguyên tử .Obitan nguyên tử">
                <a:extLst>
                  <a:ext uri="{FF2B5EF4-FFF2-40B4-BE49-F238E27FC236}">
                    <a16:creationId xmlns:a16="http://schemas.microsoft.com/office/drawing/2014/main" xmlns="" id="{6EC89DDE-81BB-32F0-3B50-1BB75A3DD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578" y="5413296"/>
                <a:ext cx="1369275" cy="1312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Content Placeholder 3">
                <a:extLst>
                  <a:ext uri="{FF2B5EF4-FFF2-40B4-BE49-F238E27FC236}">
                    <a16:creationId xmlns:a16="http://schemas.microsoft.com/office/drawing/2014/main" xmlns="" id="{CAC384B8-3B95-0DB8-32CB-3253325F34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85714" y="5287231"/>
                <a:ext cx="5114514" cy="44605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Tx/>
                  <a:buNone/>
                </a:pP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</a:t>
                </a:r>
                <a:r>
                  <a:rPr lang="en-US" altLang="en-US" b="1" baseline="30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2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r>
                  <a:rPr lang="en-US" altLang="en-US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0,01 </a:t>
                </a:r>
                <a:r>
                  <a:rPr lang="en-US" altLang="en-US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alt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7" name="Straight Arrow Connector 7">
                <a:extLst>
                  <a:ext uri="{FF2B5EF4-FFF2-40B4-BE49-F238E27FC236}">
                    <a16:creationId xmlns:a16="http://schemas.microsoft.com/office/drawing/2014/main" xmlns="" id="{7A82B8BF-9DC8-A178-1E68-C92EF6BEA37D}"/>
                  </a:ext>
                </a:extLst>
              </p:cNvPr>
              <p:cNvCxnSpPr>
                <a:cxnSpLocks noChangeShapeType="1"/>
                <a:stCxn id="56" idx="1"/>
              </p:cNvCxnSpPr>
              <p:nvPr/>
            </p:nvCxnSpPr>
            <p:spPr bwMode="auto">
              <a:xfrm flipH="1">
                <a:off x="2523714" y="5510260"/>
                <a:ext cx="762000" cy="133575"/>
              </a:xfrm>
              <a:prstGeom prst="straightConnector1">
                <a:avLst/>
              </a:prstGeom>
              <a:noFill/>
              <a:ln w="22225" algn="ctr">
                <a:solidFill>
                  <a:srgbClr val="C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2DF2D39F-0AD0-C92B-8F7E-FA743789C7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968" y="5794218"/>
                <a:ext cx="9179272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ghi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lần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ngtử</a:t>
                </a:r>
                <a:r>
                  <a:rPr lang="en-US" altLang="en-US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p:grpSp>
        <p:sp>
          <p:nvSpPr>
            <p:cNvPr id="59" name="Rectangle 12">
              <a:extLst>
                <a:ext uri="{FF2B5EF4-FFF2-40B4-BE49-F238E27FC236}">
                  <a16:creationId xmlns:a16="http://schemas.microsoft.com/office/drawing/2014/main" xmlns="" id="{AC3EB1BA-265D-993D-09F0-855DC78A1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322" y="5626780"/>
              <a:ext cx="114300" cy="76200"/>
            </a:xfrm>
            <a:prstGeom prst="rect">
              <a:avLst/>
            </a:prstGeom>
            <a:noFill/>
            <a:ln w="19050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VNI-Times" pitchFamily="2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137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Schrodinger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F4CB9109-1E4A-6F97-EC97-491914947ACC}"/>
              </a:ext>
            </a:extLst>
          </p:cNvPr>
          <p:cNvGrpSpPr/>
          <p:nvPr/>
        </p:nvGrpSpPr>
        <p:grpSpPr>
          <a:xfrm>
            <a:off x="1154879" y="813410"/>
            <a:ext cx="8429542" cy="960632"/>
            <a:chOff x="1032833" y="3865590"/>
            <a:chExt cx="8429542" cy="952377"/>
          </a:xfrm>
        </p:grpSpPr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xmlns="" id="{1F32E019-DD64-7524-C917-3D1FD459A649}"/>
                </a:ext>
              </a:extLst>
            </p:cNvPr>
            <p:cNvSpPr>
              <a:spLocks noRot="1" noChangeArrowheads="1"/>
            </p:cNvSpPr>
            <p:nvPr/>
          </p:nvSpPr>
          <p:spPr bwMode="auto">
            <a:xfrm>
              <a:off x="1032833" y="4021924"/>
              <a:ext cx="5222539" cy="639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chemeClr val="hlink"/>
                </a:buClr>
                <a:defRPr/>
              </a:pP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chuẩn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hàm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sóng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xmlns="" id="{B20CCDDF-E75A-939D-06F1-2589FE932E95}"/>
                    </a:ext>
                  </a:extLst>
                </p:cNvPr>
                <p:cNvSpPr txBox="1"/>
                <p:nvPr/>
              </p:nvSpPr>
              <p:spPr>
                <a:xfrm>
                  <a:off x="5947502" y="3865590"/>
                  <a:ext cx="3514873" cy="9523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l-GR" sz="2800" i="1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𝑑𝑉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nary>
                      </m:oMath>
                    </m:oMathPara>
                  </a14:m>
                  <a:endPara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B20CCDDF-E75A-939D-06F1-2589FE932E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7502" y="3865590"/>
                  <a:ext cx="3514873" cy="95237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146666" y="1651555"/>
            <a:ext cx="11908362" cy="3812586"/>
            <a:chOff x="146666" y="1900935"/>
            <a:chExt cx="11908362" cy="3812586"/>
          </a:xfrm>
        </p:grpSpPr>
        <p:sp>
          <p:nvSpPr>
            <p:cNvPr id="25" name="TextBox 24"/>
            <p:cNvSpPr txBox="1"/>
            <p:nvPr/>
          </p:nvSpPr>
          <p:spPr>
            <a:xfrm>
              <a:off x="1150701" y="4904318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Descartes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682546" y="4903940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Tọa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cực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146666" y="1900935"/>
              <a:ext cx="11908362" cy="3812586"/>
              <a:chOff x="146666" y="1900935"/>
              <a:chExt cx="11908362" cy="3812586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xmlns="" id="{F351E5FC-2976-4C8D-FCC2-2E85319B12CE}"/>
                  </a:ext>
                </a:extLst>
              </p:cNvPr>
              <p:cNvGrpSpPr/>
              <p:nvPr/>
            </p:nvGrpSpPr>
            <p:grpSpPr>
              <a:xfrm>
                <a:off x="533329" y="2699173"/>
                <a:ext cx="3297065" cy="2307887"/>
                <a:chOff x="3155087" y="4593941"/>
                <a:chExt cx="2477739" cy="1737360"/>
              </a:xfrm>
            </p:grpSpPr>
            <p:pic>
              <p:nvPicPr>
                <p:cNvPr id="2" name="Picture 2">
                  <a:extLst>
                    <a:ext uri="{FF2B5EF4-FFF2-40B4-BE49-F238E27FC236}">
                      <a16:creationId xmlns:a16="http://schemas.microsoft.com/office/drawing/2014/main" xmlns="" id="{568ADC2F-814F-4C46-83B7-6A9275935D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55087" y="4593941"/>
                  <a:ext cx="2477739" cy="1737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5" name="Straight Connector 7">
                  <a:extLst>
                    <a:ext uri="{FF2B5EF4-FFF2-40B4-BE49-F238E27FC236}">
                      <a16:creationId xmlns:a16="http://schemas.microsoft.com/office/drawing/2014/main" xmlns="" id="{784D643C-4BD3-2310-800F-51723E38737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435683" y="5240539"/>
                  <a:ext cx="0" cy="803940"/>
                </a:xfrm>
                <a:prstGeom prst="line">
                  <a:avLst/>
                </a:prstGeom>
                <a:noFill/>
                <a:ln w="28575" algn="ctr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" name="Straight Connector 9">
                  <a:extLst>
                    <a:ext uri="{FF2B5EF4-FFF2-40B4-BE49-F238E27FC236}">
                      <a16:creationId xmlns:a16="http://schemas.microsoft.com/office/drawing/2014/main" xmlns="" id="{2DDA2123-819F-E160-8B96-2C6C2A069ED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849970" y="5779518"/>
                  <a:ext cx="575692" cy="254770"/>
                </a:xfrm>
                <a:prstGeom prst="line">
                  <a:avLst/>
                </a:prstGeom>
                <a:noFill/>
                <a:ln w="28575" algn="ctr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" name="Straight Connector 12">
                  <a:extLst>
                    <a:ext uri="{FF2B5EF4-FFF2-40B4-BE49-F238E27FC236}">
                      <a16:creationId xmlns:a16="http://schemas.microsoft.com/office/drawing/2014/main" xmlns="" id="{AA2AB775-8D3C-4E13-92FF-516F2D1EB26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864273" y="5052743"/>
                  <a:ext cx="578076" cy="182301"/>
                </a:xfrm>
                <a:prstGeom prst="line">
                  <a:avLst/>
                </a:prstGeom>
                <a:noFill/>
                <a:ln w="28575" algn="ctr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" name="Straight Connector 11">
                  <a:extLst>
                    <a:ext uri="{FF2B5EF4-FFF2-40B4-BE49-F238E27FC236}">
                      <a16:creationId xmlns:a16="http://schemas.microsoft.com/office/drawing/2014/main" xmlns="" id="{70E76E7B-65F2-3DE0-F90C-81069B3B749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3555568" y="6008245"/>
                  <a:ext cx="886780" cy="36234"/>
                </a:xfrm>
                <a:prstGeom prst="line">
                  <a:avLst/>
                </a:prstGeom>
                <a:noFill/>
                <a:ln w="28575" algn="ctr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" name="TextBox 18">
                  <a:extLst>
                    <a:ext uri="{FF2B5EF4-FFF2-40B4-BE49-F238E27FC236}">
                      <a16:creationId xmlns:a16="http://schemas.microsoft.com/office/drawing/2014/main" xmlns="" id="{1D2BD8CD-60DF-6671-7B98-0D1692B81D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93469" y="5674795"/>
                  <a:ext cx="228847" cy="2414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 dirty="0">
                      <a:solidFill>
                        <a:srgbClr val="C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</a:p>
              </p:txBody>
            </p:sp>
            <p:cxnSp>
              <p:nvCxnSpPr>
                <p:cNvPr id="10" name="Straight Connector 14">
                  <a:extLst>
                    <a:ext uri="{FF2B5EF4-FFF2-40B4-BE49-F238E27FC236}">
                      <a16:creationId xmlns:a16="http://schemas.microsoft.com/office/drawing/2014/main" xmlns="" id="{2419C206-9F4B-84BB-A8C5-F28B4FC63F8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4442349" y="5763666"/>
                  <a:ext cx="228847" cy="261564"/>
                </a:xfrm>
                <a:prstGeom prst="line">
                  <a:avLst/>
                </a:prstGeom>
                <a:noFill/>
                <a:ln w="28575" algn="ctr">
                  <a:solidFill>
                    <a:srgbClr val="FF0000"/>
                  </a:solidFill>
                  <a:prstDash val="sys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2" name="Striped Right Arrow 11">
                <a:extLst>
                  <a:ext uri="{FF2B5EF4-FFF2-40B4-BE49-F238E27FC236}">
                    <a16:creationId xmlns:a16="http://schemas.microsoft.com/office/drawing/2014/main" xmlns="" id="{8D12FA1F-5ADD-102D-5391-E3AD53142D77}"/>
                  </a:ext>
                </a:extLst>
              </p:cNvPr>
              <p:cNvSpPr/>
              <p:nvPr/>
            </p:nvSpPr>
            <p:spPr>
              <a:xfrm>
                <a:off x="3831820" y="3702639"/>
                <a:ext cx="397403" cy="300953"/>
              </a:xfrm>
              <a:prstGeom prst="stripedRightArrow">
                <a:avLst/>
              </a:prstGeom>
              <a:solidFill>
                <a:srgbClr val="FFC00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63DD4145-49CB-D241-0612-AC8D7DAD0114}"/>
                  </a:ext>
                </a:extLst>
              </p:cNvPr>
              <p:cNvGrpSpPr/>
              <p:nvPr/>
            </p:nvGrpSpPr>
            <p:grpSpPr>
              <a:xfrm>
                <a:off x="4541340" y="2699173"/>
                <a:ext cx="2559050" cy="2162724"/>
                <a:chOff x="6288878" y="4588627"/>
                <a:chExt cx="2113349" cy="1737866"/>
              </a:xfrm>
            </p:grpSpPr>
            <p:pic>
              <p:nvPicPr>
                <p:cNvPr id="17" name="Picture 7">
                  <a:extLst>
                    <a:ext uri="{FF2B5EF4-FFF2-40B4-BE49-F238E27FC236}">
                      <a16:creationId xmlns:a16="http://schemas.microsoft.com/office/drawing/2014/main" xmlns="" id="{4DA2A50D-7F9E-49AB-60E5-D7EDC3E1B31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88878" y="4588627"/>
                  <a:ext cx="2113349" cy="17378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xmlns="" id="{27B603BE-60FF-58B8-CEB8-1F3DEABD89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6994599" y="5178501"/>
                  <a:ext cx="649135" cy="11396"/>
                </a:xfrm>
                <a:prstGeom prst="line">
                  <a:avLst/>
                </a:prstGeom>
                <a:ln w="28575" cap="flat" cmpd="sng" algn="ctr">
                  <a:solidFill>
                    <a:srgbClr val="0000FF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3">
                  <a:extLst>
                    <a:ext uri="{FF2B5EF4-FFF2-40B4-BE49-F238E27FC236}">
                      <a16:creationId xmlns:a16="http://schemas.microsoft.com/office/drawing/2014/main" xmlns="" id="{F35E3D0A-C129-FE04-5D28-A9546AB50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96302" y="4901212"/>
                  <a:ext cx="310964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1" name="TextBox 23">
                  <a:extLst>
                    <a:ext uri="{FF2B5EF4-FFF2-40B4-BE49-F238E27FC236}">
                      <a16:creationId xmlns:a16="http://schemas.microsoft.com/office/drawing/2014/main" xmlns="" id="{A7D350A9-A51D-701E-D4FB-332DDD12A7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765752" y="5531442"/>
                  <a:ext cx="228847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</p:grpSp>
          <p:sp>
            <p:nvSpPr>
              <p:cNvPr id="23" name="Rectangle 6"/>
              <p:cNvSpPr>
                <a:spLocks noRot="1" noChangeArrowheads="1"/>
              </p:cNvSpPr>
              <p:nvPr/>
            </p:nvSpPr>
            <p:spPr bwMode="auto">
              <a:xfrm>
                <a:off x="146666" y="1900935"/>
                <a:ext cx="4043891" cy="579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spcBef>
                    <a:spcPct val="20000"/>
                  </a:spcBef>
                  <a:buClr>
                    <a:schemeClr val="hlink"/>
                  </a:buClr>
                  <a:defRPr/>
                </a:pPr>
                <a:r>
                  <a:rPr lang="en-US" sz="2800" b="1" i="1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sóng</a:t>
                </a:r>
                <a:r>
                  <a:rPr lang="en-US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30" name="Rectangle 6"/>
              <p:cNvSpPr>
                <a:spLocks noRot="1" noChangeArrowheads="1"/>
              </p:cNvSpPr>
              <p:nvPr/>
            </p:nvSpPr>
            <p:spPr bwMode="auto">
              <a:xfrm>
                <a:off x="6799269" y="2221407"/>
                <a:ext cx="5255759" cy="9555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spcBef>
                    <a:spcPct val="20000"/>
                  </a:spcBef>
                  <a:buClr>
                    <a:schemeClr val="hlink"/>
                  </a:buClr>
                  <a:defRPr/>
                </a:pP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</a:t>
                </a:r>
              </a:p>
              <a:p>
                <a:pPr lvl="1" indent="-288925" algn="just">
                  <a:spcBef>
                    <a:spcPct val="20000"/>
                  </a:spcBef>
                  <a:buClr>
                    <a:schemeClr val="accent2"/>
                  </a:buClr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x =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rsin</a:t>
                </a:r>
                <a:r>
                  <a:rPr lang="sv-SE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cos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φ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; y =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rsin</a:t>
                </a:r>
                <a:r>
                  <a:rPr lang="sv-SE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sin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φ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; z =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rcos</a:t>
                </a:r>
                <a:r>
                  <a:rPr lang="sv-SE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  <a:r>
                  <a:rPr lang="en-US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18" charset="2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31" name="Notched Right Arrow 30"/>
              <p:cNvSpPr/>
              <p:nvPr/>
            </p:nvSpPr>
            <p:spPr>
              <a:xfrm>
                <a:off x="7331912" y="3513689"/>
                <a:ext cx="379169" cy="231889"/>
              </a:xfrm>
              <a:prstGeom prst="notchedRightArrow">
                <a:avLst/>
              </a:prstGeom>
              <a:solidFill>
                <a:srgbClr val="FFC000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/>
                  <p:cNvSpPr/>
                  <p:nvPr/>
                </p:nvSpPr>
                <p:spPr>
                  <a:xfrm>
                    <a:off x="7826985" y="3383204"/>
                    <a:ext cx="4040593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l-GR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Ψ</a:t>
                    </a:r>
                    <a:r>
                      <a: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(r,</a:t>
                    </a:r>
                    <a:r>
                      <a:rPr lang="sv-SE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,</a:t>
                    </a:r>
                    <a:r>
                      <a:rPr lang="el-GR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φ</a:t>
                    </a:r>
                    <a:r>
                      <a: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) = R(r)</a:t>
                    </a:r>
                    <a14:m>
                      <m:oMath xmlns:m="http://schemas.openxmlformats.org/officeDocument/2006/math">
                        <m:r>
                          <a:rPr lang="el-GR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18" charset="2"/>
                          </a:rPr>
                          <m:t>𝜣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18" charset="2"/>
                          </a:rPr>
                          <m:t>(</m:t>
                        </m:r>
                      </m:oMath>
                    </a14:m>
                    <a:r>
                      <a:rPr lang="sv-SE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)</a:t>
                    </a:r>
                    <a:r>
                      <a:rPr lang="el-GR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Φ</a:t>
                    </a:r>
                    <a:r>
                      <a:rPr lang="en-US" alt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(</a:t>
                    </a:r>
                    <a:r>
                      <a:rPr lang="el-GR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φ</a:t>
                    </a:r>
                    <a:r>
                      <a: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)</a:t>
                    </a:r>
                    <a:r>
                      <a:rPr lang="el-GR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 </a:t>
                    </a:r>
                    <a:endPara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2" name="Rectangle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26985" y="3383204"/>
                    <a:ext cx="4040593" cy="523220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3167" t="-11628" b="-3255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Arrow Connector 32"/>
              <p:cNvCxnSpPr/>
              <p:nvPr/>
            </p:nvCxnSpPr>
            <p:spPr>
              <a:xfrm flipH="1">
                <a:off x="8969699" y="3861413"/>
                <a:ext cx="914901" cy="563766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7525348" y="4368225"/>
                <a:ext cx="21483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xuyên</a:t>
                </a:r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endParaRPr 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R(r) = f</a:t>
                </a:r>
                <a:r>
                  <a:rPr lang="en-US" sz="2400" baseline="-25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n,l</a:t>
                </a:r>
                <a:r>
                  <a:rPr lang="en-US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>
              <a:xfrm>
                <a:off x="10940682" y="4276293"/>
                <a:ext cx="1" cy="23043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9963552" y="4513192"/>
                    <a:ext cx="1972015" cy="120032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240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Hàm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r>
                      <a:rPr lang="en-US" sz="240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góc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en-US" sz="2400" b="0" i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itchFamily="18" charset="2"/>
                    </a:endParaRPr>
                  </a:p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18" charset="2"/>
                          </a:rPr>
                          <m:t>Θ</m:t>
                        </m:r>
                        <m:r>
                          <a:rPr lang="en-US" sz="2400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itchFamily="18" charset="2"/>
                          </a:rPr>
                          <m:t>(</m:t>
                        </m:r>
                      </m:oMath>
                    </a14:m>
                    <a:r>
                      <a:rPr lang="sv-SE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) = 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2400" baseline="-25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</a:t>
                    </a:r>
                    <a:r>
                      <a:rPr lang="en-US" sz="240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l,m</a:t>
                    </a:r>
                    <a:r>
                      <a:rPr lang="en-US" sz="2400" baseline="-25000" dirty="0" err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  <a:p>
                    <a:pPr algn="ctr"/>
                    <a:r>
                      <a:rPr lang="el-GR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Φ</a:t>
                    </a:r>
                    <a:r>
                      <a:rPr lang="en-US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a:t>(</a:t>
                    </a:r>
                    <a:r>
                      <a:rPr lang="el-GR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φ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itchFamily="18" charset="2"/>
                      </a:rPr>
                      <a:t>) =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f</a:t>
                    </a:r>
                    <a:r>
                      <a:rPr lang="en-US" sz="2400" baseline="-25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(m</a:t>
                    </a:r>
                    <a:r>
                      <a:rPr lang="en-US" sz="2400" baseline="-25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36" name="Text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3552" y="4513192"/>
                    <a:ext cx="1972015" cy="1200329"/>
                  </a:xfrm>
                  <a:prstGeom prst="rect">
                    <a:avLst/>
                  </a:prstGeom>
                  <a:blipFill rotWithShape="0">
                    <a:blip r:embed="rId7"/>
                    <a:stretch>
                      <a:fillRect l="-309" t="-4061" r="-3395" b="-10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Left Brace 36"/>
              <p:cNvSpPr/>
              <p:nvPr/>
            </p:nvSpPr>
            <p:spPr>
              <a:xfrm rot="5400000" flipH="1" flipV="1">
                <a:off x="10845433" y="3251075"/>
                <a:ext cx="190498" cy="1474451"/>
              </a:xfrm>
              <a:prstGeom prst="leftBrace">
                <a:avLst/>
              </a:prstGeom>
              <a:ln w="28575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" name="Rectangle 14"/>
          <p:cNvSpPr/>
          <p:nvPr/>
        </p:nvSpPr>
        <p:spPr>
          <a:xfrm>
            <a:off x="349136" y="5426961"/>
            <a:ext cx="113161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25" indent="-111125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Schrödinger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hydro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ion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722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(H, He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2713" y="872347"/>
            <a:ext cx="10576959" cy="1932248"/>
            <a:chOff x="312713" y="872347"/>
            <a:chExt cx="10576959" cy="1932248"/>
          </a:xfrm>
        </p:grpSpPr>
        <p:graphicFrame>
          <p:nvGraphicFramePr>
            <p:cNvPr id="6" name="Object 20">
              <a:extLst>
                <a:ext uri="{FF2B5EF4-FFF2-40B4-BE49-F238E27FC236}">
                  <a16:creationId xmlns:a16="http://schemas.microsoft.com/office/drawing/2014/main" xmlns="" id="{9FCAA781-2DD5-488F-9EEB-7AB9D9DE66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9821385"/>
                </p:ext>
              </p:extLst>
            </p:nvPr>
          </p:nvGraphicFramePr>
          <p:xfrm>
            <a:off x="3097901" y="1673194"/>
            <a:ext cx="6500956" cy="1131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4" imgW="2831760" imgH="482400" progId="Equation.3">
                    <p:embed/>
                  </p:oleObj>
                </mc:Choice>
                <mc:Fallback>
                  <p:oleObj name="Equation" r:id="rId4" imgW="2831760" imgH="482400" progId="Equation.3">
                    <p:embed/>
                    <p:pic>
                      <p:nvPicPr>
                        <p:cNvPr id="6" name="Object 20">
                          <a:extLst>
                            <a:ext uri="{FF2B5EF4-FFF2-40B4-BE49-F238E27FC236}">
                              <a16:creationId xmlns:a16="http://schemas.microsoft.com/office/drawing/2014/main" xmlns="" id="{9FCAA781-2DD5-488F-9EEB-7AB9D9DE66D6}"/>
                            </a:ext>
                          </a:extLst>
                        </p:cNvPr>
                        <p:cNvPicPr>
                          <a:picLocks noGrp="1"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7901" y="1673194"/>
                          <a:ext cx="6500956" cy="113140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4">
              <a:extLst>
                <a:ext uri="{FF2B5EF4-FFF2-40B4-BE49-F238E27FC236}">
                  <a16:creationId xmlns:a16="http://schemas.microsoft.com/office/drawing/2014/main" xmlns="" id="{4142352F-FC7E-4B9F-9637-BBAFCD43BF79}"/>
                </a:ext>
              </a:extLst>
            </p:cNvPr>
            <p:cNvSpPr/>
            <p:nvPr/>
          </p:nvSpPr>
          <p:spPr>
            <a:xfrm>
              <a:off x="312713" y="872347"/>
              <a:ext cx="1057695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Phương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trình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sóng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Schrodinger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đối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với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nguyên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3200" b="1" u="sng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tử</a:t>
              </a:r>
              <a:r>
                <a:rPr lang="en-US" altLang="zh-TW" sz="3200" b="1" u="sng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Hydro</a:t>
              </a:r>
            </a:p>
          </p:txBody>
        </p: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26E34BF1-7BD3-4AAA-90AE-530343651595}"/>
              </a:ext>
            </a:extLst>
          </p:cNvPr>
          <p:cNvSpPr txBox="1">
            <a:spLocks noChangeArrowheads="1"/>
          </p:cNvSpPr>
          <p:nvPr/>
        </p:nvSpPr>
        <p:spPr>
          <a:xfrm>
            <a:off x="683029" y="3056274"/>
            <a:ext cx="2176549" cy="487244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solidFill>
                  <a:srgbClr val="FF0000"/>
                </a:solidFill>
                <a:latin typeface="Arial" panose="020B0604020202020204" pitchFamily="34" charset="0"/>
              </a:rPr>
              <a:t>KẾT QUẢ: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xmlns="" id="{DCA6E966-BBCE-430E-B85E-342A6E7D1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96203"/>
              </p:ext>
            </p:extLst>
          </p:nvPr>
        </p:nvGraphicFramePr>
        <p:xfrm>
          <a:off x="3045229" y="2952146"/>
          <a:ext cx="7162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6" imgW="2108200" imgH="241300" progId="Equation.3">
                  <p:embed/>
                </p:oleObj>
              </mc:Choice>
              <mc:Fallback>
                <p:oleObj name="Equation" r:id="rId6" imgW="2108200" imgH="241300" progId="Equation.3">
                  <p:embed/>
                  <p:pic>
                    <p:nvPicPr>
                      <p:cNvPr id="13" name="Object 4">
                        <a:extLst>
                          <a:ext uri="{FF2B5EF4-FFF2-40B4-BE49-F238E27FC236}">
                            <a16:creationId xmlns:a16="http://schemas.microsoft.com/office/drawing/2014/main" xmlns="" id="{DCA6E966-BBCE-430E-B85E-342A6E7D13E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5229" y="2952146"/>
                        <a:ext cx="7162800" cy="762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">
            <a:extLst>
              <a:ext uri="{FF2B5EF4-FFF2-40B4-BE49-F238E27FC236}">
                <a16:creationId xmlns:a16="http://schemas.microsoft.com/office/drawing/2014/main" xmlns="" id="{09F18D58-834A-47F4-BE97-39D02A5F5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13" y="3771810"/>
            <a:ext cx="11564700" cy="1387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→ </a:t>
            </a:r>
            <a:r>
              <a:rPr lang="en-US" altLang="en-US" sz="2800" dirty="0" err="1">
                <a:cs typeface="Times New Roman" panose="02020603050405020304" pitchFamily="18" charset="0"/>
              </a:rPr>
              <a:t>Sự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chuyển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e</a:t>
            </a:r>
            <a:r>
              <a:rPr lang="en-US" altLang="en-US" sz="2800" baseline="30000" dirty="0">
                <a:cs typeface="Times New Roman" panose="02020603050405020304" pitchFamily="18" charset="0"/>
              </a:rPr>
              <a:t>-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H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cs typeface="Times New Roman" panose="02020603050405020304" pitchFamily="18" charset="0"/>
              </a:rPr>
              <a:t>3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lượng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:</a:t>
            </a:r>
            <a:r>
              <a:rPr lang="en-US" altLang="en-US" sz="2800" b="1" dirty="0">
                <a:solidFill>
                  <a:srgbClr val="E400E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E400E4"/>
                </a:solidFill>
                <a:cs typeface="Times New Roman" panose="02020603050405020304" pitchFamily="18" charset="0"/>
              </a:rPr>
              <a:t>n = 1, 2, ...</a:t>
            </a:r>
            <a:r>
              <a:rPr lang="en-US" altLang="en-US" b="1" dirty="0">
                <a:solidFill>
                  <a:srgbClr val="E400E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b="1" dirty="0">
                <a:cs typeface="Times New Roman" panose="02020603050405020304" pitchFamily="18" charset="0"/>
              </a:rPr>
              <a:t>;</a:t>
            </a:r>
            <a:r>
              <a:rPr lang="en-US" altLang="en-US" b="1" dirty="0">
                <a:solidFill>
                  <a:srgbClr val="E400E4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b="1" dirty="0">
                <a:solidFill>
                  <a:srgbClr val="008000"/>
                </a:solidFill>
                <a:cs typeface="Times New Roman" panose="02020603050405020304" pitchFamily="18" charset="0"/>
              </a:rPr>
              <a:t>ℓ = 0,1,..(n-1)</a:t>
            </a:r>
            <a:r>
              <a:rPr lang="en-US" altLang="en-US" b="1" dirty="0">
                <a:cs typeface="Times New Roman" panose="02020603050405020304" pitchFamily="18" charset="0"/>
              </a:rPr>
              <a:t>;</a:t>
            </a:r>
            <a:r>
              <a:rPr lang="en-US" altLang="en-US" b="1" dirty="0">
                <a:solidFill>
                  <a:srgbClr val="E400E4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cs typeface="Times New Roman" panose="02020603050405020304" pitchFamily="18" charset="0"/>
              </a:rPr>
              <a:t> m</a:t>
            </a:r>
            <a:r>
              <a:rPr lang="en-US" altLang="en-US" b="1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ℓ</a:t>
            </a:r>
            <a:r>
              <a:rPr lang="en-US" altLang="en-US" b="1" dirty="0">
                <a:solidFill>
                  <a:srgbClr val="002060"/>
                </a:solidFill>
                <a:cs typeface="Times New Roman" panose="02020603050405020304" pitchFamily="18" charset="0"/>
              </a:rPr>
              <a:t> = - ℓ,…,0,.,+ ℓ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80262" y="5272212"/>
                <a:ext cx="8926484" cy="1559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3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13,6</m:t>
                        </m:r>
                      </m:num>
                      <m:den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𝑒𝑉</m:t>
                        </m:r>
                      </m:e>
                    </m:d>
                  </m:oMath>
                </a14:m>
                <a:r>
                  <a:rPr lang="en-US" sz="3200" b="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3200" b="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3200" b="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hydro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13,6</m:t>
                        </m:r>
                        <m:sSup>
                          <m:sSupPr>
                            <m:ctrlPr>
                              <a:rPr lang="en-US" sz="3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𝑒𝑉</m:t>
                        </m:r>
                      </m:e>
                    </m:d>
                  </m:oMath>
                </a14:m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ion </a:t>
                </a:r>
                <a:r>
                  <a:rPr lang="en-US" sz="32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hydro: </a:t>
                </a:r>
                <a:r>
                  <a:rPr lang="en-US" sz="32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</a:t>
                </a:r>
                <a:r>
                  <a:rPr lang="en-US" sz="32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</a:t>
                </a:r>
                <a:r>
                  <a:rPr lang="en-US" sz="3200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</a:t>
                </a:r>
                <a:endParaRPr lang="en-US" sz="3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62" y="5272212"/>
                <a:ext cx="8926484" cy="1559466"/>
              </a:xfrm>
              <a:prstGeom prst="rect">
                <a:avLst/>
              </a:prstGeom>
              <a:blipFill rotWithShape="0">
                <a:blip r:embed="rId8"/>
                <a:stretch>
                  <a:fillRect b="-4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49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96089" y="720185"/>
            <a:ext cx="11691170" cy="5922162"/>
            <a:chOff x="296089" y="720185"/>
            <a:chExt cx="11691170" cy="5922162"/>
          </a:xfrm>
        </p:grpSpPr>
        <p:sp>
          <p:nvSpPr>
            <p:cNvPr id="6" name="TextBox 5"/>
            <p:cNvSpPr txBox="1"/>
            <p:nvPr/>
          </p:nvSpPr>
          <p:spPr>
            <a:xfrm>
              <a:off x="296089" y="720185"/>
              <a:ext cx="1128130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3200" b="1" u="sng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32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2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Electron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ở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bất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kỳ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điểm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nào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khác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nhau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thành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vùng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quanh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hạt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gọi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đám</a:t>
              </a:r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mây</a:t>
              </a:r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21416" y="2517200"/>
              <a:ext cx="2765843" cy="281534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185841" y="5626684"/>
              <a:ext cx="269157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Khả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tìm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thấy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 e</a:t>
              </a:r>
              <a:r>
                <a:rPr lang="en-US" sz="2000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 ở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cơ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96089" y="2887682"/>
            <a:ext cx="87453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 </a:t>
            </a:r>
            <a:r>
              <a:rPr 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(AO)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90%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n, 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dáng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6363">
              <a:lnSpc>
                <a:spcPct val="150000"/>
              </a:lnSpc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R(r)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AO;</a:t>
            </a:r>
          </a:p>
          <a:p>
            <a:pPr marL="1376363">
              <a:lnSpc>
                <a:spcPct val="150000"/>
              </a:lnSpc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Y(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φ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dạng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AO.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(H, He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…)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52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Schrodinger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2775" y="2889994"/>
            <a:ext cx="523572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2111" y="4301389"/>
            <a:ext cx="4748416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998" y="5712784"/>
            <a:ext cx="475803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36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n-US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066465"/>
            <a:ext cx="118774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60036"/>
              </a:buClr>
              <a:buSzPct val="85000"/>
            </a:pP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en-US" sz="32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trưng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bởi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88161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46211" y="813617"/>
            <a:ext cx="67863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chính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 (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0216" y="1534578"/>
            <a:ext cx="6734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1, 2, 3, 4, 5, ..., 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: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nguyên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dương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91748" y="4939945"/>
            <a:ext cx="10602454" cy="1783199"/>
            <a:chOff x="642119" y="4192068"/>
            <a:chExt cx="10602454" cy="178319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9E0BF690-1C6C-D948-A9F4-AD48327F79B5}"/>
                </a:ext>
              </a:extLst>
            </p:cNvPr>
            <p:cNvSpPr txBox="1"/>
            <p:nvPr/>
          </p:nvSpPr>
          <p:spPr>
            <a:xfrm>
              <a:off x="642119" y="4192068"/>
              <a:ext cx="106024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thuộc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Group 36">
              <a:extLst>
                <a:ext uri="{FF2B5EF4-FFF2-40B4-BE49-F238E27FC236}">
                  <a16:creationId xmlns:a16="http://schemas.microsoft.com/office/drawing/2014/main" xmlns="" id="{0F6B16E8-1F57-9D47-93B5-3FC0496DFA8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79874470"/>
                </p:ext>
              </p:extLst>
            </p:nvPr>
          </p:nvGraphicFramePr>
          <p:xfrm>
            <a:off x="1654285" y="4863089"/>
            <a:ext cx="8188995" cy="1112178"/>
          </p:xfrm>
          <a:graphic>
            <a:graphicData uri="http://schemas.openxmlformats.org/drawingml/2006/table">
              <a:tbl>
                <a:tblPr/>
                <a:tblGrid>
                  <a:gridCol w="1412664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967820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967819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96782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  <a:gridCol w="967819">
                    <a:extLst>
                      <a:ext uri="{9D8B030D-6E8A-4147-A177-3AD203B41FA5}">
                        <a16:colId xmlns:a16="http://schemas.microsoft.com/office/drawing/2014/main" xmlns="" val="20004"/>
                      </a:ext>
                    </a:extLst>
                  </a:gridCol>
                  <a:gridCol w="969414">
                    <a:extLst>
                      <a:ext uri="{9D8B030D-6E8A-4147-A177-3AD203B41FA5}">
                        <a16:colId xmlns:a16="http://schemas.microsoft.com/office/drawing/2014/main" xmlns="" val="20005"/>
                      </a:ext>
                    </a:extLst>
                  </a:gridCol>
                  <a:gridCol w="967820">
                    <a:extLst>
                      <a:ext uri="{9D8B030D-6E8A-4147-A177-3AD203B41FA5}">
                        <a16:colId xmlns:a16="http://schemas.microsoft.com/office/drawing/2014/main" xmlns="" val="20006"/>
                      </a:ext>
                    </a:extLst>
                  </a:gridCol>
                  <a:gridCol w="967819">
                    <a:extLst>
                      <a:ext uri="{9D8B030D-6E8A-4147-A177-3AD203B41FA5}">
                        <a16:colId xmlns:a16="http://schemas.microsoft.com/office/drawing/2014/main" xmlns="" val="20007"/>
                      </a:ext>
                    </a:extLst>
                  </a:gridCol>
                </a:tblGrid>
                <a:tr h="411138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n</a:t>
                        </a:r>
                      </a:p>
                    </a:txBody>
                    <a:tcPr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1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2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3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4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5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6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7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621445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 err="1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Lớp</a:t>
                        </a: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rPr>
                          <a:t> electron</a:t>
                        </a:r>
                      </a:p>
                    </a:txBody>
                    <a:tcPr anchor="ctr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K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L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M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N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O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P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Arial" pitchFamily="34" charset="0"/>
                          </a:rPr>
                          <a:t>Q</a:t>
                        </a:r>
                      </a:p>
                    </a:txBody>
                    <a:tcPr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</a:tbl>
            </a:graphicData>
          </a:graphic>
        </p:graphicFrame>
      </p:grpSp>
      <p:grpSp>
        <p:nvGrpSpPr>
          <p:cNvPr id="3" name="Group 2"/>
          <p:cNvGrpSpPr/>
          <p:nvPr/>
        </p:nvGrpSpPr>
        <p:grpSpPr>
          <a:xfrm>
            <a:off x="791748" y="2270974"/>
            <a:ext cx="9265550" cy="1346885"/>
            <a:chOff x="791748" y="2270974"/>
            <a:chExt cx="9265550" cy="134688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0C792FA8-C069-0047-B057-76FE3037B3FE}"/>
                </a:ext>
              </a:extLst>
            </p:cNvPr>
            <p:cNvGrpSpPr/>
            <p:nvPr/>
          </p:nvGrpSpPr>
          <p:grpSpPr>
            <a:xfrm>
              <a:off x="791748" y="2270974"/>
              <a:ext cx="9265550" cy="1285428"/>
              <a:chOff x="1109354" y="1704513"/>
              <a:chExt cx="9265550" cy="1285428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1109354" y="1704513"/>
                <a:ext cx="9265550" cy="1261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400" dirty="0"/>
                  <a:t>:</a:t>
                </a:r>
              </a:p>
              <a:p>
                <a:endParaRPr lang="en-US" sz="2400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sz="2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xmlns="" id="{B3795362-8EB2-9C4E-A1ED-EDADB0767713}"/>
                      </a:ext>
                    </a:extLst>
                  </p:cNvPr>
                  <p:cNvSpPr txBox="1"/>
                  <p:nvPr/>
                </p:nvSpPr>
                <p:spPr>
                  <a:xfrm>
                    <a:off x="2121520" y="2318090"/>
                    <a:ext cx="5532412" cy="67185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2800" b="0" dirty="0"/>
                      <a:t>E </a:t>
                    </a:r>
                    <a14:m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−2.178 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−18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−13.6</m:t>
                            </m:r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a14:m>
                    <a:r>
                      <a:rPr lang="en-US" sz="2800" dirty="0"/>
                      <a:t> (eV)</a:t>
                    </a:r>
                    <a:endParaRPr lang="en-US" sz="2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="" xmlns:a16="http://schemas.microsoft.com/office/drawing/2014/main" xmlns:a14="http://schemas.microsoft.com/office/drawing/2010/main" id="{B3795362-8EB2-9C4E-A1ED-EDADB07677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1520" y="2318090"/>
                    <a:ext cx="5532412" cy="671851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l="-3969" r="-1544" b="-1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D3D87FD3-EFD1-8047-A4FC-94EC371CA1E4}"/>
                  </a:ext>
                </a:extLst>
              </p:cNvPr>
              <p:cNvSpPr txBox="1"/>
              <p:nvPr/>
            </p:nvSpPr>
            <p:spPr>
              <a:xfrm>
                <a:off x="7889588" y="2389822"/>
                <a:ext cx="17011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↑ → E ↑</a:t>
                </a: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7555357" y="2884551"/>
              <a:ext cx="1701107" cy="73330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91748" y="3617859"/>
            <a:ext cx="11450442" cy="1279258"/>
            <a:chOff x="791748" y="3617859"/>
            <a:chExt cx="11450442" cy="127925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B9D3A171-FDF5-0C44-A38D-93475099C956}"/>
                </a:ext>
              </a:extLst>
            </p:cNvPr>
            <p:cNvGrpSpPr/>
            <p:nvPr/>
          </p:nvGrpSpPr>
          <p:grpSpPr>
            <a:xfrm>
              <a:off x="791748" y="3617859"/>
              <a:ext cx="11450442" cy="1208235"/>
              <a:chOff x="908126" y="2957268"/>
              <a:chExt cx="11450442" cy="1208235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24159641-ECC8-2348-A5A6-DCEFB7CAD4B7}"/>
                  </a:ext>
                </a:extLst>
              </p:cNvPr>
              <p:cNvSpPr txBox="1"/>
              <p:nvPr/>
            </p:nvSpPr>
            <p:spPr>
              <a:xfrm>
                <a:off x="908126" y="2957268"/>
                <a:ext cx="11450442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kích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thước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đám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mây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xmlns="" id="{CC62C269-432E-344F-BB1E-408FE0A24A2E}"/>
                      </a:ext>
                    </a:extLst>
                  </p:cNvPr>
                  <p:cNvSpPr txBox="1"/>
                  <p:nvPr/>
                </p:nvSpPr>
                <p:spPr>
                  <a:xfrm>
                    <a:off x="1920292" y="3581625"/>
                    <a:ext cx="5178662" cy="5838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sz="2400" dirty="0"/>
                      <a:t>r</a:t>
                    </a:r>
                    <a:r>
                      <a:rPr lang="en-US" sz="2400" b="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Z</m:t>
                            </m:r>
                          </m:den>
                        </m:f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"/>
                                <m:ctrlP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d>
                                  <m:dPr>
                                    <m:begChr m:val=""/>
                                    <m:endChr m:val="]"/>
                                    <m:ctrlPr>
                                      <a:rPr lang="vi-V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vi-VN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vi-VN" sz="2400" i="1">
                                            <a:latin typeface="Cambria Math" panose="02040503050406030204" pitchFamily="18" charset="0"/>
                                          </a:rPr>
                                          <m:t>l</m:t>
                                        </m:r>
                                        <m:r>
                                          <a:rPr lang="vi-VN" sz="24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vi-VN" sz="2400" i="1">
                                            <a:latin typeface="Cambria Math" panose="02040503050406030204" pitchFamily="18" charset="0"/>
                                          </a:rPr>
                                          <m:t>l</m:t>
                                        </m:r>
                                        <m:r>
                                          <a:rPr lang="vi-VN" sz="2400" b="0" i="1" smtClean="0">
                                            <a:latin typeface="Cambria Math" panose="02040503050406030204" pitchFamily="18" charset="0"/>
                                          </a:rPr>
                                          <m:t>+1)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vi-V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vi-VN" sz="2400" i="1">
                                                <a:latin typeface="Cambria Math" panose="02040503050406030204" pitchFamily="18" charset="0"/>
                                              </a:rPr>
                                              <m:t>n</m:t>
                                            </m:r>
                                          </m:e>
                                          <m:sup>
                                            <m:r>
                                              <a:rPr lang="vi-V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d>
                      </m:oMath>
                    </a14:m>
                    <a:r>
                      <a:rPr lang="en-US" sz="2400" dirty="0"/>
                      <a:t>                         </a:t>
                    </a:r>
                    <a:endParaRPr lang="en-US" sz="2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="" xmlns:a16="http://schemas.microsoft.com/office/drawing/2014/main" xmlns:a14="http://schemas.microsoft.com/office/drawing/2010/main" id="{CC62C269-432E-344F-BB1E-408FE0A24A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0292" y="3581625"/>
                    <a:ext cx="5178662" cy="583878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3651" b="-1562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60A28B97-7956-4B40-9B48-FB41A3EE5EF4}"/>
                  </a:ext>
                </a:extLst>
              </p:cNvPr>
              <p:cNvSpPr txBox="1"/>
              <p:nvPr/>
            </p:nvSpPr>
            <p:spPr>
              <a:xfrm>
                <a:off x="7688360" y="3572821"/>
                <a:ext cx="1614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↑ → r ↑</a:t>
                </a:r>
              </a:p>
            </p:txBody>
          </p:sp>
        </p:grpSp>
        <p:sp>
          <p:nvSpPr>
            <p:cNvPr id="28" name="Oval 27"/>
            <p:cNvSpPr/>
            <p:nvPr/>
          </p:nvSpPr>
          <p:spPr>
            <a:xfrm>
              <a:off x="7511990" y="4163809"/>
              <a:ext cx="1701107" cy="73330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55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46211" y="813617"/>
            <a:ext cx="67863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phụ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en-US" sz="3200" u="sng" dirty="0">
                <a:solidFill>
                  <a:srgbClr val="0000FF"/>
                </a:solidFill>
                <a:cs typeface="Times New Roman" panose="02020603050405020304" pitchFamily="18" charset="0"/>
              </a:rPr>
              <a:t>ℓ</a:t>
            </a:r>
            <a:endParaRPr lang="en-US" altLang="zh-TW" sz="3200" b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49972" y="1451114"/>
            <a:ext cx="10320614" cy="1400955"/>
            <a:chOff x="898005" y="720395"/>
            <a:chExt cx="10320614" cy="140095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78225DE6-C8ED-F841-A398-6C7DD465AB02}"/>
                </a:ext>
              </a:extLst>
            </p:cNvPr>
            <p:cNvSpPr/>
            <p:nvPr/>
          </p:nvSpPr>
          <p:spPr>
            <a:xfrm>
              <a:off x="898005" y="1148398"/>
              <a:ext cx="391325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ℓ</a:t>
              </a:r>
              <a:r>
                <a:rPr lang="en-US" altLang="en-US" sz="32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>
                  <a:solidFill>
                    <a:srgbClr val="E4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0, 1, 2, 3, 4, ..., </a:t>
              </a:r>
              <a:r>
                <a:rPr lang="en-US" altLang="en-US" sz="3200" dirty="0">
                  <a:solidFill>
                    <a:srgbClr val="E4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n-1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969AC723-FD92-BF4C-B035-0704D94B3347}"/>
                </a:ext>
              </a:extLst>
            </p:cNvPr>
            <p:cNvSpPr txBox="1"/>
            <p:nvPr/>
          </p:nvSpPr>
          <p:spPr>
            <a:xfrm>
              <a:off x="4993260" y="720395"/>
              <a:ext cx="54681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Cứ mỗi giá trị n có n giá trị </a:t>
              </a:r>
              <a:r>
                <a:rPr lang="en-US" altLang="en-US" sz="28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ℓ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(n &gt; l)</a:t>
              </a:r>
              <a:endPara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DC42E9DB-7E7E-9F42-9B6A-D1EAB039525C}"/>
                </a:ext>
              </a:extLst>
            </p:cNvPr>
            <p:cNvSpPr txBox="1"/>
            <p:nvPr/>
          </p:nvSpPr>
          <p:spPr>
            <a:xfrm>
              <a:off x="4993260" y="1598130"/>
              <a:ext cx="62253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tối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đa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2(2</a:t>
              </a:r>
              <a:r>
                <a:rPr lang="en-US" altLang="en-US" sz="2800" dirty="0">
                  <a:solidFill>
                    <a:srgbClr val="C00000"/>
                  </a:solidFill>
                  <a:cs typeface="Times New Roman" panose="02020603050405020304" pitchFamily="18" charset="0"/>
                </a:rPr>
                <a:t>ℓ</a:t>
              </a:r>
              <a:r>
                <a:rPr lang="en-US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+1)</a:t>
              </a:r>
              <a:endParaRPr lang="x-none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xmlns="" id="{3DEC623B-6238-034D-B967-58AB74D52F0A}"/>
                </a:ext>
              </a:extLst>
            </p:cNvPr>
            <p:cNvSpPr/>
            <p:nvPr/>
          </p:nvSpPr>
          <p:spPr>
            <a:xfrm>
              <a:off x="4743930" y="957413"/>
              <a:ext cx="249330" cy="923330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8967" y="3001616"/>
            <a:ext cx="11101052" cy="2706260"/>
            <a:chOff x="478967" y="3001616"/>
            <a:chExt cx="11101052" cy="2706260"/>
          </a:xfrm>
        </p:grpSpPr>
        <p:grpSp>
          <p:nvGrpSpPr>
            <p:cNvPr id="16" name="Group 15"/>
            <p:cNvGrpSpPr/>
            <p:nvPr/>
          </p:nvGrpSpPr>
          <p:grpSpPr>
            <a:xfrm>
              <a:off x="478967" y="3001616"/>
              <a:ext cx="11101052" cy="2706260"/>
              <a:chOff x="329342" y="2324165"/>
              <a:chExt cx="11101052" cy="270626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82FD74BE-5221-784C-A9BD-AE5312FF30F8}"/>
                  </a:ext>
                </a:extLst>
              </p:cNvPr>
              <p:cNvSpPr txBox="1"/>
              <p:nvPr/>
            </p:nvSpPr>
            <p:spPr>
              <a:xfrm>
                <a:off x="329342" y="2324165"/>
                <a:ext cx="1110105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sz="28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&amp; l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sẽ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tạo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electron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n,l</a:t>
                </a:r>
                <a:endParaRPr 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0" name="Group 36">
                <a:extLst>
                  <a:ext uri="{FF2B5EF4-FFF2-40B4-BE49-F238E27FC236}">
                    <a16:creationId xmlns:a16="http://schemas.microsoft.com/office/drawing/2014/main" xmlns="" id="{C215C6D2-C5EE-B54E-B8B7-1C88FD9B73C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00555031"/>
                  </p:ext>
                </p:extLst>
              </p:nvPr>
            </p:nvGraphicFramePr>
            <p:xfrm>
              <a:off x="2507229" y="3036340"/>
              <a:ext cx="7347804" cy="1331448"/>
            </p:xfrm>
            <a:graphic>
              <a:graphicData uri="http://schemas.openxmlformats.org/drawingml/2006/table">
                <a:tbl>
                  <a:tblPr/>
                  <a:tblGrid>
                    <a:gridCol w="1437437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8479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98479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984791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98479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986414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984791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438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lang="en-US" altLang="en-US" sz="2000" dirty="0">
                              <a:solidFill>
                                <a:schemeClr val="tx1"/>
                              </a:solidFill>
                              <a:cs typeface="Times New Roman" panose="02020603050405020304" pitchFamily="18" charset="0"/>
                            </a:rPr>
                            <a:t>ℓ</a:t>
                          </a:r>
                          <a:endPara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0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1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2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3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4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5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438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Phân</a:t>
                          </a: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 </a:t>
                          </a:r>
                          <a:r>
                            <a:rPr kumimoji="0" lang="en-US" sz="20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lớp</a:t>
                          </a:r>
                          <a:endPara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s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p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d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f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g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latin typeface="Arial" pitchFamily="34" charset="0"/>
                            </a:rPr>
                            <a:t>h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93369734"/>
                      </a:ext>
                    </a:extLst>
                  </a:tr>
                  <a:tr h="44381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 Max. e</a:t>
                          </a:r>
                          <a:r>
                            <a:rPr kumimoji="0" lang="en-US" sz="2000" b="1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pitchFamily="34" charset="0"/>
                            </a:rPr>
                            <a:t>-</a:t>
                          </a:r>
                          <a:endParaRPr kumimoji="0" lang="en-US" sz="20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endParaRP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2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6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10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14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18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sz="20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latin typeface="Arial" pitchFamily="34" charset="0"/>
                            </a:rPr>
                            <a:t>22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DCC6A762-BE01-B246-A85C-121B6B529132}"/>
                  </a:ext>
                </a:extLst>
              </p:cNvPr>
              <p:cNvSpPr txBox="1"/>
              <p:nvPr/>
            </p:nvSpPr>
            <p:spPr>
              <a:xfrm>
                <a:off x="1912425" y="4507205"/>
                <a:ext cx="856676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Ký hiệu phân lớp: </a:t>
                </a:r>
                <a:r>
                  <a:rPr lang="x-none" sz="28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1s, 2s, 2p, 3s, 3p, 3d, 4s, 4p, 4d, 4f, ….</a:t>
                </a:r>
              </a:p>
            </p:txBody>
          </p:sp>
          <p:sp>
            <p:nvSpPr>
              <p:cNvPr id="23" name="Curved Right Arrow 22">
                <a:extLst>
                  <a:ext uri="{FF2B5EF4-FFF2-40B4-BE49-F238E27FC236}">
                    <a16:creationId xmlns:a16="http://schemas.microsoft.com/office/drawing/2014/main" xmlns="" id="{1E466304-9CE3-F045-8346-A7200A89B6E6}"/>
                  </a:ext>
                </a:extLst>
              </p:cNvPr>
              <p:cNvSpPr/>
              <p:nvPr/>
            </p:nvSpPr>
            <p:spPr>
              <a:xfrm>
                <a:off x="1522281" y="4373339"/>
                <a:ext cx="390144" cy="416159"/>
              </a:xfrm>
              <a:prstGeom prst="curvedRightArrow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x-none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0159437" y="4543285"/>
              <a:ext cx="142058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2(2l+1)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911B35D-8BBA-E745-9F37-D68E3B155D3A}"/>
              </a:ext>
            </a:extLst>
          </p:cNvPr>
          <p:cNvSpPr txBox="1"/>
          <p:nvPr/>
        </p:nvSpPr>
        <p:spPr>
          <a:xfrm>
            <a:off x="478967" y="6235797"/>
            <a:ext cx="9860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2800" b="1" u="sng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(AO);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xmlns="" id="{09FAEE90-820D-43F6-8725-A039E5ED2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428" y="5789507"/>
            <a:ext cx="1253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CC00FF"/>
                </a:solidFill>
                <a:cs typeface="Times New Roman" panose="02020603050405020304" pitchFamily="18" charset="0"/>
              </a:rPr>
              <a:t>n </a:t>
            </a:r>
            <a:r>
              <a:rPr lang="vi-VN" altLang="en-US" sz="2800" dirty="0">
                <a:solidFill>
                  <a:srgbClr val="CC00FF"/>
                </a:solidFill>
                <a:cs typeface="Times New Roman" panose="02020603050405020304" pitchFamily="18" charset="0"/>
              </a:rPr>
              <a:t>=</a:t>
            </a:r>
            <a:r>
              <a:rPr lang="en-US" altLang="en-US" sz="2800" dirty="0">
                <a:solidFill>
                  <a:srgbClr val="CC00FF"/>
                </a:solidFill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solidFill>
                  <a:srgbClr val="CC00FF"/>
                </a:solidFill>
                <a:cs typeface="Times New Roman" panose="02020603050405020304" pitchFamily="18" charset="0"/>
              </a:rPr>
              <a:t>1</a:t>
            </a:r>
            <a:endParaRPr lang="en-US" altLang="en-US" sz="2800" dirty="0">
              <a:solidFill>
                <a:srgbClr val="CC00FF"/>
              </a:solidFill>
              <a:cs typeface="Times New Roman" panose="02020603050405020304" pitchFamily="18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xmlns="" id="{3D22E83A-C44E-46B3-8035-1F276B038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842" y="5817009"/>
            <a:ext cx="10490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C00000"/>
                </a:solidFill>
                <a:cs typeface="Times New Roman" panose="02020603050405020304" pitchFamily="18" charset="0"/>
              </a:rPr>
              <a:t>ℓ = 0</a:t>
            </a:r>
          </a:p>
        </p:txBody>
      </p:sp>
      <p:cxnSp>
        <p:nvCxnSpPr>
          <p:cNvPr id="26" name="Straight Arrow Connector 5">
            <a:extLst>
              <a:ext uri="{FF2B5EF4-FFF2-40B4-BE49-F238E27FC236}">
                <a16:creationId xmlns:a16="http://schemas.microsoft.com/office/drawing/2014/main" xmlns="" id="{9A15242C-ABB4-417C-977B-7B86B1582AA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648200" y="5552635"/>
            <a:ext cx="307975" cy="3365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7">
            <a:extLst>
              <a:ext uri="{FF2B5EF4-FFF2-40B4-BE49-F238E27FC236}">
                <a16:creationId xmlns:a16="http://schemas.microsoft.com/office/drawing/2014/main" xmlns="" id="{A41FAB1F-9AFB-445D-96F6-36DA004DF0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89705" y="5587226"/>
            <a:ext cx="168275" cy="276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7381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1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392256" y="863837"/>
            <a:ext cx="77506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Tên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hình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dạng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orbital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663418" y="1755938"/>
            <a:ext cx="6182269" cy="1213383"/>
            <a:chOff x="392256" y="1485731"/>
            <a:chExt cx="6182269" cy="1213383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8672" y="1485731"/>
              <a:ext cx="1235853" cy="1213383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92256" y="1498815"/>
              <a:ext cx="4727576" cy="821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  <a:spcAft>
                  <a:spcPts val="3000"/>
                </a:spcAft>
                <a:defRPr/>
              </a:pP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0 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s: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endPara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663418" y="5818333"/>
            <a:ext cx="406233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Aft>
                <a:spcPts val="3000"/>
              </a:spcAft>
              <a:defRPr/>
            </a:pP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ℓ = 3 </a:t>
            </a: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f: </a:t>
            </a:r>
            <a:r>
              <a:rPr 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sz="2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20437" y="2887873"/>
            <a:ext cx="2286203" cy="26001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s: sharp</a:t>
            </a:r>
          </a:p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p: principal</a:t>
            </a:r>
          </a:p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d: diffuse</a:t>
            </a:r>
          </a:p>
          <a:p>
            <a:pPr>
              <a:lnSpc>
                <a:spcPct val="150000"/>
              </a:lnSpc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f: fundamental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12923" y="2988372"/>
            <a:ext cx="6511926" cy="1470437"/>
            <a:chOff x="392256" y="2628557"/>
            <a:chExt cx="6511926" cy="1470437"/>
          </a:xfrm>
        </p:grpSpPr>
        <p:sp>
          <p:nvSpPr>
            <p:cNvPr id="12" name="Rectangle 11"/>
            <p:cNvSpPr/>
            <p:nvPr/>
          </p:nvSpPr>
          <p:spPr>
            <a:xfrm>
              <a:off x="392256" y="2802331"/>
              <a:ext cx="4477508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  <a:spcAft>
                  <a:spcPts val="3000"/>
                </a:spcAft>
                <a:defRPr/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1 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p: </a:t>
              </a:r>
              <a:r>
                <a:rPr lang="en-US" sz="2800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endPara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" name="Picture 13">
              <a:extLst>
                <a:ext uri="{FF2B5EF4-FFF2-40B4-BE49-F238E27FC236}">
                  <a16:creationId xmlns:a16="http://schemas.microsoft.com/office/drawing/2014/main" xmlns="" id="{85B65E8A-1127-4C40-B3F2-534F0E8DFB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9832" y="2628557"/>
              <a:ext cx="1784350" cy="1470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1612923" y="4477860"/>
            <a:ext cx="6491137" cy="1650365"/>
            <a:chOff x="341761" y="4416637"/>
            <a:chExt cx="6491137" cy="1650365"/>
          </a:xfrm>
        </p:grpSpPr>
        <p:sp>
          <p:nvSpPr>
            <p:cNvPr id="15" name="Rectangle 14"/>
            <p:cNvSpPr/>
            <p:nvPr/>
          </p:nvSpPr>
          <p:spPr>
            <a:xfrm>
              <a:off x="341761" y="4903629"/>
              <a:ext cx="45784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2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orbital d: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bốn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2" name="Picture 11">
              <a:extLst>
                <a:ext uri="{FF2B5EF4-FFF2-40B4-BE49-F238E27FC236}">
                  <a16:creationId xmlns:a16="http://schemas.microsoft.com/office/drawing/2014/main" xmlns="" id="{C2048680-68E7-49DC-9127-10C40342A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0298" y="4416637"/>
              <a:ext cx="1752600" cy="1650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071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46211" y="813617"/>
            <a:ext cx="67863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(m</a:t>
            </a:r>
            <a:r>
              <a:rPr lang="en-US" altLang="zh-TW" sz="3200" b="1" u="sng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81867" y="1528754"/>
            <a:ext cx="11013849" cy="597887"/>
            <a:chOff x="681867" y="1528754"/>
            <a:chExt cx="11013849" cy="597887"/>
          </a:xfrm>
        </p:grpSpPr>
        <p:grpSp>
          <p:nvGrpSpPr>
            <p:cNvPr id="8" name="Group 7"/>
            <p:cNvGrpSpPr/>
            <p:nvPr/>
          </p:nvGrpSpPr>
          <p:grpSpPr>
            <a:xfrm>
              <a:off x="681867" y="1528754"/>
              <a:ext cx="11013849" cy="597887"/>
              <a:chOff x="544660" y="1163656"/>
              <a:chExt cx="11013849" cy="59788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xmlns="" id="{78225DE6-C8ED-F841-A398-6C7DD465AB02}"/>
                  </a:ext>
                </a:extLst>
              </p:cNvPr>
              <p:cNvSpPr/>
              <p:nvPr/>
            </p:nvSpPr>
            <p:spPr>
              <a:xfrm>
                <a:off x="544660" y="1163656"/>
                <a:ext cx="481253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3200" dirty="0">
                    <a:solidFill>
                      <a:srgbClr val="E400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en-US" sz="3200" baseline="-25000" dirty="0">
                    <a:solidFill>
                      <a:srgbClr val="E400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3200" dirty="0">
                    <a:solidFill>
                      <a:srgbClr val="E400E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0, ±1, ±2, ±3, ±4, ..., ±l</a:t>
                </a:r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969AC723-FD92-BF4C-B035-0704D94B3347}"/>
                  </a:ext>
                </a:extLst>
              </p:cNvPr>
              <p:cNvSpPr txBox="1"/>
              <p:nvPr/>
            </p:nvSpPr>
            <p:spPr>
              <a:xfrm>
                <a:off x="6141641" y="1238323"/>
                <a:ext cx="54168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x-none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 mỗi giá trị 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x-none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có 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(2l+1) </a:t>
                </a:r>
                <a:r>
                  <a:rPr lang="x-none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 trị 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x-none" sz="2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Right Arrow 4"/>
            <p:cNvSpPr/>
            <p:nvPr/>
          </p:nvSpPr>
          <p:spPr>
            <a:xfrm>
              <a:off x="5687847" y="1679826"/>
              <a:ext cx="397557" cy="37041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96731" y="2099345"/>
            <a:ext cx="11068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6731" y="3495625"/>
            <a:ext cx="78063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n,l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2l+1 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168958" y="4110643"/>
            <a:ext cx="11405252" cy="2809142"/>
            <a:chOff x="168958" y="4110643"/>
            <a:chExt cx="11405252" cy="2809142"/>
          </a:xfrm>
        </p:grpSpPr>
        <p:grpSp>
          <p:nvGrpSpPr>
            <p:cNvPr id="31" name="Group 30"/>
            <p:cNvGrpSpPr/>
            <p:nvPr/>
          </p:nvGrpSpPr>
          <p:grpSpPr>
            <a:xfrm>
              <a:off x="9604641" y="4962761"/>
              <a:ext cx="935243" cy="579383"/>
              <a:chOff x="5429593" y="4195343"/>
              <a:chExt cx="935243" cy="579383"/>
            </a:xfrm>
          </p:grpSpPr>
          <p:sp>
            <p:nvSpPr>
              <p:cNvPr id="60" name="Flowchart: Process 59"/>
              <p:cNvSpPr/>
              <p:nvPr/>
            </p:nvSpPr>
            <p:spPr>
              <a:xfrm>
                <a:off x="548491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Process 60"/>
              <p:cNvSpPr/>
              <p:nvPr/>
            </p:nvSpPr>
            <p:spPr>
              <a:xfrm>
                <a:off x="575923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Process 61"/>
              <p:cNvSpPr/>
              <p:nvPr/>
            </p:nvSpPr>
            <p:spPr>
              <a:xfrm>
                <a:off x="603355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429593" y="4466949"/>
                <a:ext cx="3433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754366" y="4466949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976588" y="4466948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+1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9576594" y="5702358"/>
              <a:ext cx="1481610" cy="582111"/>
              <a:chOff x="6476782" y="4992584"/>
              <a:chExt cx="1481610" cy="582111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6476782" y="4992585"/>
                <a:ext cx="883145" cy="579383"/>
                <a:chOff x="5429593" y="4195343"/>
                <a:chExt cx="883145" cy="579383"/>
              </a:xfrm>
            </p:grpSpPr>
            <p:sp>
              <p:nvSpPr>
                <p:cNvPr id="54" name="Flowchart: Process 53"/>
                <p:cNvSpPr/>
                <p:nvPr/>
              </p:nvSpPr>
              <p:spPr>
                <a:xfrm>
                  <a:off x="548491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Flowchart: Process 54"/>
                <p:cNvSpPr/>
                <p:nvPr/>
              </p:nvSpPr>
              <p:spPr>
                <a:xfrm>
                  <a:off x="575923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Flowchart: Process 55"/>
                <p:cNvSpPr/>
                <p:nvPr/>
              </p:nvSpPr>
              <p:spPr>
                <a:xfrm>
                  <a:off x="603355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5429593" y="4466949"/>
                  <a:ext cx="3433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-2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5724710" y="4466949"/>
                  <a:ext cx="3433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-1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6028686" y="446694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</p:grpSp>
          <p:sp>
            <p:nvSpPr>
              <p:cNvPr id="50" name="Flowchart: Process 49"/>
              <p:cNvSpPr/>
              <p:nvPr/>
            </p:nvSpPr>
            <p:spPr>
              <a:xfrm>
                <a:off x="7354380" y="4992584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lowchart: Process 50"/>
              <p:cNvSpPr/>
              <p:nvPr/>
            </p:nvSpPr>
            <p:spPr>
              <a:xfrm>
                <a:off x="7628700" y="4992584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295824" y="5266918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7570144" y="5266917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+2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9550432" y="6337674"/>
              <a:ext cx="2023778" cy="582111"/>
              <a:chOff x="8751071" y="9010137"/>
              <a:chExt cx="2023778" cy="582111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8751071" y="9010137"/>
                <a:ext cx="1481610" cy="582111"/>
                <a:chOff x="6476782" y="4992584"/>
                <a:chExt cx="1481610" cy="582111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6476782" y="4992585"/>
                  <a:ext cx="912801" cy="579383"/>
                  <a:chOff x="5429593" y="4195343"/>
                  <a:chExt cx="912801" cy="579383"/>
                </a:xfrm>
              </p:grpSpPr>
              <p:sp>
                <p:nvSpPr>
                  <p:cNvPr id="43" name="Flowchart: Process 42"/>
                  <p:cNvSpPr/>
                  <p:nvPr/>
                </p:nvSpPr>
                <p:spPr>
                  <a:xfrm>
                    <a:off x="548491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Flowchart: Process 43"/>
                  <p:cNvSpPr/>
                  <p:nvPr/>
                </p:nvSpPr>
                <p:spPr>
                  <a:xfrm>
                    <a:off x="575923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Flowchart: Process 44"/>
                  <p:cNvSpPr/>
                  <p:nvPr/>
                </p:nvSpPr>
                <p:spPr>
                  <a:xfrm>
                    <a:off x="603355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TextBox 45"/>
                  <p:cNvSpPr txBox="1"/>
                  <p:nvPr/>
                </p:nvSpPr>
                <p:spPr>
                  <a:xfrm>
                    <a:off x="5429593" y="4466949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-3</a:t>
                    </a:r>
                  </a:p>
                </p:txBody>
              </p:sp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5724710" y="4466949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-2</a:t>
                    </a:r>
                  </a:p>
                </p:txBody>
              </p:sp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5999030" y="4466948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-1</a:t>
                    </a:r>
                  </a:p>
                </p:txBody>
              </p:sp>
            </p:grpSp>
            <p:sp>
              <p:nvSpPr>
                <p:cNvPr id="39" name="Flowchart: Process 38"/>
                <p:cNvSpPr/>
                <p:nvPr/>
              </p:nvSpPr>
              <p:spPr>
                <a:xfrm>
                  <a:off x="7352788" y="4992584"/>
                  <a:ext cx="274320" cy="274320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Flowchart: Process 39"/>
                <p:cNvSpPr/>
                <p:nvPr/>
              </p:nvSpPr>
              <p:spPr>
                <a:xfrm>
                  <a:off x="7624450" y="4992584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7347922" y="52669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7570144" y="5266917"/>
                  <a:ext cx="38824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+1</a:t>
                  </a:r>
                </a:p>
              </p:txBody>
            </p:sp>
          </p:grpSp>
          <p:sp>
            <p:nvSpPr>
              <p:cNvPr id="34" name="Flowchart: Process 33"/>
              <p:cNvSpPr/>
              <p:nvPr/>
            </p:nvSpPr>
            <p:spPr>
              <a:xfrm>
                <a:off x="10168328" y="9010137"/>
                <a:ext cx="274320" cy="274320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lowchart: Process 34"/>
              <p:cNvSpPr/>
              <p:nvPr/>
            </p:nvSpPr>
            <p:spPr>
              <a:xfrm>
                <a:off x="10439990" y="9010137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0112281" y="9271772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+2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0386601" y="9271771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+3</a:t>
                </a: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168958" y="4110643"/>
              <a:ext cx="10115454" cy="2704670"/>
              <a:chOff x="168958" y="4210393"/>
              <a:chExt cx="10115454" cy="2704670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8958" y="4314110"/>
                <a:ext cx="1154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1323441" y="4210393"/>
                <a:ext cx="8488221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0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1 orbital s                                   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323441" y="4847191"/>
                <a:ext cx="8342348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1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-1,0,+1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3 orbital p                          </a:t>
                </a:r>
                <a:endPara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1323441" y="5556065"/>
                <a:ext cx="8305479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2 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m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-2, -1, 0, +1, +2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5 orbital d           </a:t>
                </a:r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 Box 5">
                <a:extLst>
                  <a:ext uri="{FF2B5EF4-FFF2-40B4-BE49-F238E27FC236}">
                    <a16:creationId xmlns:a16="http://schemas.microsoft.com/office/drawing/2014/main" xmlns="" id="{3ABC57AB-8128-2048-8C7B-73757E401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2409" y="6176399"/>
                <a:ext cx="8992003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3 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m</a:t>
                </a:r>
                <a:r>
                  <a:rPr lang="en-US" sz="2800" b="0" baseline="-2500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 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-3, -2, -1, 0, +1, +2, +3  </a:t>
                </a:r>
                <a:r>
                  <a:rPr lang="en-US" sz="2800" b="0" dirty="0" err="1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7 orbital f   </a:t>
                </a:r>
                <a:endParaRPr lang="en-US" sz="2800" b="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Flowchart: Process 67"/>
            <p:cNvSpPr/>
            <p:nvPr/>
          </p:nvSpPr>
          <p:spPr>
            <a:xfrm>
              <a:off x="9604641" y="4423282"/>
              <a:ext cx="274320" cy="271606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725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97113" y="983075"/>
            <a:ext cx="11280299" cy="5386586"/>
            <a:chOff x="597113" y="983075"/>
            <a:chExt cx="11280299" cy="5386586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597113" y="1601078"/>
              <a:ext cx="7596352" cy="2637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150000"/>
                </a:lnSpc>
                <a:spcAft>
                  <a:spcPts val="600"/>
                </a:spcAft>
                <a:buClr>
                  <a:srgbClr val="360036"/>
                </a:buClr>
                <a:buSzPct val="85000"/>
                <a:buFont typeface="Wingdings" panose="05000000000000000000" pitchFamily="2" charset="2"/>
                <a:buChar char="v"/>
              </a:pPr>
              <a:r>
                <a:rPr lang="en-US" altLang="en-US" sz="2800" dirty="0" err="1">
                  <a:cs typeface="Times New Roman" panose="02020603050405020304" pitchFamily="18" charset="0"/>
                </a:rPr>
                <a:t>Tất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cả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các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orbital </a:t>
              </a:r>
              <a:r>
                <a:rPr lang="en-US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 </a:t>
              </a:r>
              <a:r>
                <a:rPr lang="en-US" altLang="en-US" sz="2800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có</a:t>
              </a:r>
              <a:r>
                <a:rPr lang="en-US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dạng</a:t>
              </a:r>
              <a:r>
                <a:rPr lang="en-US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hình</a:t>
              </a:r>
              <a:r>
                <a:rPr lang="en-US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FF0000"/>
                  </a:solidFill>
                  <a:cs typeface="Times New Roman" panose="02020603050405020304" pitchFamily="18" charset="0"/>
                </a:rPr>
                <a:t>cầu</a:t>
              </a:r>
              <a:r>
                <a:rPr lang="en-US" altLang="en-US" sz="2800" dirty="0"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  <a:spcAft>
                  <a:spcPts val="600"/>
                </a:spcAft>
                <a:buClr>
                  <a:srgbClr val="360036"/>
                </a:buClr>
                <a:buSzPct val="85000"/>
                <a:buFont typeface="Wingdings" panose="05000000000000000000" pitchFamily="2" charset="2"/>
                <a:buChar char="v"/>
              </a:pPr>
              <a:r>
                <a:rPr lang="en-US" altLang="en-US" sz="2800" dirty="0" err="1">
                  <a:cs typeface="Times New Roman" panose="02020603050405020304" pitchFamily="18" charset="0"/>
                </a:rPr>
                <a:t>Nút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vùng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không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gian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có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</a:rPr>
                <a:t>xác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</a:rPr>
                <a:t>xuất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</a:rPr>
                <a:t>tìm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</a:rPr>
                <a:t>thấy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electron </a:t>
              </a:r>
              <a:r>
                <a:rPr lang="en-US" altLang="en-US" sz="2800" dirty="0" err="1">
                  <a:solidFill>
                    <a:srgbClr val="0000FF"/>
                  </a:solidFill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solidFill>
                    <a:srgbClr val="0000FF"/>
                  </a:solidFill>
                  <a:cs typeface="Times New Roman" panose="02020603050405020304" pitchFamily="18" charset="0"/>
                </a:rPr>
                <a:t> 0</a:t>
              </a:r>
              <a:r>
                <a:rPr lang="en-US" altLang="en-US" sz="2800" dirty="0">
                  <a:cs typeface="Times New Roman" panose="02020603050405020304" pitchFamily="18" charset="0"/>
                </a:rPr>
                <a:t>.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Số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lượng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nút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khi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n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tăng</a:t>
              </a:r>
              <a:endParaRPr lang="en-US" altLang="en-US" sz="2800" dirty="0">
                <a:cs typeface="Times New Roman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600"/>
                </a:spcAft>
                <a:buClr>
                  <a:srgbClr val="360036"/>
                </a:buClr>
                <a:buSzPct val="85000"/>
                <a:buFont typeface="Wingdings" panose="05000000000000000000" pitchFamily="2" charset="2"/>
                <a:buChar char="v"/>
              </a:pPr>
              <a:r>
                <a:rPr lang="en-US" altLang="en-US" sz="2800" dirty="0" err="1">
                  <a:cs typeface="Times New Roman" panose="02020603050405020304" pitchFamily="18" charset="0"/>
                </a:rPr>
                <a:t>Đối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cs typeface="Times New Roman" panose="02020603050405020304" pitchFamily="18" charset="0"/>
                </a:rPr>
                <a:t>với</a:t>
              </a:r>
              <a:r>
                <a:rPr lang="en-US" altLang="en-US" sz="2800" dirty="0">
                  <a:cs typeface="Times New Roman" panose="02020603050405020304" pitchFamily="18" charset="0"/>
                </a:rPr>
                <a:t> Orbital s, </a:t>
              </a:r>
              <a:r>
                <a:rPr lang="en-US" altLang="en-US" sz="2800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số</a:t>
              </a:r>
              <a:r>
                <a:rPr lang="en-US" altLang="en-US" sz="28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lượng</a:t>
              </a:r>
              <a:r>
                <a:rPr lang="en-US" altLang="en-US" sz="28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cs typeface="Times New Roman" panose="02020603050405020304" pitchFamily="18" charset="0"/>
                </a:rPr>
                <a:t>nút</a:t>
              </a:r>
              <a:r>
                <a:rPr lang="en-US" altLang="en-US" sz="2800" dirty="0">
                  <a:solidFill>
                    <a:srgbClr val="CC00CC"/>
                  </a:solidFill>
                  <a:cs typeface="Times New Roman" panose="02020603050405020304" pitchFamily="18" charset="0"/>
                </a:rPr>
                <a:t> = n - 1</a:t>
              </a:r>
              <a:endParaRPr lang="en-US" altLang="en-US" sz="2800" u="sng" dirty="0">
                <a:solidFill>
                  <a:srgbClr val="CC00CC"/>
                </a:solidFill>
                <a:cs typeface="Times New Roman" panose="02020603050405020304" pitchFamily="18" charset="0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28052" y="983075"/>
              <a:ext cx="2711761" cy="257320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6353" y="3728438"/>
              <a:ext cx="5231059" cy="2641223"/>
            </a:xfrm>
            <a:prstGeom prst="rect">
              <a:avLst/>
            </a:prstGeom>
          </p:spPr>
        </p:pic>
      </p:grpSp>
      <p:sp>
        <p:nvSpPr>
          <p:cNvPr id="11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162525" y="844145"/>
            <a:ext cx="87149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0 → m</a:t>
            </a:r>
            <a:r>
              <a:rPr lang="en-US" altLang="zh-TW" sz="32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 →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s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1 orbital 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9864" y="4587463"/>
            <a:ext cx="6169781" cy="2055888"/>
            <a:chOff x="189864" y="4587463"/>
            <a:chExt cx="6169781" cy="2055888"/>
          </a:xfrm>
        </p:grpSpPr>
        <p:sp>
          <p:nvSpPr>
            <p:cNvPr id="2" name="Rectangle 1"/>
            <p:cNvSpPr/>
            <p:nvPr/>
          </p:nvSpPr>
          <p:spPr>
            <a:xfrm>
              <a:off x="189864" y="4587463"/>
              <a:ext cx="512437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800" u="sng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Lưu</a:t>
              </a:r>
              <a:r>
                <a:rPr lang="en-US" sz="2800" u="sng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ý</a:t>
              </a:r>
              <a:r>
                <a:rPr 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618865" y="5353797"/>
              <a:ext cx="4094391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anchor="ctr">
              <a:spAutoFit/>
            </a:bodyPr>
            <a:lstStyle/>
            <a:p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Kích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thước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r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1s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r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r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endPara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65117" y="6120131"/>
              <a:ext cx="4594528" cy="52322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anchor="ctr">
              <a:spAutoFit/>
            </a:bodyPr>
            <a:lstStyle/>
            <a:p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Năng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lượng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E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1s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E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8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&lt; E</a:t>
              </a:r>
              <a:r>
                <a:rPr lang="en-US" sz="2800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endParaRPr lang="en-US" sz="28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611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15877" y="937186"/>
            <a:ext cx="9762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1 → m</a:t>
            </a:r>
            <a:r>
              <a:rPr lang="en-US" altLang="zh-TW" sz="32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0, ±1 →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p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3 orbital p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41406" y="1733522"/>
            <a:ext cx="6387161" cy="4360026"/>
            <a:chOff x="215877" y="1826247"/>
            <a:chExt cx="6387161" cy="4360026"/>
          </a:xfrm>
        </p:grpSpPr>
        <p:grpSp>
          <p:nvGrpSpPr>
            <p:cNvPr id="2" name="Group 1"/>
            <p:cNvGrpSpPr/>
            <p:nvPr/>
          </p:nvGrpSpPr>
          <p:grpSpPr>
            <a:xfrm>
              <a:off x="215877" y="1826247"/>
              <a:ext cx="5933085" cy="4317841"/>
              <a:chOff x="573505" y="1889317"/>
              <a:chExt cx="7315200" cy="4409535"/>
            </a:xfrm>
          </p:grpSpPr>
          <p:pic>
            <p:nvPicPr>
              <p:cNvPr id="8" name="Picture 3" descr="FG07_26">
                <a:extLst>
                  <a:ext uri="{FF2B5EF4-FFF2-40B4-BE49-F238E27FC236}">
                    <a16:creationId xmlns:a16="http://schemas.microsoft.com/office/drawing/2014/main" xmlns="" id="{DAB0B620-9FB8-4661-91D0-1219E1E24A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333"/>
              <a:stretch>
                <a:fillRect/>
              </a:stretch>
            </p:blipFill>
            <p:spPr bwMode="auto">
              <a:xfrm>
                <a:off x="573505" y="1889317"/>
                <a:ext cx="7315200" cy="3406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xmlns="" id="{C51771A9-5C54-4DC4-8124-21A450EC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2219" y="5638796"/>
                <a:ext cx="2672836" cy="660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m</a:t>
                </a:r>
                <a:r>
                  <a:rPr lang="en-US" altLang="en-US" sz="3600" baseline="-250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ℓ  </a:t>
                </a: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=  ± 1</a:t>
                </a:r>
              </a:p>
            </p:txBody>
          </p:sp>
          <p:sp>
            <p:nvSpPr>
              <p:cNvPr id="10" name="Left Brace 1">
                <a:extLst>
                  <a:ext uri="{FF2B5EF4-FFF2-40B4-BE49-F238E27FC236}">
                    <a16:creationId xmlns:a16="http://schemas.microsoft.com/office/drawing/2014/main" xmlns="" id="{2AEED1C7-55D5-431C-9952-DAF7C483DD24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124518" y="4147375"/>
                <a:ext cx="427235" cy="2555607"/>
              </a:xfrm>
              <a:prstGeom prst="leftBrace">
                <a:avLst>
                  <a:gd name="adj1" fmla="val 831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VNI-Times" pitchFamily="2" charset="0"/>
                </a:endParaRPr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:a16="http://schemas.microsoft.com/office/drawing/2014/main" xmlns="" id="{C51771A9-5C54-4DC4-8124-21A450EC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167" y="5638795"/>
                <a:ext cx="2395369" cy="6600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m</a:t>
                </a:r>
                <a:r>
                  <a:rPr lang="en-US" altLang="en-US" sz="3600" baseline="-250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ℓ  </a:t>
                </a: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=  ± 0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4806192" y="4985944"/>
              <a:ext cx="17968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bố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p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3904313" y="4023701"/>
              <a:ext cx="1111909" cy="1055705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913404" y="1952646"/>
            <a:ext cx="5103337" cy="414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360036"/>
              </a:buClr>
              <a:buSzPct val="85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Orbital 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p 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dạng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hình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 8</a:t>
            </a:r>
            <a:r>
              <a:rPr lang="en-US" altLang="en-US" sz="2800" dirty="0"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360036"/>
              </a:buClr>
              <a:buSzPct val="85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3 orbital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p</a:t>
            </a:r>
            <a:r>
              <a:rPr lang="en-US" altLang="en-US" sz="2800" i="1" u="sng" baseline="-25000" dirty="0" err="1">
                <a:cs typeface="Times New Roman" panose="02020603050405020304" pitchFamily="18" charset="0"/>
              </a:rPr>
              <a:t>x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,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p</a:t>
            </a:r>
            <a:r>
              <a:rPr lang="en-US" altLang="en-US" sz="2800" i="1" u="sng" baseline="-25000" dirty="0" err="1">
                <a:cs typeface="Times New Roman" panose="02020603050405020304" pitchFamily="18" charset="0"/>
              </a:rPr>
              <a:t>y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,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p</a:t>
            </a:r>
            <a:r>
              <a:rPr lang="en-US" altLang="en-US" sz="2800" i="1" u="sng" baseline="-25000" dirty="0" err="1">
                <a:cs typeface="Times New Roman" panose="02020603050405020304" pitchFamily="18" charset="0"/>
              </a:rPr>
              <a:t>z</a:t>
            </a:r>
            <a:r>
              <a:rPr lang="en-US" altLang="en-US" sz="2800" i="1" u="sng" baseline="-25000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nhận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trục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x, y, z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làm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trục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đối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xứng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e</a:t>
            </a:r>
            <a:r>
              <a:rPr lang="en-US" altLang="en-US" sz="2800" i="1" u="sng" baseline="30000" dirty="0">
                <a:cs typeface="Times New Roman" panose="02020603050405020304" pitchFamily="18" charset="0"/>
              </a:rPr>
              <a:t>-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cực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đại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trên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trục</a:t>
            </a:r>
            <a:r>
              <a:rPr lang="en-US" altLang="en-US" sz="2800" dirty="0">
                <a:cs typeface="Times New Roman" panose="02020603050405020304" pitchFamily="18" charset="0"/>
              </a:rPr>
              <a:t>;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360036"/>
              </a:buClr>
              <a:buSzPct val="85000"/>
              <a:buFont typeface="Wingdings" panose="05000000000000000000" pitchFamily="2" charset="2"/>
              <a:buChar char="v"/>
            </a:pP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Mật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e</a:t>
            </a:r>
            <a:r>
              <a:rPr lang="en-US" altLang="en-US" sz="2800" i="1" u="sng" baseline="30000" dirty="0">
                <a:cs typeface="Times New Roman" panose="02020603050405020304" pitchFamily="18" charset="0"/>
              </a:rPr>
              <a:t>-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= 0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nằm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trên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phẳng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phản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đối</a:t>
            </a:r>
            <a:r>
              <a:rPr lang="en-US" altLang="en-US" sz="2800" i="1" u="sng" dirty="0">
                <a:cs typeface="Times New Roman" panose="02020603050405020304" pitchFamily="18" charset="0"/>
              </a:rPr>
              <a:t> </a:t>
            </a:r>
            <a:r>
              <a:rPr lang="en-US" altLang="en-US" sz="2800" i="1" u="sng" dirty="0" err="1">
                <a:cs typeface="Times New Roman" panose="02020603050405020304" pitchFamily="18" charset="0"/>
              </a:rPr>
              <a:t>xứng</a:t>
            </a:r>
            <a:r>
              <a:rPr lang="en-US" altLang="en-US" sz="2800" dirty="0"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2817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d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15876" y="937186"/>
            <a:ext cx="101954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2 → m</a:t>
            </a:r>
            <a:r>
              <a:rPr lang="en-US" altLang="zh-TW" sz="32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0, ±1, ±2 →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d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5 orbital d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051151" y="1490152"/>
            <a:ext cx="9360174" cy="5248447"/>
            <a:chOff x="-545580" y="655023"/>
            <a:chExt cx="9360174" cy="5248447"/>
          </a:xfrm>
        </p:grpSpPr>
        <p:pic>
          <p:nvPicPr>
            <p:cNvPr id="21" name="Picture 2" descr="FG07_27">
              <a:extLst>
                <a:ext uri="{FF2B5EF4-FFF2-40B4-BE49-F238E27FC236}">
                  <a16:creationId xmlns:a16="http://schemas.microsoft.com/office/drawing/2014/main" xmlns="" id="{815303B1-586C-40C4-B67A-0A30FC180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02"/>
            <a:stretch>
              <a:fillRect/>
            </a:stretch>
          </p:blipFill>
          <p:spPr bwMode="auto">
            <a:xfrm>
              <a:off x="224631" y="1231900"/>
              <a:ext cx="8589963" cy="4645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xmlns="" id="{7F9AC55E-3B20-4F07-B6A4-A88C450AE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896" y="4262199"/>
              <a:ext cx="1524000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0</a:t>
              </a:r>
            </a:p>
          </p:txBody>
        </p:sp>
        <p:sp>
          <p:nvSpPr>
            <p:cNvPr id="23" name="Text Box 7">
              <a:extLst>
                <a:ext uri="{FF2B5EF4-FFF2-40B4-BE49-F238E27FC236}">
                  <a16:creationId xmlns:a16="http://schemas.microsoft.com/office/drawing/2014/main" xmlns="" id="{3B4251EB-BF31-49CA-8DEC-8C8B6D047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7429" y="655023"/>
              <a:ext cx="1905000" cy="584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1</a:t>
              </a:r>
            </a:p>
          </p:txBody>
        </p:sp>
        <p:sp>
          <p:nvSpPr>
            <p:cNvPr id="24" name="Text Box 9">
              <a:extLst>
                <a:ext uri="{FF2B5EF4-FFF2-40B4-BE49-F238E27FC236}">
                  <a16:creationId xmlns:a16="http://schemas.microsoft.com/office/drawing/2014/main" xmlns="" id="{F346D3CD-0D96-4B2A-8831-630554FCF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1097564" y="3238733"/>
              <a:ext cx="1627188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sz="2800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 2</a:t>
              </a: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xmlns="" id="{E3C192F3-CDC3-4291-B219-B34CAB393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854" y="4036408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xmlns="" id="{5A59F1E9-D606-44EF-90E0-CB2186063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474" y="2008842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xmlns="" id="{9C6D1C42-0EA5-49FC-8E86-C4963EC4D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050" y="1873054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xmlns="" id="{D3948624-31C0-46FA-9639-72E96C8B3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417" y="2344549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29" name="TextBox 14">
              <a:extLst>
                <a:ext uri="{FF2B5EF4-FFF2-40B4-BE49-F238E27FC236}">
                  <a16:creationId xmlns:a16="http://schemas.microsoft.com/office/drawing/2014/main" xmlns="" id="{55DCAAC5-82FD-424D-9DBC-1AA56634A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4388" y="1821329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xmlns="" id="{1A137426-F8E6-45AE-8270-6B6BCB2A8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9661" y="2403803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1" name="TextBox 16">
              <a:extLst>
                <a:ext uri="{FF2B5EF4-FFF2-40B4-BE49-F238E27FC236}">
                  <a16:creationId xmlns:a16="http://schemas.microsoft.com/office/drawing/2014/main" xmlns="" id="{9ABDCF19-A394-4A7A-8AC5-B3CEF2E71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6111" y="1649225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xmlns="" id="{B28D0538-4DE4-4F30-B87B-A5E710966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287" y="4521200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3" name="TextBox 18">
              <a:extLst>
                <a:ext uri="{FF2B5EF4-FFF2-40B4-BE49-F238E27FC236}">
                  <a16:creationId xmlns:a16="http://schemas.microsoft.com/office/drawing/2014/main" xmlns="" id="{B3FC52A1-4011-4D01-B555-11BDC7C7D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434" y="4876393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4" name="TextBox 19">
              <a:extLst>
                <a:ext uri="{FF2B5EF4-FFF2-40B4-BE49-F238E27FC236}">
                  <a16:creationId xmlns:a16="http://schemas.microsoft.com/office/drawing/2014/main" xmlns="" id="{4EE4BC14-240A-4E93-87D3-C58AAC418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637" y="4298018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35" name="TextBox 23">
              <a:extLst>
                <a:ext uri="{FF2B5EF4-FFF2-40B4-BE49-F238E27FC236}">
                  <a16:creationId xmlns:a16="http://schemas.microsoft.com/office/drawing/2014/main" xmlns="" id="{5C9D924C-3904-46E1-8C20-96898474B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0340" y="4428797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36" name="TextBox 24">
              <a:extLst>
                <a:ext uri="{FF2B5EF4-FFF2-40B4-BE49-F238E27FC236}">
                  <a16:creationId xmlns:a16="http://schemas.microsoft.com/office/drawing/2014/main" xmlns="" id="{2A3C4A9A-AFBC-4DEB-999C-BEDF5D455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120" y="4467225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37" name="TextBox 25">
              <a:extLst>
                <a:ext uri="{FF2B5EF4-FFF2-40B4-BE49-F238E27FC236}">
                  <a16:creationId xmlns:a16="http://schemas.microsoft.com/office/drawing/2014/main" xmlns="" id="{E0EA054D-A1FD-4743-A564-D49D03E8E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263" y="4022070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xmlns="" id="{C6C864EE-62A3-4820-95EF-F7698E3B4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899" y="2183606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VNI-Times" pitchFamily="2" charset="0"/>
                </a:rPr>
                <a:t>-</a:t>
              </a:r>
            </a:p>
          </p:txBody>
        </p:sp>
        <p:sp>
          <p:nvSpPr>
            <p:cNvPr id="39" name="TextBox 27">
              <a:extLst>
                <a:ext uri="{FF2B5EF4-FFF2-40B4-BE49-F238E27FC236}">
                  <a16:creationId xmlns:a16="http://schemas.microsoft.com/office/drawing/2014/main" xmlns="" id="{5A23FF39-6991-4088-98F0-58F598252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385" y="1602737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40" name="TextBox 28">
              <a:extLst>
                <a:ext uri="{FF2B5EF4-FFF2-40B4-BE49-F238E27FC236}">
                  <a16:creationId xmlns:a16="http://schemas.microsoft.com/office/drawing/2014/main" xmlns="" id="{ABC369E2-3B36-4337-8C47-4FD03627D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763" y="1545047"/>
              <a:ext cx="433388" cy="706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41" name="TextBox 29">
              <a:extLst>
                <a:ext uri="{FF2B5EF4-FFF2-40B4-BE49-F238E27FC236}">
                  <a16:creationId xmlns:a16="http://schemas.microsoft.com/office/drawing/2014/main" xmlns="" id="{511EDAE9-2D5E-4D08-B324-98B64A019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9034" y="2235449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42" name="TextBox 30">
              <a:extLst>
                <a:ext uri="{FF2B5EF4-FFF2-40B4-BE49-F238E27FC236}">
                  <a16:creationId xmlns:a16="http://schemas.microsoft.com/office/drawing/2014/main" xmlns="" id="{CA138EBD-5306-4635-82AB-A40DEE70F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7274" y="1704830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43" name="TextBox 31">
              <a:extLst>
                <a:ext uri="{FF2B5EF4-FFF2-40B4-BE49-F238E27FC236}">
                  <a16:creationId xmlns:a16="http://schemas.microsoft.com/office/drawing/2014/main" xmlns="" id="{1F4F1535-9290-4625-945E-81051FBAE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048" y="2097833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xmlns="" id="{14D2C456-D963-4CF2-AF2C-A0BC0F7C3D26}"/>
                </a:ext>
              </a:extLst>
            </p:cNvPr>
            <p:cNvSpPr/>
            <p:nvPr/>
          </p:nvSpPr>
          <p:spPr bwMode="auto">
            <a:xfrm>
              <a:off x="950120" y="3152274"/>
              <a:ext cx="7057355" cy="375299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NI-Times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xmlns="" id="{8EDDF7B5-BC76-42D5-8474-0ACE3819D32D}"/>
                </a:ext>
              </a:extLst>
            </p:cNvPr>
            <p:cNvSpPr/>
            <p:nvPr/>
          </p:nvSpPr>
          <p:spPr bwMode="auto">
            <a:xfrm>
              <a:off x="678260" y="5528171"/>
              <a:ext cx="4458112" cy="375299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NI-Times" pitchFamily="2" charset="0"/>
              </a:endParaRPr>
            </a:p>
          </p:txBody>
        </p:sp>
        <p:sp>
          <p:nvSpPr>
            <p:cNvPr id="46" name="Left Brace 1">
              <a:extLst>
                <a:ext uri="{FF2B5EF4-FFF2-40B4-BE49-F238E27FC236}">
                  <a16:creationId xmlns:a16="http://schemas.microsoft.com/office/drawing/2014/main" xmlns="" id="{A9637A24-DD3B-4761-9971-D01B7C0A1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0" y="1418223"/>
              <a:ext cx="375300" cy="4174116"/>
            </a:xfrm>
            <a:prstGeom prst="leftBrace">
              <a:avLst>
                <a:gd name="adj1" fmla="val 831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VNI-Times" pitchFamily="2" charset="0"/>
              </a:endParaRPr>
            </a:p>
          </p:txBody>
        </p:sp>
        <p:sp>
          <p:nvSpPr>
            <p:cNvPr id="47" name="Left Brace 1">
              <a:extLst>
                <a:ext uri="{FF2B5EF4-FFF2-40B4-BE49-F238E27FC236}">
                  <a16:creationId xmlns:a16="http://schemas.microsoft.com/office/drawing/2014/main" xmlns="" id="{99984A6C-66DF-4BA2-96BB-7A1F47FC51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058568" y="-1250617"/>
              <a:ext cx="328691" cy="4978228"/>
            </a:xfrm>
            <a:prstGeom prst="leftBrace">
              <a:avLst>
                <a:gd name="adj1" fmla="val 831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dirty="0">
                <a:latin typeface="VNI-Time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249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d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13272" y="821192"/>
            <a:ext cx="11470196" cy="4383783"/>
            <a:chOff x="195063" y="1081514"/>
            <a:chExt cx="11470196" cy="438378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994" y="2742568"/>
              <a:ext cx="7878060" cy="2722729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195063" y="1081514"/>
              <a:ext cx="11470196" cy="1305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455613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en-US" sz="2800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orbital d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có</a:t>
              </a: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 </a:t>
              </a:r>
              <a:r>
                <a:rPr lang="en-US" altLang="en-US" sz="28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làm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tâm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đối</a:t>
              </a:r>
              <a:r>
                <a:rPr lang="en-US" altLang="en-US" sz="28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xứng</a:t>
              </a: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nằm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trên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đường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phân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giác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trục</a:t>
              </a:r>
              <a:r>
                <a:rPr lang="en-US" altLang="en-US" sz="2800" i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i="1" u="sng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x-, y- and z-</a:t>
              </a:r>
              <a:r>
                <a:rPr lang="en-US" altLang="en-US" sz="2800" u="sng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en-US" sz="2800" u="sng" dirty="0" err="1">
                  <a:latin typeface="Arial" panose="020B0604020202020204" pitchFamily="34" charset="0"/>
                  <a:cs typeface="Arial" panose="020B0604020202020204" pitchFamily="34" charset="0"/>
                </a:rPr>
                <a:t>tương</a:t>
              </a:r>
              <a:r>
                <a:rPr lang="en-US" altLang="en-US" sz="2800" u="sng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en-US" sz="2800" u="sng" dirty="0" err="1">
                  <a:latin typeface="Arial" panose="020B0604020202020204" pitchFamily="34" charset="0"/>
                  <a:cs typeface="Arial" panose="020B0604020202020204" pitchFamily="34" charset="0"/>
                </a:rPr>
                <a:t>ứng</a:t>
              </a: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3272" y="5274310"/>
            <a:ext cx="11758056" cy="1307537"/>
            <a:chOff x="213272" y="5274310"/>
            <a:chExt cx="11758056" cy="1307537"/>
          </a:xfrm>
        </p:grpSpPr>
        <p:sp>
          <p:nvSpPr>
            <p:cNvPr id="5" name="TextBox 4"/>
            <p:cNvSpPr txBox="1"/>
            <p:nvPr/>
          </p:nvSpPr>
          <p:spPr>
            <a:xfrm>
              <a:off x="213272" y="5426629"/>
              <a:ext cx="30315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Orbital </a:t>
              </a:r>
              <a:r>
                <a:rPr 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8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xy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44871" y="5274310"/>
              <a:ext cx="8726457" cy="13075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Lấy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làm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tâm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đối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cánh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d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nằm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đường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giác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mặt</a:t>
              </a:r>
              <a:r>
                <a:rPr lang="en-US" alt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phẳng</a:t>
              </a:r>
              <a:r>
                <a:rPr lang="en-US" altLang="en-US" sz="28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XOY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732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d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9328" y="877944"/>
            <a:ext cx="5499156" cy="5581841"/>
            <a:chOff x="19328" y="877944"/>
            <a:chExt cx="5499156" cy="55818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19328" y="877944"/>
                  <a:ext cx="5499156" cy="214244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455613" algn="just">
                    <a:lnSpc>
                      <a:spcPct val="150000"/>
                    </a:lnSpc>
                    <a:buFont typeface="Wingdings" panose="05000000000000000000" pitchFamily="2" charset="2"/>
                    <a:buChar char="q"/>
                  </a:pPr>
                  <a:r>
                    <a:rPr lang="en-US" altLang="en-US" sz="28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Obtital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sub>
                      </m:sSub>
                    </m:oMath>
                  </a14:m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có </a:t>
                  </a:r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 </a:t>
                  </a:r>
                  <a:r>
                    <a:rPr lang="en-US" altLang="en-US" sz="2800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làm</a:t>
                  </a:r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tâm</a:t>
                  </a:r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đối</a:t>
                  </a:r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xứng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và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nằm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trên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2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trục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ox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và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oy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.</a:t>
                  </a:r>
                  <a:endPara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28" y="877944"/>
                  <a:ext cx="5499156" cy="214244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2328" b="-34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9822" y="3166214"/>
              <a:ext cx="3438167" cy="3293571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6166103" y="958154"/>
            <a:ext cx="5499156" cy="5563506"/>
            <a:chOff x="6166103" y="958154"/>
            <a:chExt cx="5499156" cy="55635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166103" y="958154"/>
                  <a:ext cx="5499156" cy="141224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455613" algn="just">
                    <a:lnSpc>
                      <a:spcPct val="150000"/>
                    </a:lnSpc>
                    <a:buFont typeface="Wingdings" panose="05000000000000000000" pitchFamily="2" charset="2"/>
                    <a:buChar char="q"/>
                  </a:pPr>
                  <a:r>
                    <a:rPr lang="en-US" altLang="en-US" sz="2800" b="1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Obtital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en-US" sz="2800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en-US" sz="2800" b="1" i="1" smtClean="0">
                              <a:solidFill>
                                <a:srgbClr val="CC00C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</m:t>
                          </m:r>
                        </m:e>
                        <m:sub>
                          <m:sSup>
                            <m:sSupPr>
                              <m:ctrlPr>
                                <a:rPr lang="en-US" altLang="en-US" sz="2800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800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𝒛</m:t>
                              </m:r>
                            </m:e>
                            <m:sup>
                              <m:r>
                                <a:rPr lang="en-US" altLang="en-US" sz="2800" b="1" i="1" smtClean="0">
                                  <a:solidFill>
                                    <a:srgbClr val="CC00CC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</m:sub>
                      </m:sSub>
                    </m:oMath>
                  </a14:m>
                  <a:r>
                    <a:rPr lang="en-US" altLang="en-US" sz="28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: 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có </a:t>
                  </a:r>
                  <a:r>
                    <a:rPr lang="en-US" altLang="en-US" sz="280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 </a:t>
                  </a:r>
                  <a:r>
                    <a:rPr lang="en-US" altLang="en-US" sz="280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làm</a:t>
                  </a:r>
                  <a:r>
                    <a:rPr lang="en-US" altLang="en-US" sz="280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tâm</a:t>
                  </a:r>
                  <a:r>
                    <a:rPr lang="en-US" altLang="en-US" sz="280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đối</a:t>
                  </a:r>
                  <a:r>
                    <a:rPr lang="en-US" altLang="en-US" sz="280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xứng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và</a:t>
                  </a:r>
                  <a:r>
                    <a:rPr lang="en-US" altLang="en-US" sz="2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nằm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trên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en-US" sz="2800" i="1" dirty="0" err="1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trục</a:t>
                  </a:r>
                  <a:r>
                    <a:rPr lang="en-US" altLang="en-US" sz="2800" i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oz.</a:t>
                  </a:r>
                  <a:endParaRPr lang="en-US" altLang="en-US" sz="2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6103" y="958154"/>
                  <a:ext cx="5499156" cy="141224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2215" b="-51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06969" y="2602929"/>
              <a:ext cx="2400300" cy="3276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8641898" y="5995362"/>
                  <a:ext cx="770021" cy="5262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1898" y="5995362"/>
                  <a:ext cx="770021" cy="52629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024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Orbital f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3" descr="f-orbitals">
            <a:extLst>
              <a:ext uri="{FF2B5EF4-FFF2-40B4-BE49-F238E27FC236}">
                <a16:creationId xmlns:a16="http://schemas.microsoft.com/office/drawing/2014/main" xmlns="" id="{BE13DFBA-3026-40D0-88C1-FFC858D61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0460" y="1733522"/>
            <a:ext cx="9032952" cy="5091386"/>
          </a:xfrm>
          <a:prstGeom prst="rect">
            <a:avLst/>
          </a:prstGeom>
        </p:spPr>
      </p:pic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15876" y="937186"/>
            <a:ext cx="112061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3 → m</a:t>
            </a:r>
            <a:r>
              <a:rPr lang="en-US" altLang="zh-TW" sz="32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0, ±1, ±2, ±3 →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f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7 orbital f</a:t>
            </a:r>
          </a:p>
        </p:txBody>
      </p:sp>
    </p:spTree>
    <p:extLst>
      <p:ext uri="{BB962C8B-B14F-4D97-AF65-F5344CB8AC3E}">
        <p14:creationId xmlns:p14="http://schemas.microsoft.com/office/powerpoint/2010/main" val="3342767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46211" y="813617"/>
            <a:ext cx="67863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spin (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</a:t>
            </a:r>
            <a:r>
              <a:rPr lang="en-US" altLang="zh-TW" sz="3200" b="1" u="sng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211" y="3069485"/>
            <a:ext cx="8558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electron; 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2131" y="3908907"/>
            <a:ext cx="67596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AO.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72652" y="5349895"/>
            <a:ext cx="6599884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46075">
              <a:spcAft>
                <a:spcPts val="12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+1/2: Quay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346075">
              <a:spcAft>
                <a:spcPts val="12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-1/2: Quay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211" y="4748329"/>
            <a:ext cx="32319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±1/2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485546" y="3592705"/>
            <a:ext cx="3391865" cy="3048314"/>
            <a:chOff x="8004284" y="1698286"/>
            <a:chExt cx="3517212" cy="3105246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04284" y="2214721"/>
              <a:ext cx="3517212" cy="2588811"/>
            </a:xfrm>
            <a:prstGeom prst="rect">
              <a:avLst/>
            </a:prstGeom>
          </p:spPr>
        </p:pic>
        <p:sp>
          <p:nvSpPr>
            <p:cNvPr id="21" name="Flowchart: Process 20"/>
            <p:cNvSpPr/>
            <p:nvPr/>
          </p:nvSpPr>
          <p:spPr>
            <a:xfrm>
              <a:off x="8611563" y="1698287"/>
              <a:ext cx="464154" cy="3767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↑</a:t>
              </a:r>
            </a:p>
          </p:txBody>
        </p:sp>
        <p:sp>
          <p:nvSpPr>
            <p:cNvPr id="22" name="Flowchart: Process 21"/>
            <p:cNvSpPr/>
            <p:nvPr/>
          </p:nvSpPr>
          <p:spPr>
            <a:xfrm>
              <a:off x="10384258" y="1698286"/>
              <a:ext cx="464154" cy="3767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↓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3508" y="869210"/>
            <a:ext cx="11629793" cy="2200275"/>
            <a:chOff x="303508" y="869210"/>
            <a:chExt cx="11629793" cy="2200275"/>
          </a:xfrm>
        </p:grpSpPr>
        <p:sp>
          <p:nvSpPr>
            <p:cNvPr id="2" name="Rectangle 1"/>
            <p:cNvSpPr/>
            <p:nvPr/>
          </p:nvSpPr>
          <p:spPr>
            <a:xfrm>
              <a:off x="303508" y="1471255"/>
              <a:ext cx="6915439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2" indent="465138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cơ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cổ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điển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một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cách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gần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xem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quay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quanh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trục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riêng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i="1" u="sng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u="sng" dirty="0" err="1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nó</a:t>
              </a:r>
              <a:r>
                <a:rPr lang="en-US" altLang="en-US" sz="2800" dirty="0">
                  <a:solidFill>
                    <a:srgbClr val="CC66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8393" y="869210"/>
              <a:ext cx="3894908" cy="2200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786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112004" y="770017"/>
            <a:ext cx="28916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Nhận</a:t>
            </a:r>
            <a:r>
              <a:rPr lang="en-US" altLang="zh-TW" sz="32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xét</a:t>
            </a:r>
            <a:endParaRPr lang="en-US" altLang="zh-TW" sz="32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002" y="1405146"/>
            <a:ext cx="11292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Schrodinger: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55797" y="2320985"/>
            <a:ext cx="6811479" cy="4262587"/>
            <a:chOff x="355797" y="2320985"/>
            <a:chExt cx="6811479" cy="4262587"/>
          </a:xfrm>
        </p:grpSpPr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xmlns="" id="{09DBB5AA-A8CF-4818-BB22-60272F20ED6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660597" y="2822730"/>
              <a:ext cx="152400" cy="76200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latin typeface="Arial" panose="020B0604020202020204" pitchFamily="34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55797" y="2320985"/>
              <a:ext cx="6811479" cy="4262587"/>
              <a:chOff x="355797" y="2320985"/>
              <a:chExt cx="6811479" cy="4262587"/>
            </a:xfrm>
          </p:grpSpPr>
          <p:sp>
            <p:nvSpPr>
              <p:cNvPr id="18" name="Text Box 2">
                <a:extLst>
                  <a:ext uri="{FF2B5EF4-FFF2-40B4-BE49-F238E27FC236}">
                    <a16:creationId xmlns:a16="http://schemas.microsoft.com/office/drawing/2014/main" xmlns="" id="{402DF78C-FF36-48E6-AD04-51E5A5469A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002" y="2320985"/>
                <a:ext cx="6729274" cy="914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5400" b="0" dirty="0">
                    <a:latin typeface="Arial" panose="020B0604020202020204" pitchFamily="34" charset="0"/>
                  </a:rPr>
                  <a:t>n		</a:t>
                </a:r>
                <a:r>
                  <a:rPr lang="en-US" altLang="en-US" sz="4800" dirty="0">
                    <a:latin typeface="VNI-Times" pitchFamily="2" charset="0"/>
                  </a:rPr>
                  <a:t>ℓ</a:t>
                </a:r>
                <a:r>
                  <a:rPr lang="en-US" altLang="en-US" sz="2400" dirty="0">
                    <a:latin typeface="VNI-Times" pitchFamily="2" charset="0"/>
                  </a:rPr>
                  <a:t> </a:t>
                </a:r>
                <a:r>
                  <a:rPr lang="en-US" altLang="en-US" sz="5400" b="0" i="1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5400" dirty="0">
                    <a:latin typeface="Arial" panose="020B0604020202020204" pitchFamily="34" charset="0"/>
                  </a:rPr>
                  <a:t>    </a:t>
                </a:r>
                <a:r>
                  <a:rPr lang="en-US" altLang="en-US" sz="5400" b="0" dirty="0">
                    <a:latin typeface="Arial" panose="020B0604020202020204" pitchFamily="34" charset="0"/>
                  </a:rPr>
                  <a:t>m</a:t>
                </a:r>
                <a:r>
                  <a:rPr lang="en-US" altLang="en-US" sz="6000" b="0" baseline="-25000" dirty="0">
                    <a:latin typeface="VNI-Times" pitchFamily="2" charset="0"/>
                  </a:rPr>
                  <a:t>ℓ</a:t>
                </a:r>
                <a:r>
                  <a:rPr lang="en-US" altLang="en-US" sz="2400" dirty="0">
                    <a:latin typeface="VNI-Times" pitchFamily="2" charset="0"/>
                  </a:rPr>
                  <a:t> </a:t>
                </a:r>
                <a:r>
                  <a:rPr lang="en-US" altLang="en-US" sz="5400" b="0" dirty="0">
                    <a:latin typeface="Arial" panose="020B0604020202020204" pitchFamily="34" charset="0"/>
                  </a:rPr>
                  <a:t>	      </a:t>
                </a:r>
                <a:r>
                  <a:rPr lang="en-US" altLang="en-US" sz="5400" b="0" dirty="0" err="1">
                    <a:latin typeface="Arial" panose="020B0604020202020204" pitchFamily="34" charset="0"/>
                  </a:rPr>
                  <a:t>m</a:t>
                </a:r>
                <a:r>
                  <a:rPr lang="en-US" altLang="en-US" sz="5400" b="0" baseline="-25000" dirty="0" err="1">
                    <a:latin typeface="Arial" panose="020B0604020202020204" pitchFamily="34" charset="0"/>
                  </a:rPr>
                  <a:t>s</a:t>
                </a:r>
                <a:endParaRPr lang="en-US" altLang="en-US" sz="5400" b="0" baseline="-25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" name="Text Box 3">
                <a:extLst>
                  <a:ext uri="{FF2B5EF4-FFF2-40B4-BE49-F238E27FC236}">
                    <a16:creationId xmlns:a16="http://schemas.microsoft.com/office/drawing/2014/main" xmlns="" id="{C0EF4F3D-6FA2-46C7-AFC3-D4AFB742FF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005" y="3295887"/>
                <a:ext cx="2372643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 err="1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Lớp</a:t>
                </a:r>
                <a:r>
                  <a:rPr lang="en-US" sz="28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 electron</a:t>
                </a:r>
              </a:p>
            </p:txBody>
          </p:sp>
          <p:sp>
            <p:nvSpPr>
              <p:cNvPr id="21" name="Text Box 4">
                <a:extLst>
                  <a:ext uri="{FF2B5EF4-FFF2-40B4-BE49-F238E27FC236}">
                    <a16:creationId xmlns:a16="http://schemas.microsoft.com/office/drawing/2014/main" xmlns="" id="{533D8B32-6729-4641-BC3F-630A70540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7743" y="4243296"/>
                <a:ext cx="204897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 err="1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Phân</a:t>
                </a:r>
                <a:r>
                  <a:rPr lang="en-US" sz="2800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 </a:t>
                </a:r>
                <a:r>
                  <a:rPr lang="en-US" sz="2800" dirty="0" err="1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lớp</a:t>
                </a:r>
                <a:r>
                  <a:rPr lang="en-US" sz="2800" dirty="0">
                    <a:solidFill>
                      <a:srgbClr val="0070C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 e</a:t>
                </a:r>
              </a:p>
            </p:txBody>
          </p:sp>
          <p:sp>
            <p:nvSpPr>
              <p:cNvPr id="23" name="AutoShape 8">
                <a:extLst>
                  <a:ext uri="{FF2B5EF4-FFF2-40B4-BE49-F238E27FC236}">
                    <a16:creationId xmlns:a16="http://schemas.microsoft.com/office/drawing/2014/main" xmlns="" id="{B9C3A94D-E341-433C-B5A5-E6E1E63B58CD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1310516" y="2940587"/>
                <a:ext cx="381000" cy="2290438"/>
              </a:xfrm>
              <a:prstGeom prst="leftBrace">
                <a:avLst>
                  <a:gd name="adj1" fmla="val 56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VNI-Times" pitchFamily="2" charset="0"/>
                </a:endParaRPr>
              </a:p>
            </p:txBody>
          </p:sp>
          <p:sp>
            <p:nvSpPr>
              <p:cNvPr id="25" name="AutoShape 9">
                <a:extLst>
                  <a:ext uri="{FF2B5EF4-FFF2-40B4-BE49-F238E27FC236}">
                    <a16:creationId xmlns:a16="http://schemas.microsoft.com/office/drawing/2014/main" xmlns="" id="{2DA45193-A5DD-40BB-933C-52D9CE739FD8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603697" y="2485605"/>
                <a:ext cx="381000" cy="4876800"/>
              </a:xfrm>
              <a:prstGeom prst="leftBrace">
                <a:avLst>
                  <a:gd name="adj1" fmla="val 106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VNI-Times" pitchFamily="2" charset="0"/>
                </a:endParaRPr>
              </a:p>
            </p:txBody>
          </p:sp>
          <p:sp>
            <p:nvSpPr>
              <p:cNvPr id="26" name="AutoShape 10">
                <a:extLst>
                  <a:ext uri="{FF2B5EF4-FFF2-40B4-BE49-F238E27FC236}">
                    <a16:creationId xmlns:a16="http://schemas.microsoft.com/office/drawing/2014/main" xmlns="" id="{17DC9301-8864-40A6-B161-F975A344B0B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496820" y="2463691"/>
                <a:ext cx="423553" cy="6705600"/>
              </a:xfrm>
              <a:prstGeom prst="rightBrace">
                <a:avLst>
                  <a:gd name="adj1" fmla="val 81481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VNI-Times" pitchFamily="2" charset="0"/>
                </a:endParaRPr>
              </a:p>
            </p:txBody>
          </p:sp>
          <p:sp>
            <p:nvSpPr>
              <p:cNvPr id="27" name="Text Box 4">
                <a:extLst>
                  <a:ext uri="{FF2B5EF4-FFF2-40B4-BE49-F238E27FC236}">
                    <a16:creationId xmlns:a16="http://schemas.microsoft.com/office/drawing/2014/main" xmlns="" id="{533D8B32-6729-4641-BC3F-630A70540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4183" y="5071513"/>
                <a:ext cx="71671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AO</a:t>
                </a:r>
              </a:p>
            </p:txBody>
          </p:sp>
          <p:sp>
            <p:nvSpPr>
              <p:cNvPr id="28" name="AutoShape 7">
                <a:extLst>
                  <a:ext uri="{FF2B5EF4-FFF2-40B4-BE49-F238E27FC236}">
                    <a16:creationId xmlns:a16="http://schemas.microsoft.com/office/drawing/2014/main" xmlns="" id="{09DBB5AA-A8CF-4818-BB22-60272F20ED65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6445162" y="4455276"/>
                <a:ext cx="335173" cy="897299"/>
              </a:xfrm>
              <a:prstGeom prst="leftBrace">
                <a:avLst>
                  <a:gd name="adj1" fmla="val 41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 b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Text Box 4">
                <a:extLst>
                  <a:ext uri="{FF2B5EF4-FFF2-40B4-BE49-F238E27FC236}">
                    <a16:creationId xmlns:a16="http://schemas.microsoft.com/office/drawing/2014/main" xmlns="" id="{533D8B32-6729-4641-BC3F-630A70540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2345" y="5013896"/>
                <a:ext cx="1019419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Spin</a:t>
                </a:r>
              </a:p>
            </p:txBody>
          </p:sp>
          <p:sp>
            <p:nvSpPr>
              <p:cNvPr id="30" name="Text Box 4">
                <a:extLst>
                  <a:ext uri="{FF2B5EF4-FFF2-40B4-BE49-F238E27FC236}">
                    <a16:creationId xmlns:a16="http://schemas.microsoft.com/office/drawing/2014/main" xmlns="" id="{533D8B32-6729-4641-BC3F-630A70540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9823" y="6060352"/>
                <a:ext cx="3417545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sz="28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Trạng</a:t>
                </a:r>
                <a:r>
                  <a:rPr 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thái</a:t>
                </a:r>
                <a:r>
                  <a:rPr lang="en-US" sz="28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</a:rPr>
                  <a:t> electron</a:t>
                </a:r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7218945" y="2320985"/>
            <a:ext cx="4991392" cy="2308324"/>
            <a:chOff x="7218945" y="2320985"/>
            <a:chExt cx="4991392" cy="2308324"/>
          </a:xfrm>
        </p:grpSpPr>
        <p:sp>
          <p:nvSpPr>
            <p:cNvPr id="31" name="TextBox 30"/>
            <p:cNvSpPr txBox="1"/>
            <p:nvPr/>
          </p:nvSpPr>
          <p:spPr>
            <a:xfrm>
              <a:off x="7218945" y="2320985"/>
              <a:ext cx="499139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61963" algn="just">
                <a:lnSpc>
                  <a:spcPct val="150000"/>
                </a:lnSpc>
              </a:pP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(n, l, m</a:t>
              </a:r>
              <a:r>
                <a:rPr lang="en-US" sz="2400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400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hoàn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toàn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kích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thước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dạng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động</a:t>
              </a:r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32" name="Notched Right Arrow 31"/>
            <p:cNvSpPr/>
            <p:nvPr/>
          </p:nvSpPr>
          <p:spPr>
            <a:xfrm>
              <a:off x="7249481" y="2549415"/>
              <a:ext cx="399494" cy="263946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131764" y="4687828"/>
            <a:ext cx="4745648" cy="2199628"/>
            <a:chOff x="7131764" y="4687828"/>
            <a:chExt cx="4745648" cy="2199628"/>
          </a:xfrm>
        </p:grpSpPr>
        <p:sp>
          <p:nvSpPr>
            <p:cNvPr id="33" name="Rectangle 32"/>
            <p:cNvSpPr/>
            <p:nvPr/>
          </p:nvSpPr>
          <p:spPr>
            <a:xfrm>
              <a:off x="7337104" y="4687828"/>
              <a:ext cx="179728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spcAft>
                  <a:spcPts val="1200"/>
                </a:spcAft>
                <a:buFont typeface="Wingdings" panose="05000000000000000000" pitchFamily="2" charset="2"/>
                <a:buChar char="v"/>
              </a:pP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Ký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7131764" y="4801970"/>
              <a:ext cx="4745648" cy="2085486"/>
              <a:chOff x="7306320" y="4540465"/>
              <a:chExt cx="4745648" cy="2085486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8933247" y="4956206"/>
                <a:ext cx="123783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0" dirty="0">
                    <a:solidFill>
                      <a:srgbClr val="0070C0"/>
                    </a:solidFill>
                  </a:rPr>
                  <a:t>3</a:t>
                </a:r>
                <a:r>
                  <a:rPr lang="en-US" sz="6000" dirty="0"/>
                  <a:t>p</a:t>
                </a:r>
                <a:r>
                  <a:rPr lang="en-US" sz="6000" baseline="30000" dirty="0">
                    <a:solidFill>
                      <a:srgbClr val="FF0000"/>
                    </a:solidFill>
                  </a:rPr>
                  <a:t>6</a:t>
                </a:r>
                <a:endParaRPr lang="en-US" sz="60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36" name="Elbow Connector 35"/>
              <p:cNvCxnSpPr/>
              <p:nvPr/>
            </p:nvCxnSpPr>
            <p:spPr>
              <a:xfrm flipV="1">
                <a:off x="10051031" y="4956206"/>
                <a:ext cx="335843" cy="311340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10351521" y="4540465"/>
                <a:ext cx="17004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</a:t>
                </a:r>
                <a:r>
                  <a:rPr lang="en-US" sz="2400" i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4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orbital</a:t>
                </a:r>
              </a:p>
            </p:txBody>
          </p:sp>
          <p:cxnSp>
            <p:nvCxnSpPr>
              <p:cNvPr id="38" name="Straight Arrow Connector 37"/>
              <p:cNvCxnSpPr/>
              <p:nvPr/>
            </p:nvCxnSpPr>
            <p:spPr>
              <a:xfrm>
                <a:off x="9756038" y="5717219"/>
                <a:ext cx="294993" cy="19574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9838488" y="5794954"/>
                <a:ext cx="17004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Dạng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orbital</a:t>
                </a:r>
              </a:p>
            </p:txBody>
          </p:sp>
          <p:cxnSp>
            <p:nvCxnSpPr>
              <p:cNvPr id="40" name="Straight Arrow Connector 39"/>
              <p:cNvCxnSpPr/>
              <p:nvPr/>
            </p:nvCxnSpPr>
            <p:spPr>
              <a:xfrm flipH="1">
                <a:off x="8571010" y="5664562"/>
                <a:ext cx="488272" cy="19574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7306320" y="5767512"/>
                <a:ext cx="21149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4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hay </a:t>
                </a:r>
                <a:r>
                  <a:rPr lang="en-US" sz="24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US" sz="24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4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endParaRPr lang="en-US" sz="24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83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66102" y="973610"/>
            <a:ext cx="830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(n, </a:t>
            </a:r>
            <a:r>
              <a:rPr lang="en-US" altLang="en-US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ℓ) ta </a:t>
            </a:r>
            <a:r>
              <a:rPr lang="en-US" altLang="en-US" sz="4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4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xmlns="" id="{50A3A27D-6328-488A-9AE0-D407BBEFC314}"/>
              </a:ext>
            </a:extLst>
          </p:cNvPr>
          <p:cNvSpPr txBox="1">
            <a:spLocks noChangeArrowheads="1"/>
          </p:cNvSpPr>
          <p:nvPr/>
        </p:nvSpPr>
        <p:spPr>
          <a:xfrm>
            <a:off x="19328" y="2085151"/>
            <a:ext cx="5824322" cy="1929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36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sz="36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3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3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(2ℓ + 1)  </a:t>
            </a:r>
          </a:p>
          <a:p>
            <a:pPr marL="0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111125" algn="l"/>
                <a:tab pos="1939925" algn="l"/>
              </a:tabLst>
              <a:defRPr/>
            </a:pP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2(2ℓ + 1)</a:t>
            </a:r>
            <a:endParaRPr lang="en-US" alt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2638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111125" algn="l"/>
                <a:tab pos="1939925" algn="l"/>
              </a:tabLst>
              <a:defRPr/>
            </a:pPr>
            <a:endParaRPr lang="en-US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endParaRPr lang="en-US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3650" y="1902588"/>
            <a:ext cx="6216762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3838" indent="-223838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l=0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3838" indent="-223838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11125" algn="l"/>
                <a:tab pos="1939925" algn="l"/>
              </a:tabLst>
              <a:defRPr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	1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3838" indent="-223838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l=2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23838" indent="-223838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11125" algn="l"/>
                <a:tab pos="1939925" algn="l"/>
              </a:tabLst>
              <a:defRPr/>
            </a:pP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l=3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3838" indent="-223838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11125" algn="l"/>
                <a:tab pos="1939925" algn="l"/>
              </a:tabLst>
              <a:defRPr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(l=4):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18 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6213" indent="-1762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((l=5):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 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784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orbital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66102" y="973610"/>
            <a:ext cx="830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 ta </a:t>
            </a:r>
            <a:r>
              <a:rPr lang="en-US" altLang="zh-TW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en-US" sz="4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4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xmlns="" id="{50A3A27D-6328-488A-9AE0-D407BBEFC314}"/>
              </a:ext>
            </a:extLst>
          </p:cNvPr>
          <p:cNvSpPr txBox="1">
            <a:spLocks noChangeArrowheads="1"/>
          </p:cNvSpPr>
          <p:nvPr/>
        </p:nvSpPr>
        <p:spPr>
          <a:xfrm>
            <a:off x="2082696" y="2637367"/>
            <a:ext cx="5824322" cy="1929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</a:t>
            </a:r>
            <a:r>
              <a:rPr lang="en-US" altLang="en-US" sz="3200" b="1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111125" algn="l"/>
                <a:tab pos="1939925" algn="l"/>
              </a:tabLst>
              <a:defRPr/>
            </a:pP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sz="32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2n</a:t>
            </a:r>
            <a:r>
              <a:rPr lang="en-US" altLang="en-US" sz="3200" b="1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sz="32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2638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111125" algn="l"/>
                <a:tab pos="1939925" algn="l"/>
              </a:tabLst>
              <a:defRPr/>
            </a:pPr>
            <a:endParaRPr lang="en-US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82725" indent="0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endParaRPr lang="en-US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111125" algn="l"/>
                <a:tab pos="1939925" algn="l"/>
              </a:tabLst>
              <a:defRPr/>
            </a:pPr>
            <a:endParaRPr lang="en-US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840184" y="1681496"/>
            <a:ext cx="8677375" cy="8237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ℓ = 0,1,.,(n-1))</a:t>
            </a:r>
          </a:p>
        </p:txBody>
      </p:sp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xmlns="" id="{C215C6D2-C5EE-B54E-B8B7-1C88FD9B7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2936695"/>
              </p:ext>
            </p:extLst>
          </p:nvPr>
        </p:nvGraphicFramePr>
        <p:xfrm>
          <a:off x="1540042" y="4566430"/>
          <a:ext cx="8229599" cy="1828800"/>
        </p:xfrm>
        <a:graphic>
          <a:graphicData uri="http://schemas.openxmlformats.org/drawingml/2006/table">
            <a:tbl>
              <a:tblPr/>
              <a:tblGrid>
                <a:gridCol w="19693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591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425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60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878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591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645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Lớp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3369734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electron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84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Quantum Numbers &amp; Orbitals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989415" y="965057"/>
            <a:ext cx="10400480" cy="5668354"/>
            <a:chOff x="-76200" y="1313411"/>
            <a:chExt cx="9120101" cy="4325389"/>
          </a:xfrm>
        </p:grpSpPr>
        <p:grpSp>
          <p:nvGrpSpPr>
            <p:cNvPr id="7" name="Group 3"/>
            <p:cNvGrpSpPr>
              <a:grpSpLocks/>
            </p:cNvGrpSpPr>
            <p:nvPr/>
          </p:nvGrpSpPr>
          <p:grpSpPr bwMode="auto">
            <a:xfrm>
              <a:off x="-76200" y="1828799"/>
              <a:ext cx="9120101" cy="3810001"/>
              <a:chOff x="-76200" y="1828799"/>
              <a:chExt cx="9120101" cy="3810001"/>
            </a:xfrm>
          </p:grpSpPr>
          <p:pic>
            <p:nvPicPr>
              <p:cNvPr id="9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696" t="11276" r="62927"/>
              <a:stretch>
                <a:fillRect/>
              </a:stretch>
            </p:blipFill>
            <p:spPr bwMode="auto">
              <a:xfrm>
                <a:off x="1314796" y="1828799"/>
                <a:ext cx="2193175" cy="38028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794" t="11281" r="20464"/>
              <a:stretch>
                <a:fillRect/>
              </a:stretch>
            </p:blipFill>
            <p:spPr bwMode="auto">
              <a:xfrm>
                <a:off x="5685905" y="1828799"/>
                <a:ext cx="1694411" cy="3802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3939" t="11281"/>
              <a:stretch>
                <a:fillRect/>
              </a:stretch>
            </p:blipFill>
            <p:spPr bwMode="auto">
              <a:xfrm>
                <a:off x="7315200" y="1828799"/>
                <a:ext cx="1728701" cy="380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111" r="87076"/>
              <a:stretch>
                <a:fillRect/>
              </a:stretch>
            </p:blipFill>
            <p:spPr bwMode="auto">
              <a:xfrm>
                <a:off x="-76200" y="1828800"/>
                <a:ext cx="1390996" cy="381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161" t="11281" r="39604"/>
              <a:stretch>
                <a:fillRect/>
              </a:stretch>
            </p:blipFill>
            <p:spPr bwMode="auto">
              <a:xfrm>
                <a:off x="3507971" y="1828799"/>
                <a:ext cx="2177934" cy="3802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14" t="24847" r="31564"/>
            <a:stretch>
              <a:fillRect/>
            </a:stretch>
          </p:blipFill>
          <p:spPr bwMode="auto">
            <a:xfrm>
              <a:off x="-76200" y="1313411"/>
              <a:ext cx="9120101" cy="515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6018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ngtử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altLang="zh-TW" sz="40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0788" y="1012728"/>
            <a:ext cx="8644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Đ/v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vs.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6455" y="6013055"/>
            <a:ext cx="8533105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Hydro.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571" y="2038496"/>
            <a:ext cx="3910650" cy="39151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6455" y="1827960"/>
            <a:ext cx="825415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</a:t>
            </a:r>
          </a:p>
        </p:txBody>
      </p:sp>
      <p:sp>
        <p:nvSpPr>
          <p:cNvPr id="2" name="Rectangle 1"/>
          <p:cNvSpPr/>
          <p:nvPr/>
        </p:nvSpPr>
        <p:spPr>
          <a:xfrm>
            <a:off x="176455" y="3760930"/>
            <a:ext cx="70244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Giống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Hydro,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n, l, m</a:t>
            </a:r>
            <a:r>
              <a:rPr lang="en-US" sz="2800" b="1" i="1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i="1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1077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6" grpId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chắn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749" y="814176"/>
            <a:ext cx="56274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(S)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hút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197" y="814176"/>
            <a:ext cx="57670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(P)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333791" y="3739183"/>
            <a:ext cx="4236774" cy="2628900"/>
            <a:chOff x="6783376" y="3810204"/>
            <a:chExt cx="4236774" cy="2628900"/>
          </a:xfrm>
        </p:grpSpPr>
        <p:grpSp>
          <p:nvGrpSpPr>
            <p:cNvPr id="2" name="Group 1"/>
            <p:cNvGrpSpPr/>
            <p:nvPr/>
          </p:nvGrpSpPr>
          <p:grpSpPr>
            <a:xfrm>
              <a:off x="6783376" y="3810204"/>
              <a:ext cx="4236774" cy="2628900"/>
              <a:chOff x="6783376" y="3810204"/>
              <a:chExt cx="4236774" cy="262890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057E5292-FECB-4BAE-9877-9C71A4E88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1334" y="3862169"/>
                <a:ext cx="1318816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Tác</a:t>
                </a:r>
                <a:r>
                  <a:rPr lang="en-US" altLang="en-US" sz="2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dụng</a:t>
                </a:r>
                <a:r>
                  <a:rPr lang="en-US" altLang="en-US" sz="20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 err="1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chắn</a:t>
                </a:r>
                <a:endParaRPr lang="en-US" altLang="en-US" sz="2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83376" y="3810204"/>
                <a:ext cx="2867025" cy="2628900"/>
              </a:xfrm>
              <a:prstGeom prst="rect">
                <a:avLst/>
              </a:prstGeom>
            </p:spPr>
          </p:pic>
          <p:cxnSp>
            <p:nvCxnSpPr>
              <p:cNvPr id="26" name="Elbow Connector 25"/>
              <p:cNvCxnSpPr/>
              <p:nvPr/>
            </p:nvCxnSpPr>
            <p:spPr>
              <a:xfrm flipV="1">
                <a:off x="8719031" y="4293638"/>
                <a:ext cx="1146968" cy="353944"/>
              </a:xfrm>
              <a:prstGeom prst="bentConnector3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Group 2"/>
            <p:cNvGrpSpPr/>
            <p:nvPr/>
          </p:nvGrpSpPr>
          <p:grpSpPr>
            <a:xfrm>
              <a:off x="9335243" y="5116937"/>
              <a:ext cx="1677988" cy="638582"/>
              <a:chOff x="9335243" y="5116937"/>
              <a:chExt cx="1677988" cy="63858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057E5292-FECB-4BAE-9877-9C71A4E88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65558" y="5355409"/>
                <a:ext cx="10476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 err="1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Bị</a:t>
                </a:r>
                <a:r>
                  <a:rPr lang="en-US" altLang="en-US" sz="2000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en-US" sz="2000" dirty="0" err="1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chắn</a:t>
                </a:r>
                <a:endParaRPr lang="en-US" altLang="en-US" sz="20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9335243" y="5116937"/>
                <a:ext cx="630315" cy="355107"/>
              </a:xfrm>
              <a:prstGeom prst="straightConnector1">
                <a:avLst/>
              </a:prstGeom>
              <a:ln w="19050">
                <a:solidFill>
                  <a:srgbClr val="CC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Group 27"/>
          <p:cNvGrpSpPr/>
          <p:nvPr/>
        </p:nvGrpSpPr>
        <p:grpSpPr>
          <a:xfrm>
            <a:off x="415386" y="3491832"/>
            <a:ext cx="6253758" cy="3323987"/>
            <a:chOff x="1964846" y="3873025"/>
            <a:chExt cx="8435706" cy="33239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1964846" y="3873025"/>
                  <a:ext cx="8435706" cy="33239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r>
                    <a:rPr lang="en-US" sz="2800" b="1" i="1" u="sng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Nhận </a:t>
                  </a:r>
                  <a:r>
                    <a:rPr lang="en-US" sz="2800" b="1" i="1" u="sng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xét</a:t>
                  </a:r>
                  <a:r>
                    <a:rPr lang="en-US" sz="2800" b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</a:p>
                <a:p>
                  <a:pPr indent="465138" algn="just">
                    <a:lnSpc>
                      <a:spcPct val="150000"/>
                    </a:lnSpc>
                  </a:pP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Electron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có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</a:t>
                  </a:r>
                  <a:r>
                    <a:rPr lang="en-US" altLang="en-US" sz="2800" i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 +</a:t>
                  </a:r>
                  <a:r>
                    <a:rPr lang="vi-VN" altLang="en-US" sz="2800" i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ℓ)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 →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bị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chắn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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và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khả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năng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xâm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nhập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vào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nhân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↓ →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bị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hạt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nhân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hút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alt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yếu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(Z</a:t>
                  </a:r>
                  <a:r>
                    <a:rPr lang="en-US" altLang="en-US" sz="2800" baseline="30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*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↓) 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→ E</a:t>
                  </a:r>
                  <a:r>
                    <a:rPr lang="en-US" sz="2800" baseline="-25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n,</a:t>
                  </a:r>
                  <a:r>
                    <a:rPr lang="en-US" altLang="en-US" sz="2800" baseline="-250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ℓ 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      </a:t>
                  </a:r>
                </a:p>
                <a:p>
                  <a:pPr indent="465138" algn="just">
                    <a:lnSpc>
                      <a:spcPct val="150000"/>
                    </a:lnSpc>
                  </a:pP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</a:t>
                  </a:r>
                  <a:r>
                    <a:rPr 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Quy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tắc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Kleshkovski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:r>
                    <a:rPr lang="en-US" sz="28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800" baseline="-25000" dirty="0" err="1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n,l</a:t>
                  </a:r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</m:oMath>
                  </a14:m>
                  <a:r>
                    <a:rPr 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</a:t>
                  </a:r>
                  <a:r>
                    <a:rPr lang="en-US" altLang="en-US" sz="2800" i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 +</a:t>
                  </a:r>
                  <a:r>
                    <a:rPr lang="vi-VN" altLang="en-US" sz="2800" i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en-US" sz="2800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ℓ)</a:t>
                  </a:r>
                  <a:endParaRPr lang="en-US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846" y="3873025"/>
                  <a:ext cx="8435706" cy="332398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949" r="-2047" b="-20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Notched Right Arrow 29"/>
            <p:cNvSpPr/>
            <p:nvPr/>
          </p:nvSpPr>
          <p:spPr>
            <a:xfrm>
              <a:off x="2284766" y="6716274"/>
              <a:ext cx="315577" cy="243832"/>
            </a:xfrm>
            <a:prstGeom prst="notch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60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4231" y="1188701"/>
            <a:ext cx="4493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n, l, m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25" y="1785607"/>
            <a:ext cx="2768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3059" y="3133694"/>
            <a:ext cx="8573181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Kleshkovski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Pauli;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Left Brace 17"/>
          <p:cNvSpPr/>
          <p:nvPr/>
        </p:nvSpPr>
        <p:spPr>
          <a:xfrm>
            <a:off x="2823179" y="1515699"/>
            <a:ext cx="426128" cy="2105905"/>
          </a:xfrm>
          <a:prstGeom prst="leftBrac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43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sắp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</a:t>
            </a:r>
            <a:r>
              <a:rPr lang="en-US" altLang="zh-TW" sz="4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34017" y="813189"/>
            <a:ext cx="8302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lý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vững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bền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–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quy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tắc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Kleshkovski</a:t>
            </a:r>
            <a:endParaRPr lang="en-US" altLang="zh-TW" sz="32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08627" y="1457382"/>
            <a:ext cx="66687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i="1" u="sng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462962" y="3631027"/>
            <a:ext cx="7844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8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i="1" u="sng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00136" y="4220464"/>
            <a:ext cx="7713984" cy="2527611"/>
            <a:chOff x="607081" y="3720561"/>
            <a:chExt cx="6515555" cy="2527611"/>
          </a:xfrm>
        </p:grpSpPr>
        <p:sp>
          <p:nvSpPr>
            <p:cNvPr id="20" name="TextBox 19"/>
            <p:cNvSpPr txBox="1"/>
            <p:nvPr/>
          </p:nvSpPr>
          <p:spPr>
            <a:xfrm>
              <a:off x="607081" y="3720561"/>
              <a:ext cx="6515555" cy="2477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800" b="1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tắc</a:t>
              </a:r>
              <a:r>
                <a:rPr lang="en-US" sz="2800" b="1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Kleshkowski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marL="342900" indent="3175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n+l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marL="342900" indent="3175" algn="just">
                <a:lnSpc>
                  <a:spcPct val="150000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n+l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sz="24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nhau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thì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4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dần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  1s 2s 2p 3s 3p 4s 3d 4p 5s 4d 5p 6s 4f 5d 6p 7s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1005694" y="5724952"/>
              <a:ext cx="6026970" cy="523220"/>
              <a:chOff x="1005694" y="5636172"/>
              <a:chExt cx="6026970" cy="523220"/>
            </a:xfrm>
          </p:grpSpPr>
          <p:sp>
            <p:nvSpPr>
              <p:cNvPr id="28" name="TextBox 1">
                <a:extLst>
                  <a:ext uri="{FF2B5EF4-FFF2-40B4-BE49-F238E27FC236}">
                    <a16:creationId xmlns:a16="http://schemas.microsoft.com/office/drawing/2014/main" xmlns="" id="{7CF1DB9A-BB54-45D5-A5FB-65B69595E3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66841" y="5636172"/>
                <a:ext cx="66582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800" dirty="0">
                    <a:solidFill>
                      <a:srgbClr val="FF0000"/>
                    </a:solidFill>
                    <a:cs typeface="Times New Roman" panose="02020603050405020304" pitchFamily="18" charset="0"/>
                    <a:sym typeface="Symbol" panose="05050102010706020507" pitchFamily="18" charset="2"/>
                  </a:rPr>
                  <a:t>E</a:t>
                </a:r>
                <a:endParaRPr lang="en-US" altLang="en-US" sz="2800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Straight Arrow Connector 3">
                <a:extLst>
                  <a:ext uri="{FF2B5EF4-FFF2-40B4-BE49-F238E27FC236}">
                    <a16:creationId xmlns:a16="http://schemas.microsoft.com/office/drawing/2014/main" xmlns="" id="{8861C469-F49F-4443-82C8-FAF4830428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1005694" y="6004413"/>
                <a:ext cx="5361147" cy="12447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205" y="1435250"/>
            <a:ext cx="3698699" cy="22261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BCCE3E-D898-00FD-098B-4B1AE1873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550" y="3530196"/>
            <a:ext cx="3884449" cy="332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Kleshkovski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xmlns="" id="{7952B70B-5962-A5FD-4509-A3B6FEEFF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75" y="5266426"/>
            <a:ext cx="1153828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altLang="ko-KR" sz="2800" b="1" dirty="0" err="1" smtClean="0">
                <a:ea typeface="굴림" panose="020B0600000101010101" pitchFamily="34" charset="-127"/>
              </a:rPr>
              <a:t>Phân</a:t>
            </a:r>
            <a:r>
              <a:rPr lang="en-US" altLang="ko-KR" sz="2800" b="1" dirty="0" smtClean="0">
                <a:ea typeface="굴림" panose="020B0600000101010101" pitchFamily="34" charset="-127"/>
              </a:rPr>
              <a:t> </a:t>
            </a:r>
            <a:r>
              <a:rPr lang="en-US" altLang="ko-KR" sz="2800" b="1" dirty="0" err="1" smtClean="0">
                <a:ea typeface="굴림" panose="020B0600000101010101" pitchFamily="34" charset="-127"/>
              </a:rPr>
              <a:t>lớp</a:t>
            </a:r>
            <a:r>
              <a:rPr lang="en-US" altLang="ko-KR" sz="2800" b="1" dirty="0" smtClean="0">
                <a:ea typeface="굴림" panose="020B0600000101010101" pitchFamily="34" charset="-127"/>
              </a:rPr>
              <a:t>:    </a:t>
            </a:r>
            <a:r>
              <a:rPr lang="en-US" altLang="ko-KR" sz="2800" dirty="0" smtClean="0">
                <a:ea typeface="굴림" panose="020B0600000101010101" pitchFamily="34" charset="-127"/>
              </a:rPr>
              <a:t>1s  </a:t>
            </a:r>
            <a:r>
              <a:rPr lang="en-US" altLang="ko-KR" sz="2800" dirty="0">
                <a:ea typeface="굴림" panose="020B0600000101010101" pitchFamily="34" charset="-127"/>
              </a:rPr>
              <a:t>2s  2p  3s  3p  4s  3d  4p  5s  4d  5p  6s  4f  5d  6p  7s  5f  6d </a:t>
            </a:r>
            <a:endParaRPr lang="ko-KR" altLang="ko-KR" sz="2800" dirty="0">
              <a:ea typeface="굴림" panose="020B0600000101010101" pitchFamily="34" charset="-127"/>
            </a:endParaRPr>
          </a:p>
          <a:p>
            <a:pPr algn="just">
              <a:spcBef>
                <a:spcPts val="600"/>
              </a:spcBef>
            </a:pPr>
            <a:r>
              <a:rPr lang="en-US" altLang="ko-KR" sz="2800" b="1" dirty="0">
                <a:ea typeface="굴림" panose="020B0600000101010101" pitchFamily="34" charset="-127"/>
              </a:rPr>
              <a:t>(n +</a:t>
            </a:r>
            <a:r>
              <a:rPr lang="en-US" altLang="ko-KR" sz="2800" b="1" dirty="0">
                <a:latin typeface="Franklin Gothic Medium Cond" panose="020B0606030402020204" pitchFamily="34" charset="0"/>
                <a:ea typeface="굴림" panose="020B0600000101010101" pitchFamily="34" charset="-127"/>
              </a:rPr>
              <a:t> ℓ</a:t>
            </a:r>
            <a:r>
              <a:rPr lang="en-US" altLang="ko-KR" sz="2800" b="1" dirty="0">
                <a:ea typeface="굴림" panose="020B0600000101010101" pitchFamily="34" charset="-127"/>
              </a:rPr>
              <a:t>)</a:t>
            </a:r>
            <a:r>
              <a:rPr lang="en-US" altLang="ko-KR" sz="2800" dirty="0">
                <a:ea typeface="굴림" panose="020B0600000101010101" pitchFamily="34" charset="-127"/>
              </a:rPr>
              <a:t>	   </a:t>
            </a:r>
            <a:r>
              <a:rPr lang="en-US" altLang="ko-KR" sz="2800" b="1" dirty="0">
                <a:solidFill>
                  <a:srgbClr val="FF0000"/>
                </a:solidFill>
                <a:ea typeface="굴림" panose="020B0600000101010101" pitchFamily="34" charset="-127"/>
              </a:rPr>
              <a:t>1   2        3         4             5               6                   7               8</a:t>
            </a:r>
            <a:endParaRPr lang="ko-KR" altLang="ko-KR" sz="2800" b="1" dirty="0">
              <a:solidFill>
                <a:srgbClr val="FF0000"/>
              </a:solidFill>
              <a:ea typeface="굴림" panose="020B0600000101010101" pitchFamily="34" charset="-127"/>
            </a:endParaRPr>
          </a:p>
        </p:txBody>
      </p:sp>
      <p:cxnSp>
        <p:nvCxnSpPr>
          <p:cNvPr id="12" name="Straight Arrow Connector 3">
            <a:extLst>
              <a:ext uri="{FF2B5EF4-FFF2-40B4-BE49-F238E27FC236}">
                <a16:creationId xmlns:a16="http://schemas.microsoft.com/office/drawing/2014/main" xmlns="" id="{C9FCDC29-AAE9-1B78-F8F8-1C7EC0FC6AD8}"/>
              </a:ext>
            </a:extLst>
          </p:cNvPr>
          <p:cNvCxnSpPr>
            <a:cxnSpLocks/>
          </p:cNvCxnSpPr>
          <p:nvPr/>
        </p:nvCxnSpPr>
        <p:spPr bwMode="auto">
          <a:xfrm flipV="1">
            <a:off x="2174123" y="6649356"/>
            <a:ext cx="8964000" cy="1244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xmlns="" id="{C911BDBC-E1F1-BCD9-024F-6C1832434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2996" y="6150810"/>
            <a:ext cx="8732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en-US" b="1" dirty="0">
                <a:solidFill>
                  <a:srgbClr val="CC00CC"/>
                </a:solidFill>
                <a:latin typeface="VNI-Times" pitchFamily="2" charset="0"/>
                <a:sym typeface="Symbol" panose="05050102010706020507" pitchFamily="18" charset="2"/>
              </a:rPr>
              <a:t></a:t>
            </a:r>
            <a:endParaRPr lang="en-US" altLang="en-US" b="1" dirty="0">
              <a:solidFill>
                <a:srgbClr val="CC00CC"/>
              </a:solidFill>
              <a:latin typeface="VNI-Times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25EE7CF-187C-B429-6D00-C85AF187228D}"/>
              </a:ext>
            </a:extLst>
          </p:cNvPr>
          <p:cNvSpPr/>
          <p:nvPr/>
        </p:nvSpPr>
        <p:spPr>
          <a:xfrm>
            <a:off x="5781412" y="1155300"/>
            <a:ext cx="6096000" cy="65877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2800" b="1" i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800" b="1" i="1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E4E79E0-6C76-3B5B-185E-FF7C60026D84}"/>
              </a:ext>
            </a:extLst>
          </p:cNvPr>
          <p:cNvSpPr/>
          <p:nvPr/>
        </p:nvSpPr>
        <p:spPr>
          <a:xfrm>
            <a:off x="5820240" y="1935041"/>
            <a:ext cx="6096000" cy="12464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71513" indent="-314325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Oxygen (O) </a:t>
            </a:r>
            <a:r>
              <a:rPr lang="en-US" sz="2800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 = 8</a:t>
            </a:r>
          </a:p>
          <a:p>
            <a:pPr lvl="1" algn="just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⇢  1s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x-non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8A6F490-104A-EB32-50A8-108B9AEAF321}"/>
              </a:ext>
            </a:extLst>
          </p:cNvPr>
          <p:cNvSpPr/>
          <p:nvPr/>
        </p:nvSpPr>
        <p:spPr>
          <a:xfrm>
            <a:off x="5820240" y="3230650"/>
            <a:ext cx="6096000" cy="12464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671513" indent="-314325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Titanium (Ti) </a:t>
            </a:r>
            <a:r>
              <a:rPr lang="en-US" sz="2800" dirty="0" err="1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 = 22</a:t>
            </a:r>
          </a:p>
          <a:p>
            <a:pPr lvl="1" algn="just"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⇢  1s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3p</a:t>
            </a:r>
            <a:r>
              <a:rPr lang="en-US" sz="2800" baseline="30000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2800" b="1" dirty="0">
                <a:solidFill>
                  <a:srgbClr val="00FF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sz="2800" b="1" baseline="30000" dirty="0">
                <a:solidFill>
                  <a:srgbClr val="00FF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00FF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sz="2800" b="1" baseline="30000" dirty="0">
                <a:solidFill>
                  <a:srgbClr val="00FF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x-non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xmlns="" id="{6D33A41A-E49B-4A78-6F36-65064AD91B8F}"/>
              </a:ext>
            </a:extLst>
          </p:cNvPr>
          <p:cNvSpPr/>
          <p:nvPr/>
        </p:nvSpPr>
        <p:spPr>
          <a:xfrm rot="16200000">
            <a:off x="3590889" y="5524244"/>
            <a:ext cx="272817" cy="91938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xmlns="" id="{7245720A-CDBE-CD48-F89E-26254522A0B4}"/>
              </a:ext>
            </a:extLst>
          </p:cNvPr>
          <p:cNvSpPr/>
          <p:nvPr/>
        </p:nvSpPr>
        <p:spPr>
          <a:xfrm rot="16200000">
            <a:off x="4609563" y="5532546"/>
            <a:ext cx="272817" cy="919382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xmlns="" id="{2C4A38B5-9335-7FF2-C767-40F0FA8FBEA8}"/>
              </a:ext>
            </a:extLst>
          </p:cNvPr>
          <p:cNvSpPr/>
          <p:nvPr/>
        </p:nvSpPr>
        <p:spPr>
          <a:xfrm rot="16200000">
            <a:off x="5900677" y="5283335"/>
            <a:ext cx="272817" cy="14012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xmlns="" id="{8FDCFEC0-A558-6DA8-AB3A-EE2F7B1FBB0C}"/>
              </a:ext>
            </a:extLst>
          </p:cNvPr>
          <p:cNvSpPr/>
          <p:nvPr/>
        </p:nvSpPr>
        <p:spPr>
          <a:xfrm rot="16200000">
            <a:off x="7418605" y="5297049"/>
            <a:ext cx="314513" cy="141470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xmlns="" id="{A6FC7E47-9491-B65E-3C6A-008324DFE9C2}"/>
              </a:ext>
            </a:extLst>
          </p:cNvPr>
          <p:cNvSpPr/>
          <p:nvPr/>
        </p:nvSpPr>
        <p:spPr>
          <a:xfrm rot="16200000">
            <a:off x="9276650" y="5034071"/>
            <a:ext cx="281500" cy="190764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5">
            <a:extLst>
              <a:ext uri="{FF2B5EF4-FFF2-40B4-BE49-F238E27FC236}">
                <a16:creationId xmlns:a16="http://schemas.microsoft.com/office/drawing/2014/main" xmlns="" id="{B40B2FF8-36C8-4B10-B9F1-C2D8AE67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3484" y="1025729"/>
            <a:ext cx="5317359" cy="409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569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trừ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Pauli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AA591952-0CD2-7C31-C2F7-EE858EB6785E}"/>
              </a:ext>
            </a:extLst>
          </p:cNvPr>
          <p:cNvGrpSpPr/>
          <p:nvPr/>
        </p:nvGrpSpPr>
        <p:grpSpPr>
          <a:xfrm>
            <a:off x="388604" y="6065046"/>
            <a:ext cx="3417732" cy="642796"/>
            <a:chOff x="3060808" y="2599767"/>
            <a:chExt cx="3417732" cy="642796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xmlns="" id="{B96540A3-2B0E-B0FB-39C4-72D396EEA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808" y="2610029"/>
              <a:ext cx="677662" cy="6325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  <a:latin typeface="VNI-Times" pitchFamily="2" charset="0"/>
                  <a:sym typeface="Symbol" panose="05050102010706020507" pitchFamily="18" charset="2"/>
                </a:rPr>
                <a:t></a:t>
              </a:r>
              <a:r>
                <a:rPr lang="en-US" altLang="en-US" sz="2400" dirty="0">
                  <a:latin typeface="VNI-Times" pitchFamily="2" charset="0"/>
                  <a:sym typeface="Symbol" panose="05050102010706020507" pitchFamily="18" charset="2"/>
                </a:rPr>
                <a:t> </a:t>
              </a:r>
              <a:r>
                <a:rPr lang="en-US" altLang="en-US" sz="2400" dirty="0">
                  <a:solidFill>
                    <a:srgbClr val="0070C0"/>
                  </a:solidFill>
                  <a:latin typeface="VNI-Times" pitchFamily="2" charset="0"/>
                  <a:sym typeface="Symbol" panose="05050102010706020507" pitchFamily="18" charset="2"/>
                </a:rPr>
                <a:t></a:t>
              </a:r>
              <a:endParaRPr lang="en-US" altLang="en-US" sz="2400" dirty="0">
                <a:solidFill>
                  <a:srgbClr val="0070C0"/>
                </a:solidFill>
                <a:latin typeface="VNI-Times" pitchFamily="2" charset="0"/>
                <a:sym typeface="Wingdings" panose="05000000000000000000" pitchFamily="2" charset="2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xmlns="" id="{00B66953-7C77-9A3E-1EE2-B4166AA2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0878" y="2599767"/>
              <a:ext cx="677662" cy="6325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FF0000"/>
                  </a:solidFill>
                  <a:latin typeface="VNI-Times" pitchFamily="2" charset="0"/>
                  <a:sym typeface="Symbol" panose="05050102010706020507" pitchFamily="18" charset="2"/>
                </a:rPr>
                <a:t></a:t>
              </a:r>
              <a:endParaRPr lang="en-US" altLang="en-US" sz="2400" dirty="0">
                <a:solidFill>
                  <a:srgbClr val="0070C0"/>
                </a:solidFill>
                <a:latin typeface="VNI-Times" pitchFamily="2" charset="0"/>
                <a:sym typeface="Wingdings" panose="05000000000000000000" pitchFamily="2" charset="2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9782F92B-959F-73D0-9431-943C59E8EDE7}"/>
                </a:ext>
              </a:extLst>
            </p:cNvPr>
            <p:cNvSpPr txBox="1"/>
            <p:nvPr/>
          </p:nvSpPr>
          <p:spPr>
            <a:xfrm>
              <a:off x="3900686" y="2715979"/>
              <a:ext cx="17379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Căp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electron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0A24DE3-71C7-A1D6-0A15-EEC027731C4C}"/>
              </a:ext>
            </a:extLst>
          </p:cNvPr>
          <p:cNvSpPr txBox="1"/>
          <p:nvPr/>
        </p:nvSpPr>
        <p:spPr>
          <a:xfrm>
            <a:off x="4154640" y="6242237"/>
            <a:ext cx="2350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Electron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9" descr="Wolfgang Pauli - Wikipedia">
            <a:extLst>
              <a:ext uri="{FF2B5EF4-FFF2-40B4-BE49-F238E27FC236}">
                <a16:creationId xmlns:a16="http://schemas.microsoft.com/office/drawing/2014/main" xmlns="" id="{8FD08452-7764-4970-900C-E67113242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11" y="1023177"/>
            <a:ext cx="1662479" cy="201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2">
            <a:extLst>
              <a:ext uri="{FF2B5EF4-FFF2-40B4-BE49-F238E27FC236}">
                <a16:creationId xmlns:a16="http://schemas.microsoft.com/office/drawing/2014/main" xmlns="" id="{B441F184-32A3-4250-B376-F342CC44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31" y="3183198"/>
            <a:ext cx="14139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W. E. Paul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(1900 </a:t>
            </a:r>
            <a:r>
              <a:rPr lang="en-US" altLang="en-US" sz="1600" b="0" dirty="0">
                <a:latin typeface="Arial" panose="020B0604020202020204" pitchFamily="34" charset="0"/>
              </a:rPr>
              <a:t>-1958)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xmlns="" id="{F1CBC8AA-977F-4C7F-A886-C94F80A51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047" y="900238"/>
            <a:ext cx="953879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nguyên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không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thể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tồn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tại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hai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electron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có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cùng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giá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trị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bốn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số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lượng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n, 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ℓ, m</a:t>
            </a:r>
            <a:r>
              <a:rPr lang="en-US" altLang="en-US" sz="28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ℓ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và</a:t>
            </a:r>
            <a:r>
              <a:rPr lang="en-US" alt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</a:t>
            </a:r>
            <a:r>
              <a:rPr lang="en-US" altLang="en-US" sz="2800" b="1" baseline="-25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en-US" sz="2800" dirty="0" err="1">
                <a:cs typeface="Times New Roman" panose="02020603050405020304" pitchFamily="18" charset="0"/>
              </a:rPr>
              <a:t>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75A399D7-6235-4769-8D60-01E10316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8988" y="2253989"/>
            <a:ext cx="966143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465138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en-US" sz="2800" b="1" dirty="0" err="1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Một</a:t>
            </a:r>
            <a:r>
              <a:rPr lang="en-US" altLang="en-US" sz="2800" b="1" dirty="0">
                <a:solidFill>
                  <a:srgbClr val="0000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AO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được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xác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bởi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bộ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3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lượng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0" dirty="0" err="1"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sz="2800" b="0" dirty="0">
                <a:cs typeface="Times New Roman" panose="02020603050405020304" pitchFamily="18" charset="0"/>
                <a:sym typeface="Symbol" panose="05050102010706020507" pitchFamily="18" charset="2"/>
              </a:rPr>
              <a:t> (n, </a:t>
            </a:r>
            <a:r>
              <a:rPr lang="en-US" altLang="en-US" sz="2800" b="0" dirty="0">
                <a:cs typeface="Times New Roman" panose="02020603050405020304" pitchFamily="18" charset="0"/>
              </a:rPr>
              <a:t>ℓ, m</a:t>
            </a:r>
            <a:r>
              <a:rPr lang="en-US" altLang="en-US" sz="2800" b="0" baseline="-25000" dirty="0">
                <a:cs typeface="Times New Roman" panose="02020603050405020304" pitchFamily="18" charset="0"/>
              </a:rPr>
              <a:t>ℓ</a:t>
            </a:r>
            <a:r>
              <a:rPr lang="en-US" altLang="en-US" sz="2800" b="0" dirty="0">
                <a:cs typeface="Times New Roman" panose="02020603050405020304" pitchFamily="18" charset="0"/>
              </a:rPr>
              <a:t>) </a:t>
            </a:r>
            <a:r>
              <a:rPr lang="en-US" altLang="en-US" sz="2800" b="0" dirty="0" err="1">
                <a:cs typeface="Times New Roman" panose="02020603050405020304" pitchFamily="18" charset="0"/>
              </a:rPr>
              <a:t>chỉ</a:t>
            </a:r>
            <a:r>
              <a:rPr lang="en-US" altLang="en-US" sz="2800" b="0" dirty="0"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thể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chứa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tối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đa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2 electron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có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spin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ngược</a:t>
            </a:r>
            <a:r>
              <a:rPr lang="en-US" altLang="en-US" sz="28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dấu</a:t>
            </a:r>
            <a:r>
              <a:rPr lang="en-US" altLang="en-US" sz="2800" b="0" dirty="0">
                <a:cs typeface="Times New Roman" panose="02020603050405020304" pitchFamily="18" charset="0"/>
              </a:rPr>
              <a:t>.</a:t>
            </a:r>
            <a:endParaRPr lang="en-US" altLang="en-US" sz="2800" b="0" baseline="-25000" dirty="0"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88604" y="4081434"/>
            <a:ext cx="5303520" cy="1603013"/>
            <a:chOff x="868680" y="4648200"/>
            <a:chExt cx="5303520" cy="1603013"/>
          </a:xfrm>
        </p:grpSpPr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xmlns="" id="{7BF36BF7-E19C-4B87-A0B8-BCC815C75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388" y="4710148"/>
              <a:ext cx="990600" cy="914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VNI-Times" pitchFamily="2" charset="0"/>
                  <a:sym typeface="Symbol" panose="05050102010706020507" pitchFamily="18" charset="2"/>
                </a:rPr>
                <a:t> </a:t>
              </a:r>
              <a:endParaRPr lang="en-US" altLang="en-US" sz="2400">
                <a:latin typeface="VNI-Times" pitchFamily="2" charset="0"/>
                <a:sym typeface="Wingdings" panose="05000000000000000000" pitchFamily="2" charset="2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4C5FD046-3EA4-4D9A-8404-8FCCBABADF4A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971800" y="4648200"/>
              <a:ext cx="2819400" cy="624082"/>
            </a:xfrm>
            <a:prstGeom prst="rect">
              <a:avLst/>
            </a:prstGeom>
            <a:blipFill rotWithShape="1">
              <a:blip r:embed="rId4"/>
              <a:stretch>
                <a:fillRect l="-3463" b="-7843"/>
              </a:stretch>
            </a:blipFill>
            <a:ln w="15875">
              <a:noFill/>
            </a:ln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AF725ADE-0D66-4FC9-8233-AE18EDCAF343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987040" y="5257800"/>
              <a:ext cx="3185160" cy="993413"/>
            </a:xfrm>
            <a:prstGeom prst="rect">
              <a:avLst/>
            </a:prstGeom>
            <a:blipFill rotWithShape="1">
              <a:blip r:embed="rId5"/>
              <a:stretch>
                <a:fillRect l="-2868"/>
              </a:stretch>
            </a:blipFill>
            <a:ln w="15875">
              <a:noFill/>
            </a:ln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E88E74C-B6AC-4CDF-8C46-C2700A5F02B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68680" y="5715000"/>
              <a:ext cx="2438400" cy="507960"/>
            </a:xfrm>
            <a:prstGeom prst="rect">
              <a:avLst/>
            </a:prstGeom>
            <a:blipFill rotWithShape="1">
              <a:blip r:embed="rId6"/>
              <a:stretch>
                <a:fillRect b="-1205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en-US">
                  <a:noFill/>
                </a:rPr>
                <a:t> 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239107" y="3592704"/>
            <a:ext cx="6606601" cy="2605659"/>
            <a:chOff x="5239107" y="3592704"/>
            <a:chExt cx="6606601" cy="260565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9D07635A-0768-416E-9C7A-B5FD75A28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7226" y="5356848"/>
              <a:ext cx="990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alt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xmlns="" id="{B96540A3-2B0E-B0FB-39C4-72D396EEA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3615" y="4331368"/>
              <a:ext cx="1056690" cy="873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CC00CC"/>
                  </a:solidFill>
                  <a:latin typeface="VNI-Times" pitchFamily="2" charset="0"/>
                  <a:sym typeface="Symbol" panose="05050102010706020507" pitchFamily="18" charset="2"/>
                </a:rPr>
                <a:t></a:t>
              </a:r>
              <a:r>
                <a:rPr lang="en-US" altLang="en-US" sz="2400" dirty="0">
                  <a:latin typeface="VNI-Times" pitchFamily="2" charset="0"/>
                  <a:sym typeface="Symbol" panose="05050102010706020507" pitchFamily="18" charset="2"/>
                </a:rPr>
                <a:t> </a:t>
              </a:r>
              <a:r>
                <a:rPr lang="en-US" altLang="en-US" sz="2400" dirty="0">
                  <a:solidFill>
                    <a:srgbClr val="00B050"/>
                  </a:solidFill>
                  <a:latin typeface="VNI-Times" pitchFamily="2" charset="0"/>
                  <a:sym typeface="Symbol" panose="05050102010706020507" pitchFamily="18" charset="2"/>
                </a:rPr>
                <a:t></a:t>
              </a:r>
              <a:endParaRPr lang="en-US" altLang="en-US" sz="2400" dirty="0">
                <a:solidFill>
                  <a:srgbClr val="00B050"/>
                </a:solidFill>
                <a:latin typeface="VNI-Times" pitchFamily="2" charset="0"/>
                <a:sym typeface="Wingdings" panose="05000000000000000000" pitchFamily="2" charset="2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xmlns="" id="{825EE7CF-187C-B429-6D00-C85AF187228D}"/>
                </a:ext>
              </a:extLst>
            </p:cNvPr>
            <p:cNvSpPr/>
            <p:nvPr/>
          </p:nvSpPr>
          <p:spPr>
            <a:xfrm>
              <a:off x="5239107" y="3592704"/>
              <a:ext cx="1240549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800"/>
                </a:spcAft>
                <a:defRPr/>
              </a:pP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28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11365" y="3890039"/>
              <a:ext cx="1473480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= 3</a:t>
              </a:r>
            </a:p>
            <a:p>
              <a:pPr>
                <a:lnSpc>
                  <a:spcPct val="150000"/>
                </a:lnSpc>
              </a:pPr>
              <a:r>
                <a:rPr lang="en-US" alt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sz="24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0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400" baseline="-25000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4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+1/2 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442760" y="3874321"/>
              <a:ext cx="1402948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 = 3</a:t>
              </a:r>
            </a:p>
            <a:p>
              <a:pPr>
                <a:lnSpc>
                  <a:spcPct val="150000"/>
                </a:lnSpc>
              </a:pPr>
              <a:r>
                <a:rPr lang="en-US" altLang="en-US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0</a:t>
              </a:r>
              <a:endParaRPr lang="en-US" sz="24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0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sz="2400" baseline="-25000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-1/2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89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Hund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15058" y="853876"/>
            <a:ext cx="11562353" cy="2459063"/>
            <a:chOff x="315058" y="853876"/>
            <a:chExt cx="11562353" cy="2459063"/>
          </a:xfrm>
        </p:grpSpPr>
        <p:pic>
          <p:nvPicPr>
            <p:cNvPr id="76" name="Picture 6" descr="Hund, Friedrich 1920er Göttingen.jpg">
              <a:extLst>
                <a:ext uri="{FF2B5EF4-FFF2-40B4-BE49-F238E27FC236}">
                  <a16:creationId xmlns:a16="http://schemas.microsoft.com/office/drawing/2014/main" xmlns="" id="{37736130-A1DE-4D6E-82C7-EA1EAB617A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058" y="853876"/>
              <a:ext cx="1707340" cy="201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TextBox 2">
              <a:extLst>
                <a:ext uri="{FF2B5EF4-FFF2-40B4-BE49-F238E27FC236}">
                  <a16:creationId xmlns:a16="http://schemas.microsoft.com/office/drawing/2014/main" xmlns="" id="{B3C25AAE-9CE5-49D1-BCAF-AA1E70E3E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058" y="2943607"/>
              <a:ext cx="175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vi-VN" altLang="en-US" sz="1800" b="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Friedrich Hund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485880" y="913299"/>
              <a:ext cx="939153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65138" algn="just">
                <a:lnSpc>
                  <a:spcPct val="150000"/>
                </a:lnSpc>
                <a:spcAft>
                  <a:spcPts val="1200"/>
                </a:spcAft>
              </a:pP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bền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tử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phải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bố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tuyệt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đối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tổng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spin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đạt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cực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đại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800" i="1" u="sng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độc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thân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tối</a:t>
              </a:r>
              <a:r>
                <a:rPr lang="en-US" sz="2800" i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i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đa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014553" y="3379593"/>
            <a:ext cx="109138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e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+1/2 (↑)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-1/2 (↓)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/>
          </a:p>
        </p:txBody>
      </p:sp>
      <p:sp>
        <p:nvSpPr>
          <p:cNvPr id="3" name="Curved Right Arrow 2"/>
          <p:cNvSpPr/>
          <p:nvPr/>
        </p:nvSpPr>
        <p:spPr>
          <a:xfrm>
            <a:off x="398985" y="3787640"/>
            <a:ext cx="467410" cy="4510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05003" y="4611897"/>
            <a:ext cx="9686733" cy="2175745"/>
            <a:chOff x="216091" y="4558442"/>
            <a:chExt cx="9686733" cy="2175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xmlns="" id="{B9670B07-0F7E-C980-95DF-0D77B8A8CF19}"/>
                    </a:ext>
                  </a:extLst>
                </p:cNvPr>
                <p:cNvSpPr txBox="1"/>
                <p:nvPr/>
              </p:nvSpPr>
              <p:spPr>
                <a:xfrm>
                  <a:off x="813169" y="5602822"/>
                  <a:ext cx="1220257" cy="75315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8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vi-VN" sz="4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sz="4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4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48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sPre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="" xmlns:a16="http://schemas.microsoft.com/office/drawing/2014/main" xmlns:a14="http://schemas.microsoft.com/office/drawing/2010/main" id="{B9670B07-0F7E-C980-95DF-0D77B8A8C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169" y="5602822"/>
                  <a:ext cx="1220257" cy="75315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4CFBA425-DDC5-E71D-5036-DF1864A79FAE}"/>
                </a:ext>
              </a:extLst>
            </p:cNvPr>
            <p:cNvSpPr txBox="1"/>
            <p:nvPr/>
          </p:nvSpPr>
          <p:spPr>
            <a:xfrm>
              <a:off x="1904491" y="5693837"/>
              <a:ext cx="38314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Z = 6 → 1s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51F61319-8D96-2F64-C950-8DD6BC9B4477}"/>
                </a:ext>
              </a:extLst>
            </p:cNvPr>
            <p:cNvGrpSpPr/>
            <p:nvPr/>
          </p:nvGrpSpPr>
          <p:grpSpPr>
            <a:xfrm>
              <a:off x="5665711" y="5332419"/>
              <a:ext cx="561372" cy="863003"/>
              <a:chOff x="5262167" y="3404893"/>
              <a:chExt cx="561372" cy="863003"/>
            </a:xfrm>
          </p:grpSpPr>
          <p:sp>
            <p:nvSpPr>
              <p:cNvPr id="26" name="Flowchart: Process 12">
                <a:extLst>
                  <a:ext uri="{FF2B5EF4-FFF2-40B4-BE49-F238E27FC236}">
                    <a16:creationId xmlns:a16="http://schemas.microsoft.com/office/drawing/2014/main" xmlns="" id="{4BDB31D8-0814-F924-A55B-A9D033889668}"/>
                  </a:ext>
                </a:extLst>
              </p:cNvPr>
              <p:cNvSpPr/>
              <p:nvPr/>
            </p:nvSpPr>
            <p:spPr>
              <a:xfrm>
                <a:off x="5305623" y="3859695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AA3AB641-8C0B-2BB2-2D3C-FCEB8F911508}"/>
                  </a:ext>
                </a:extLst>
              </p:cNvPr>
              <p:cNvSpPr txBox="1"/>
              <p:nvPr/>
            </p:nvSpPr>
            <p:spPr>
              <a:xfrm>
                <a:off x="5262167" y="3404893"/>
                <a:ext cx="5613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1s</a:t>
                </a:r>
                <a:r>
                  <a:rPr lang="en-US" sz="24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6DD57F9A-E484-A613-5AC0-43EDAB4D7916}"/>
                </a:ext>
              </a:extLst>
            </p:cNvPr>
            <p:cNvGrpSpPr/>
            <p:nvPr/>
          </p:nvGrpSpPr>
          <p:grpSpPr>
            <a:xfrm>
              <a:off x="9354184" y="5189080"/>
              <a:ext cx="548640" cy="1270705"/>
              <a:chOff x="9159166" y="3415924"/>
              <a:chExt cx="548640" cy="1270705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xmlns="" id="{38D7F2DB-FF09-41DC-2A1A-F223F3F53E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59166" y="4137989"/>
                <a:ext cx="548640" cy="548640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xmlns="" id="{44C547C7-E396-355A-183D-774EBF853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9166" y="3415924"/>
                <a:ext cx="467650" cy="548640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xmlns="" id="{D1E47239-A0D6-991D-9818-77117041AD67}"/>
                </a:ext>
              </a:extLst>
            </p:cNvPr>
            <p:cNvGrpSpPr/>
            <p:nvPr/>
          </p:nvGrpSpPr>
          <p:grpSpPr>
            <a:xfrm>
              <a:off x="7740001" y="4558442"/>
              <a:ext cx="1254708" cy="2175745"/>
              <a:chOff x="7463274" y="2829169"/>
              <a:chExt cx="1254708" cy="217574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xmlns="" id="{1880E81D-40F4-408B-CC0C-31A7CFC13F60}"/>
                  </a:ext>
                </a:extLst>
              </p:cNvPr>
              <p:cNvGrpSpPr/>
              <p:nvPr/>
            </p:nvGrpSpPr>
            <p:grpSpPr>
              <a:xfrm>
                <a:off x="7463274" y="2829169"/>
                <a:ext cx="1242198" cy="1846928"/>
                <a:chOff x="7463274" y="2829169"/>
                <a:chExt cx="1242198" cy="18469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xmlns="" id="{B42FBA43-19E0-D0BF-401F-0351E953F248}"/>
                    </a:ext>
                  </a:extLst>
                </p:cNvPr>
                <p:cNvGrpSpPr/>
                <p:nvPr/>
              </p:nvGrpSpPr>
              <p:grpSpPr>
                <a:xfrm>
                  <a:off x="7463274" y="3442280"/>
                  <a:ext cx="1242198" cy="408201"/>
                  <a:chOff x="6877348" y="3859695"/>
                  <a:chExt cx="1242198" cy="408201"/>
                </a:xfrm>
              </p:grpSpPr>
              <p:sp>
                <p:nvSpPr>
                  <p:cNvPr id="50" name="Flowchart: Process 20">
                    <a:extLst>
                      <a:ext uri="{FF2B5EF4-FFF2-40B4-BE49-F238E27FC236}">
                        <a16:creationId xmlns:a16="http://schemas.microsoft.com/office/drawing/2014/main" xmlns="" id="{CBEEC3C8-2060-3D6A-02D9-1622D2EF1FE0}"/>
                      </a:ext>
                    </a:extLst>
                  </p:cNvPr>
                  <p:cNvSpPr/>
                  <p:nvPr/>
                </p:nvSpPr>
                <p:spPr>
                  <a:xfrm>
                    <a:off x="6877348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↑</a:t>
                    </a:r>
                    <a:r>
                      <a:rPr lang="en-US" dirty="0">
                        <a:solidFill>
                          <a:srgbClr val="CC00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↓</a:t>
                    </a:r>
                  </a:p>
                </p:txBody>
              </p:sp>
              <p:sp>
                <p:nvSpPr>
                  <p:cNvPr id="51" name="Flowchart: Process 21">
                    <a:extLst>
                      <a:ext uri="{FF2B5EF4-FFF2-40B4-BE49-F238E27FC236}">
                        <a16:creationId xmlns:a16="http://schemas.microsoft.com/office/drawing/2014/main" xmlns="" id="{20F63D34-966E-E786-EFBA-D72E1CC2D547}"/>
                      </a:ext>
                    </a:extLst>
                  </p:cNvPr>
                  <p:cNvSpPr/>
                  <p:nvPr/>
                </p:nvSpPr>
                <p:spPr>
                  <a:xfrm>
                    <a:off x="7291414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2" name="Flowchart: Process 22">
                    <a:extLst>
                      <a:ext uri="{FF2B5EF4-FFF2-40B4-BE49-F238E27FC236}">
                        <a16:creationId xmlns:a16="http://schemas.microsoft.com/office/drawing/2014/main" xmlns="" id="{93779458-4C72-67F0-F8E8-EA3691FB513D}"/>
                      </a:ext>
                    </a:extLst>
                  </p:cNvPr>
                  <p:cNvSpPr/>
                  <p:nvPr/>
                </p:nvSpPr>
                <p:spPr>
                  <a:xfrm>
                    <a:off x="7705480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xmlns="" id="{29792EDB-1E96-02EB-2B20-338C81B2186D}"/>
                    </a:ext>
                  </a:extLst>
                </p:cNvPr>
                <p:cNvSpPr txBox="1"/>
                <p:nvPr/>
              </p:nvSpPr>
              <p:spPr>
                <a:xfrm>
                  <a:off x="7836855" y="2829169"/>
                  <a:ext cx="61266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2p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xmlns="" id="{764F192E-6AD4-511A-25A5-BD58162C703C}"/>
                    </a:ext>
                  </a:extLst>
                </p:cNvPr>
                <p:cNvGrpSpPr/>
                <p:nvPr/>
              </p:nvGrpSpPr>
              <p:grpSpPr>
                <a:xfrm>
                  <a:off x="7463274" y="4267896"/>
                  <a:ext cx="1242198" cy="408201"/>
                  <a:chOff x="6877348" y="3859695"/>
                  <a:chExt cx="1242198" cy="408201"/>
                </a:xfrm>
              </p:grpSpPr>
              <p:sp>
                <p:nvSpPr>
                  <p:cNvPr id="47" name="Flowchart: Process 26">
                    <a:extLst>
                      <a:ext uri="{FF2B5EF4-FFF2-40B4-BE49-F238E27FC236}">
                        <a16:creationId xmlns:a16="http://schemas.microsoft.com/office/drawing/2014/main" xmlns="" id="{A31731B6-CD20-C7E8-D794-CD1F80EBBA0E}"/>
                      </a:ext>
                    </a:extLst>
                  </p:cNvPr>
                  <p:cNvSpPr/>
                  <p:nvPr/>
                </p:nvSpPr>
                <p:spPr>
                  <a:xfrm>
                    <a:off x="6877348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↑</a:t>
                    </a:r>
                    <a:endPara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Flowchart: Process 27">
                    <a:extLst>
                      <a:ext uri="{FF2B5EF4-FFF2-40B4-BE49-F238E27FC236}">
                        <a16:creationId xmlns:a16="http://schemas.microsoft.com/office/drawing/2014/main" xmlns="" id="{5665073C-E36E-69CD-82CB-A2BD0D719324}"/>
                      </a:ext>
                    </a:extLst>
                  </p:cNvPr>
                  <p:cNvSpPr/>
                  <p:nvPr/>
                </p:nvSpPr>
                <p:spPr>
                  <a:xfrm>
                    <a:off x="7291414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↑</a:t>
                    </a:r>
                    <a:endPara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Flowchart: Process 28">
                    <a:extLst>
                      <a:ext uri="{FF2B5EF4-FFF2-40B4-BE49-F238E27FC236}">
                        <a16:creationId xmlns:a16="http://schemas.microsoft.com/office/drawing/2014/main" xmlns="" id="{CE5B7914-11C7-7CC9-B60C-519BD2DFEEFE}"/>
                      </a:ext>
                    </a:extLst>
                  </p:cNvPr>
                  <p:cNvSpPr/>
                  <p:nvPr/>
                </p:nvSpPr>
                <p:spPr>
                  <a:xfrm>
                    <a:off x="7705480" y="3859695"/>
                    <a:ext cx="414066" cy="408201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xmlns="" id="{0A34331D-C31A-32D1-C2D1-E57AC118F106}"/>
                  </a:ext>
                </a:extLst>
              </p:cNvPr>
              <p:cNvGrpSpPr/>
              <p:nvPr/>
            </p:nvGrpSpPr>
            <p:grpSpPr>
              <a:xfrm>
                <a:off x="7472662" y="3806021"/>
                <a:ext cx="1245320" cy="378210"/>
                <a:chOff x="7471607" y="3798551"/>
                <a:chExt cx="1245320" cy="378210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8CD6288E-00DA-797D-CB1A-1D27740653F8}"/>
                    </a:ext>
                  </a:extLst>
                </p:cNvPr>
                <p:cNvSpPr txBox="1"/>
                <p:nvPr/>
              </p:nvSpPr>
              <p:spPr>
                <a:xfrm>
                  <a:off x="7471607" y="3798551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-1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DF05D225-4FD1-3DF7-7D73-D0CA5D59CA19}"/>
                    </a:ext>
                  </a:extLst>
                </p:cNvPr>
                <p:cNvSpPr txBox="1"/>
                <p:nvPr/>
              </p:nvSpPr>
              <p:spPr>
                <a:xfrm>
                  <a:off x="7925247" y="3807429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xmlns="" id="{5E99BF48-EE47-9825-09FE-1E0A21326E78}"/>
                    </a:ext>
                  </a:extLst>
                </p:cNvPr>
                <p:cNvSpPr txBox="1"/>
                <p:nvPr/>
              </p:nvSpPr>
              <p:spPr>
                <a:xfrm>
                  <a:off x="8299825" y="3798551"/>
                  <a:ext cx="417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+1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xmlns="" id="{B43D5097-A8E5-2229-1F4E-1D06242FB345}"/>
                  </a:ext>
                </a:extLst>
              </p:cNvPr>
              <p:cNvGrpSpPr/>
              <p:nvPr/>
            </p:nvGrpSpPr>
            <p:grpSpPr>
              <a:xfrm>
                <a:off x="7464637" y="4626704"/>
                <a:ext cx="1245320" cy="378210"/>
                <a:chOff x="7471607" y="3798551"/>
                <a:chExt cx="1245320" cy="378210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xmlns="" id="{521E18E4-9A3D-C366-CC27-CE3616926530}"/>
                    </a:ext>
                  </a:extLst>
                </p:cNvPr>
                <p:cNvSpPr txBox="1"/>
                <p:nvPr/>
              </p:nvSpPr>
              <p:spPr>
                <a:xfrm>
                  <a:off x="7471607" y="3798551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-1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xmlns="" id="{798F21E3-223A-8733-FDBB-8F0079E28E74}"/>
                    </a:ext>
                  </a:extLst>
                </p:cNvPr>
                <p:cNvSpPr txBox="1"/>
                <p:nvPr/>
              </p:nvSpPr>
              <p:spPr>
                <a:xfrm>
                  <a:off x="7925247" y="3807429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xmlns="" id="{986D16DE-DBDB-3F24-3A66-A45F1D676D38}"/>
                    </a:ext>
                  </a:extLst>
                </p:cNvPr>
                <p:cNvSpPr txBox="1"/>
                <p:nvPr/>
              </p:nvSpPr>
              <p:spPr>
                <a:xfrm>
                  <a:off x="8299825" y="3798551"/>
                  <a:ext cx="417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+1</a:t>
                  </a:r>
                </a:p>
              </p:txBody>
            </p:sp>
          </p:grp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AF879B06-EC5B-D119-FA4A-F1C79B96F946}"/>
                </a:ext>
              </a:extLst>
            </p:cNvPr>
            <p:cNvSpPr/>
            <p:nvPr/>
          </p:nvSpPr>
          <p:spPr>
            <a:xfrm>
              <a:off x="216091" y="4713352"/>
              <a:ext cx="1181734" cy="6588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xmlns="" id="{51F61319-8D96-2F64-C950-8DD6BC9B4477}"/>
                </a:ext>
              </a:extLst>
            </p:cNvPr>
            <p:cNvGrpSpPr/>
            <p:nvPr/>
          </p:nvGrpSpPr>
          <p:grpSpPr>
            <a:xfrm>
              <a:off x="6596889" y="5332419"/>
              <a:ext cx="561372" cy="863003"/>
              <a:chOff x="5262167" y="3404893"/>
              <a:chExt cx="561372" cy="863003"/>
            </a:xfrm>
          </p:grpSpPr>
          <p:sp>
            <p:nvSpPr>
              <p:cNvPr id="80" name="Flowchart: Process 12">
                <a:extLst>
                  <a:ext uri="{FF2B5EF4-FFF2-40B4-BE49-F238E27FC236}">
                    <a16:creationId xmlns:a16="http://schemas.microsoft.com/office/drawing/2014/main" xmlns="" id="{4BDB31D8-0814-F924-A55B-A9D033889668}"/>
                  </a:ext>
                </a:extLst>
              </p:cNvPr>
              <p:cNvSpPr/>
              <p:nvPr/>
            </p:nvSpPr>
            <p:spPr>
              <a:xfrm>
                <a:off x="5305623" y="3859695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xmlns="" id="{AA3AB641-8C0B-2BB2-2D3C-FCEB8F911508}"/>
                  </a:ext>
                </a:extLst>
              </p:cNvPr>
              <p:cNvSpPr txBox="1"/>
              <p:nvPr/>
            </p:nvSpPr>
            <p:spPr>
              <a:xfrm>
                <a:off x="5262167" y="3404893"/>
                <a:ext cx="5613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2s</a:t>
                </a:r>
                <a:r>
                  <a:rPr lang="en-US" sz="2400" b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771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Hund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xmlns="" id="{6262DBAB-7B15-9BA1-0394-A758C4507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71111" r="36665" b="17778"/>
          <a:stretch>
            <a:fillRect/>
          </a:stretch>
        </p:blipFill>
        <p:spPr bwMode="auto">
          <a:xfrm>
            <a:off x="6308360" y="2271644"/>
            <a:ext cx="3840000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748C8D0-8794-5118-6364-CED89C49B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34" t="27779" r="37500" b="61111"/>
          <a:stretch>
            <a:fillRect/>
          </a:stretch>
        </p:blipFill>
        <p:spPr bwMode="auto">
          <a:xfrm>
            <a:off x="1497568" y="2271644"/>
            <a:ext cx="3687804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xmlns="" id="{84DBED1F-D169-2E73-C51F-784C19B46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34" t="45557" r="37500" b="42223"/>
          <a:stretch>
            <a:fillRect/>
          </a:stretch>
        </p:blipFill>
        <p:spPr bwMode="auto">
          <a:xfrm>
            <a:off x="1569797" y="4294795"/>
            <a:ext cx="3291431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5F28C2D7-228C-4088-216D-361CA3B54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58" y="1123205"/>
            <a:ext cx="10852484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lvl="1" algn="just">
              <a:spcBef>
                <a:spcPts val="600"/>
              </a:spcBef>
              <a:spcAft>
                <a:spcPts val="1200"/>
              </a:spcAft>
              <a:defRPr/>
            </a:pPr>
            <a:r>
              <a:rPr lang="en-US"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electron ở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Oxygen (Z=8 )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404" y="4489674"/>
            <a:ext cx="3447912" cy="105024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74167" y="4294795"/>
            <a:ext cx="3774193" cy="144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4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100016" y="960346"/>
            <a:ext cx="67882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bước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hình</a:t>
            </a:r>
            <a:endParaRPr lang="en-US" altLang="zh-TW" sz="32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8815" y="1577205"/>
            <a:ext cx="11625761" cy="260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e-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E</a:t>
            </a:r>
            <a:r>
              <a:rPr lang="en-US" sz="2800" b="1" i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Kleshkowski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→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- 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i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8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e- (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Pauli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49588" y="3946749"/>
            <a:ext cx="11824841" cy="2864648"/>
            <a:chOff x="349588" y="3946749"/>
            <a:chExt cx="11824841" cy="2864648"/>
          </a:xfrm>
        </p:grpSpPr>
        <p:sp>
          <p:nvSpPr>
            <p:cNvPr id="15" name="TextBox 14"/>
            <p:cNvSpPr txBox="1"/>
            <p:nvPr/>
          </p:nvSpPr>
          <p:spPr>
            <a:xfrm>
              <a:off x="349588" y="4332974"/>
              <a:ext cx="11544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05489" y="5420799"/>
              <a:ext cx="3437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→ Z = 7 → E</a:t>
              </a:r>
              <a:r>
                <a:rPr lang="en-US" sz="2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0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0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0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  </a:t>
              </a:r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→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5670553" y="5074550"/>
              <a:ext cx="470000" cy="784656"/>
              <a:chOff x="5277656" y="3483240"/>
              <a:chExt cx="470000" cy="784656"/>
            </a:xfrm>
          </p:grpSpPr>
          <p:sp>
            <p:nvSpPr>
              <p:cNvPr id="18" name="Flowchart: Process 17"/>
              <p:cNvSpPr/>
              <p:nvPr/>
            </p:nvSpPr>
            <p:spPr>
              <a:xfrm>
                <a:off x="5305623" y="3859695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277656" y="3483240"/>
                <a:ext cx="470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1s</a:t>
                </a:r>
                <a:r>
                  <a:rPr lang="en-US" b="1" baseline="30000" dirty="0"/>
                  <a:t>2</a:t>
                </a:r>
                <a:endParaRPr lang="en-US" b="1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6396342" y="5009741"/>
              <a:ext cx="471604" cy="784656"/>
              <a:chOff x="6357894" y="3483240"/>
              <a:chExt cx="471604" cy="784656"/>
            </a:xfrm>
          </p:grpSpPr>
          <p:sp>
            <p:nvSpPr>
              <p:cNvPr id="22" name="Flowchart: Process 21"/>
              <p:cNvSpPr/>
              <p:nvPr/>
            </p:nvSpPr>
            <p:spPr>
              <a:xfrm>
                <a:off x="6385861" y="3859695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357894" y="3483240"/>
                <a:ext cx="4716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2s</a:t>
                </a:r>
                <a:r>
                  <a:rPr lang="en-US" b="1" baseline="30000" dirty="0"/>
                  <a:t>2</a:t>
                </a:r>
                <a:endParaRPr lang="en-US" b="1" dirty="0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95896" y="5227612"/>
              <a:ext cx="1602648" cy="682431"/>
              <a:chOff x="653620" y="3241621"/>
              <a:chExt cx="1602648" cy="6824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1036011" y="3241621"/>
                    <a:ext cx="1220257" cy="6824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Pre>
                            <m:sPrePr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sPrePr>
                            <m:sub>
                              <m:r>
                                <a:rPr lang="en-US" sz="4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  <m:sup>
                              <m:r>
                                <a:rPr lang="en-US" sz="4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sup>
                            <m:e>
                              <m:r>
                                <a:rPr lang="en-US" sz="4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sPre>
                        </m:oMath>
                      </m:oMathPara>
                    </a14:m>
                    <a:endParaRPr lang="en-US" sz="4400" dirty="0"/>
                  </a:p>
                </p:txBody>
              </p:sp>
            </mc:Choice>
            <mc:Fallback xmlns="">
              <p:sp>
                <p:nvSpPr>
                  <p:cNvPr id="35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6011" y="3241621"/>
                    <a:ext cx="1220257" cy="682431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/>
              <p:cNvSpPr txBox="1"/>
              <p:nvPr/>
            </p:nvSpPr>
            <p:spPr>
              <a:xfrm>
                <a:off x="653620" y="3434808"/>
                <a:ext cx="39786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000603" y="4914340"/>
              <a:ext cx="1246683" cy="1143865"/>
              <a:chOff x="7688642" y="2928349"/>
              <a:chExt cx="1246683" cy="1143865"/>
            </a:xfrm>
          </p:grpSpPr>
          <p:sp>
            <p:nvSpPr>
              <p:cNvPr id="29" name="Flowchart: Process 28"/>
              <p:cNvSpPr/>
              <p:nvPr/>
            </p:nvSpPr>
            <p:spPr>
              <a:xfrm>
                <a:off x="7688642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Flowchart: Process 29"/>
              <p:cNvSpPr/>
              <p:nvPr/>
            </p:nvSpPr>
            <p:spPr>
              <a:xfrm>
                <a:off x="8102708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Flowchart: Process 30"/>
              <p:cNvSpPr/>
              <p:nvPr/>
            </p:nvSpPr>
            <p:spPr>
              <a:xfrm>
                <a:off x="8516774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7690005" y="3694004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-1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8143645" y="370288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8518223" y="3694004"/>
                <a:ext cx="417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+1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8102708" y="2928349"/>
                <a:ext cx="503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2p</a:t>
                </a:r>
                <a:r>
                  <a:rPr lang="en-US" b="1" baseline="30000" dirty="0"/>
                  <a:t>3</a:t>
                </a:r>
                <a:endParaRPr lang="en-US" b="1" dirty="0"/>
              </a:p>
            </p:txBody>
          </p:sp>
        </p:grpSp>
        <p:pic>
          <p:nvPicPr>
            <p:cNvPr id="36" name="Content Placeholder 5">
              <a:extLst>
                <a:ext uri="{FF2B5EF4-FFF2-40B4-BE49-F238E27FC236}">
                  <a16:creationId xmlns:a16="http://schemas.microsoft.com/office/drawing/2014/main" xmlns="" id="{B40B2FF8-36C8-4B10-B9F1-C2D8AE6756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454662" y="3946749"/>
              <a:ext cx="3719767" cy="286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844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-110206" y="2103394"/>
            <a:ext cx="79875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Z = 22 → E</a:t>
            </a:r>
            <a:r>
              <a:rPr 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</a:t>
            </a:r>
          </a:p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→</a:t>
            </a:r>
            <a:r>
              <a:rPr lang="en-US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12119" y="1077233"/>
                <a:ext cx="1220257" cy="847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5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5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sup>
                        <m:e>
                          <m:r>
                            <a:rPr lang="en-US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𝑇𝑖</m:t>
                          </m:r>
                        </m:e>
                      </m:sPre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19" y="1077233"/>
                <a:ext cx="1220257" cy="8478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4368063" y="1099823"/>
            <a:ext cx="2902526" cy="1259168"/>
            <a:chOff x="5427517" y="5753715"/>
            <a:chExt cx="2902526" cy="1144532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7144199" y="6400046"/>
              <a:ext cx="406437" cy="49820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5427517" y="5753715"/>
              <a:ext cx="2902526" cy="755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ngoài</a:t>
              </a:r>
              <a:r>
                <a: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endPara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 = max): </a:t>
              </a:r>
              <a:r>
                <a:rPr lang="en-US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894630" y="3641738"/>
            <a:ext cx="4824193" cy="1443797"/>
            <a:chOff x="1966997" y="6622201"/>
            <a:chExt cx="4824193" cy="1443797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5736085" y="6622201"/>
              <a:ext cx="1055105" cy="6715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1966997" y="7235001"/>
              <a:ext cx="43237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cuối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4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n,l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max)</a:t>
              </a:r>
            </a:p>
            <a:p>
              <a:pPr algn="ctr"/>
              <a:r>
                <a: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họ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24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386521" y="3551403"/>
            <a:ext cx="5246808" cy="1592920"/>
            <a:chOff x="5563773" y="5467500"/>
            <a:chExt cx="5246808" cy="1592920"/>
          </a:xfrm>
        </p:grpSpPr>
        <p:sp>
          <p:nvSpPr>
            <p:cNvPr id="48" name="Right Brace 47"/>
            <p:cNvSpPr/>
            <p:nvPr/>
          </p:nvSpPr>
          <p:spPr>
            <a:xfrm rot="5400000">
              <a:off x="5902872" y="5128401"/>
              <a:ext cx="436298" cy="1114495"/>
            </a:xfrm>
            <a:prstGeom prst="rightBrace">
              <a:avLst/>
            </a:prstGeom>
            <a:ln w="1905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C00CC"/>
                </a:solidFill>
              </a:endParaRP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>
              <a:off x="6136595" y="5962495"/>
              <a:ext cx="323773" cy="356165"/>
            </a:xfrm>
            <a:prstGeom prst="straightConnector1">
              <a:avLst/>
            </a:prstGeom>
            <a:ln w="19050">
              <a:solidFill>
                <a:srgbClr val="CC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6077141" y="6229423"/>
              <a:ext cx="47334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 </a:t>
              </a:r>
              <a:r>
                <a:rPr lang="en-US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4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cuối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lớp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ngoài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): 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en-US" sz="2400" b="1" i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4s</a:t>
              </a:r>
              <a:r>
                <a:rPr lang="en-US" sz="2400" b="1" i="1" baseline="30000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24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158466" y="5305062"/>
            <a:ext cx="9075600" cy="1628161"/>
            <a:chOff x="5116316" y="4655776"/>
            <a:chExt cx="7008079" cy="1154830"/>
          </a:xfrm>
        </p:grpSpPr>
        <p:grpSp>
          <p:nvGrpSpPr>
            <p:cNvPr id="52" name="Group 51"/>
            <p:cNvGrpSpPr/>
            <p:nvPr/>
          </p:nvGrpSpPr>
          <p:grpSpPr>
            <a:xfrm>
              <a:off x="5116316" y="4655776"/>
              <a:ext cx="7008079" cy="1154830"/>
              <a:chOff x="5683380" y="4819274"/>
              <a:chExt cx="7008079" cy="1154830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5683380" y="4830652"/>
                <a:ext cx="467455" cy="773278"/>
                <a:chOff x="5305623" y="3494618"/>
                <a:chExt cx="467455" cy="773278"/>
              </a:xfrm>
            </p:grpSpPr>
            <p:sp>
              <p:nvSpPr>
                <p:cNvPr id="91" name="Flowchart: Process 90"/>
                <p:cNvSpPr/>
                <p:nvPr/>
              </p:nvSpPr>
              <p:spPr>
                <a:xfrm>
                  <a:off x="5305623" y="3859695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5339592" y="3494618"/>
                  <a:ext cx="433486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1s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6" name="Group 55"/>
              <p:cNvGrpSpPr/>
              <p:nvPr/>
            </p:nvGrpSpPr>
            <p:grpSpPr>
              <a:xfrm>
                <a:off x="6258063" y="4835886"/>
                <a:ext cx="457547" cy="757277"/>
                <a:chOff x="6385861" y="3510619"/>
                <a:chExt cx="457547" cy="757277"/>
              </a:xfrm>
            </p:grpSpPr>
            <p:sp>
              <p:nvSpPr>
                <p:cNvPr id="89" name="Flowchart: Process 88"/>
                <p:cNvSpPr/>
                <p:nvPr/>
              </p:nvSpPr>
              <p:spPr>
                <a:xfrm>
                  <a:off x="6385861" y="3859695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6409923" y="3510619"/>
                  <a:ext cx="433485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2s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7" name="Group 56"/>
              <p:cNvGrpSpPr/>
              <p:nvPr/>
            </p:nvGrpSpPr>
            <p:grpSpPr>
              <a:xfrm>
                <a:off x="6804779" y="4819274"/>
                <a:ext cx="1283847" cy="1154830"/>
                <a:chOff x="7688642" y="2974275"/>
                <a:chExt cx="1283847" cy="1154830"/>
              </a:xfrm>
            </p:grpSpPr>
            <p:sp>
              <p:nvSpPr>
                <p:cNvPr id="82" name="Flowchart: Process 81"/>
                <p:cNvSpPr/>
                <p:nvPr/>
              </p:nvSpPr>
              <p:spPr>
                <a:xfrm>
                  <a:off x="7688642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83" name="Flowchart: Process 82"/>
                <p:cNvSpPr/>
                <p:nvPr/>
              </p:nvSpPr>
              <p:spPr>
                <a:xfrm>
                  <a:off x="8102708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84" name="Flowchart: Process 83"/>
                <p:cNvSpPr/>
                <p:nvPr/>
              </p:nvSpPr>
              <p:spPr>
                <a:xfrm>
                  <a:off x="8516774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7727167" y="3750896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-1</a:t>
                  </a: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8193196" y="3759773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87" name="TextBox 86"/>
                <p:cNvSpPr txBox="1"/>
                <p:nvPr/>
              </p:nvSpPr>
              <p:spPr>
                <a:xfrm>
                  <a:off x="8555387" y="3750895"/>
                  <a:ext cx="417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+1</a:t>
                  </a:r>
                </a:p>
              </p:txBody>
            </p:sp>
            <p:sp>
              <p:nvSpPr>
                <p:cNvPr id="88" name="TextBox 87"/>
                <p:cNvSpPr txBox="1"/>
                <p:nvPr/>
              </p:nvSpPr>
              <p:spPr>
                <a:xfrm>
                  <a:off x="8116396" y="2974275"/>
                  <a:ext cx="473096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2p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8178023" y="4835886"/>
                <a:ext cx="454421" cy="757277"/>
                <a:chOff x="6385861" y="3510619"/>
                <a:chExt cx="454421" cy="757277"/>
              </a:xfrm>
            </p:grpSpPr>
            <p:sp>
              <p:nvSpPr>
                <p:cNvPr id="80" name="Flowchart: Process 79"/>
                <p:cNvSpPr/>
                <p:nvPr/>
              </p:nvSpPr>
              <p:spPr>
                <a:xfrm>
                  <a:off x="6385861" y="3859695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81" name="TextBox 80"/>
                <p:cNvSpPr txBox="1"/>
                <p:nvPr/>
              </p:nvSpPr>
              <p:spPr>
                <a:xfrm>
                  <a:off x="6406797" y="3510619"/>
                  <a:ext cx="433485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3s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9" name="Group 58"/>
              <p:cNvGrpSpPr/>
              <p:nvPr/>
            </p:nvGrpSpPr>
            <p:grpSpPr>
              <a:xfrm>
                <a:off x="8748221" y="4840392"/>
                <a:ext cx="1308623" cy="1127336"/>
                <a:chOff x="7688642" y="3004271"/>
                <a:chExt cx="1308623" cy="1127336"/>
              </a:xfrm>
            </p:grpSpPr>
            <p:sp>
              <p:nvSpPr>
                <p:cNvPr id="73" name="Flowchart: Process 72"/>
                <p:cNvSpPr/>
                <p:nvPr/>
              </p:nvSpPr>
              <p:spPr>
                <a:xfrm>
                  <a:off x="7688642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74" name="Flowchart: Process 73"/>
                <p:cNvSpPr/>
                <p:nvPr/>
              </p:nvSpPr>
              <p:spPr>
                <a:xfrm>
                  <a:off x="8102708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75" name="Flowchart: Process 74"/>
                <p:cNvSpPr/>
                <p:nvPr/>
              </p:nvSpPr>
              <p:spPr>
                <a:xfrm>
                  <a:off x="8516774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7751942" y="3762275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-1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8205583" y="3759774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8580163" y="3750895"/>
                  <a:ext cx="4171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+1</a:t>
                  </a: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8100874" y="3004271"/>
                  <a:ext cx="473096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3p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0" name="Group 59"/>
              <p:cNvGrpSpPr/>
              <p:nvPr/>
            </p:nvGrpSpPr>
            <p:grpSpPr>
              <a:xfrm>
                <a:off x="10133071" y="4831119"/>
                <a:ext cx="442033" cy="757277"/>
                <a:chOff x="6385861" y="3510619"/>
                <a:chExt cx="442033" cy="757277"/>
              </a:xfrm>
            </p:grpSpPr>
            <p:sp>
              <p:nvSpPr>
                <p:cNvPr id="71" name="Flowchart: Process 70"/>
                <p:cNvSpPr/>
                <p:nvPr/>
              </p:nvSpPr>
              <p:spPr>
                <a:xfrm>
                  <a:off x="6385861" y="3859695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↓</a:t>
                  </a:r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94409" y="3510619"/>
                  <a:ext cx="433485" cy="327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4s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>
                <a:off x="10653990" y="4820136"/>
                <a:ext cx="1284828" cy="1150092"/>
                <a:chOff x="7688642" y="2992893"/>
                <a:chExt cx="1284828" cy="1150092"/>
              </a:xfrm>
            </p:grpSpPr>
            <p:sp>
              <p:nvSpPr>
                <p:cNvPr id="64" name="Flowchart: Process 63"/>
                <p:cNvSpPr/>
                <p:nvPr/>
              </p:nvSpPr>
              <p:spPr>
                <a:xfrm>
                  <a:off x="7688642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endPara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lowchart: Process 64"/>
                <p:cNvSpPr/>
                <p:nvPr/>
              </p:nvSpPr>
              <p:spPr>
                <a:xfrm>
                  <a:off x="8102708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↑</a:t>
                  </a:r>
                  <a:endPara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lowchart: Process 65"/>
                <p:cNvSpPr/>
                <p:nvPr/>
              </p:nvSpPr>
              <p:spPr>
                <a:xfrm>
                  <a:off x="8516774" y="3335196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7714780" y="3773653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-2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8118870" y="3759773"/>
                  <a:ext cx="372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-1</a:t>
                  </a: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8586077" y="3773651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0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8500375" y="2992893"/>
                  <a:ext cx="473095" cy="3274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3d</a:t>
                  </a:r>
                  <a:r>
                    <a:rPr lang="en-US" sz="2400" b="1" baseline="30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2" name="Flowchart: Process 61"/>
              <p:cNvSpPr/>
              <p:nvPr/>
            </p:nvSpPr>
            <p:spPr>
              <a:xfrm>
                <a:off x="11880482" y="5162439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lowchart: Process 62"/>
              <p:cNvSpPr/>
              <p:nvPr/>
            </p:nvSpPr>
            <p:spPr>
              <a:xfrm>
                <a:off x="12277393" y="5162439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11299454" y="5423517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1703249" y="5424196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+2</a:t>
              </a:r>
            </a:p>
          </p:txBody>
        </p:sp>
      </p:grpSp>
      <p:pic>
        <p:nvPicPr>
          <p:cNvPr id="93" name="Content Placeholder 5">
            <a:extLst>
              <a:ext uri="{FF2B5EF4-FFF2-40B4-BE49-F238E27FC236}">
                <a16:creationId xmlns:a16="http://schemas.microsoft.com/office/drawing/2014/main" xmlns="" id="{B40B2FF8-36C8-4B10-B9F1-C2D8AE67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7645" y="814175"/>
            <a:ext cx="3719767" cy="333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4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標題 1"/>
          <p:cNvSpPr txBox="1">
            <a:spLocks/>
          </p:cNvSpPr>
          <p:nvPr/>
        </p:nvSpPr>
        <p:spPr>
          <a:xfrm>
            <a:off x="107560" y="60075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ions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88275" y="810165"/>
                <a:ext cx="11557699" cy="994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C/h e</a:t>
                </a:r>
                <a:r>
                  <a:rPr lang="en-US" sz="2800" b="1" i="1" u="sng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cation</a:t>
                </a:r>
                <a:r>
                  <a:rPr lang="en-US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i="1" u="sng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Ngtử</a:t>
                </a:r>
                <a:r>
                  <a:rPr 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8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ở </m:t>
                        </m:r>
                        <m:r>
                          <m:rPr>
                            <m:brk m:alnAt="2"/>
                          </m:rP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𝒉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â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ớ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𝒏𝒈𝒐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à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ù</m:t>
                        </m:r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</m:t>
                        </m:r>
                      </m:e>
                    </m:groupChr>
                  </m:oMath>
                </a14:m>
                <a:r>
                  <a:rPr 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Cation</a:t>
                </a:r>
                <a:r>
                  <a:rPr 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aseline="30000" dirty="0" err="1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baseline="30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endParaRPr lang="en-US" sz="28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75" y="810165"/>
                <a:ext cx="11557699" cy="994247"/>
              </a:xfrm>
              <a:prstGeom prst="rect">
                <a:avLst/>
              </a:prstGeom>
              <a:blipFill rotWithShape="0">
                <a:blip r:embed="rId3"/>
                <a:stretch>
                  <a:fillRect l="-949" b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161408" y="1777993"/>
                <a:ext cx="10722736" cy="1011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C/h e</a:t>
                </a:r>
                <a:r>
                  <a:rPr lang="en-US" sz="2800" b="1" i="1" u="sng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b="1" i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anion </a:t>
                </a:r>
                <a:r>
                  <a:rPr lang="en-US" sz="2800" b="1" i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b="1" i="1" u="sng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b="1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Ngtử</a:t>
                </a:r>
                <a:r>
                  <a:rPr lang="en-US" sz="28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  <m:r>
                          <a:rPr lang="en-US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  <m:r>
                          <a:rPr lang="en-US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ở </m:t>
                        </m:r>
                        <m:r>
                          <m:rPr>
                            <m:brk m:alnAt="2"/>
                          </m:rP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𝒉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â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ớ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𝒄𝒖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ố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ù</m:t>
                        </m:r>
                        <m:r>
                          <a:rPr lang="en-US" sz="28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𝒏𝒈</m:t>
                        </m:r>
                      </m:e>
                    </m:groupChr>
                  </m:oMath>
                </a14:m>
                <a:r>
                  <a:rPr lang="en-US" sz="28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Anion </a:t>
                </a:r>
                <a:r>
                  <a:rPr lang="en-US" sz="28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800" baseline="30000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aseline="30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endParaRPr lang="en-US" sz="28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08" y="1777993"/>
                <a:ext cx="10722736" cy="1011752"/>
              </a:xfrm>
              <a:prstGeom prst="rect">
                <a:avLst/>
              </a:prstGeom>
              <a:blipFill rotWithShape="0">
                <a:blip r:embed="rId4"/>
                <a:stretch>
                  <a:fillRect l="-966"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/>
          <p:cNvSpPr txBox="1"/>
          <p:nvPr/>
        </p:nvSpPr>
        <p:spPr>
          <a:xfrm>
            <a:off x="10135291" y="1450469"/>
            <a:ext cx="17315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07560" y="3990968"/>
            <a:ext cx="1154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357405" y="4758416"/>
                <a:ext cx="1036887" cy="6403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4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26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56</m:t>
                          </m:r>
                        </m:sup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𝐹𝑒</m:t>
                          </m:r>
                        </m:e>
                      </m:sPre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697" y="3201364"/>
                <a:ext cx="1220260" cy="50602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Rectangle 93"/>
          <p:cNvSpPr/>
          <p:nvPr/>
        </p:nvSpPr>
        <p:spPr>
          <a:xfrm>
            <a:off x="1418859" y="4865007"/>
            <a:ext cx="51619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Z = 26 → E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400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4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4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2020147" y="5498057"/>
            <a:ext cx="42835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r>
              <a:rPr lang="en-US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400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4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1625229" y="6287273"/>
            <a:ext cx="5248737" cy="584775"/>
            <a:chOff x="2421701" y="4373169"/>
            <a:chExt cx="5248737" cy="584775"/>
          </a:xfrm>
        </p:grpSpPr>
        <p:sp>
          <p:nvSpPr>
            <p:cNvPr id="99" name="Curved Right Arrow 98"/>
            <p:cNvSpPr/>
            <p:nvPr/>
          </p:nvSpPr>
          <p:spPr>
            <a:xfrm>
              <a:off x="2421701" y="4442074"/>
              <a:ext cx="353951" cy="343574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2784164" y="4373169"/>
              <a:ext cx="488627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Fe</a:t>
              </a:r>
              <a:r>
                <a:rPr lang="en-US" sz="32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 → E</a:t>
              </a:r>
              <a:r>
                <a:rPr lang="en-US" sz="2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="1" baseline="30000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sz="2400" dirty="0">
                <a:solidFill>
                  <a:srgbClr val="CC00CC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948441" y="4758416"/>
                <a:ext cx="1036887" cy="636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sz="4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17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p>
                        <m:e>
                          <m:r>
                            <a:rPr lang="en-US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𝐶𝑙</m:t>
                          </m:r>
                        </m:e>
                      </m:sPre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441" y="4758416"/>
                <a:ext cx="1036887" cy="63613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ectangle 103"/>
          <p:cNvSpPr/>
          <p:nvPr/>
        </p:nvSpPr>
        <p:spPr>
          <a:xfrm>
            <a:off x="7849610" y="4848778"/>
            <a:ext cx="4357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Z = 26 → E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4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7702447" y="5472564"/>
            <a:ext cx="4122931" cy="584775"/>
            <a:chOff x="2430213" y="4373169"/>
            <a:chExt cx="4122931" cy="584775"/>
          </a:xfrm>
        </p:grpSpPr>
        <p:sp>
          <p:nvSpPr>
            <p:cNvPr id="106" name="Curved Right Arrow 105"/>
            <p:cNvSpPr/>
            <p:nvPr/>
          </p:nvSpPr>
          <p:spPr>
            <a:xfrm>
              <a:off x="2430213" y="4421350"/>
              <a:ext cx="195309" cy="25745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784164" y="4373169"/>
              <a:ext cx="3768980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</a:t>
              </a:r>
              <a:r>
                <a:rPr lang="en-US" sz="32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1-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→ E</a:t>
              </a:r>
              <a:r>
                <a:rPr lang="en-US" sz="24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1s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400" b="1" baseline="30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8" name="Right Brace 107"/>
          <p:cNvSpPr/>
          <p:nvPr/>
        </p:nvSpPr>
        <p:spPr>
          <a:xfrm>
            <a:off x="9765296" y="1056640"/>
            <a:ext cx="338931" cy="1547138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urved Right Arrow 108"/>
          <p:cNvSpPr/>
          <p:nvPr/>
        </p:nvSpPr>
        <p:spPr>
          <a:xfrm>
            <a:off x="1633741" y="5548352"/>
            <a:ext cx="353951" cy="34357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800882" y="3009587"/>
            <a:ext cx="10345845" cy="1430789"/>
            <a:chOff x="800882" y="3009587"/>
            <a:chExt cx="10345845" cy="1430789"/>
          </a:xfrm>
        </p:grpSpPr>
        <p:grpSp>
          <p:nvGrpSpPr>
            <p:cNvPr id="114" name="Group 113"/>
            <p:cNvGrpSpPr/>
            <p:nvPr/>
          </p:nvGrpSpPr>
          <p:grpSpPr>
            <a:xfrm>
              <a:off x="800882" y="3009587"/>
              <a:ext cx="10345845" cy="1430789"/>
              <a:chOff x="688588" y="3009587"/>
              <a:chExt cx="10345845" cy="1430789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4797067" y="3208118"/>
                <a:ext cx="6237366" cy="1232258"/>
                <a:chOff x="9726676" y="908903"/>
                <a:chExt cx="6237366" cy="1232258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9726676" y="908903"/>
                  <a:ext cx="1891865" cy="11079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4400" b="1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3d</a:t>
                  </a:r>
                  <a:r>
                    <a:rPr lang="en-US" sz="4400" b="1" baseline="300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4400" b="1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4s</a:t>
                  </a:r>
                  <a:r>
                    <a:rPr lang="en-US" sz="4400" b="1" baseline="30000" dirty="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lang="en-US" sz="4400" b="1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12144375" y="1679496"/>
                  <a:ext cx="381966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 err="1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Phân</a:t>
                  </a:r>
                  <a:r>
                    <a:rPr lang="en-US" sz="24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lớp</a:t>
                  </a:r>
                  <a:r>
                    <a:rPr lang="en-US" sz="24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ngoài</a:t>
                  </a:r>
                  <a:r>
                    <a:rPr lang="en-US" sz="24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dirty="0" err="1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cùng</a:t>
                  </a:r>
                  <a:r>
                    <a:rPr lang="en-US" sz="2400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:r>
                    <a:rPr lang="en-US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4s</a:t>
                  </a:r>
                </a:p>
              </p:txBody>
            </p:sp>
          </p:grpSp>
          <p:sp>
            <p:nvSpPr>
              <p:cNvPr id="87" name="TextBox 86"/>
              <p:cNvSpPr txBox="1"/>
              <p:nvPr/>
            </p:nvSpPr>
            <p:spPr>
              <a:xfrm>
                <a:off x="688588" y="3009587"/>
                <a:ext cx="36126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ngoài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cùng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3d</a:t>
                </a:r>
              </a:p>
            </p:txBody>
          </p:sp>
          <p:cxnSp>
            <p:nvCxnSpPr>
              <p:cNvPr id="8" name="Straight Arrow Connector 7"/>
              <p:cNvCxnSpPr>
                <a:stCxn id="83" idx="1"/>
              </p:cNvCxnSpPr>
              <p:nvPr/>
            </p:nvCxnSpPr>
            <p:spPr>
              <a:xfrm flipH="1" flipV="1">
                <a:off x="4032813" y="3361841"/>
                <a:ext cx="764254" cy="40027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Straight Arrow Connector 110"/>
            <p:cNvCxnSpPr/>
            <p:nvPr/>
          </p:nvCxnSpPr>
          <p:spPr>
            <a:xfrm>
              <a:off x="6549402" y="3965382"/>
              <a:ext cx="1013734" cy="228069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637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9" grpId="0"/>
      <p:bldP spid="90" grpId="0"/>
      <p:bldP spid="92" grpId="0"/>
      <p:bldP spid="94" grpId="0"/>
      <p:bldP spid="97" grpId="0"/>
      <p:bldP spid="102" grpId="0"/>
      <p:bldP spid="104" grpId="0"/>
      <p:bldP spid="108" grpId="0" animBg="1"/>
      <p:bldP spid="10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A5172DC4-9DFC-4261-945E-AD94A2A5B707}"/>
              </a:ext>
            </a:extLst>
          </p:cNvPr>
          <p:cNvSpPr txBox="1"/>
          <p:nvPr/>
        </p:nvSpPr>
        <p:spPr>
          <a:xfrm>
            <a:off x="470861" y="947849"/>
            <a:ext cx="837120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r>
              <a:rPr lang="en-US" sz="2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(n-1)d</a:t>
            </a:r>
            <a:r>
              <a:rPr lang="en-US" sz="2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ns</a:t>
            </a:r>
            <a:r>
              <a:rPr lang="en-US" sz="2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(n-1)d</a:t>
            </a:r>
            <a:r>
              <a:rPr lang="en-US" sz="2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Bão</a:t>
            </a:r>
            <a:r>
              <a:rPr lang="en-U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r>
              <a:rPr lang="en-US" sz="28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(n-1)d</a:t>
            </a:r>
            <a:r>
              <a:rPr lang="en-US" sz="28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ns</a:t>
            </a:r>
            <a:r>
              <a:rPr lang="en-US" sz="28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(n-1)d</a:t>
            </a:r>
            <a:r>
              <a:rPr lang="en-US" sz="28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sz="28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xmlns="" id="{89399E03-4754-83DD-8244-F0C07A457D25}"/>
              </a:ext>
            </a:extLst>
          </p:cNvPr>
          <p:cNvGrpSpPr/>
          <p:nvPr/>
        </p:nvGrpSpPr>
        <p:grpSpPr>
          <a:xfrm>
            <a:off x="407846" y="2766405"/>
            <a:ext cx="1375992" cy="572849"/>
            <a:chOff x="712831" y="3170806"/>
            <a:chExt cx="1619336" cy="5692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xmlns="" id="{3921A1D4-50FD-62C0-0AE2-25396D4FF453}"/>
                    </a:ext>
                  </a:extLst>
                </p:cNvPr>
                <p:cNvSpPr txBox="1"/>
                <p:nvPr/>
              </p:nvSpPr>
              <p:spPr>
                <a:xfrm>
                  <a:off x="1111907" y="3170806"/>
                  <a:ext cx="1220260" cy="5692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3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  <m:sup>
                            <m: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sup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𝐶𝑟</m:t>
                            </m:r>
                          </m:e>
                        </m:sPre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921A1D4-50FD-62C0-0AE2-25396D4FF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907" y="3170806"/>
                  <a:ext cx="1220260" cy="569235"/>
                </a:xfrm>
                <a:prstGeom prst="rect">
                  <a:avLst/>
                </a:prstGeom>
                <a:blipFill>
                  <a:blip r:embed="rId3"/>
                  <a:stretch>
                    <a:fillRect l="-3659" r="-7317" b="-12766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xmlns="" id="{AA15C47F-3892-D493-8333-F59854AF0A9E}"/>
                </a:ext>
              </a:extLst>
            </p:cNvPr>
            <p:cNvSpPr txBox="1"/>
            <p:nvPr/>
          </p:nvSpPr>
          <p:spPr>
            <a:xfrm>
              <a:off x="712831" y="3307283"/>
              <a:ext cx="468229" cy="3975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1.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xmlns="" id="{692550EB-C6D5-2F40-3CB9-3D506655DC03}"/>
              </a:ext>
            </a:extLst>
          </p:cNvPr>
          <p:cNvGrpSpPr/>
          <p:nvPr/>
        </p:nvGrpSpPr>
        <p:grpSpPr>
          <a:xfrm>
            <a:off x="1743764" y="2784161"/>
            <a:ext cx="7628832" cy="1754326"/>
            <a:chOff x="1711178" y="2766405"/>
            <a:chExt cx="7628832" cy="175432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xmlns="" id="{49AEFE02-D2C9-F685-8A4B-FC38DF8555DF}"/>
                </a:ext>
              </a:extLst>
            </p:cNvPr>
            <p:cNvSpPr txBox="1"/>
            <p:nvPr/>
          </p:nvSpPr>
          <p:spPr>
            <a:xfrm>
              <a:off x="1711178" y="2766405"/>
              <a:ext cx="762883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→ Z = 24 → E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không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bền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r>
                <a:rPr lang="en-US" sz="2400" baseline="30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→ E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bền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  E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Curved Right Arrow 82">
              <a:extLst>
                <a:ext uri="{FF2B5EF4-FFF2-40B4-BE49-F238E27FC236}">
                  <a16:creationId xmlns:a16="http://schemas.microsoft.com/office/drawing/2014/main" xmlns="" id="{B4AC14C2-6B02-6C8B-A942-668B4A3806FF}"/>
                </a:ext>
              </a:extLst>
            </p:cNvPr>
            <p:cNvSpPr/>
            <p:nvPr/>
          </p:nvSpPr>
          <p:spPr>
            <a:xfrm>
              <a:off x="3497126" y="3848610"/>
              <a:ext cx="393888" cy="44579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xmlns="" id="{AAAFBE49-6248-A295-07A5-196CE869FCFE}"/>
              </a:ext>
            </a:extLst>
          </p:cNvPr>
          <p:cNvGrpSpPr/>
          <p:nvPr/>
        </p:nvGrpSpPr>
        <p:grpSpPr>
          <a:xfrm>
            <a:off x="470861" y="4704187"/>
            <a:ext cx="1375992" cy="567912"/>
            <a:chOff x="712831" y="3170806"/>
            <a:chExt cx="1619336" cy="564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xmlns="" id="{6201DB6B-A4E8-4483-6099-A7481C5EB12F}"/>
                    </a:ext>
                  </a:extLst>
                </p:cNvPr>
                <p:cNvSpPr txBox="1"/>
                <p:nvPr/>
              </p:nvSpPr>
              <p:spPr>
                <a:xfrm>
                  <a:off x="1111907" y="3170806"/>
                  <a:ext cx="1220260" cy="5643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3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b>
                          <m:sup>
                            <m: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sup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𝐶𝑢</m:t>
                            </m:r>
                          </m:e>
                        </m:sPre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6201DB6B-A4E8-4483-6099-A7481C5EB1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907" y="3170806"/>
                  <a:ext cx="1220260" cy="564329"/>
                </a:xfrm>
                <a:prstGeom prst="rect">
                  <a:avLst/>
                </a:prstGeom>
                <a:blipFill>
                  <a:blip r:embed="rId4"/>
                  <a:stretch>
                    <a:fillRect l="-3614" r="-9639" b="-1521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B39BF534-F70A-9B63-B4B4-D1C20E9C131E}"/>
                </a:ext>
              </a:extLst>
            </p:cNvPr>
            <p:cNvSpPr txBox="1"/>
            <p:nvPr/>
          </p:nvSpPr>
          <p:spPr>
            <a:xfrm>
              <a:off x="712831" y="3307283"/>
              <a:ext cx="468229" cy="3975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2.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783837" y="4704186"/>
            <a:ext cx="7889547" cy="1754326"/>
            <a:chOff x="1783837" y="4704186"/>
            <a:chExt cx="7889547" cy="1754326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246EBF29-A877-A8C7-A2F6-C7A8746391E2}"/>
                </a:ext>
              </a:extLst>
            </p:cNvPr>
            <p:cNvSpPr txBox="1"/>
            <p:nvPr/>
          </p:nvSpPr>
          <p:spPr>
            <a:xfrm>
              <a:off x="1783837" y="4704186"/>
              <a:ext cx="788954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→ Z = 29 → E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 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không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bền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r>
                <a:rPr lang="en-US" sz="2400" baseline="30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→ E</a:t>
              </a:r>
              <a:r>
                <a:rPr lang="en-US" sz="2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 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2400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bền</a:t>
              </a:r>
              <a:r>
                <a:rPr lang="en-US" sz="24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            E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sz="2400" baseline="300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Curved Right Arrow 89">
              <a:extLst>
                <a:ext uri="{FF2B5EF4-FFF2-40B4-BE49-F238E27FC236}">
                  <a16:creationId xmlns:a16="http://schemas.microsoft.com/office/drawing/2014/main" xmlns="" id="{717C2B49-D482-3D08-4ADC-07913CFE504B}"/>
                </a:ext>
              </a:extLst>
            </p:cNvPr>
            <p:cNvSpPr/>
            <p:nvPr/>
          </p:nvSpPr>
          <p:spPr>
            <a:xfrm>
              <a:off x="3529712" y="5814154"/>
              <a:ext cx="393888" cy="44579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0" name="Content Placeholder 5">
            <a:extLst>
              <a:ext uri="{FF2B5EF4-FFF2-40B4-BE49-F238E27FC236}">
                <a16:creationId xmlns:a16="http://schemas.microsoft.com/office/drawing/2014/main" xmlns="" id="{B40B2FF8-36C8-4B10-B9F1-C2D8AE67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51674" y="891325"/>
            <a:ext cx="3315547" cy="297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5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62757" y="2013260"/>
                <a:ext cx="11455333" cy="3970318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n: </a:t>
                </a:r>
                <a:r>
                  <a:rPr 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dương</a:t>
                </a:r>
                <a:r>
                  <a:rPr lang="en-US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1, 2, 3, …, n (</a:t>
                </a:r>
                <a:r>
                  <a:rPr lang="en-US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8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l: </a:t>
                </a:r>
                <a:r>
                  <a:rPr lang="en-US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0, 1, 2, 3, …, n-1 (</a:t>
                </a:r>
                <a:r>
                  <a:rPr lang="en-US" altLang="en-US" sz="28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en-US" sz="28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n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altLang="en-US" sz="2800" b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en-US" sz="2800" b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b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-ℓ</a:t>
                </a:r>
                <a:r>
                  <a:rPr lang="en-US" sz="2800" b="1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i="1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2800" b="1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</a:t>
                </a:r>
                <a:r>
                  <a:rPr lang="en-US" alt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±1, ±2, …, ±</a:t>
                </a:r>
                <a:r>
                  <a:rPr lang="en-US" altLang="en-US" sz="28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</a:t>
                </a:r>
                <a:r>
                  <a:rPr lang="en-US" alt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="1" baseline="-250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+1/2 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-1/2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800" b="1" dirty="0" err="1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8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AO: </a:t>
                </a:r>
                <a:r>
                  <a:rPr lang="en-US" sz="28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b="1" baseline="30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e-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b="1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2n</a:t>
                </a:r>
                <a:r>
                  <a:rPr lang="en-US" sz="2800" b="1" baseline="30000" dirty="0">
                    <a:solidFill>
                      <a:srgbClr val="FFC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800" b="1" dirty="0" err="1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lớp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AO: 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</a:t>
                </a:r>
                <a:r>
                  <a:rPr lang="en-US" alt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+1)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e-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tối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2(2</a:t>
                </a:r>
                <a:r>
                  <a:rPr lang="en-US" alt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+1)</a:t>
                </a:r>
                <a:r>
                  <a:rPr lang="en-US" altLang="en-US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800" b="1" dirty="0">
                    <a:solidFill>
                      <a:srgbClr val="00FF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7" y="2013260"/>
                <a:ext cx="11455333" cy="3970318"/>
              </a:xfrm>
              <a:prstGeom prst="rect">
                <a:avLst/>
              </a:prstGeom>
              <a:blipFill rotWithShape="0">
                <a:blip r:embed="rId3"/>
                <a:stretch>
                  <a:fillRect l="-957" b="-12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40796" y="1077055"/>
            <a:ext cx="9208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BT1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Thông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tin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về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(n, l, m</a:t>
            </a:r>
            <a:r>
              <a:rPr lang="en-US" altLang="zh-TW" sz="32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</a:t>
            </a:r>
            <a:r>
              <a:rPr lang="en-US" altLang="zh-TW" sz="32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83259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764" y="1077616"/>
            <a:ext cx="10342896" cy="3554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b="1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ℓ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4213">
              <a:lnSpc>
                <a:spcPct val="150000"/>
              </a:lnSpc>
              <a:spcAft>
                <a:spcPts val="600"/>
              </a:spcAft>
              <a:buAutoNum type="alphaUcPeriod"/>
              <a:tabLst>
                <a:tab pos="3941763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+1/2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 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-1/2</a:t>
            </a:r>
          </a:p>
          <a:p>
            <a:pPr marL="684213">
              <a:lnSpc>
                <a:spcPct val="150000"/>
              </a:lnSpc>
              <a:spcAft>
                <a:spcPts val="600"/>
              </a:spcAft>
              <a:buFontTx/>
              <a:buAutoNum type="alphaUcPeriod"/>
              <a:tabLst>
                <a:tab pos="400367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+1/2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+1/2</a:t>
            </a:r>
          </a:p>
          <a:p>
            <a:pPr marL="684213">
              <a:lnSpc>
                <a:spcPct val="150000"/>
              </a:lnSpc>
              <a:spcAft>
                <a:spcPts val="600"/>
              </a:spcAft>
              <a:buFontTx/>
              <a:buAutoNum type="alphaUcPeriod"/>
              <a:tabLst>
                <a:tab pos="400367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-1/2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+1/2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4213">
              <a:lnSpc>
                <a:spcPct val="150000"/>
              </a:lnSpc>
              <a:spcAft>
                <a:spcPts val="600"/>
              </a:spcAft>
              <a:buFontTx/>
              <a:buAutoNum type="alphaUcPeriod"/>
              <a:tabLst>
                <a:tab pos="400367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+1/2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-1/2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498513" y="2033814"/>
            <a:ext cx="3490580" cy="2517898"/>
            <a:chOff x="1755189" y="4526034"/>
            <a:chExt cx="3538785" cy="1683571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198" y="5967019"/>
              <a:ext cx="206776" cy="24258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6315" y="5967019"/>
              <a:ext cx="206776" cy="24258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5189" y="4531471"/>
              <a:ext cx="206776" cy="24258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198" y="4526034"/>
              <a:ext cx="206776" cy="24258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7198" y="5489104"/>
              <a:ext cx="206776" cy="2425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755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35854" y="1847600"/>
            <a:ext cx="1531463" cy="694677"/>
            <a:chOff x="599885" y="3122130"/>
            <a:chExt cx="1802302" cy="6902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1181927" y="3122130"/>
                  <a:ext cx="1220260" cy="6902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4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  <m:sup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sup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𝐶𝑎</m:t>
                            </m:r>
                          </m:e>
                        </m:sPre>
                      </m:oMath>
                    </m:oMathPara>
                  </a14:m>
                  <a:endPara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927" y="3122130"/>
                  <a:ext cx="1220260" cy="69029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r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/>
            <p:cNvSpPr txBox="1"/>
            <p:nvPr/>
          </p:nvSpPr>
          <p:spPr>
            <a:xfrm>
              <a:off x="599885" y="3312150"/>
              <a:ext cx="488979" cy="458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916902" y="2846242"/>
            <a:ext cx="4615723" cy="646331"/>
            <a:chOff x="2551372" y="4373169"/>
            <a:chExt cx="4615723" cy="646331"/>
          </a:xfrm>
        </p:grpSpPr>
        <p:sp>
          <p:nvSpPr>
            <p:cNvPr id="52" name="Curved Right Arrow 51"/>
            <p:cNvSpPr/>
            <p:nvPr/>
          </p:nvSpPr>
          <p:spPr>
            <a:xfrm>
              <a:off x="2551372" y="4373169"/>
              <a:ext cx="232792" cy="357406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784164" y="4373169"/>
              <a:ext cx="438293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</a:t>
              </a:r>
              <a:r>
                <a:rPr lang="en-US" sz="3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E: 1s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Rectangle 53"/>
          <p:cNvSpPr/>
          <p:nvPr/>
        </p:nvSpPr>
        <p:spPr>
          <a:xfrm>
            <a:off x="1923816" y="1990329"/>
            <a:ext cx="3972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58375" y="958860"/>
            <a:ext cx="70684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BT2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hình</a:t>
            </a:r>
            <a:r>
              <a:rPr lang="en-US" altLang="zh-TW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6892777" y="1852797"/>
            <a:ext cx="1470937" cy="693845"/>
            <a:chOff x="599885" y="3201366"/>
            <a:chExt cx="1731072" cy="6894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1110697" y="3201366"/>
                  <a:ext cx="1220260" cy="6894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4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  <m:sup>
                            <m:r>
                              <a:rPr lang="en-US" sz="4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  <m:e>
                            <m:r>
                              <a:rPr lang="en-US" sz="4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sPre>
                      </m:oMath>
                    </m:oMathPara>
                  </a14:m>
                  <a:endPara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97" y="3201366"/>
                  <a:ext cx="1220260" cy="50602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/>
            <p:cNvSpPr txBox="1"/>
            <p:nvPr/>
          </p:nvSpPr>
          <p:spPr>
            <a:xfrm>
              <a:off x="599885" y="3312150"/>
              <a:ext cx="488979" cy="458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</a:t>
              </a:r>
            </a:p>
          </p:txBody>
        </p:sp>
      </p:grpSp>
      <p:sp>
        <p:nvSpPr>
          <p:cNvPr id="65" name="Rectangle 64"/>
          <p:cNvSpPr/>
          <p:nvPr/>
        </p:nvSpPr>
        <p:spPr>
          <a:xfrm>
            <a:off x="8255114" y="1959711"/>
            <a:ext cx="3533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7673937" y="2780076"/>
            <a:ext cx="4235811" cy="646331"/>
            <a:chOff x="2551372" y="4373169"/>
            <a:chExt cx="4235811" cy="646331"/>
          </a:xfrm>
        </p:grpSpPr>
        <p:sp>
          <p:nvSpPr>
            <p:cNvPr id="67" name="Curved Right Arrow 66"/>
            <p:cNvSpPr/>
            <p:nvPr/>
          </p:nvSpPr>
          <p:spPr>
            <a:xfrm>
              <a:off x="2551372" y="4393983"/>
              <a:ext cx="232792" cy="402757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784164" y="4373169"/>
              <a:ext cx="40030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sz="36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2-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E: 1s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8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8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58375" y="3784640"/>
            <a:ext cx="1508942" cy="649152"/>
            <a:chOff x="599885" y="3173754"/>
            <a:chExt cx="1775798" cy="6450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1155423" y="3173754"/>
                  <a:ext cx="1220260" cy="6450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sup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𝑀𝑛</m:t>
                            </m:r>
                          </m:e>
                        </m:sPre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23" y="3173754"/>
                  <a:ext cx="1220260" cy="64505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123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TextBox 76"/>
            <p:cNvSpPr txBox="1"/>
            <p:nvPr/>
          </p:nvSpPr>
          <p:spPr>
            <a:xfrm>
              <a:off x="599885" y="3312150"/>
              <a:ext cx="488979" cy="4587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41541" y="5876909"/>
            <a:ext cx="4327360" cy="584775"/>
            <a:chOff x="2381276" y="4373169"/>
            <a:chExt cx="4327360" cy="584775"/>
          </a:xfrm>
        </p:grpSpPr>
        <p:sp>
          <p:nvSpPr>
            <p:cNvPr id="79" name="Curved Right Arrow 78"/>
            <p:cNvSpPr/>
            <p:nvPr/>
          </p:nvSpPr>
          <p:spPr>
            <a:xfrm>
              <a:off x="2381276" y="4393984"/>
              <a:ext cx="232792" cy="37922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784164" y="4373169"/>
              <a:ext cx="392447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Mn</a:t>
              </a:r>
              <a:r>
                <a:rPr lang="en-US" sz="32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2+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E: 1s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2p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3s</a:t>
              </a:r>
              <a:r>
                <a:rPr lang="en-US" sz="24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3p</a:t>
              </a:r>
              <a:r>
                <a:rPr lang="en-US" sz="24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80"/>
          <p:cNvSpPr/>
          <p:nvPr/>
        </p:nvSpPr>
        <p:spPr>
          <a:xfrm>
            <a:off x="730430" y="4620155"/>
            <a:ext cx="4488729" cy="15491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8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 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8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en-US" sz="28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5778138" y="3859342"/>
            <a:ext cx="1470937" cy="636521"/>
            <a:chOff x="599885" y="3201368"/>
            <a:chExt cx="1731072" cy="632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1110697" y="3201368"/>
                  <a:ext cx="1220260" cy="6325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US" sz="4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  <m:sup>
                            <m:r>
                              <a:rPr lang="en-US" sz="4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52</m:t>
                            </m:r>
                          </m:sup>
                          <m:e>
                            <m:r>
                              <a:rPr lang="en-US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𝐶𝑟</m:t>
                            </m:r>
                          </m:e>
                        </m:sPre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97" y="3201368"/>
                  <a:ext cx="1220260" cy="50602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TextBox 83"/>
            <p:cNvSpPr txBox="1"/>
            <p:nvPr/>
          </p:nvSpPr>
          <p:spPr>
            <a:xfrm>
              <a:off x="599885" y="3312150"/>
              <a:ext cx="488979" cy="458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6090424" y="4601093"/>
            <a:ext cx="6021200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sz="28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6299331" y="6126796"/>
            <a:ext cx="5365928" cy="523220"/>
            <a:chOff x="2551372" y="4373169"/>
            <a:chExt cx="5365928" cy="523220"/>
          </a:xfrm>
        </p:grpSpPr>
        <p:sp>
          <p:nvSpPr>
            <p:cNvPr id="87" name="Curved Right Arrow 86"/>
            <p:cNvSpPr/>
            <p:nvPr/>
          </p:nvSpPr>
          <p:spPr>
            <a:xfrm>
              <a:off x="2551372" y="4393984"/>
              <a:ext cx="195309" cy="257452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784164" y="4373169"/>
              <a:ext cx="513313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Cr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3+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→ E: 1s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sz="28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28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sz="2800" b="1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1342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15205" y="822505"/>
            <a:ext cx="10324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BT3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cấu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hình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đã</a:t>
            </a:r>
            <a:r>
              <a:rPr lang="en-US" altLang="zh-TW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biết</a:t>
            </a:r>
            <a:endParaRPr lang="en-US" altLang="zh-TW" sz="32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9827" y="3706873"/>
            <a:ext cx="3735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2000" b="1" dirty="0">
              <a:solidFill>
                <a:srgbClr val="CC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8410" y="1482414"/>
            <a:ext cx="5665654" cy="1938992"/>
          </a:xfrm>
          <a:prstGeom prst="rect">
            <a:avLst/>
          </a:prstGeom>
          <a:solidFill>
            <a:schemeClr val="accent2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6075" indent="33813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Kleshkowski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6075" indent="33813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Pauli;</a:t>
            </a:r>
          </a:p>
          <a:p>
            <a:pPr marL="346075" indent="33813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solidFill>
                <a:srgbClr val="00FF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2466520" y="3686750"/>
            <a:ext cx="2963291" cy="978841"/>
            <a:chOff x="2594856" y="3321830"/>
            <a:chExt cx="2963291" cy="978841"/>
          </a:xfrm>
        </p:grpSpPr>
        <p:grpSp>
          <p:nvGrpSpPr>
            <p:cNvPr id="52" name="Group 51"/>
            <p:cNvGrpSpPr/>
            <p:nvPr/>
          </p:nvGrpSpPr>
          <p:grpSpPr>
            <a:xfrm>
              <a:off x="2594856" y="3690429"/>
              <a:ext cx="1116011" cy="610242"/>
              <a:chOff x="2523832" y="3699307"/>
              <a:chExt cx="1116011" cy="610242"/>
            </a:xfrm>
          </p:grpSpPr>
          <p:cxnSp>
            <p:nvCxnSpPr>
              <p:cNvPr id="59" name="Straight Arrow Connector 58"/>
              <p:cNvCxnSpPr/>
              <p:nvPr/>
            </p:nvCxnSpPr>
            <p:spPr>
              <a:xfrm flipH="1">
                <a:off x="3178205" y="3699307"/>
                <a:ext cx="435006" cy="252888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2523832" y="3940217"/>
                <a:ext cx="1116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rgbClr val="FF0000"/>
                    </a:solidFill>
                  </a:rPr>
                  <a:t>Số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lớp</a:t>
                </a:r>
                <a:r>
                  <a:rPr lang="en-US" b="1" dirty="0">
                    <a:solidFill>
                      <a:srgbClr val="FF0000"/>
                    </a:solidFill>
                  </a:rPr>
                  <a:t> (n)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3912477" y="3691287"/>
              <a:ext cx="1102546" cy="564471"/>
              <a:chOff x="3841453" y="3691287"/>
              <a:chExt cx="1102546" cy="564471"/>
            </a:xfrm>
          </p:grpSpPr>
          <p:cxnSp>
            <p:nvCxnSpPr>
              <p:cNvPr id="57" name="Straight Arrow Connector 56"/>
              <p:cNvCxnSpPr/>
              <p:nvPr/>
            </p:nvCxnSpPr>
            <p:spPr>
              <a:xfrm>
                <a:off x="3868088" y="3691287"/>
                <a:ext cx="399496" cy="195139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3841453" y="3886426"/>
                <a:ext cx="1102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00FF"/>
                    </a:solidFill>
                  </a:rPr>
                  <a:t>Orbital (l)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4100765" y="3321830"/>
              <a:ext cx="1457382" cy="369332"/>
              <a:chOff x="4020863" y="3312952"/>
              <a:chExt cx="1457382" cy="369332"/>
            </a:xfrm>
          </p:grpSpPr>
          <p:cxnSp>
            <p:nvCxnSpPr>
              <p:cNvPr id="55" name="Straight Arrow Connector 54"/>
              <p:cNvCxnSpPr/>
              <p:nvPr/>
            </p:nvCxnSpPr>
            <p:spPr>
              <a:xfrm>
                <a:off x="4020863" y="3497618"/>
                <a:ext cx="825478" cy="0"/>
              </a:xfrm>
              <a:prstGeom prst="straightConnector1">
                <a:avLst/>
              </a:prstGeom>
              <a:ln w="19050">
                <a:solidFill>
                  <a:srgbClr val="CC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4846341" y="3312952"/>
                <a:ext cx="631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err="1">
                    <a:solidFill>
                      <a:srgbClr val="CC00CC"/>
                    </a:solidFill>
                  </a:rPr>
                  <a:t>Số</a:t>
                </a:r>
                <a:r>
                  <a:rPr lang="en-US" b="1" dirty="0">
                    <a:solidFill>
                      <a:srgbClr val="CC00CC"/>
                    </a:solidFill>
                  </a:rPr>
                  <a:t> e</a:t>
                </a:r>
                <a:r>
                  <a:rPr lang="en-US" b="1" baseline="30000" dirty="0">
                    <a:solidFill>
                      <a:srgbClr val="CC00CC"/>
                    </a:solidFill>
                  </a:rPr>
                  <a:t>-</a:t>
                </a:r>
                <a:endParaRPr lang="en-US" b="1" dirty="0">
                  <a:solidFill>
                    <a:srgbClr val="CC00CC"/>
                  </a:solidFill>
                </a:endParaRPr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5664749" y="3359571"/>
            <a:ext cx="3724396" cy="1314898"/>
            <a:chOff x="5793085" y="2994651"/>
            <a:chExt cx="3724396" cy="1314898"/>
          </a:xfrm>
        </p:grpSpPr>
        <p:grpSp>
          <p:nvGrpSpPr>
            <p:cNvPr id="62" name="Group 61"/>
            <p:cNvGrpSpPr/>
            <p:nvPr/>
          </p:nvGrpSpPr>
          <p:grpSpPr>
            <a:xfrm>
              <a:off x="5793085" y="3200814"/>
              <a:ext cx="1246683" cy="1108735"/>
              <a:chOff x="7688642" y="2963479"/>
              <a:chExt cx="1246683" cy="1108735"/>
            </a:xfrm>
          </p:grpSpPr>
          <p:sp>
            <p:nvSpPr>
              <p:cNvPr id="68" name="Flowchart: Process 67"/>
              <p:cNvSpPr/>
              <p:nvPr/>
            </p:nvSpPr>
            <p:spPr>
              <a:xfrm>
                <a:off x="7688642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69" name="Flowchart: Process 68"/>
              <p:cNvSpPr/>
              <p:nvPr/>
            </p:nvSpPr>
            <p:spPr>
              <a:xfrm>
                <a:off x="8102708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r>
                  <a:rPr lang="en-US" dirty="0">
                    <a:solidFill>
                      <a:srgbClr val="CC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↓</a:t>
                </a:r>
              </a:p>
            </p:txBody>
          </p:sp>
          <p:sp>
            <p:nvSpPr>
              <p:cNvPr id="70" name="Flowchart: Process 69"/>
              <p:cNvSpPr/>
              <p:nvPr/>
            </p:nvSpPr>
            <p:spPr>
              <a:xfrm>
                <a:off x="8516774" y="3335196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7690005" y="3694004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-1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143645" y="370288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8518223" y="3694004"/>
                <a:ext cx="417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+1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8072607" y="2963479"/>
                <a:ext cx="503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2p</a:t>
                </a:r>
                <a:r>
                  <a:rPr lang="en-US" b="1" baseline="30000" dirty="0"/>
                  <a:t>5</a:t>
                </a:r>
                <a:endParaRPr lang="en-US" b="1" dirty="0"/>
              </a:p>
            </p:txBody>
          </p:sp>
        </p:grpSp>
        <p:cxnSp>
          <p:nvCxnSpPr>
            <p:cNvPr id="63" name="Curved Connector 62"/>
            <p:cNvCxnSpPr/>
            <p:nvPr/>
          </p:nvCxnSpPr>
          <p:spPr>
            <a:xfrm rot="5400000" flipH="1" flipV="1">
              <a:off x="6803588" y="3078915"/>
              <a:ext cx="259579" cy="901016"/>
            </a:xfrm>
            <a:prstGeom prst="curvedConnector2">
              <a:avLst/>
            </a:prstGeom>
            <a:ln w="38100">
              <a:solidFill>
                <a:srgbClr val="CC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7299750" y="3112020"/>
              <a:ext cx="10887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CC00CC"/>
                  </a:solidFill>
                </a:rPr>
                <a:t>Điện</a:t>
              </a:r>
              <a:r>
                <a:rPr lang="en-US" b="1" dirty="0">
                  <a:solidFill>
                    <a:srgbClr val="CC00CC"/>
                  </a:solidFill>
                </a:rPr>
                <a:t> </a:t>
              </a:r>
              <a:r>
                <a:rPr lang="en-US" b="1" dirty="0" err="1">
                  <a:solidFill>
                    <a:srgbClr val="CC00CC"/>
                  </a:solidFill>
                </a:rPr>
                <a:t>tử</a:t>
              </a:r>
              <a:endParaRPr lang="en-US" b="1" dirty="0">
                <a:solidFill>
                  <a:srgbClr val="CC00CC"/>
                </a:solidFill>
              </a:endParaRPr>
            </a:p>
            <a:p>
              <a:pPr algn="ctr"/>
              <a:r>
                <a:rPr lang="en-US" b="1" dirty="0" err="1">
                  <a:solidFill>
                    <a:srgbClr val="CC00CC"/>
                  </a:solidFill>
                </a:rPr>
                <a:t>cuối</a:t>
              </a:r>
              <a:r>
                <a:rPr lang="en-US" b="1" dirty="0">
                  <a:solidFill>
                    <a:srgbClr val="CC00CC"/>
                  </a:solidFill>
                </a:rPr>
                <a:t> </a:t>
              </a:r>
              <a:r>
                <a:rPr lang="en-US" b="1" dirty="0" err="1">
                  <a:solidFill>
                    <a:srgbClr val="CC00CC"/>
                  </a:solidFill>
                </a:rPr>
                <a:t>cùng</a:t>
              </a:r>
              <a:endParaRPr lang="en-US" b="1" dirty="0">
                <a:solidFill>
                  <a:srgbClr val="CC00CC"/>
                </a:solidFill>
              </a:endParaRPr>
            </a:p>
          </p:txBody>
        </p:sp>
        <p:sp>
          <p:nvSpPr>
            <p:cNvPr id="65" name="Left Brace 64"/>
            <p:cNvSpPr/>
            <p:nvPr/>
          </p:nvSpPr>
          <p:spPr>
            <a:xfrm>
              <a:off x="8388510" y="3199218"/>
              <a:ext cx="123936" cy="61455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459248" y="2994651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</a:rPr>
                <a:t>m</a:t>
              </a:r>
              <a:r>
                <a:rPr lang="en-US" b="1" baseline="-25000" dirty="0">
                  <a:solidFill>
                    <a:srgbClr val="00B050"/>
                  </a:solidFill>
                </a:rPr>
                <a:t>l</a:t>
              </a:r>
              <a:r>
                <a:rPr lang="en-US" b="1" dirty="0">
                  <a:solidFill>
                    <a:srgbClr val="00B050"/>
                  </a:solidFill>
                </a:rPr>
                <a:t> = 0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459178" y="3591441"/>
              <a:ext cx="10583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FFC000"/>
                  </a:solidFill>
                </a:rPr>
                <a:t>m</a:t>
              </a:r>
              <a:r>
                <a:rPr lang="en-US" b="1" baseline="-25000" dirty="0" err="1">
                  <a:solidFill>
                    <a:srgbClr val="FFC000"/>
                  </a:solidFill>
                </a:rPr>
                <a:t>s</a:t>
              </a:r>
              <a:r>
                <a:rPr lang="en-US" b="1" dirty="0">
                  <a:solidFill>
                    <a:srgbClr val="FFC000"/>
                  </a:solidFill>
                </a:rPr>
                <a:t> = -1/2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9149858" y="3654801"/>
            <a:ext cx="2848538" cy="369332"/>
            <a:chOff x="9278194" y="3289881"/>
            <a:chExt cx="2848538" cy="369332"/>
          </a:xfrm>
        </p:grpSpPr>
        <p:sp>
          <p:nvSpPr>
            <p:cNvPr id="76" name="Striped Right Arrow 75"/>
            <p:cNvSpPr/>
            <p:nvPr/>
          </p:nvSpPr>
          <p:spPr>
            <a:xfrm>
              <a:off x="9278194" y="3363983"/>
              <a:ext cx="310718" cy="247208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667404" y="3289881"/>
              <a:ext cx="2459328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</a:t>
              </a:r>
              <a:r>
                <a:rPr lang="en-US" b="1" dirty="0" err="1">
                  <a:solidFill>
                    <a:srgbClr val="FF0000"/>
                  </a:solidFill>
                </a:rPr>
                <a:t>n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0000FF"/>
                  </a:solidFill>
                </a:rPr>
                <a:t>l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00B050"/>
                  </a:solidFill>
                </a:rPr>
                <a:t>m</a:t>
              </a:r>
              <a:r>
                <a:rPr lang="en-US" b="1" baseline="-25000" dirty="0" err="1">
                  <a:solidFill>
                    <a:srgbClr val="00B050"/>
                  </a:solidFill>
                </a:rPr>
                <a:t>l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FFC000"/>
                  </a:solidFill>
                </a:rPr>
                <a:t>m</a:t>
              </a:r>
              <a:r>
                <a:rPr lang="en-US" b="1" baseline="-25000" dirty="0" err="1">
                  <a:solidFill>
                    <a:srgbClr val="FFC000"/>
                  </a:solidFill>
                </a:rPr>
                <a:t>s</a:t>
              </a:r>
              <a:r>
                <a:rPr lang="en-US" b="1" dirty="0"/>
                <a:t>) = (</a:t>
              </a:r>
              <a:r>
                <a:rPr lang="en-US" b="1" dirty="0">
                  <a:solidFill>
                    <a:srgbClr val="FF0000"/>
                  </a:solidFill>
                </a:rPr>
                <a:t>2</a:t>
              </a:r>
              <a:r>
                <a:rPr lang="en-US" b="1" dirty="0"/>
                <a:t>,</a:t>
              </a:r>
              <a:r>
                <a:rPr lang="en-US" b="1" dirty="0">
                  <a:solidFill>
                    <a:srgbClr val="0000FF"/>
                  </a:solidFill>
                </a:rPr>
                <a:t>1</a:t>
              </a:r>
              <a:r>
                <a:rPr lang="en-US" b="1" dirty="0"/>
                <a:t>,</a:t>
              </a:r>
              <a:r>
                <a:rPr lang="en-US" b="1" dirty="0">
                  <a:solidFill>
                    <a:srgbClr val="00B050"/>
                  </a:solidFill>
                </a:rPr>
                <a:t>0</a:t>
              </a:r>
              <a:r>
                <a:rPr lang="en-US" b="1" dirty="0"/>
                <a:t>,</a:t>
              </a:r>
              <a:r>
                <a:rPr lang="en-US" b="1" dirty="0">
                  <a:solidFill>
                    <a:srgbClr val="FFC000"/>
                  </a:solidFill>
                </a:rPr>
                <a:t>-1/2</a:t>
              </a:r>
              <a:r>
                <a:rPr lang="en-US" b="1" dirty="0"/>
                <a:t>)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339555" y="5102139"/>
            <a:ext cx="403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4271373" y="4746458"/>
            <a:ext cx="2108596" cy="1117836"/>
            <a:chOff x="4465365" y="4662183"/>
            <a:chExt cx="2108596" cy="1117836"/>
          </a:xfrm>
        </p:grpSpPr>
        <p:sp>
          <p:nvSpPr>
            <p:cNvPr id="80" name="Flowchart: Process 79"/>
            <p:cNvSpPr/>
            <p:nvPr/>
          </p:nvSpPr>
          <p:spPr>
            <a:xfrm>
              <a:off x="4536492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lowchart: Process 80"/>
            <p:cNvSpPr/>
            <p:nvPr/>
          </p:nvSpPr>
          <p:spPr>
            <a:xfrm>
              <a:off x="4950558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lowchart: Process 81"/>
            <p:cNvSpPr/>
            <p:nvPr/>
          </p:nvSpPr>
          <p:spPr>
            <a:xfrm>
              <a:off x="536462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537855" y="540113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-2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991495" y="541000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421539" y="54011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465365" y="4662183"/>
              <a:ext cx="5036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3d</a:t>
              </a:r>
              <a:r>
                <a:rPr lang="en-US" b="1" baseline="30000" dirty="0"/>
                <a:t>4</a:t>
              </a:r>
              <a:endParaRPr lang="en-US" b="1" dirty="0"/>
            </a:p>
          </p:txBody>
        </p:sp>
        <p:sp>
          <p:nvSpPr>
            <p:cNvPr id="87" name="Flowchart: Process 86"/>
            <p:cNvSpPr/>
            <p:nvPr/>
          </p:nvSpPr>
          <p:spPr>
            <a:xfrm>
              <a:off x="576298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lowchart: Process 87"/>
            <p:cNvSpPr/>
            <p:nvPr/>
          </p:nvSpPr>
          <p:spPr>
            <a:xfrm>
              <a:off x="6159895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749020" y="541000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152815" y="5410687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+2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3471594" y="6161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b="1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dirty="0"/>
          </a:p>
        </p:txBody>
      </p:sp>
      <p:grpSp>
        <p:nvGrpSpPr>
          <p:cNvPr id="92" name="Group 91"/>
          <p:cNvGrpSpPr/>
          <p:nvPr/>
        </p:nvGrpSpPr>
        <p:grpSpPr>
          <a:xfrm>
            <a:off x="4329332" y="5786178"/>
            <a:ext cx="2087580" cy="1101413"/>
            <a:chOff x="4486381" y="4678606"/>
            <a:chExt cx="2087580" cy="1101413"/>
          </a:xfrm>
        </p:grpSpPr>
        <p:sp>
          <p:nvSpPr>
            <p:cNvPr id="93" name="Flowchart: Process 92"/>
            <p:cNvSpPr/>
            <p:nvPr/>
          </p:nvSpPr>
          <p:spPr>
            <a:xfrm>
              <a:off x="4536492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r>
                <a: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</a:p>
          </p:txBody>
        </p:sp>
        <p:sp>
          <p:nvSpPr>
            <p:cNvPr id="94" name="Flowchart: Process 93"/>
            <p:cNvSpPr/>
            <p:nvPr/>
          </p:nvSpPr>
          <p:spPr>
            <a:xfrm>
              <a:off x="4950558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r>
                <a: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</a:p>
          </p:txBody>
        </p:sp>
        <p:sp>
          <p:nvSpPr>
            <p:cNvPr id="95" name="Flowchart: Process 94"/>
            <p:cNvSpPr/>
            <p:nvPr/>
          </p:nvSpPr>
          <p:spPr>
            <a:xfrm>
              <a:off x="536462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537855" y="540113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-2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991495" y="541000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421539" y="54011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486381" y="4678606"/>
              <a:ext cx="5036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3d</a:t>
              </a:r>
              <a:r>
                <a:rPr lang="en-US" b="1" baseline="30000" dirty="0"/>
                <a:t>7</a:t>
              </a:r>
              <a:endParaRPr lang="en-US" b="1" dirty="0"/>
            </a:p>
          </p:txBody>
        </p:sp>
        <p:sp>
          <p:nvSpPr>
            <p:cNvPr id="100" name="Flowchart: Process 99"/>
            <p:cNvSpPr/>
            <p:nvPr/>
          </p:nvSpPr>
          <p:spPr>
            <a:xfrm>
              <a:off x="576298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lowchart: Process 100"/>
            <p:cNvSpPr/>
            <p:nvPr/>
          </p:nvSpPr>
          <p:spPr>
            <a:xfrm>
              <a:off x="6159895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749020" y="541000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152815" y="5410687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+2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6661556" y="6169329"/>
            <a:ext cx="2919070" cy="369332"/>
            <a:chOff x="9278194" y="3289881"/>
            <a:chExt cx="2919070" cy="369332"/>
          </a:xfrm>
        </p:grpSpPr>
        <p:sp>
          <p:nvSpPr>
            <p:cNvPr id="105" name="Striped Right Arrow 104"/>
            <p:cNvSpPr/>
            <p:nvPr/>
          </p:nvSpPr>
          <p:spPr>
            <a:xfrm>
              <a:off x="9278194" y="3363983"/>
              <a:ext cx="310718" cy="247208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667404" y="3289881"/>
              <a:ext cx="2529860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(</a:t>
              </a:r>
              <a:r>
                <a:rPr lang="en-US" b="1" dirty="0" err="1">
                  <a:solidFill>
                    <a:srgbClr val="FF0000"/>
                  </a:solidFill>
                </a:rPr>
                <a:t>n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0000FF"/>
                  </a:solidFill>
                </a:rPr>
                <a:t>l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00B050"/>
                  </a:solidFill>
                </a:rPr>
                <a:t>m</a:t>
              </a:r>
              <a:r>
                <a:rPr lang="en-US" b="1" baseline="-25000" dirty="0" err="1">
                  <a:solidFill>
                    <a:srgbClr val="00B050"/>
                  </a:solidFill>
                </a:rPr>
                <a:t>l</a:t>
              </a:r>
              <a:r>
                <a:rPr lang="en-US" b="1" dirty="0" err="1"/>
                <a:t>,</a:t>
              </a:r>
              <a:r>
                <a:rPr lang="en-US" b="1" dirty="0" err="1">
                  <a:solidFill>
                    <a:srgbClr val="FFC000"/>
                  </a:solidFill>
                </a:rPr>
                <a:t>m</a:t>
              </a:r>
              <a:r>
                <a:rPr lang="en-US" b="1" baseline="-25000" dirty="0" err="1">
                  <a:solidFill>
                    <a:srgbClr val="FFC000"/>
                  </a:solidFill>
                </a:rPr>
                <a:t>s</a:t>
              </a:r>
              <a:r>
                <a:rPr lang="en-US" b="1" dirty="0"/>
                <a:t>) = (3,</a:t>
              </a:r>
              <a:r>
                <a:rPr lang="en-US" b="1" dirty="0">
                  <a:solidFill>
                    <a:srgbClr val="0000FF"/>
                  </a:solidFill>
                </a:rPr>
                <a:t>2</a:t>
              </a:r>
              <a:r>
                <a:rPr lang="en-US" b="1" dirty="0"/>
                <a:t>,</a:t>
              </a:r>
              <a:r>
                <a:rPr lang="en-US" b="1" dirty="0">
                  <a:solidFill>
                    <a:srgbClr val="00B050"/>
                  </a:solidFill>
                </a:rPr>
                <a:t>-1</a:t>
              </a:r>
              <a:r>
                <a:rPr lang="en-US" b="1" dirty="0"/>
                <a:t>,</a:t>
              </a:r>
              <a:r>
                <a:rPr lang="en-US" b="1" dirty="0">
                  <a:solidFill>
                    <a:srgbClr val="FFC000"/>
                  </a:solidFill>
                </a:rPr>
                <a:t>-1/2</a:t>
              </a:r>
              <a:r>
                <a:rPr lang="en-US" b="1" dirty="0"/>
                <a:t>)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779133" y="5039341"/>
            <a:ext cx="3891261" cy="467760"/>
            <a:chOff x="5907469" y="4798711"/>
            <a:chExt cx="3891261" cy="467760"/>
          </a:xfrm>
        </p:grpSpPr>
        <p:grpSp>
          <p:nvGrpSpPr>
            <p:cNvPr id="108" name="Group 107"/>
            <p:cNvGrpSpPr/>
            <p:nvPr/>
          </p:nvGrpSpPr>
          <p:grpSpPr>
            <a:xfrm>
              <a:off x="6789892" y="4897139"/>
              <a:ext cx="3008838" cy="369332"/>
              <a:chOff x="9278194" y="3289881"/>
              <a:chExt cx="3008838" cy="369332"/>
            </a:xfrm>
          </p:grpSpPr>
          <p:sp>
            <p:nvSpPr>
              <p:cNvPr id="111" name="Striped Right Arrow 110"/>
              <p:cNvSpPr/>
              <p:nvPr/>
            </p:nvSpPr>
            <p:spPr>
              <a:xfrm>
                <a:off x="9278194" y="3363983"/>
                <a:ext cx="310718" cy="247208"/>
              </a:xfrm>
              <a:prstGeom prst="strip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9667404" y="3289881"/>
                <a:ext cx="2619628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(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n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0000FF"/>
                    </a:solidFill>
                  </a:rPr>
                  <a:t>l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m</a:t>
                </a:r>
                <a:r>
                  <a:rPr lang="en-US" b="1" baseline="-25000" dirty="0" err="1">
                    <a:solidFill>
                      <a:srgbClr val="00B050"/>
                    </a:solidFill>
                  </a:rPr>
                  <a:t>l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FFC000"/>
                    </a:solidFill>
                  </a:rPr>
                  <a:t>m</a:t>
                </a:r>
                <a:r>
                  <a:rPr lang="en-US" b="1" baseline="-25000" dirty="0" err="1">
                    <a:solidFill>
                      <a:srgbClr val="FFC000"/>
                    </a:solidFill>
                  </a:rPr>
                  <a:t>s</a:t>
                </a:r>
                <a:r>
                  <a:rPr lang="en-US" b="1" dirty="0"/>
                  <a:t>) = (3,</a:t>
                </a:r>
                <a:r>
                  <a:rPr lang="en-US" b="1" dirty="0">
                    <a:solidFill>
                      <a:srgbClr val="0000FF"/>
                    </a:solidFill>
                  </a:rPr>
                  <a:t>2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B050"/>
                    </a:solidFill>
                  </a:rPr>
                  <a:t>+1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FFC000"/>
                    </a:solidFill>
                  </a:rPr>
                  <a:t>+1/2</a:t>
                </a:r>
                <a:r>
                  <a:rPr lang="en-US" b="1" dirty="0"/>
                  <a:t>)</a:t>
                </a:r>
              </a:p>
            </p:txBody>
          </p:sp>
        </p:grpSp>
        <p:sp>
          <p:nvSpPr>
            <p:cNvPr id="109" name="Left Brace 108"/>
            <p:cNvSpPr/>
            <p:nvPr/>
          </p:nvSpPr>
          <p:spPr>
            <a:xfrm rot="5400000">
              <a:off x="9175336" y="4551036"/>
              <a:ext cx="205715" cy="701065"/>
            </a:xfrm>
            <a:prstGeom prst="leftBrace">
              <a:avLst/>
            </a:prstGeom>
            <a:ln w="1905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0" name="Curved Connector 109"/>
            <p:cNvCxnSpPr>
              <a:endCxn id="109" idx="1"/>
            </p:cNvCxnSpPr>
            <p:nvPr/>
          </p:nvCxnSpPr>
          <p:spPr>
            <a:xfrm flipV="1">
              <a:off x="5907469" y="4798711"/>
              <a:ext cx="3370724" cy="193528"/>
            </a:xfrm>
            <a:prstGeom prst="curvedConnector4">
              <a:avLst>
                <a:gd name="adj1" fmla="val 48474"/>
                <a:gd name="adj2" fmla="val 346101"/>
              </a:avLst>
            </a:prstGeom>
            <a:ln w="19050">
              <a:solidFill>
                <a:srgbClr val="CC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Left Brace 112"/>
          <p:cNvSpPr/>
          <p:nvPr/>
        </p:nvSpPr>
        <p:spPr>
          <a:xfrm rot="5400000">
            <a:off x="9085678" y="5849995"/>
            <a:ext cx="205715" cy="701065"/>
          </a:xfrm>
          <a:prstGeom prst="leftBrace">
            <a:avLst/>
          </a:prstGeom>
          <a:ln w="19050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Curved Connector 113"/>
          <p:cNvCxnSpPr>
            <a:endCxn id="113" idx="1"/>
          </p:cNvCxnSpPr>
          <p:nvPr/>
        </p:nvCxnSpPr>
        <p:spPr>
          <a:xfrm rot="5400000" flipH="1" flipV="1">
            <a:off x="7086479" y="4074806"/>
            <a:ext cx="79191" cy="4124921"/>
          </a:xfrm>
          <a:prstGeom prst="curvedConnector3">
            <a:avLst>
              <a:gd name="adj1" fmla="val 701426"/>
            </a:avLst>
          </a:prstGeom>
          <a:ln w="19050"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657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13692" y="1107881"/>
            <a:ext cx="5505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n,l</a:t>
            </a:r>
            <a:r>
              <a:rPr lang="en-U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= max</a:t>
            </a: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981" y="892598"/>
            <a:ext cx="2537759" cy="2345998"/>
          </a:xfrm>
          <a:prstGeom prst="rect">
            <a:avLst/>
          </a:prstGeom>
        </p:spPr>
      </p:pic>
      <p:grpSp>
        <p:nvGrpSpPr>
          <p:cNvPr id="117" name="Group 116"/>
          <p:cNvGrpSpPr/>
          <p:nvPr/>
        </p:nvGrpSpPr>
        <p:grpSpPr>
          <a:xfrm>
            <a:off x="869079" y="1230622"/>
            <a:ext cx="7080445" cy="1293401"/>
            <a:chOff x="1109709" y="1262706"/>
            <a:chExt cx="7080445" cy="1293401"/>
          </a:xfrm>
        </p:grpSpPr>
        <p:sp>
          <p:nvSpPr>
            <p:cNvPr id="118" name="TextBox 117"/>
            <p:cNvSpPr txBox="1"/>
            <p:nvPr/>
          </p:nvSpPr>
          <p:spPr>
            <a:xfrm>
              <a:off x="1109709" y="1632408"/>
              <a:ext cx="5862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 = 33 →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lang="en-US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: 1s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2s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2p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3s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3p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4s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3d</a:t>
              </a:r>
              <a:r>
                <a:rPr lang="en-US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4p</a:t>
              </a:r>
              <a:r>
                <a:rPr lang="en-US" b="1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baseline="300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→</a:t>
              </a:r>
              <a:r>
                <a:rPr lang="en-US" dirty="0"/>
                <a:t> </a:t>
              </a:r>
              <a:r>
                <a:rPr lang="en-US" b="1" i="1" dirty="0" err="1"/>
                <a:t>E</a:t>
              </a:r>
              <a:r>
                <a:rPr lang="en-US" b="1" i="1" baseline="-25000" dirty="0" err="1"/>
                <a:t>max</a:t>
              </a:r>
              <a:r>
                <a:rPr lang="en-US" b="1" i="1" dirty="0"/>
                <a:t> = 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4p</a:t>
              </a:r>
              <a:r>
                <a:rPr lang="en-US" b="1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b="1" i="1" dirty="0"/>
                <a:t>  </a:t>
              </a:r>
              <a:r>
                <a:rPr lang="en-US" i="1" dirty="0"/>
                <a:t>→</a:t>
              </a:r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6943471" y="1262706"/>
              <a:ext cx="1246683" cy="1108735"/>
              <a:chOff x="1309861" y="1918365"/>
              <a:chExt cx="1246683" cy="1108735"/>
            </a:xfrm>
          </p:grpSpPr>
          <p:sp>
            <p:nvSpPr>
              <p:cNvPr id="123" name="Flowchart: Process 122"/>
              <p:cNvSpPr/>
              <p:nvPr/>
            </p:nvSpPr>
            <p:spPr>
              <a:xfrm>
                <a:off x="1309861" y="2290082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lowchart: Process 123"/>
              <p:cNvSpPr/>
              <p:nvPr/>
            </p:nvSpPr>
            <p:spPr>
              <a:xfrm>
                <a:off x="2118943" y="2290082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1311224" y="2648890"/>
                <a:ext cx="3722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-1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1764864" y="26577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2139442" y="2648890"/>
                <a:ext cx="4171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+1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1693826" y="1918365"/>
                <a:ext cx="503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2p</a:t>
                </a:r>
                <a:r>
                  <a:rPr lang="en-US" b="1" baseline="30000" dirty="0"/>
                  <a:t>3</a:t>
                </a:r>
                <a:endParaRPr lang="en-US" b="1" dirty="0"/>
              </a:p>
            </p:txBody>
          </p:sp>
          <p:sp>
            <p:nvSpPr>
              <p:cNvPr id="129" name="Flowchart: Process 128"/>
              <p:cNvSpPr/>
              <p:nvPr/>
            </p:nvSpPr>
            <p:spPr>
              <a:xfrm>
                <a:off x="1708674" y="2291128"/>
                <a:ext cx="414066" cy="408201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↑</a:t>
                </a:r>
                <a:endPara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2116230" y="2186775"/>
              <a:ext cx="3008838" cy="369332"/>
              <a:chOff x="9278194" y="3289881"/>
              <a:chExt cx="3008838" cy="369332"/>
            </a:xfrm>
          </p:grpSpPr>
          <p:sp>
            <p:nvSpPr>
              <p:cNvPr id="121" name="Striped Right Arrow 120"/>
              <p:cNvSpPr/>
              <p:nvPr/>
            </p:nvSpPr>
            <p:spPr>
              <a:xfrm>
                <a:off x="9278194" y="3363983"/>
                <a:ext cx="310718" cy="247208"/>
              </a:xfrm>
              <a:prstGeom prst="strip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9667404" y="3289881"/>
                <a:ext cx="2619628" cy="36933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(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n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0000FF"/>
                    </a:solidFill>
                  </a:rPr>
                  <a:t>l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00B050"/>
                    </a:solidFill>
                  </a:rPr>
                  <a:t>m</a:t>
                </a:r>
                <a:r>
                  <a:rPr lang="en-US" b="1" baseline="-25000" dirty="0" err="1">
                    <a:solidFill>
                      <a:srgbClr val="00B050"/>
                    </a:solidFill>
                  </a:rPr>
                  <a:t>l</a:t>
                </a:r>
                <a:r>
                  <a:rPr lang="en-US" b="1" dirty="0" err="1"/>
                  <a:t>,</a:t>
                </a:r>
                <a:r>
                  <a:rPr lang="en-US" b="1" dirty="0" err="1">
                    <a:solidFill>
                      <a:srgbClr val="FFC000"/>
                    </a:solidFill>
                  </a:rPr>
                  <a:t>m</a:t>
                </a:r>
                <a:r>
                  <a:rPr lang="en-US" b="1" baseline="-25000" dirty="0" err="1">
                    <a:solidFill>
                      <a:srgbClr val="FFC000"/>
                    </a:solidFill>
                  </a:rPr>
                  <a:t>s</a:t>
                </a:r>
                <a:r>
                  <a:rPr lang="en-US" b="1" dirty="0"/>
                  <a:t>) = (</a:t>
                </a:r>
                <a:r>
                  <a:rPr lang="en-US" b="1" dirty="0">
                    <a:solidFill>
                      <a:srgbClr val="FF0000"/>
                    </a:solidFill>
                  </a:rPr>
                  <a:t>4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00FF"/>
                    </a:solidFill>
                  </a:rPr>
                  <a:t>1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00B050"/>
                    </a:solidFill>
                  </a:rPr>
                  <a:t>+1</a:t>
                </a:r>
                <a:r>
                  <a:rPr lang="en-US" b="1" dirty="0"/>
                  <a:t>,</a:t>
                </a:r>
                <a:r>
                  <a:rPr lang="en-US" b="1" dirty="0">
                    <a:solidFill>
                      <a:srgbClr val="FFC000"/>
                    </a:solidFill>
                  </a:rPr>
                  <a:t>+1/2</a:t>
                </a:r>
                <a:r>
                  <a:rPr lang="en-US" b="1" dirty="0"/>
                  <a:t>)</a:t>
                </a:r>
              </a:p>
            </p:txBody>
          </p:sp>
        </p:grpSp>
      </p:grpSp>
      <p:sp>
        <p:nvSpPr>
          <p:cNvPr id="130" name="TextBox 129"/>
          <p:cNvSpPr txBox="1"/>
          <p:nvPr/>
        </p:nvSpPr>
        <p:spPr>
          <a:xfrm>
            <a:off x="424267" y="2783160"/>
            <a:ext cx="6691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69079" y="3421915"/>
            <a:ext cx="543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= 26 →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b="1" baseline="30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/>
              <a:t> </a:t>
            </a:r>
            <a:r>
              <a:rPr lang="en-US" b="1" i="1" dirty="0" err="1"/>
              <a:t>n</a:t>
            </a:r>
            <a:r>
              <a:rPr lang="en-US" b="1" i="1" baseline="-25000" dirty="0" err="1"/>
              <a:t>max</a:t>
            </a:r>
            <a:r>
              <a:rPr lang="en-US" b="1" i="1" dirty="0"/>
              <a:t> = </a:t>
            </a:r>
            <a:r>
              <a:rPr lang="en-US" b="1" i="1" dirty="0">
                <a:solidFill>
                  <a:srgbClr val="0000FF"/>
                </a:solidFill>
              </a:rPr>
              <a:t>4s</a:t>
            </a:r>
            <a:r>
              <a:rPr lang="en-US" b="1" i="1" baseline="30000" dirty="0">
                <a:solidFill>
                  <a:srgbClr val="0000FF"/>
                </a:solidFill>
              </a:rPr>
              <a:t>2</a:t>
            </a:r>
            <a:r>
              <a:rPr lang="en-US" b="1" i="1" dirty="0"/>
              <a:t>   </a:t>
            </a:r>
            <a:r>
              <a:rPr lang="en-US" i="1" dirty="0"/>
              <a:t>→ </a:t>
            </a:r>
          </a:p>
        </p:txBody>
      </p:sp>
      <p:grpSp>
        <p:nvGrpSpPr>
          <p:cNvPr id="132" name="Group 131"/>
          <p:cNvGrpSpPr/>
          <p:nvPr/>
        </p:nvGrpSpPr>
        <p:grpSpPr>
          <a:xfrm>
            <a:off x="6243813" y="3338777"/>
            <a:ext cx="470000" cy="836131"/>
            <a:chOff x="5277656" y="3859695"/>
            <a:chExt cx="470000" cy="836131"/>
          </a:xfrm>
        </p:grpSpPr>
        <p:sp>
          <p:nvSpPr>
            <p:cNvPr id="133" name="Flowchart: Process 132"/>
            <p:cNvSpPr/>
            <p:nvPr/>
          </p:nvSpPr>
          <p:spPr>
            <a:xfrm>
              <a:off x="5305623" y="3859695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r>
                <a: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5277656" y="4326494"/>
              <a:ext cx="47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1s</a:t>
              </a:r>
              <a:r>
                <a:rPr lang="en-US" b="1" baseline="30000" dirty="0"/>
                <a:t>2</a:t>
              </a:r>
              <a:endParaRPr lang="en-US" b="1" dirty="0"/>
            </a:p>
          </p:txBody>
        </p:sp>
      </p:grpSp>
      <p:sp>
        <p:nvSpPr>
          <p:cNvPr id="135" name="Striped Right Arrow 134"/>
          <p:cNvSpPr/>
          <p:nvPr/>
        </p:nvSpPr>
        <p:spPr>
          <a:xfrm>
            <a:off x="6901840" y="3479671"/>
            <a:ext cx="310718" cy="24720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/>
          <p:cNvSpPr txBox="1"/>
          <p:nvPr/>
        </p:nvSpPr>
        <p:spPr>
          <a:xfrm>
            <a:off x="7291050" y="3405569"/>
            <a:ext cx="2459328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n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00FF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B050"/>
                </a:solidFill>
              </a:rPr>
              <a:t>m</a:t>
            </a:r>
            <a:r>
              <a:rPr lang="en-US" b="1" baseline="-25000" dirty="0" err="1">
                <a:solidFill>
                  <a:srgbClr val="00B050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FFC000"/>
                </a:solidFill>
              </a:rPr>
              <a:t>m</a:t>
            </a:r>
            <a:r>
              <a:rPr lang="en-US" b="1" baseline="-25000" dirty="0" err="1">
                <a:solidFill>
                  <a:srgbClr val="FFC000"/>
                </a:solidFill>
              </a:rPr>
              <a:t>s</a:t>
            </a:r>
            <a:r>
              <a:rPr lang="en-US" b="1" dirty="0"/>
              <a:t>) = (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b="1" dirty="0"/>
              <a:t>,</a:t>
            </a:r>
            <a:r>
              <a:rPr lang="en-US" b="1" dirty="0">
                <a:solidFill>
                  <a:srgbClr val="0000FF"/>
                </a:solidFill>
              </a:rPr>
              <a:t>0</a:t>
            </a:r>
            <a:r>
              <a:rPr lang="en-US" b="1" dirty="0"/>
              <a:t>,</a:t>
            </a:r>
            <a:r>
              <a:rPr lang="en-US" b="1" dirty="0">
                <a:solidFill>
                  <a:srgbClr val="00B050"/>
                </a:solidFill>
              </a:rPr>
              <a:t>0</a:t>
            </a:r>
            <a:r>
              <a:rPr lang="en-US" b="1" dirty="0"/>
              <a:t>,</a:t>
            </a:r>
            <a:r>
              <a:rPr lang="en-US" b="1" dirty="0">
                <a:solidFill>
                  <a:srgbClr val="FFC000"/>
                </a:solidFill>
              </a:rPr>
              <a:t>-1/2</a:t>
            </a:r>
            <a:r>
              <a:rPr lang="en-US" b="1" dirty="0"/>
              <a:t>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32089" y="4108858"/>
            <a:ext cx="5881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cuối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80929" y="4741328"/>
            <a:ext cx="543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= 26 →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/>
              <a:t> </a:t>
            </a:r>
            <a:r>
              <a:rPr lang="en-US" b="1" i="1" dirty="0" err="1"/>
              <a:t>E</a:t>
            </a:r>
            <a:r>
              <a:rPr lang="en-US" b="1" i="1" baseline="-25000" dirty="0" err="1"/>
              <a:t>max</a:t>
            </a:r>
            <a:r>
              <a:rPr lang="en-US" b="1" i="1" dirty="0"/>
              <a:t> = </a:t>
            </a:r>
            <a:r>
              <a:rPr lang="en-US" b="1" i="1" dirty="0">
                <a:solidFill>
                  <a:srgbClr val="FF0000"/>
                </a:solidFill>
              </a:rPr>
              <a:t>3d</a:t>
            </a:r>
            <a:r>
              <a:rPr lang="en-US" b="1" i="1" baseline="30000" dirty="0">
                <a:solidFill>
                  <a:srgbClr val="FF0000"/>
                </a:solidFill>
              </a:rPr>
              <a:t>6</a:t>
            </a:r>
            <a:r>
              <a:rPr lang="en-US" b="1" i="1" dirty="0"/>
              <a:t>   </a:t>
            </a:r>
            <a:r>
              <a:rPr lang="en-US" i="1" dirty="0"/>
              <a:t>→ </a:t>
            </a:r>
          </a:p>
        </p:txBody>
      </p:sp>
      <p:grpSp>
        <p:nvGrpSpPr>
          <p:cNvPr id="139" name="Group 138"/>
          <p:cNvGrpSpPr/>
          <p:nvPr/>
        </p:nvGrpSpPr>
        <p:grpSpPr>
          <a:xfrm>
            <a:off x="6307879" y="4357847"/>
            <a:ext cx="2037469" cy="1109174"/>
            <a:chOff x="4536492" y="4670845"/>
            <a:chExt cx="2037469" cy="1109174"/>
          </a:xfrm>
        </p:grpSpPr>
        <p:sp>
          <p:nvSpPr>
            <p:cNvPr id="140" name="Flowchart: Process 139"/>
            <p:cNvSpPr/>
            <p:nvPr/>
          </p:nvSpPr>
          <p:spPr>
            <a:xfrm>
              <a:off x="4536492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r>
                <a:rPr lang="en-US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↓</a:t>
              </a:r>
            </a:p>
          </p:txBody>
        </p:sp>
        <p:sp>
          <p:nvSpPr>
            <p:cNvPr id="141" name="Flowchart: Process 140"/>
            <p:cNvSpPr/>
            <p:nvPr/>
          </p:nvSpPr>
          <p:spPr>
            <a:xfrm>
              <a:off x="4950558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lowchart: Process 141"/>
            <p:cNvSpPr/>
            <p:nvPr/>
          </p:nvSpPr>
          <p:spPr>
            <a:xfrm>
              <a:off x="536462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4537855" y="540113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-2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4991495" y="5410009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421539" y="54011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330267" y="4670845"/>
              <a:ext cx="5036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3d</a:t>
              </a:r>
              <a:r>
                <a:rPr lang="en-US" b="1" baseline="30000" dirty="0"/>
                <a:t>6</a:t>
              </a:r>
              <a:endParaRPr lang="en-US" b="1" dirty="0"/>
            </a:p>
          </p:txBody>
        </p:sp>
        <p:sp>
          <p:nvSpPr>
            <p:cNvPr id="147" name="Flowchart: Process 146"/>
            <p:cNvSpPr/>
            <p:nvPr/>
          </p:nvSpPr>
          <p:spPr>
            <a:xfrm>
              <a:off x="5762984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lowchart: Process 147"/>
            <p:cNvSpPr/>
            <p:nvPr/>
          </p:nvSpPr>
          <p:spPr>
            <a:xfrm>
              <a:off x="6159895" y="5042323"/>
              <a:ext cx="414066" cy="40820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↑</a:t>
              </a:r>
              <a:endPara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749020" y="541000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6152815" y="5410687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+2</a:t>
              </a:r>
            </a:p>
          </p:txBody>
        </p:sp>
      </p:grpSp>
      <p:sp>
        <p:nvSpPr>
          <p:cNvPr id="151" name="Striped Right Arrow 150"/>
          <p:cNvSpPr/>
          <p:nvPr/>
        </p:nvSpPr>
        <p:spPr>
          <a:xfrm>
            <a:off x="8510679" y="4815430"/>
            <a:ext cx="310718" cy="24720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8899889" y="4741328"/>
            <a:ext cx="2529860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n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00FF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B050"/>
                </a:solidFill>
              </a:rPr>
              <a:t>m</a:t>
            </a:r>
            <a:r>
              <a:rPr lang="en-US" b="1" baseline="-25000" dirty="0" err="1">
                <a:solidFill>
                  <a:srgbClr val="00B050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FFC000"/>
                </a:solidFill>
              </a:rPr>
              <a:t>m</a:t>
            </a:r>
            <a:r>
              <a:rPr lang="en-US" b="1" baseline="-25000" dirty="0" err="1">
                <a:solidFill>
                  <a:srgbClr val="FFC000"/>
                </a:solidFill>
              </a:rPr>
              <a:t>s</a:t>
            </a:r>
            <a:r>
              <a:rPr lang="en-US" b="1" dirty="0"/>
              <a:t>) = (3,2,</a:t>
            </a:r>
            <a:r>
              <a:rPr lang="en-US" b="1" dirty="0">
                <a:solidFill>
                  <a:srgbClr val="00B050"/>
                </a:solidFill>
              </a:rPr>
              <a:t>-2</a:t>
            </a:r>
            <a:r>
              <a:rPr lang="en-US" b="1" dirty="0"/>
              <a:t>,</a:t>
            </a:r>
            <a:r>
              <a:rPr lang="en-US" b="1" dirty="0">
                <a:solidFill>
                  <a:srgbClr val="FFC000"/>
                </a:solidFill>
              </a:rPr>
              <a:t>-1/2</a:t>
            </a:r>
            <a:r>
              <a:rPr lang="en-US" b="1" dirty="0"/>
              <a:t>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86593" y="5416163"/>
            <a:ext cx="5524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thứ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18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Fe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0938" y="5941046"/>
            <a:ext cx="537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 = 26 →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2p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3p</a:t>
            </a:r>
            <a:r>
              <a:rPr lang="en-US" baseline="30000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4s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/>
              <a:t>  </a:t>
            </a:r>
            <a:r>
              <a:rPr lang="en-US" b="1" i="1" dirty="0"/>
              <a:t>e</a:t>
            </a:r>
            <a:r>
              <a:rPr lang="en-US" b="1" i="1" baseline="30000" dirty="0"/>
              <a:t>18</a:t>
            </a:r>
            <a:r>
              <a:rPr lang="en-US" b="1" i="1" dirty="0"/>
              <a:t> = </a:t>
            </a:r>
            <a:r>
              <a:rPr lang="en-US" b="1" i="1" dirty="0">
                <a:solidFill>
                  <a:srgbClr val="CC00CC"/>
                </a:solidFill>
              </a:rPr>
              <a:t>3p</a:t>
            </a:r>
            <a:r>
              <a:rPr lang="en-US" b="1" i="1" baseline="30000" dirty="0">
                <a:solidFill>
                  <a:srgbClr val="CC00CC"/>
                </a:solidFill>
              </a:rPr>
              <a:t>6</a:t>
            </a:r>
            <a:r>
              <a:rPr lang="en-US" b="1" i="1" dirty="0"/>
              <a:t>   </a:t>
            </a:r>
            <a:r>
              <a:rPr lang="en-US" i="1" dirty="0"/>
              <a:t>→ </a:t>
            </a:r>
          </a:p>
        </p:txBody>
      </p:sp>
      <p:sp>
        <p:nvSpPr>
          <p:cNvPr id="155" name="Flowchart: Process 154"/>
          <p:cNvSpPr/>
          <p:nvPr/>
        </p:nvSpPr>
        <p:spPr>
          <a:xfrm>
            <a:off x="6215758" y="5901983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156" name="Flowchart: Process 155"/>
          <p:cNvSpPr/>
          <p:nvPr/>
        </p:nvSpPr>
        <p:spPr>
          <a:xfrm>
            <a:off x="7024840" y="5901983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17121" y="626079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70761" y="62696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045339" y="626079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+1</a:t>
            </a:r>
          </a:p>
        </p:txBody>
      </p:sp>
      <p:sp>
        <p:nvSpPr>
          <p:cNvPr id="160" name="Flowchart: Process 159"/>
          <p:cNvSpPr/>
          <p:nvPr/>
        </p:nvSpPr>
        <p:spPr>
          <a:xfrm>
            <a:off x="6614571" y="5894151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2969" y="5511896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3p</a:t>
            </a:r>
            <a:r>
              <a:rPr lang="en-US" b="1" baseline="30000" dirty="0"/>
              <a:t>6</a:t>
            </a:r>
            <a:endParaRPr lang="en-US" b="1" dirty="0"/>
          </a:p>
        </p:txBody>
      </p:sp>
      <p:sp>
        <p:nvSpPr>
          <p:cNvPr id="162" name="Striped Right Arrow 161"/>
          <p:cNvSpPr/>
          <p:nvPr/>
        </p:nvSpPr>
        <p:spPr>
          <a:xfrm>
            <a:off x="7581023" y="5981386"/>
            <a:ext cx="310718" cy="24720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/>
          <p:cNvSpPr txBox="1"/>
          <p:nvPr/>
        </p:nvSpPr>
        <p:spPr>
          <a:xfrm>
            <a:off x="7970233" y="5907284"/>
            <a:ext cx="257474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n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00FF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00B050"/>
                </a:solidFill>
              </a:rPr>
              <a:t>m</a:t>
            </a:r>
            <a:r>
              <a:rPr lang="en-US" b="1" baseline="-25000" dirty="0" err="1">
                <a:solidFill>
                  <a:srgbClr val="00B050"/>
                </a:solidFill>
              </a:rPr>
              <a:t>l</a:t>
            </a:r>
            <a:r>
              <a:rPr lang="en-US" b="1" dirty="0" err="1"/>
              <a:t>,</a:t>
            </a:r>
            <a:r>
              <a:rPr lang="en-US" b="1" dirty="0" err="1">
                <a:solidFill>
                  <a:srgbClr val="FFC000"/>
                </a:solidFill>
              </a:rPr>
              <a:t>m</a:t>
            </a:r>
            <a:r>
              <a:rPr lang="en-US" b="1" baseline="-25000" dirty="0" err="1">
                <a:solidFill>
                  <a:srgbClr val="FFC000"/>
                </a:solidFill>
              </a:rPr>
              <a:t>s</a:t>
            </a:r>
            <a:r>
              <a:rPr lang="en-US" b="1" dirty="0"/>
              <a:t>) = (</a:t>
            </a:r>
            <a:r>
              <a:rPr lang="en-US" b="1" dirty="0">
                <a:solidFill>
                  <a:srgbClr val="FF0000"/>
                </a:solidFill>
              </a:rPr>
              <a:t>3</a:t>
            </a:r>
            <a:r>
              <a:rPr lang="en-US" b="1" dirty="0"/>
              <a:t>,1,+1,</a:t>
            </a:r>
            <a:r>
              <a:rPr lang="en-US" b="1" dirty="0">
                <a:solidFill>
                  <a:srgbClr val="FFC000"/>
                </a:solidFill>
              </a:rPr>
              <a:t>-1/2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98069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6" name="Picture 1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757" y="1647304"/>
            <a:ext cx="2981983" cy="2756655"/>
          </a:xfrm>
          <a:prstGeom prst="rect">
            <a:avLst/>
          </a:prstGeom>
        </p:spPr>
      </p:pic>
      <p:sp>
        <p:nvSpPr>
          <p:cNvPr id="56" name="矩形 4">
            <a:extLst>
              <a:ext uri="{FF2B5EF4-FFF2-40B4-BE49-F238E27FC236}">
                <a16:creationId xmlns:a16="http://schemas.microsoft.com/office/drawing/2014/main" xmlns="" id="{4142352F-FC7E-4B9F-9637-BBAFCD43BF79}"/>
              </a:ext>
            </a:extLst>
          </p:cNvPr>
          <p:cNvSpPr/>
          <p:nvPr/>
        </p:nvSpPr>
        <p:spPr>
          <a:xfrm>
            <a:off x="212249" y="898051"/>
            <a:ext cx="114530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BT4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Xác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định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tên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tố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đã</a:t>
            </a:r>
            <a:r>
              <a:rPr lang="en-US" altLang="zh-TW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biết</a:t>
            </a:r>
            <a:endParaRPr lang="en-US" altLang="zh-TW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13141" y="1601127"/>
            <a:ext cx="845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n,l,m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,m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(3,2,0,-1/2)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4412561" y="3814351"/>
            <a:ext cx="3237573" cy="369332"/>
            <a:chOff x="9278194" y="3289881"/>
            <a:chExt cx="3237573" cy="369332"/>
          </a:xfrm>
        </p:grpSpPr>
        <p:sp>
          <p:nvSpPr>
            <p:cNvPr id="59" name="Striped Right Arrow 58"/>
            <p:cNvSpPr/>
            <p:nvPr/>
          </p:nvSpPr>
          <p:spPr>
            <a:xfrm>
              <a:off x="9278194" y="3363983"/>
              <a:ext cx="310718" cy="247208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711794" y="3289881"/>
              <a:ext cx="2803973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 = 28 →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Ni  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873455" y="2062792"/>
            <a:ext cx="7889793" cy="1586461"/>
            <a:chOff x="969707" y="1601630"/>
            <a:chExt cx="7889793" cy="1586461"/>
          </a:xfrm>
        </p:grpSpPr>
        <p:sp>
          <p:nvSpPr>
            <p:cNvPr id="62" name="Right Brace 61"/>
            <p:cNvSpPr/>
            <p:nvPr/>
          </p:nvSpPr>
          <p:spPr>
            <a:xfrm>
              <a:off x="4684384" y="1722039"/>
              <a:ext cx="175934" cy="583081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969707" y="1601630"/>
              <a:ext cx="7889793" cy="1586461"/>
              <a:chOff x="209128" y="1563759"/>
              <a:chExt cx="7889793" cy="1586461"/>
            </a:xfrm>
          </p:grpSpPr>
          <p:grpSp>
            <p:nvGrpSpPr>
              <p:cNvPr id="64" name="Group 63"/>
              <p:cNvGrpSpPr/>
              <p:nvPr/>
            </p:nvGrpSpPr>
            <p:grpSpPr>
              <a:xfrm>
                <a:off x="209128" y="1563759"/>
                <a:ext cx="4047221" cy="1586461"/>
                <a:chOff x="994604" y="1365569"/>
                <a:chExt cx="4047221" cy="1586461"/>
              </a:xfrm>
            </p:grpSpPr>
            <p:sp>
              <p:nvSpPr>
                <p:cNvPr id="81" name="TextBox 80"/>
                <p:cNvSpPr txBox="1"/>
                <p:nvPr/>
              </p:nvSpPr>
              <p:spPr>
                <a:xfrm>
                  <a:off x="994604" y="1978574"/>
                  <a:ext cx="262284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</a:t>
                  </a:r>
                  <a:r>
                    <a:rPr lang="en-US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n,l,m</a:t>
                  </a:r>
                  <a:r>
                    <a:rPr lang="en-US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,m</a:t>
                  </a:r>
                  <a:r>
                    <a:rPr lang="en-US" i="1" baseline="-25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= (3,2,0,-1/2) </a:t>
                  </a:r>
                </a:p>
              </p:txBody>
            </p:sp>
            <p:grpSp>
              <p:nvGrpSpPr>
                <p:cNvPr id="82" name="Group 81"/>
                <p:cNvGrpSpPr/>
                <p:nvPr/>
              </p:nvGrpSpPr>
              <p:grpSpPr>
                <a:xfrm>
                  <a:off x="3573063" y="1365569"/>
                  <a:ext cx="1468762" cy="1586461"/>
                  <a:chOff x="3573063" y="1365569"/>
                  <a:chExt cx="1468762" cy="1586461"/>
                </a:xfrm>
              </p:grpSpPr>
              <p:sp>
                <p:nvSpPr>
                  <p:cNvPr id="83" name="Left Brace 82"/>
                  <p:cNvSpPr/>
                  <p:nvPr/>
                </p:nvSpPr>
                <p:spPr>
                  <a:xfrm>
                    <a:off x="3573063" y="1543825"/>
                    <a:ext cx="415268" cy="1242874"/>
                  </a:xfrm>
                  <a:prstGeom prst="leftBrac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4" name="TextBox 83"/>
                  <p:cNvSpPr txBox="1"/>
                  <p:nvPr/>
                </p:nvSpPr>
                <p:spPr>
                  <a:xfrm>
                    <a:off x="4017647" y="1365569"/>
                    <a:ext cx="7040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n = 3</a:t>
                    </a:r>
                  </a:p>
                </p:txBody>
              </p:sp>
              <p:sp>
                <p:nvSpPr>
                  <p:cNvPr id="85" name="TextBox 84"/>
                  <p:cNvSpPr txBox="1"/>
                  <p:nvPr/>
                </p:nvSpPr>
                <p:spPr>
                  <a:xfrm>
                    <a:off x="4044280" y="1803041"/>
                    <a:ext cx="63511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 = 2</a:t>
                    </a:r>
                  </a:p>
                </p:txBody>
              </p: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3988330" y="2193046"/>
                    <a:ext cx="80182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i="1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</a:t>
                    </a:r>
                    <a:r>
                      <a:rPr lang="en-US" i="1" baseline="-250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 i="1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0</a:t>
                    </a:r>
                  </a:p>
                </p:txBody>
              </p:sp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3988331" y="2582698"/>
                    <a:ext cx="10534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i="1" dirty="0" err="1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</a:t>
                    </a:r>
                    <a:r>
                      <a:rPr lang="en-US" i="1" baseline="-25000" dirty="0" err="1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</a:t>
                    </a:r>
                    <a:r>
                      <a:rPr lang="en-US" i="1" dirty="0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-1/2</a:t>
                    </a:r>
                  </a:p>
                </p:txBody>
              </p:sp>
            </p:grpSp>
          </p:grpSp>
          <p:sp>
            <p:nvSpPr>
              <p:cNvPr id="65" name="TextBox 64"/>
              <p:cNvSpPr txBox="1"/>
              <p:nvPr/>
            </p:nvSpPr>
            <p:spPr>
              <a:xfrm>
                <a:off x="4024678" y="1762018"/>
                <a:ext cx="11580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5162956" y="1772888"/>
                <a:ext cx="2935965" cy="737696"/>
                <a:chOff x="4536492" y="5006811"/>
                <a:chExt cx="2935965" cy="737696"/>
              </a:xfrm>
            </p:grpSpPr>
            <p:sp>
              <p:nvSpPr>
                <p:cNvPr id="70" name="Flowchart: Process 69"/>
                <p:cNvSpPr/>
                <p:nvPr/>
              </p:nvSpPr>
              <p:spPr>
                <a:xfrm>
                  <a:off x="4536492" y="5006811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  <p:sp>
              <p:nvSpPr>
                <p:cNvPr id="71" name="Flowchart: Process 70"/>
                <p:cNvSpPr/>
                <p:nvPr/>
              </p:nvSpPr>
              <p:spPr>
                <a:xfrm>
                  <a:off x="4950558" y="5006811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  <p:sp>
              <p:nvSpPr>
                <p:cNvPr id="72" name="Flowchart: Process 71"/>
                <p:cNvSpPr/>
                <p:nvPr/>
              </p:nvSpPr>
              <p:spPr>
                <a:xfrm>
                  <a:off x="5364624" y="5006811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r>
                    <a:rPr lang="en-US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↓</a:t>
                  </a: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537855" y="5365619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-2</a:t>
                  </a:r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4991495" y="5374497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5421539" y="5365619"/>
                  <a:ext cx="3016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6678650" y="5043671"/>
                  <a:ext cx="793807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→</a:t>
                  </a:r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  <a:r>
                    <a:rPr lang="en-US" b="1" baseline="30000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8</a:t>
                  </a:r>
                  <a:endParaRPr lang="en-US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Flowchart: Process 76"/>
                <p:cNvSpPr/>
                <p:nvPr/>
              </p:nvSpPr>
              <p:spPr>
                <a:xfrm>
                  <a:off x="5762984" y="5006811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endParaRPr lang="en-US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Flowchart: Process 77"/>
                <p:cNvSpPr/>
                <p:nvPr/>
              </p:nvSpPr>
              <p:spPr>
                <a:xfrm>
                  <a:off x="6159895" y="5006811"/>
                  <a:ext cx="414066" cy="408201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↑</a:t>
                  </a:r>
                  <a:endParaRPr lang="en-US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5749020" y="5374497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+1</a:t>
                  </a: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6152815" y="5375175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+2</a:t>
                  </a:r>
                </a:p>
              </p:txBody>
            </p:sp>
          </p:grpSp>
          <p:sp>
            <p:nvSpPr>
              <p:cNvPr id="67" name="Curved Right Arrow 66"/>
              <p:cNvSpPr/>
              <p:nvPr/>
            </p:nvSpPr>
            <p:spPr>
              <a:xfrm rot="15726639">
                <a:off x="4992326" y="1483750"/>
                <a:ext cx="129092" cy="2268936"/>
              </a:xfrm>
              <a:prstGeom prst="curvedRightArrow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8" name="Straight Arrow Connector 67"/>
              <p:cNvCxnSpPr/>
              <p:nvPr/>
            </p:nvCxnSpPr>
            <p:spPr>
              <a:xfrm flipV="1">
                <a:off x="6266751" y="2182570"/>
                <a:ext cx="2237" cy="80231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4396631" y="2976424"/>
                <a:ext cx="18701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Rectangle 87"/>
          <p:cNvSpPr/>
          <p:nvPr/>
        </p:nvSpPr>
        <p:spPr>
          <a:xfrm>
            <a:off x="1477746" y="3815029"/>
            <a:ext cx="2648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47695" y="4360338"/>
            <a:ext cx="1012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n,l,m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,m</a:t>
            </a:r>
            <a:r>
              <a:rPr lang="en-US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(4,1,+1,+1/2)</a:t>
            </a:r>
          </a:p>
        </p:txBody>
      </p:sp>
      <p:sp>
        <p:nvSpPr>
          <p:cNvPr id="90" name="Right Brace 89"/>
          <p:cNvSpPr/>
          <p:nvPr/>
        </p:nvSpPr>
        <p:spPr>
          <a:xfrm>
            <a:off x="1757635" y="4972479"/>
            <a:ext cx="175934" cy="583081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66001" y="485207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92634" y="5289542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58508" y="5050329"/>
            <a:ext cx="115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4" name="Flowchart: Process 93"/>
          <p:cNvSpPr/>
          <p:nvPr/>
        </p:nvSpPr>
        <p:spPr>
          <a:xfrm>
            <a:off x="2976892" y="5011531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Flowchart: Process 94"/>
          <p:cNvSpPr/>
          <p:nvPr/>
        </p:nvSpPr>
        <p:spPr>
          <a:xfrm>
            <a:off x="3785974" y="5011531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978255" y="537033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31895" y="53792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06473" y="537033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</a:p>
        </p:txBody>
      </p:sp>
      <p:sp>
        <p:nvSpPr>
          <p:cNvPr id="99" name="Flowchart: Process 98"/>
          <p:cNvSpPr/>
          <p:nvPr/>
        </p:nvSpPr>
        <p:spPr>
          <a:xfrm>
            <a:off x="3375705" y="5012577"/>
            <a:ext cx="414066" cy="408201"/>
          </a:xfrm>
          <a:prstGeom prst="flowChartProcess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lang="en-US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14689" y="5771529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12561" y="56820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baseline="-25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+1/2</a:t>
            </a:r>
          </a:p>
        </p:txBody>
      </p:sp>
      <p:cxnSp>
        <p:nvCxnSpPr>
          <p:cNvPr id="102" name="Straight Arrow Connector 101"/>
          <p:cNvCxnSpPr>
            <a:stCxn id="100" idx="3"/>
          </p:cNvCxnSpPr>
          <p:nvPr/>
        </p:nvCxnSpPr>
        <p:spPr>
          <a:xfrm flipV="1">
            <a:off x="3016512" y="5627645"/>
            <a:ext cx="921759" cy="32855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H="1" flipV="1">
            <a:off x="4014846" y="5308785"/>
            <a:ext cx="535380" cy="483135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397816" y="5050329"/>
            <a:ext cx="79380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477746" y="6268187"/>
            <a:ext cx="3033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6" name="Group 105"/>
          <p:cNvGrpSpPr/>
          <p:nvPr/>
        </p:nvGrpSpPr>
        <p:grpSpPr>
          <a:xfrm>
            <a:off x="4998619" y="6275119"/>
            <a:ext cx="3263221" cy="369332"/>
            <a:chOff x="9278194" y="3289881"/>
            <a:chExt cx="3263221" cy="369332"/>
          </a:xfrm>
        </p:grpSpPr>
        <p:sp>
          <p:nvSpPr>
            <p:cNvPr id="107" name="Striped Right Arrow 106"/>
            <p:cNvSpPr/>
            <p:nvPr/>
          </p:nvSpPr>
          <p:spPr>
            <a:xfrm>
              <a:off x="9278194" y="3363983"/>
              <a:ext cx="310718" cy="247208"/>
            </a:xfrm>
            <a:prstGeom prst="strip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711794" y="3289881"/>
              <a:ext cx="2829621" cy="3693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 = 33 →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Nguyên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b="1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33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5731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65259" y="6459785"/>
            <a:ext cx="50196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9328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xmlns="" id="{8DD1CACF-4A35-4B2C-FF5F-AA81DFB10994}"/>
              </a:ext>
            </a:extLst>
          </p:cNvPr>
          <p:cNvSpPr txBox="1">
            <a:spLocks/>
          </p:cNvSpPr>
          <p:nvPr/>
        </p:nvSpPr>
        <p:spPr>
          <a:xfrm>
            <a:off x="38656" y="50481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B56BB-E5F8-FB4A-DE87-E5CA18AB3A64}"/>
              </a:ext>
            </a:extLst>
          </p:cNvPr>
          <p:cNvSpPr txBox="1">
            <a:spLocks/>
          </p:cNvSpPr>
          <p:nvPr/>
        </p:nvSpPr>
        <p:spPr>
          <a:xfrm>
            <a:off x="1546674" y="1597526"/>
            <a:ext cx="8842048" cy="23876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2</a:t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6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CẤU TẠO NGUYÊN TỬ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DA84169-B9A5-837C-38A7-2F54AA732C0D}"/>
              </a:ext>
            </a:extLst>
          </p:cNvPr>
          <p:cNvSpPr txBox="1"/>
          <p:nvPr/>
        </p:nvSpPr>
        <p:spPr>
          <a:xfrm>
            <a:off x="1378251" y="3985126"/>
            <a:ext cx="9652065" cy="147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CÂU: 2.1; 2.2; 2.3; 2.5; 2.6; 2.7; 2.8; 2.10; 2.11; 2.12 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  <a:sym typeface="Symbol"/>
              </a:rPr>
              <a:t> NỘI DUNG NÀY KHÔNG THI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860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00026" y="236538"/>
            <a:ext cx="12392025" cy="2621329"/>
          </a:xfrm>
        </p:spPr>
        <p:txBody>
          <a:bodyPr>
            <a:normAutofit fontScale="925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2.13.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cả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tồn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tại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</a:t>
            </a:r>
            <a:r>
              <a:rPr lang="en-US" sz="3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1) n = 3, ℓ = 3,</a:t>
            </a:r>
            <a:r>
              <a:rPr lang="en-US" sz="3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30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3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+3.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3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2) n = 3, ℓ = 2, m</a:t>
            </a:r>
            <a:r>
              <a:rPr lang="en-US" sz="30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3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+2.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  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3) n = 3, ℓ = 1,</a:t>
            </a:r>
            <a:r>
              <a:rPr lang="en-US" sz="3000" i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30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+2.	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	4) n = 3, ℓ = 0, m</a:t>
            </a:r>
            <a:r>
              <a:rPr lang="en-US" sz="30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= 0.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8767" y="2666268"/>
            <a:ext cx="1101700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latin typeface="Arial" pitchFamily="34" charset="0"/>
                <a:cs typeface="Arial" pitchFamily="34" charset="0"/>
              </a:rPr>
              <a:t>Tập họp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số lượng tử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(n, ℓ,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phải thỏa mãn điều kiện sau: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 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= 1, 2, 3, 4,.....∞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0, 1, 2, 3...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(n-1).    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 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&lt; n</a:t>
            </a:r>
            <a:endParaRPr lang="en-US" sz="28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= -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ℓ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.....,0,.....,+</a:t>
            </a:r>
            <a:r>
              <a:rPr lang="vi-VN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280392" y="3705715"/>
            <a:ext cx="382954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c</a:t>
            </a:r>
            <a:r>
              <a:rPr lang="en-US" sz="4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2,4.</a:t>
            </a:r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812311" y="1003300"/>
            <a:ext cx="1879599" cy="648678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752110" y="1787286"/>
            <a:ext cx="2411046" cy="742462"/>
          </a:xfrm>
          <a:prstGeom prst="ellipse">
            <a:avLst/>
          </a:prstGeom>
          <a:noFill/>
          <a:ln w="222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5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938" y="500184"/>
            <a:ext cx="10515600" cy="2164863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2.14.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tập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ký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hiệu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1s, 3d, 4s, 2p, 3f.	</a:t>
            </a: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b) 2p, 3s ,4d, 2d, 1p.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c) 3g, 5f, 2p, 3d, 4s.			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d) 1s, 3d, 4f, 3p, 4d.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9937" y="3229532"/>
            <a:ext cx="11105996" cy="2403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Một phân lớp được xác định bởi 2 số lượng tử: n và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 đó 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 &gt;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ℓ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               0            1         2           3          4            5  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Tên phân lớp  s             p        d            f          g            h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466123" y="1336430"/>
            <a:ext cx="461108" cy="53926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022492" y="1336430"/>
            <a:ext cx="461108" cy="53926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620369" y="1336430"/>
            <a:ext cx="461108" cy="53926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52769" y="1875692"/>
            <a:ext cx="461108" cy="539262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91967" y="5711485"/>
            <a:ext cx="2474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94723" y="989065"/>
            <a:ext cx="1397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n=3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ℓ=3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1477" y="1219897"/>
            <a:ext cx="1397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n=1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ℓ=1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8550" y="971861"/>
            <a:ext cx="1397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n=2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ℓ=2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476" y="2410558"/>
            <a:ext cx="161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n=3 &lt; </a:t>
            </a:r>
            <a:r>
              <a:rPr lang="en-US" sz="24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ℓ=4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520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10" grpId="0"/>
      <p:bldP spid="2" grpId="0"/>
      <p:bldP spid="11" grpId="0"/>
      <p:bldP spid="12" grpId="0"/>
      <p:bldP spid="1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119" y="1086522"/>
            <a:ext cx="11921881" cy="126164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vùng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quanh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đó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gặp</a:t>
            </a:r>
            <a:r>
              <a:rPr lang="en-US" sz="3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≥   90%.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8067" y="2790551"/>
            <a:ext cx="108712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vi-VN" sz="2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heo cơ học lượng tử thì khái niệm về quỹ đạo chuyển động của electron là không có ý nghĩa.</a:t>
            </a:r>
            <a:endParaRPr lang="en-US" sz="20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414" y="465835"/>
            <a:ext cx="10359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30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3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2.15.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về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(AO):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885215" y="1652844"/>
            <a:ext cx="409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" y="2157014"/>
            <a:ext cx="11772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quỹ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đạo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electron.</a:t>
            </a:r>
          </a:p>
          <a:p>
            <a:endParaRPr 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810375" y="2110847"/>
            <a:ext cx="57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757" y="2794812"/>
            <a:ext cx="10972800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vùng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77229" y="2748645"/>
            <a:ext cx="57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974" y="3414969"/>
            <a:ext cx="11934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Vùng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gian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nào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?</a:t>
            </a: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vì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xác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suất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mặt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electron ở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khắp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mọi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nơi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vỏ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vùng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không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gian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cả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lớp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vỏ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điện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tử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 (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xác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suất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  <a:sym typeface="Symbol"/>
              </a:rPr>
              <a:t>mặt</a:t>
            </a:r>
            <a:r>
              <a:rPr lang="en-US" sz="2400" dirty="0">
                <a:latin typeface="Arial" pitchFamily="34" charset="0"/>
                <a:cs typeface="Arial" pitchFamily="34" charset="0"/>
                <a:sym typeface="Symbol"/>
              </a:rPr>
              <a:t> electron 100%)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63757" y="3414969"/>
            <a:ext cx="11790118" cy="21332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d)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bề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mặt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mật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độ</a:t>
            </a:r>
            <a:r>
              <a:rPr lang="en-US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nhau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đám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mây</a:t>
            </a:r>
            <a:r>
              <a:rPr lang="en-US" dirty="0">
                <a:latin typeface="Arial" pitchFamily="34" charset="0"/>
                <a:cs typeface="Arial" pitchFamily="34" charset="0"/>
              </a:rPr>
              <a:t> electron.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990600" y="3257107"/>
            <a:ext cx="6191250" cy="146707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40133" y="4139822"/>
            <a:ext cx="3817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dạng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9204" y="3502390"/>
            <a:ext cx="571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5089" y="5235455"/>
            <a:ext cx="27119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303319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2" grpId="0"/>
      <p:bldP spid="13" grpId="0"/>
      <p:bldP spid="14" grpId="0"/>
      <p:bldP spid="15" grpId="0" animBg="1"/>
      <p:bldP spid="17" grpId="0"/>
      <p:bldP spid="18" grpId="0"/>
      <p:bldP spid="10" grpId="0" animBg="1"/>
      <p:bldP spid="6" grpId="0" animBg="1"/>
      <p:bldP spid="9" grpId="0"/>
      <p:bldP spid="16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51" y="931159"/>
            <a:ext cx="10515600" cy="80162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Các orbital nguyên tử s có tính đối xứng cầu. </a:t>
            </a:r>
            <a:endParaRPr lang="en-US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3413" y="429845"/>
            <a:ext cx="679938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2.16.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 phát biểu </a:t>
            </a:r>
            <a:r>
              <a:rPr lang="pt-BR" sz="2800" b="1" dirty="0">
                <a:latin typeface="Arial" pitchFamily="34" charset="0"/>
                <a:cs typeface="Arial" pitchFamily="34" charset="0"/>
              </a:rPr>
              <a:t>đúng</a:t>
            </a:r>
            <a:r>
              <a:rPr lang="pt-BR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70646" y="429846"/>
            <a:ext cx="1312985" cy="1289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7508" y="829955"/>
            <a:ext cx="25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</a:t>
            </a:r>
            <a:endParaRPr 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46831" y="985053"/>
            <a:ext cx="56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413" y="1629353"/>
            <a:ext cx="104687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2) Các orbital nguyên tử p</a:t>
            </a:r>
            <a:r>
              <a:rPr lang="pt-BR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pt-B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có mặt phẳng phản đối xứng đi qua tâm O và vuông góc với trục tọa độ i. </a:t>
            </a:r>
          </a:p>
          <a:p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10" name="Picture 3" descr="FG07_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 bwMode="auto">
          <a:xfrm>
            <a:off x="615461" y="3524738"/>
            <a:ext cx="9271001" cy="1773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520830" y="4235938"/>
            <a:ext cx="242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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865922" y="4180676"/>
            <a:ext cx="242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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46798" y="3848239"/>
            <a:ext cx="242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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028830" y="3949844"/>
            <a:ext cx="39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</a:t>
            </a:r>
            <a:endParaRPr lang="en-US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160583" y="4000363"/>
            <a:ext cx="39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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46798" y="4309904"/>
            <a:ext cx="394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Symbol"/>
              </a:rPr>
              <a:t>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344136" y="2052449"/>
            <a:ext cx="56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153" y="3000631"/>
            <a:ext cx="56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851" y="2635140"/>
            <a:ext cx="11283462" cy="15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3) Các orbital nguyên tử p</a:t>
            </a:r>
            <a:r>
              <a:rPr lang="pt-BR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pt-B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có mật độ xác suất gặp electron cực đại dọc theo trục tọa độ i.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81355" y="3524738"/>
            <a:ext cx="10515600" cy="193821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pt-BR" dirty="0">
                <a:latin typeface="Arial" pitchFamily="34" charset="0"/>
                <a:cs typeface="Arial" pitchFamily="34" charset="0"/>
              </a:rPr>
              <a:t>4) Các AO d nhận tâm O của hệ tọa độ làm tâm đối xứng.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" name="Picture 2" descr="FG07_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2"/>
          <a:stretch>
            <a:fillRect/>
          </a:stretch>
        </p:blipFill>
        <p:spPr bwMode="auto">
          <a:xfrm>
            <a:off x="2719754" y="4079071"/>
            <a:ext cx="5309821" cy="255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9605108" y="3584864"/>
            <a:ext cx="562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0166" y="5138381"/>
            <a:ext cx="4120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d)1,2,3,4.</a:t>
            </a:r>
          </a:p>
        </p:txBody>
      </p:sp>
    </p:spTree>
    <p:extLst>
      <p:ext uri="{BB962C8B-B14F-4D97-AF65-F5344CB8AC3E}">
        <p14:creationId xmlns:p14="http://schemas.microsoft.com/office/powerpoint/2010/main" val="237665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5" grpId="0" animBg="1"/>
      <p:bldP spid="19" grpId="0"/>
      <p:bldP spid="2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688" y="4496958"/>
            <a:ext cx="7344506" cy="14466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d) AO p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chỉ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dấu</a:t>
            </a:r>
            <a:r>
              <a:rPr lang="en-US" dirty="0">
                <a:latin typeface="Arial" pitchFamily="34" charset="0"/>
                <a:cs typeface="Arial" pitchFamily="34" charset="0"/>
              </a:rPr>
              <a:t> (+) ở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cả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hai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vùng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gian</a:t>
            </a:r>
            <a:r>
              <a:rPr lang="en-US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-229333" y="257175"/>
            <a:ext cx="1207770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2.17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hàm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sóng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được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diễn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như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" y="1463864"/>
            <a:ext cx="54197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AO s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mang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(+).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95773" y="1464279"/>
            <a:ext cx="60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4185" y="2264083"/>
            <a:ext cx="430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pic>
        <p:nvPicPr>
          <p:cNvPr id="9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6657" y="974544"/>
            <a:ext cx="1312985" cy="12895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5241" y="1402724"/>
            <a:ext cx="25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</a:t>
            </a:r>
            <a:endParaRPr lang="en-US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4300" y="2257421"/>
            <a:ext cx="6786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AO s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mang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(+) hay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(–).</a:t>
            </a:r>
          </a:p>
          <a:p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" y="2955964"/>
            <a:ext cx="71540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c) AO p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vùng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+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hoặc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dấu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–).</a:t>
            </a:r>
          </a:p>
          <a:p>
            <a:endParaRPr lang="en-US" dirty="0"/>
          </a:p>
        </p:txBody>
      </p:sp>
      <p:pic>
        <p:nvPicPr>
          <p:cNvPr id="13" name="Picture 3" descr="FG07_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33"/>
          <a:stretch>
            <a:fillRect/>
          </a:stretch>
        </p:blipFill>
        <p:spPr bwMode="auto">
          <a:xfrm>
            <a:off x="7101254" y="2954357"/>
            <a:ext cx="4837600" cy="2534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9906002" y="3470128"/>
            <a:ext cx="457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28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5" name="TextBox 2"/>
          <p:cNvSpPr txBox="1">
            <a:spLocks noChangeArrowheads="1"/>
          </p:cNvSpPr>
          <p:nvPr/>
        </p:nvSpPr>
        <p:spPr bwMode="auto">
          <a:xfrm>
            <a:off x="8538979" y="3973083"/>
            <a:ext cx="60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4000" dirty="0"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649306" y="3973083"/>
            <a:ext cx="45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28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8758054" y="3697674"/>
            <a:ext cx="45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2800" dirty="0"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8" name="TextBox 11"/>
          <p:cNvSpPr txBox="1">
            <a:spLocks noChangeArrowheads="1"/>
          </p:cNvSpPr>
          <p:nvPr/>
        </p:nvSpPr>
        <p:spPr bwMode="auto">
          <a:xfrm>
            <a:off x="7344506" y="3612290"/>
            <a:ext cx="60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4000" dirty="0"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9" name="TextBox 12"/>
          <p:cNvSpPr txBox="1">
            <a:spLocks noChangeArrowheads="1"/>
          </p:cNvSpPr>
          <p:nvPr/>
        </p:nvSpPr>
        <p:spPr bwMode="auto">
          <a:xfrm>
            <a:off x="9906002" y="4131438"/>
            <a:ext cx="60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r>
              <a:rPr lang="en-US" altLang="en-US" sz="4000" dirty="0"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093" y="5306574"/>
            <a:ext cx="3958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34933" y="3773445"/>
            <a:ext cx="60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4533" y="5749788"/>
            <a:ext cx="287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06921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8" grpId="0" animBg="1"/>
      <p:bldP spid="7" grpId="0"/>
      <p:bldP spid="2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0036" y="205680"/>
            <a:ext cx="114585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2.18.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marL="0" lvl="1"/>
            <a:r>
              <a:rPr lang="en-US" sz="2800" dirty="0">
                <a:latin typeface="Arial" pitchFamily="34" charset="0"/>
                <a:cs typeface="Arial" pitchFamily="34" charset="0"/>
              </a:rPr>
              <a:t>Orbital 1s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H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nghĩa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4764" y="1514474"/>
            <a:ext cx="12196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Khoảng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cách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này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H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luôn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đổi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800947"/>
            <a:ext cx="10820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c) Electron 1s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di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này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48675" y="3820471"/>
            <a:ext cx="49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5686" y="1944167"/>
            <a:ext cx="49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36" y="2491440"/>
            <a:ext cx="11163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electron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mặt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bất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điểm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nào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khoảng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đến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thay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đổi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25814"/>
            <a:ext cx="12111038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tìm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thấy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1s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mọi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67875" y="253407"/>
            <a:ext cx="1312985" cy="12895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4737" y="653516"/>
            <a:ext cx="257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</a:t>
            </a:r>
            <a:endParaRPr lang="en-US" sz="32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810875" y="3060827"/>
            <a:ext cx="49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941" y="4468409"/>
            <a:ext cx="10607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này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(AO 1s)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mặt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≥ 90%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3" y="4450834"/>
            <a:ext cx="11750552" cy="733425"/>
          </a:xfrm>
          <a:solidFill>
            <a:schemeClr val="bg1"/>
          </a:solidFill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d) Electron 1s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chỉ</a:t>
            </a:r>
            <a:r>
              <a:rPr lang="en-US" dirty="0">
                <a:latin typeface="Arial" pitchFamily="34" charset="0"/>
                <a:cs typeface="Arial" pitchFamily="34" charset="0"/>
              </a:rPr>
              <a:t> di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chuyển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bề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mặt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khối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cầu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này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1964" y="5191125"/>
            <a:ext cx="108442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mặt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1s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bất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điểm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nào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quả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này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463" y="5191125"/>
            <a:ext cx="11730036" cy="914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696325" y="4450834"/>
            <a:ext cx="495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9713" y="5272955"/>
            <a:ext cx="2468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b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6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5" grpId="0" animBg="1"/>
      <p:bldP spid="11" grpId="0"/>
      <p:bldP spid="15" grpId="0"/>
      <p:bldP spid="3" grpId="0" build="p" animBg="1"/>
      <p:bldP spid="16" grpId="0"/>
      <p:bldP spid="17" grpId="0" animBg="1"/>
      <p:bldP spid="9" grpId="0"/>
      <p:bldP spid="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175" y="257175"/>
            <a:ext cx="89249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2.19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7175" y="847725"/>
            <a:ext cx="1158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Orbital 2s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kích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thước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orbital 1s.</a:t>
            </a:r>
          </a:p>
          <a:p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005886" y="1590704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847070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" y="1514475"/>
            <a:ext cx="10339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kích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thước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AO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276" y="1514475"/>
            <a:ext cx="878204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2) Orbital 2p</a:t>
            </a:r>
            <a:r>
              <a:rPr lang="en-US" sz="2800" baseline="-25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thấp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orbital 2p</a:t>
            </a:r>
            <a:r>
              <a:rPr lang="en-US" sz="2800" baseline="-25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438150" y="2123449"/>
            <a:ext cx="11315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6600"/>
                </a:solidFill>
              </a:rPr>
              <a:t>Trong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cùng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một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phân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lớp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lượng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 err="1">
                <a:solidFill>
                  <a:srgbClr val="006600"/>
                </a:solidFill>
              </a:rPr>
              <a:t>tử</a:t>
            </a:r>
            <a:r>
              <a:rPr lang="en-US" sz="2400" dirty="0">
                <a:solidFill>
                  <a:srgbClr val="006600"/>
                </a:solidFill>
              </a:rPr>
              <a:t> (n,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ℓ),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AO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2p:    E(2p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 E(2p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 = E(2p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3d:   E(3d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xy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 E(3d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xz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E(3d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yz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 E(3d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x2 –y2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 =  E(3d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z2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US" sz="2400" dirty="0">
              <a:solidFill>
                <a:srgbClr val="0066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7175" y="2125055"/>
            <a:ext cx="11315699" cy="16459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Orbital 2p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xuất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trục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z.</a:t>
            </a:r>
          </a:p>
          <a:p>
            <a:endParaRPr lang="en-US" dirty="0"/>
          </a:p>
        </p:txBody>
      </p:sp>
      <p:pic>
        <p:nvPicPr>
          <p:cNvPr id="2050" name="Picture 2" descr="Kết quả hình ảnh cho orbital pz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3573" y="496642"/>
            <a:ext cx="2103438" cy="249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320211" y="2113924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362" y="2846723"/>
            <a:ext cx="11163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4) Orbital 3d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xy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xác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suất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trục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y.</a:t>
            </a:r>
          </a:p>
          <a:p>
            <a:endParaRPr lang="en-US" sz="2800" dirty="0"/>
          </a:p>
        </p:txBody>
      </p:sp>
      <p:pic>
        <p:nvPicPr>
          <p:cNvPr id="2052" name="Picture 4" descr="Kết quả hình ảnh cho orbital dx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562" y="2442713"/>
            <a:ext cx="2027238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0777535" y="4020173"/>
            <a:ext cx="1200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AO 3d</a:t>
            </a:r>
            <a:r>
              <a:rPr lang="en-US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xy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062" y="3558508"/>
            <a:ext cx="9053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AO 3d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xy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bố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đường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xoy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715624" y="2712836"/>
            <a:ext cx="690565" cy="1250393"/>
          </a:xfrm>
          <a:prstGeom prst="line">
            <a:avLst/>
          </a:prstGeom>
          <a:ln w="15875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10296525" y="3209925"/>
            <a:ext cx="1681159" cy="348583"/>
          </a:xfrm>
          <a:prstGeom prst="line">
            <a:avLst/>
          </a:prstGeom>
          <a:ln w="15875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77436" y="2850219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275" y="3535616"/>
            <a:ext cx="10001249" cy="1465009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5)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4f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khả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chứa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nhiều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thứ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8104" y="4790954"/>
            <a:ext cx="114847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(n = 4)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    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,    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,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4d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,   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4f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2.(2 ℓ +1): 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14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7436" y="4267734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6817" y="6159886"/>
            <a:ext cx="3339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c) 1,3,5.</a:t>
            </a:r>
          </a:p>
        </p:txBody>
      </p:sp>
    </p:spTree>
    <p:extLst>
      <p:ext uri="{BB962C8B-B14F-4D97-AF65-F5344CB8AC3E}">
        <p14:creationId xmlns:p14="http://schemas.microsoft.com/office/powerpoint/2010/main" val="325051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  <p:bldP spid="12" grpId="0" animBg="1"/>
      <p:bldP spid="13" grpId="0"/>
      <p:bldP spid="14" grpId="0" animBg="1"/>
      <p:bldP spid="7" grpId="0"/>
      <p:bldP spid="15" grpId="0"/>
      <p:bldP spid="16" grpId="0"/>
      <p:bldP spid="17" grpId="0"/>
      <p:bldP spid="9" grpId="0"/>
      <p:bldP spid="3" grpId="0" build="p" animBg="1"/>
      <p:bldP spid="28" grpId="0"/>
      <p:bldP spid="10" grpId="0"/>
      <p:bldP spid="2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76" y="209550"/>
            <a:ext cx="11020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25" y="725180"/>
            <a:ext cx="1197292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orbital 2p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orbital 2p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vì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chúng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2875" y="1971675"/>
            <a:ext cx="12115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(n, ℓ),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AO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(E(2p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 = E(2p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)),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tức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sự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định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gian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8909" y="1532064"/>
            <a:ext cx="333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" y="2070078"/>
            <a:ext cx="12191999" cy="1280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orbital 1s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orbital 1s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F.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200" y="2654349"/>
            <a:ext cx="1203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tích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(Z)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ảnh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hưởng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rất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đến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Z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baseline="-25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ns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giảm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; 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baseline="-25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giảm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chậm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ns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E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 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O) &gt; E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 </a:t>
            </a:r>
            <a:r>
              <a:rPr lang="en-US" sz="24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1412" y="1808468"/>
            <a:ext cx="333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" y="2710158"/>
            <a:ext cx="12153899" cy="16619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hydro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52400" y="4354205"/>
            <a:ext cx="1125855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H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ion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1 e,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(n)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bằng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: E(2s) = E(2p) ; E(3s) = E(3p) = E(3d) ; E(4s) = E(4p) = E(4d) = E(4f)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6185" y="3479215"/>
            <a:ext cx="333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8" y="4524375"/>
            <a:ext cx="11496675" cy="1901372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4)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Năng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thì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khác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nhau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77575" y="4479665"/>
            <a:ext cx="333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8621" y="5548045"/>
            <a:ext cx="4600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d) 1,2,3,4.</a:t>
            </a:r>
          </a:p>
        </p:txBody>
      </p:sp>
    </p:spTree>
    <p:extLst>
      <p:ext uri="{BB962C8B-B14F-4D97-AF65-F5344CB8AC3E}">
        <p14:creationId xmlns:p14="http://schemas.microsoft.com/office/powerpoint/2010/main" val="398008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5" grpId="0" animBg="1"/>
      <p:bldP spid="13" grpId="0"/>
      <p:bldP spid="9" grpId="0"/>
      <p:bldP spid="6" grpId="0" animBg="1"/>
      <p:bldP spid="18" grpId="0"/>
      <p:bldP spid="10" grpId="0"/>
      <p:bldP spid="3" grpId="0" build="p" animBg="1"/>
      <p:bldP spid="11" grpId="0"/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75" y="152400"/>
            <a:ext cx="115633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2.21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2875" y="828794"/>
            <a:ext cx="113347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, AO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kích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thước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AO (n-1)p.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2654551"/>
            <a:ext cx="11982450" cy="181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kích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thước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đám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mây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(AO)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tương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cao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vì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muốn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tăng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kích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thước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cần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phải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tiêu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tốn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để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thắng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được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lực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hút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0462" y="828794"/>
            <a:ext cx="31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5912" y="2131331"/>
            <a:ext cx="31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" y="1430148"/>
            <a:ext cx="1162049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,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AO ns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AO (n-1)s.</a:t>
            </a:r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200" y="2775404"/>
            <a:ext cx="11915775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electron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AO 3d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xy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AO 3d</a:t>
            </a:r>
            <a:r>
              <a:rPr lang="en-US" sz="28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yz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" y="4158853"/>
            <a:ext cx="12115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3d (n=3, ℓ=2)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một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năng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tất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cả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AO d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đều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nhau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: E(3d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xy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= E(3d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xz)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= E(3d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yz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= E(3d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x2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-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 y2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= E(3d</a:t>
            </a:r>
            <a:r>
              <a:rPr lang="en-US" sz="2600" baseline="-25000" dirty="0">
                <a:latin typeface="Arial" pitchFamily="34" charset="0"/>
                <a:cs typeface="Arial" pitchFamily="34" charset="0"/>
              </a:rPr>
              <a:t>z2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6810" y="3556637"/>
            <a:ext cx="31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1615" y="5858088"/>
            <a:ext cx="346471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d) 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1,2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33" y="4158853"/>
            <a:ext cx="12132467" cy="139721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4)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Xác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suất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gặp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trên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AO 4f ở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mọi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hướng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như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</a:p>
        </p:txBody>
      </p:sp>
      <p:pic>
        <p:nvPicPr>
          <p:cNvPr id="16" name="Picture 3" descr="f-orbita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899" y="4623045"/>
            <a:ext cx="5353050" cy="213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0" y="4975026"/>
            <a:ext cx="6005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Orbital f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tính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đối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xứng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 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95912" y="5144303"/>
            <a:ext cx="514350" cy="184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082207" y="4099825"/>
            <a:ext cx="31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00412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2" grpId="0"/>
      <p:bldP spid="13" grpId="0" animBg="1"/>
      <p:bldP spid="14" grpId="0"/>
      <p:bldP spid="10" grpId="0"/>
      <p:bldP spid="15" grpId="0"/>
      <p:bldP spid="3" grpId="0" build="p" animBg="1"/>
      <p:bldP spid="17" grpId="0"/>
      <p:bldP spid="18" grpId="0" animBg="1"/>
      <p:bldP spid="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fld id="{7EB09E56-9BCB-417F-884F-71B25DF7FE63}" type="slidenum">
              <a:rPr lang="en-US" altLang="en-US" sz="1400" b="0" smtClean="0">
                <a:latin typeface="Times New Roman" pitchFamily="18" charset="0"/>
              </a:rPr>
              <a:pPr/>
              <a:t>75</a:t>
            </a:fld>
            <a:endParaRPr lang="en-US" altLang="en-US" sz="1400" b="0" dirty="0">
              <a:latin typeface="Times New Roman" pitchFamily="18" charset="0"/>
            </a:endParaRPr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311150" y="2073274"/>
            <a:ext cx="412749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5400" b="0" dirty="0">
                <a:latin typeface="Arial" charset="0"/>
              </a:rPr>
              <a:t>n     </a:t>
            </a:r>
            <a:r>
              <a:rPr lang="en-US" altLang="en-US" sz="4800" dirty="0"/>
              <a:t>ℓ</a:t>
            </a:r>
            <a:r>
              <a:rPr lang="en-US" altLang="en-US" dirty="0"/>
              <a:t> </a:t>
            </a:r>
            <a:r>
              <a:rPr lang="en-US" altLang="en-US" sz="5400" b="0" i="1" dirty="0">
                <a:latin typeface="Arial" charset="0"/>
              </a:rPr>
              <a:t>	</a:t>
            </a:r>
            <a:r>
              <a:rPr lang="en-US" altLang="en-US" sz="5400" b="0" dirty="0">
                <a:latin typeface="Arial" charset="0"/>
              </a:rPr>
              <a:t>   m</a:t>
            </a:r>
            <a:r>
              <a:rPr lang="en-US" altLang="en-US" sz="6000" b="0" baseline="-25000" dirty="0"/>
              <a:t>ℓ</a:t>
            </a:r>
            <a:r>
              <a:rPr lang="en-US" altLang="en-US" dirty="0"/>
              <a:t> </a:t>
            </a:r>
            <a:r>
              <a:rPr lang="en-US" altLang="en-US" sz="5400" b="0" dirty="0">
                <a:latin typeface="Arial" charset="0"/>
              </a:rPr>
              <a:t>	   </a:t>
            </a:r>
            <a:endParaRPr lang="en-US" altLang="en-US" sz="5400" b="0" baseline="-25000" dirty="0">
              <a:latin typeface="Arial" charset="0"/>
            </a:endParaRP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5686425" y="2628610"/>
            <a:ext cx="5867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3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Lớp</a:t>
            </a:r>
            <a:r>
              <a:rPr 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electron </a:t>
            </a:r>
            <a:r>
              <a:rPr 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sym typeface="Symbol"/>
              </a:rPr>
              <a:t> </a:t>
            </a:r>
            <a:r>
              <a:rPr lang="en-US" sz="3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sym typeface="Symbol"/>
              </a:rPr>
              <a:t>Số</a:t>
            </a:r>
            <a:r>
              <a:rPr 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sym typeface="Symbol"/>
              </a:rPr>
              <a:t> AO = n</a:t>
            </a:r>
            <a:r>
              <a:rPr lang="en-US" sz="3200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sym typeface="Symbol"/>
              </a:rPr>
              <a:t>2</a:t>
            </a:r>
            <a:endParaRPr lang="en-US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5846" name="Text Box 5"/>
          <p:cNvSpPr txBox="1">
            <a:spLocks noChangeArrowheads="1"/>
          </p:cNvSpPr>
          <p:nvPr/>
        </p:nvSpPr>
        <p:spPr bwMode="auto">
          <a:xfrm>
            <a:off x="1435102" y="4391025"/>
            <a:ext cx="1320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VNI-Times" pitchFamily="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VNI-Times" pitchFamily="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VNI-Times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NI-Times" pitchFamily="2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solidFill>
                  <a:srgbClr val="006600"/>
                </a:solidFill>
                <a:latin typeface="Arial" charset="0"/>
              </a:rPr>
              <a:t>1 AO</a:t>
            </a:r>
          </a:p>
        </p:txBody>
      </p:sp>
      <p:sp>
        <p:nvSpPr>
          <p:cNvPr id="35848" name="AutoShape 7"/>
          <p:cNvSpPr>
            <a:spLocks/>
          </p:cNvSpPr>
          <p:nvPr/>
        </p:nvSpPr>
        <p:spPr bwMode="auto">
          <a:xfrm rot="-5400000">
            <a:off x="635001" y="2616483"/>
            <a:ext cx="152400" cy="1016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pPr algn="ctr" eaLnBrk="1" hangingPunct="1"/>
            <a:endParaRPr lang="en-US" altLang="en-US" b="0">
              <a:latin typeface="Arial" charset="0"/>
            </a:endParaRPr>
          </a:p>
        </p:txBody>
      </p:sp>
      <p:sp>
        <p:nvSpPr>
          <p:cNvPr id="35849" name="AutoShape 8"/>
          <p:cNvSpPr>
            <a:spLocks/>
          </p:cNvSpPr>
          <p:nvPr/>
        </p:nvSpPr>
        <p:spPr bwMode="auto">
          <a:xfrm rot="-5400000">
            <a:off x="995365" y="2659957"/>
            <a:ext cx="307973" cy="1892300"/>
          </a:xfrm>
          <a:prstGeom prst="leftBrace">
            <a:avLst>
              <a:gd name="adj1" fmla="val 56667"/>
              <a:gd name="adj2" fmla="val 50000"/>
            </a:avLst>
          </a:prstGeom>
          <a:noFill/>
          <a:ln w="349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35850" name="AutoShape 9"/>
          <p:cNvSpPr>
            <a:spLocks/>
          </p:cNvSpPr>
          <p:nvPr/>
        </p:nvSpPr>
        <p:spPr bwMode="auto">
          <a:xfrm rot="-5400000">
            <a:off x="1773241" y="2439987"/>
            <a:ext cx="381000" cy="3521075"/>
          </a:xfrm>
          <a:prstGeom prst="leftBrace">
            <a:avLst>
              <a:gd name="adj1" fmla="val 106667"/>
              <a:gd name="adj2" fmla="val 50000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/>
            <a:endParaRPr lang="en-US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0" y="238125"/>
            <a:ext cx="1204912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2.22 .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trường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hợp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ký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hiệu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    ;       4s   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;       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xy     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;     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 = 4       ;        n = 5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915029" y="1504950"/>
            <a:ext cx="1004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 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0475" y="1515130"/>
            <a:ext cx="1247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16 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924" y="1526620"/>
            <a:ext cx="1485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25 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5699" y="1515130"/>
            <a:ext cx="1212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 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9211" y="1515130"/>
            <a:ext cx="115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 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2074" y="4013517"/>
            <a:ext cx="6124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c) </a:t>
            </a:r>
            <a:r>
              <a:rPr lang="en-US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16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25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4435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49156" grpId="0"/>
      <p:bldP spid="35846" grpId="0"/>
      <p:bldP spid="35848" grpId="0" animBg="1"/>
      <p:bldP spid="35849" grpId="0" animBg="1"/>
      <p:bldP spid="35850" grpId="0" animBg="1"/>
      <p:bldP spid="2" grpId="0"/>
      <p:bldP spid="3" grpId="0"/>
      <p:bldP spid="15" grpId="0"/>
      <p:bldP spid="4" grpId="0"/>
      <p:bldP spid="17" grpId="0"/>
      <p:bldP spid="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24" y="238124"/>
            <a:ext cx="116871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2.23.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thuyết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học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áp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dụng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1923" y="1619250"/>
            <a:ext cx="1148715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1922" y="2133719"/>
            <a:ext cx="11801477" cy="2418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nhiều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e,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những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lực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hút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mà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còn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lực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đẩy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còn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lại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nên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những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chính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mà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còn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phụ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orbital 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ℓ,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đó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ảnh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hưởng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6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nhiều</a:t>
            </a:r>
            <a:r>
              <a:rPr lang="en-US" altLang="en-US" sz="2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e.</a:t>
            </a:r>
            <a:endParaRPr lang="en-US" sz="26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29837" y="1619250"/>
            <a:ext cx="58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3" y="2234319"/>
            <a:ext cx="11925302" cy="23774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Ở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chiếm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mức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sao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năng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chúng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nhỏ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nhất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Nguyên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lý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vững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bền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 Pauli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72250" y="3009900"/>
            <a:ext cx="58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7" y="3533120"/>
            <a:ext cx="11801476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thể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      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Nguyên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lý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ngoại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trừ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Pauli.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171700" y="4287172"/>
            <a:ext cx="58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3" y="4870757"/>
            <a:ext cx="11811001" cy="195262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d)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mỗi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sắp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xếp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sao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cho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độc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thân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tối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đa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           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Qui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tắc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Hund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.</a:t>
            </a: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212" y="5657850"/>
            <a:ext cx="581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4512" y="5893750"/>
            <a:ext cx="211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94223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 animBg="1"/>
      <p:bldP spid="6" grpId="0"/>
      <p:bldP spid="11" grpId="0" animBg="1"/>
      <p:bldP spid="9" grpId="0"/>
      <p:bldP spid="3" grpId="0" uiExpand="1" build="p"/>
      <p:bldP spid="8" grpId="0"/>
      <p:bldP spid="1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219075"/>
            <a:ext cx="10782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2.24.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câu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63114" y="829585"/>
            <a:ext cx="12008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25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25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sẽ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sắp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xếp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</a:t>
            </a:r>
            <a:endParaRPr lang="en-U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1s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  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  2p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  3p  3d   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200" y="1532206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950" y="1556678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8587" y="1541731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661" y="1539020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497" y="1549864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3" y="1518246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284" y="1537628"/>
            <a:ext cx="409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1" y="2814745"/>
            <a:ext cx="11720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Vì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" y="2676245"/>
            <a:ext cx="11925300" cy="8002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đồng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vị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86975" y="2666256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5" y="4752820"/>
            <a:ext cx="12039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Sai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vì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xác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suất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mặt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của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electron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bên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trong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khối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cầu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(AO s) </a:t>
            </a:r>
            <a:r>
              <a:rPr lang="en-US" sz="2600" dirty="0" err="1">
                <a:latin typeface="Arial" pitchFamily="34" charset="0"/>
                <a:cs typeface="Arial" pitchFamily="34" charset="0"/>
                <a:sym typeface="Symbol"/>
              </a:rPr>
              <a:t>khoảng</a:t>
            </a: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 90 %.</a:t>
            </a:r>
            <a:endParaRPr lang="en-US" sz="2600" dirty="0"/>
          </a:p>
        </p:txBody>
      </p:sp>
      <p:sp>
        <p:nvSpPr>
          <p:cNvPr id="25" name="TextBox 24"/>
          <p:cNvSpPr txBox="1"/>
          <p:nvPr/>
        </p:nvSpPr>
        <p:spPr>
          <a:xfrm>
            <a:off x="4757734" y="183254"/>
            <a:ext cx="467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a)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1,2,4.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90" y="4497850"/>
            <a:ext cx="11956258" cy="148923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5)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Bán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kính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ion Fe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ion Fe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vì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chúng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tích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hạt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nhân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nhưng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ion Fe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lại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ít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ion Fe</a:t>
            </a:r>
            <a:r>
              <a:rPr lang="en-US" baseline="300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/>
              <a:t>		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5" y="3339719"/>
            <a:ext cx="11972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vì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chúng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điện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tích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hạt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nhân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Z,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tức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  <a:sym typeface="Symbol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 electron.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5" y="743264"/>
            <a:ext cx="12096750" cy="16619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phải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luôn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luôn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086725" y="1476073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4" y="2091744"/>
            <a:ext cx="12192000" cy="73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tương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nó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thì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giống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72850" y="1695178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37" y="3189075"/>
            <a:ext cx="11872913" cy="15544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orbital s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dạng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nghĩa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s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chuyển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động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khối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cầu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ấy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1887" y="3974630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1" y="5778342"/>
            <a:ext cx="12022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Z,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càng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ít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sẽ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làm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giảm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lực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đẩy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giữa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electron   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nên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kích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thước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giảm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R(</a:t>
            </a:r>
            <a:r>
              <a:rPr lang="en-US" sz="24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Fe) = 140 pm ; R(</a:t>
            </a:r>
            <a:r>
              <a:rPr lang="en-US" sz="24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Fe</a:t>
            </a:r>
            <a:r>
              <a:rPr lang="en-US" sz="24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) = 77 pm; R(</a:t>
            </a:r>
            <a:r>
              <a:rPr lang="en-US" sz="24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Fe</a:t>
            </a:r>
            <a:r>
              <a:rPr lang="en-US" sz="2400" baseline="30000" dirty="0">
                <a:latin typeface="Arial" pitchFamily="34" charset="0"/>
                <a:cs typeface="Arial" pitchFamily="34" charset="0"/>
              </a:rPr>
              <a:t>3+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) = 63 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0125" y="5245263"/>
            <a:ext cx="53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</p:spTree>
    <p:extLst>
      <p:ext uri="{BB962C8B-B14F-4D97-AF65-F5344CB8AC3E}">
        <p14:creationId xmlns:p14="http://schemas.microsoft.com/office/powerpoint/2010/main" val="190732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 animBg="1"/>
      <p:bldP spid="7" grpId="0"/>
      <p:bldP spid="24" grpId="0"/>
      <p:bldP spid="25" grpId="0"/>
      <p:bldP spid="3" grpId="0" build="p" animBg="1"/>
      <p:bldP spid="22" grpId="0"/>
      <p:bldP spid="4" grpId="0" animBg="1"/>
      <p:bldP spid="9" grpId="0"/>
      <p:bldP spid="10" grpId="0"/>
      <p:bldP spid="23" grpId="0" animBg="1"/>
      <p:bldP spid="8" grpId="0"/>
      <p:bldP spid="27" grpId="0"/>
      <p:bldP spid="6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351" y="323850"/>
            <a:ext cx="118205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2.25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sai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08834" y="5873301"/>
            <a:ext cx="41743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b)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1,2,3.</a:t>
            </a:r>
            <a:r>
              <a:rPr lang="en-US" dirty="0"/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4806"/>
            <a:ext cx="2981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1) 1s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dirty="0"/>
              <a:t>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3256" y="1219195"/>
            <a:ext cx="8763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tuân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lý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vững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bền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Cấu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electron ở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trạng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thái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cơ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bản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: 1s</a:t>
            </a:r>
            <a:r>
              <a:rPr lang="en-US" sz="2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7487" y="1324806"/>
            <a:ext cx="5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0080" y="5079797"/>
            <a:ext cx="5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3256" y="2629762"/>
            <a:ext cx="5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2610712"/>
            <a:ext cx="366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2) 1s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86150" y="2487601"/>
            <a:ext cx="8763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tuân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lý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vững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bền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6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electron ở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: 1s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2s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2p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3s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3p</a:t>
            </a:r>
            <a:r>
              <a:rPr lang="en-US" sz="2600" baseline="30000" dirty="0">
                <a:latin typeface="Arial" pitchFamily="34" charset="0"/>
                <a:cs typeface="Arial" pitchFamily="34" charset="0"/>
              </a:rPr>
              <a:t>4</a:t>
            </a:r>
            <a:r>
              <a:rPr lang="en-US" sz="2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058" y="3705011"/>
            <a:ext cx="8287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    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tuân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lý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vững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bền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ngoại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trừ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Cấu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hình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ở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trạng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thái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cơ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bản:1s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4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974" y="4916328"/>
            <a:ext cx="71056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T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uân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lý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vững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bền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ngoại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trừ</a:t>
            </a: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781956"/>
            <a:ext cx="4133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3) 1s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14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621881" y="3781956"/>
            <a:ext cx="314325" cy="323850"/>
          </a:xfrm>
          <a:prstGeom prst="ellipse">
            <a:avLst/>
          </a:prstGeom>
          <a:noFill/>
          <a:ln w="2222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0" y="5048250"/>
            <a:ext cx="463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4) 1s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endParaRPr lang="en-US" sz="28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04058" y="3792312"/>
            <a:ext cx="58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22550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8" grpId="0"/>
      <p:bldP spid="1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4" y="5535869"/>
            <a:ext cx="7881938" cy="69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d)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O: n = 2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8</a:t>
            </a:r>
            <a:r>
              <a:rPr lang="vi-VN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Q: n = 4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32</a:t>
            </a:r>
            <a:r>
              <a:rPr lang="vi-VN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e. </a:t>
            </a:r>
          </a:p>
          <a:p>
            <a:pPr marL="0" indent="0">
              <a:buNone/>
            </a:pPr>
            <a:endParaRPr lang="en-US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142875" y="0"/>
            <a:ext cx="11849100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2.26.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chính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Q?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74" y="3510379"/>
            <a:ext cx="8763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O: n = 4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Q: n = 6 </a:t>
            </a:r>
            <a:r>
              <a:rPr lang="en-US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72</a:t>
            </a:r>
            <a:r>
              <a:rPr lang="vi-VN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0074" y="4167723"/>
            <a:ext cx="9553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O: n = 5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50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Q: n = 7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98</a:t>
            </a:r>
            <a:r>
              <a:rPr lang="vi-VN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e.</a:t>
            </a:r>
          </a:p>
          <a:p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0074" y="4778810"/>
            <a:ext cx="8039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O: n = 3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18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e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Q: n = 5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50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e.</a:t>
            </a:r>
          </a:p>
          <a:p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Group 36"/>
          <p:cNvGraphicFramePr>
            <a:graphicFrameLocks/>
          </p:cNvGraphicFramePr>
          <p:nvPr/>
        </p:nvGraphicFramePr>
        <p:xfrm>
          <a:off x="647702" y="1816090"/>
          <a:ext cx="10858498" cy="1409700"/>
        </p:xfrm>
        <a:graphic>
          <a:graphicData uri="http://schemas.openxmlformats.org/drawingml/2006/table">
            <a:tbl>
              <a:tblPr/>
              <a:tblGrid>
                <a:gridCol w="18731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3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33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31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31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8543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8331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8331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796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9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Lớp</a:t>
                      </a: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5326" y="1292870"/>
            <a:ext cx="7258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tối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1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2.n</a:t>
            </a:r>
            <a:r>
              <a:rPr lang="en-US" sz="28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858123" y="1816090"/>
            <a:ext cx="933450" cy="133406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72349" y="1306860"/>
            <a:ext cx="208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2.5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50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997" y="4675554"/>
            <a:ext cx="2190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</a:t>
            </a:r>
          </a:p>
        </p:txBody>
      </p:sp>
      <p:sp>
        <p:nvSpPr>
          <p:cNvPr id="12" name="Oval 11"/>
          <p:cNvSpPr/>
          <p:nvPr/>
        </p:nvSpPr>
        <p:spPr>
          <a:xfrm>
            <a:off x="10401297" y="1816090"/>
            <a:ext cx="933450" cy="133406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977434" y="1256704"/>
            <a:ext cx="2214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2.7</a:t>
            </a:r>
            <a:r>
              <a:rPr lang="en-US" sz="2800" baseline="30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98 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139148"/>
            <a:ext cx="64770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4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/>
      <p:bldP spid="12" grpId="0" animBg="1"/>
      <p:bldP spid="13" grpId="0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71449"/>
            <a:ext cx="8572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2.27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câu</a:t>
            </a:r>
            <a:r>
              <a:rPr lang="en-US" sz="2800" dirty="0"/>
              <a:t> </a:t>
            </a:r>
            <a:r>
              <a:rPr lang="en-US" sz="2800" b="1" dirty="0" err="1"/>
              <a:t>sai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71450" y="669039"/>
            <a:ext cx="118681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mạnh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đối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5249" y="3569490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3350" y="2063084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31696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" y="2085915"/>
            <a:ext cx="115633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yếu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hơn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so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khác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1925" y="2767098"/>
            <a:ext cx="1179195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hoàn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toàn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solidFill>
                <a:srgbClr val="CC00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921" y="4107000"/>
            <a:ext cx="1193720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đáng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kể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với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4146568"/>
            <a:ext cx="11463337" cy="1622425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d)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electron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theo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chiều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tăng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giá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trị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sẽ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giảm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dần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9512" y="5086350"/>
            <a:ext cx="466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027" y="5649957"/>
            <a:ext cx="287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303211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3" grpId="0" build="p" animBg="1"/>
      <p:bldP spid="5" grpId="0"/>
      <p:bldP spid="1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525" y="361950"/>
            <a:ext cx="7696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2.28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phát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biểu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fr-FR" sz="2800" b="1" dirty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251" y="992891"/>
            <a:ext cx="1186814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Hiệu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xâm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nhập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nhỏ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khi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nhỏ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04987" y="1742774"/>
            <a:ext cx="73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" y="3974752"/>
            <a:ext cx="11734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hay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bán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i="1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fr-FR" sz="2800" b="1" i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i="1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mạnh</a:t>
            </a:r>
            <a:r>
              <a:rPr lang="fr-FR" sz="2800" b="1" i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lên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fr-FR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1925" y="2312759"/>
            <a:ext cx="1186814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Hiệu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ứng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xâm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nhập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nhỏ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khi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số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ℓ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của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fr-FR" sz="2800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càng</a:t>
            </a:r>
            <a:r>
              <a:rPr lang="fr-FR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i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lớn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61925" y="2343208"/>
            <a:ext cx="1173480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phân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hay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bán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bão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tác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dụng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yếu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lên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các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lớp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bên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ngoài</a:t>
            </a:r>
            <a:r>
              <a:rPr lang="fr-FR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38412" y="3077080"/>
            <a:ext cx="73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5" y="3869977"/>
            <a:ext cx="11449050" cy="2652724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Hai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electron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thuộc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cùng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một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ô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lượng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chắn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rất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yếu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nhưng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lại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đẩy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nhau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rất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mạnh</a:t>
            </a:r>
            <a:r>
              <a:rPr lang="fr-FR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fr-FR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</a:br>
            <a:endParaRPr lang="en-US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90900" y="4530504"/>
            <a:ext cx="733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404" y="5571892"/>
            <a:ext cx="3667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fr-FR" sz="3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Chỉ</a:t>
            </a:r>
            <a:r>
              <a:rPr lang="fr-FR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3.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29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  <p:bldP spid="9" grpId="0" animBg="1"/>
      <p:bldP spid="6" grpId="0"/>
      <p:bldP spid="3" grpId="0" build="p" animBg="1"/>
      <p:bldP spid="8" grpId="0"/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4" y="2978150"/>
            <a:ext cx="11953874" cy="1727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a) 1s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 </a:t>
            </a:r>
            <a:r>
              <a:rPr lang="en-US" sz="33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33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  </a:t>
            </a:r>
            <a:r>
              <a:rPr lang="en-US" sz="3300" baseline="30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b) 1s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 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33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3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c) 1s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10 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33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sz="33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33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d) 1s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3d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 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33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US" sz="33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3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0998" y="142875"/>
            <a:ext cx="1124902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2.29.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Brom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(Z = 35)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581150"/>
            <a:ext cx="100774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Viết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công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thức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điện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tử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của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aseline="-25000" dirty="0">
                <a:solidFill>
                  <a:srgbClr val="C00000"/>
                </a:solidFill>
              </a:rPr>
              <a:t>35</a:t>
            </a:r>
            <a:r>
              <a:rPr lang="en-US" sz="2800" dirty="0">
                <a:solidFill>
                  <a:srgbClr val="C00000"/>
                </a:solidFill>
              </a:rPr>
              <a:t>Br ở </a:t>
            </a:r>
            <a:r>
              <a:rPr lang="en-US" sz="2800" dirty="0" err="1">
                <a:solidFill>
                  <a:srgbClr val="C00000"/>
                </a:solidFill>
              </a:rPr>
              <a:t>trạng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thái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cơ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 err="1">
                <a:solidFill>
                  <a:srgbClr val="C00000"/>
                </a:solidFill>
              </a:rPr>
              <a:t>bản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2s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3s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3p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4s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3d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8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6837" y="2289839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292667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9373" y="2296506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5725" y="2302222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1675" y="2302222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6125" y="2302222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4462" y="2303203"/>
            <a:ext cx="276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286981"/>
            <a:ext cx="585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sp>
        <p:nvSpPr>
          <p:cNvPr id="14" name="Oval 13"/>
          <p:cNvSpPr/>
          <p:nvPr/>
        </p:nvSpPr>
        <p:spPr>
          <a:xfrm>
            <a:off x="5567362" y="3457575"/>
            <a:ext cx="585789" cy="57150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359691" y="5276850"/>
            <a:ext cx="282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5198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 animBg="1"/>
      <p:bldP spid="1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8" y="3278187"/>
            <a:ext cx="11868150" cy="367506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1) Cr: 1s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s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6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36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   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4) Cu: 1s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6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36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3600" baseline="30000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2) Cr: 1s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600" baseline="30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5) Cu: 1s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3) Cr: 1s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3d</a:t>
            </a:r>
            <a:r>
              <a:rPr lang="en-US" sz="3600" baseline="30000" dirty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         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6) Cu: 1s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2p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3s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3d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4p</a:t>
            </a:r>
            <a:r>
              <a:rPr lang="en-US" sz="36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3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aseline="30000" dirty="0">
                <a:latin typeface="Arial" pitchFamily="34" charset="0"/>
                <a:cs typeface="Arial" pitchFamily="34" charset="0"/>
              </a:rPr>
              <a:t>	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000" baseline="30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/>
            </a:r>
            <a:br>
              <a:rPr lang="en-US" sz="3000" dirty="0">
                <a:latin typeface="Arial" pitchFamily="34" charset="0"/>
                <a:cs typeface="Arial" pitchFamily="34" charset="0"/>
              </a:rPr>
            </a:br>
            <a:r>
              <a:rPr lang="en-US" dirty="0"/>
              <a:t>		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1449" y="266700"/>
            <a:ext cx="11744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Cr (Z = 24)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Cu (Z = 29)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43387" y="5760697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a) (2);(4).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49" y="2092107"/>
            <a:ext cx="6353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Cr: 1s   2s   2p   3s   3p   4s   3d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8825" y="2101632"/>
            <a:ext cx="6353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29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Cu: 1s   2s   2p   3s   3p   4s   3d.</a:t>
            </a:r>
            <a:endParaRPr lang="en-US" sz="2800" dirty="0">
              <a:solidFill>
                <a:srgbClr val="0066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9225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44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4975" y="1892051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075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1687" y="1892052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475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2249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2012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9325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5425" y="1901577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91875" y="1851749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8450" y="1911102"/>
            <a:ext cx="257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0" y="4019550"/>
            <a:ext cx="64770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5581650" y="3362325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4" grpId="0"/>
      <p:bldP spid="15" grpId="0"/>
      <p:bldP spid="16" grpId="0"/>
      <p:bldP spid="21" grpId="0"/>
      <p:bldP spid="22" grpId="0"/>
      <p:bldP spid="23" grpId="0"/>
      <p:bldP spid="24" grpId="0"/>
      <p:bldP spid="25" grpId="0"/>
      <p:bldP spid="26" grpId="0"/>
      <p:bldP spid="28" grpId="0" animBg="1"/>
      <p:bldP spid="2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4273550"/>
            <a:ext cx="10515600" cy="17557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1s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      </a:t>
            </a:r>
            <a:r>
              <a:rPr lang="en-US" dirty="0">
                <a:latin typeface="Arial" pitchFamily="34" charset="0"/>
                <a:cs typeface="Arial" pitchFamily="34" charset="0"/>
              </a:rPr>
              <a:t>				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b) 1s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            </a:t>
            </a:r>
          </a:p>
          <a:p>
            <a:pPr marL="0" indent="0">
              <a:buNone/>
            </a:pP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c) 1s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dirty="0">
                <a:latin typeface="Arial" pitchFamily="34" charset="0"/>
                <a:cs typeface="Arial" pitchFamily="34" charset="0"/>
              </a:rPr>
              <a:t>				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d) 1s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3p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8125" y="381000"/>
            <a:ext cx="11830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2.31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proton,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nơtron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36,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mang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nửa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mang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8125" y="2499985"/>
            <a:ext cx="4514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 + p + e + =  36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6225" y="3569910"/>
                <a:ext cx="4619625" cy="701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n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/>
                          </a:rPr>
                          <m:t>𝑒</m:t>
                        </m:r>
                      </m:num>
                      <m:den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/>
                          </a:rPr>
                          <m:t>2</m:t>
                        </m:r>
                        <m:r>
                          <a:rPr lang="en-US" sz="2800" i="1">
                            <a:latin typeface="Cambria Math"/>
                          </a:rPr>
                          <m:t>𝑒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>
                    <a:latin typeface="Arial" pitchFamily="34" charset="0"/>
                    <a:cs typeface="Arial" pitchFamily="34" charset="0"/>
                  </a:rPr>
                  <a:t> = e = p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3569910"/>
                <a:ext cx="4619625" cy="701602"/>
              </a:xfrm>
              <a:prstGeom prst="rect">
                <a:avLst/>
              </a:prstGeom>
              <a:blipFill rotWithShape="1">
                <a:blip r:embed="rId2"/>
                <a:stretch>
                  <a:fillRect l="-2639" b="-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42875" y="3046690"/>
            <a:ext cx="6534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trung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hòa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về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điện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: p = e </a:t>
            </a:r>
            <a:endParaRPr lang="en-US" sz="2800" dirty="0">
              <a:solidFill>
                <a:srgbClr val="0066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3150" y="2826960"/>
            <a:ext cx="454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X :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2s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596" y="5830669"/>
            <a:ext cx="272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</a:t>
            </a:r>
          </a:p>
        </p:txBody>
      </p:sp>
      <p:sp>
        <p:nvSpPr>
          <p:cNvPr id="9" name="Oval 8"/>
          <p:cNvSpPr/>
          <p:nvPr/>
        </p:nvSpPr>
        <p:spPr>
          <a:xfrm>
            <a:off x="276225" y="5029200"/>
            <a:ext cx="619125" cy="53340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4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2806699"/>
            <a:ext cx="10515600" cy="3394075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a) Fe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(Z = 24): 1s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   </a:t>
            </a:r>
            <a:r>
              <a:rPr lang="en-US" dirty="0">
                <a:latin typeface="Arial" pitchFamily="34" charset="0"/>
                <a:cs typeface="Arial" pitchFamily="34" charset="0"/>
              </a:rPr>
              <a:t>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b) Fe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(Z = 24): 1s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c) Fe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(Z = 26): 1s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d) Fe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2+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(Z = 26): 1s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250" y="276225"/>
            <a:ext cx="12030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2.32.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án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Điện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tích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hạt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nhân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electron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fr-FR" sz="2800" baseline="-25000" dirty="0">
                <a:latin typeface="Arial" pitchFamily="34" charset="0"/>
                <a:cs typeface="Arial" pitchFamily="34" charset="0"/>
              </a:rPr>
              <a:t>26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Fe</a:t>
            </a:r>
            <a:r>
              <a:rPr lang="fr-FR" sz="28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800" dirty="0">
                <a:latin typeface="Arial" pitchFamily="34" charset="0"/>
                <a:cs typeface="Arial" pitchFamily="34" charset="0"/>
              </a:rPr>
              <a:t> là: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061835"/>
            <a:ext cx="9839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26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 : 1s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36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36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1861780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6125" y="1856660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225" y="1861780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1861780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1866185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525" y="1866185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137" y="1835465"/>
            <a:ext cx="700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7600" y="1835465"/>
            <a:ext cx="51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1306" y="1800225"/>
            <a:ext cx="40719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14" name="Oval 13"/>
          <p:cNvSpPr/>
          <p:nvPr/>
        </p:nvSpPr>
        <p:spPr>
          <a:xfrm>
            <a:off x="666750" y="4772025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896350" y="4503736"/>
            <a:ext cx="234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96575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863869"/>
            <a:ext cx="10515600" cy="3475018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1s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7000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US" sz="7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.   </a:t>
            </a:r>
            <a:r>
              <a:rPr lang="en-US" sz="7000" dirty="0">
                <a:latin typeface="Arial" pitchFamily="34" charset="0"/>
                <a:cs typeface="Arial" pitchFamily="34" charset="0"/>
              </a:rPr>
              <a:t>	    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4) 1s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7000" baseline="30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7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7000" dirty="0">
                <a:latin typeface="Arial" pitchFamily="34" charset="0"/>
                <a:cs typeface="Arial" pitchFamily="34" charset="0"/>
              </a:rPr>
              <a:t>	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2) 1s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7000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sz="7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.         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5) 1s</a:t>
            </a:r>
            <a:r>
              <a:rPr lang="en-US" sz="70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3) 1s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7000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US" sz="7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         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6) 1s</a:t>
            </a:r>
            <a:r>
              <a:rPr lang="en-US" sz="70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70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70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70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3p</a:t>
            </a:r>
            <a:r>
              <a:rPr lang="en-US" sz="7000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7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900" dirty="0">
                <a:latin typeface="Arial" pitchFamily="34" charset="0"/>
                <a:cs typeface="Arial" pitchFamily="34" charset="0"/>
              </a:rPr>
              <a:t>							</a:t>
            </a:r>
            <a:r>
              <a:rPr lang="fr-FR" sz="5900" dirty="0">
                <a:latin typeface="Arial" pitchFamily="34" charset="0"/>
                <a:cs typeface="Arial" pitchFamily="34" charset="0"/>
              </a:rPr>
              <a:t/>
            </a:r>
            <a:br>
              <a:rPr lang="fr-FR" sz="5900" dirty="0">
                <a:latin typeface="Arial" pitchFamily="34" charset="0"/>
                <a:cs typeface="Arial" pitchFamily="34" charset="0"/>
              </a:rPr>
            </a:br>
            <a:r>
              <a:rPr lang="fr-FR" dirty="0"/>
              <a:t>		</a:t>
            </a:r>
            <a:r>
              <a:rPr lang="en-US" sz="1300" dirty="0"/>
              <a:t/>
            </a:r>
            <a:br>
              <a:rPr lang="en-US" sz="1300" dirty="0"/>
            </a:b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9100" y="304800"/>
            <a:ext cx="10391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2.33. 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29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Cu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16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2-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lần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4236" y="5692556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a) (3) </a:t>
            </a:r>
            <a:r>
              <a:rPr lang="fr-FR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và</a:t>
            </a:r>
            <a:r>
              <a:rPr lang="fr-FR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(5). 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878627"/>
            <a:ext cx="850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29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Cu  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1s  2s   2p   3s   3p   4s   3d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9300" y="1629965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9850" y="1629965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1925" y="1629965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5175" y="1629964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4387" y="1629965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49" y="1614785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7899" y="1629965"/>
            <a:ext cx="52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1625499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1575" y="1680774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675" y="1584007"/>
            <a:ext cx="24288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7911" y="1625498"/>
            <a:ext cx="3238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0" name="Oval 19"/>
          <p:cNvSpPr/>
          <p:nvPr/>
        </p:nvSpPr>
        <p:spPr>
          <a:xfrm>
            <a:off x="590550" y="4552950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576886" y="3782228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677025" y="1880829"/>
            <a:ext cx="5086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16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   : 1s</a:t>
            </a:r>
            <a:r>
              <a:rPr lang="en-US" sz="28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2s</a:t>
            </a:r>
            <a:r>
              <a:rPr lang="en-US" sz="28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2p</a:t>
            </a:r>
            <a:r>
              <a:rPr lang="en-US" sz="28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3s</a:t>
            </a:r>
            <a:r>
              <a:rPr lang="en-US" sz="2800" baseline="30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3p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8048625" y="1678572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1775" y="1680774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9775" y="1661693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68075" y="1680774"/>
            <a:ext cx="323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C00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1850" y="1680774"/>
            <a:ext cx="47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2-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15700" y="1680774"/>
            <a:ext cx="3238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384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7" grpId="0" animBg="1"/>
      <p:bldP spid="14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28" grpId="0"/>
      <p:bldP spid="2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" y="161925"/>
            <a:ext cx="1134427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2.34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  <a:r>
              <a:rPr lang="en-US" dirty="0"/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Cho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biết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sang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phải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00813" y="5993493"/>
            <a:ext cx="4352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c) </a:t>
            </a:r>
            <a:r>
              <a:rPr lang="en-US" sz="36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7" y="2337821"/>
            <a:ext cx="4495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US" sz="2800" b="1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27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Co:  4s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                        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7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399" y="3852264"/>
            <a:ext cx="5514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US" sz="28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Cr:   4s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                       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3174" y="2380117"/>
            <a:ext cx="501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US" sz="2800" b="1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44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Ru:    5s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                       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4d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924" y="5333333"/>
            <a:ext cx="10063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4) </a:t>
            </a:r>
            <a:r>
              <a:rPr lang="en-US" sz="2800" b="1" baseline="-250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58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Ce:  6s</a:t>
            </a:r>
            <a:r>
              <a:rPr lang="en-US" sz="2800" b="1" baseline="300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2                        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5d</a:t>
            </a:r>
            <a:r>
              <a:rPr lang="en-US" sz="2800" b="1" baseline="300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1                                            </a:t>
            </a:r>
            <a:r>
              <a:rPr lang="en-US" sz="2800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4f</a:t>
            </a:r>
            <a:r>
              <a:rPr lang="en-US" sz="2800" b="1" baseline="30000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b="1" dirty="0">
              <a:solidFill>
                <a:srgbClr val="00B0F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14675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990725" y="3395125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90725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0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52950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6700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0925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172575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176586" y="3395125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2836" y="3395125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33850" y="340190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10100" y="340190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90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29575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29838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615613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91863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53588" y="196848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990725" y="496400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176586" y="4974954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71886" y="4974954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48136" y="49726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24386" y="4976430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98256" y="4976430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91299" y="499684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67549" y="499684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53325" y="498958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29575" y="498947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496300" y="499900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72550" y="499900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5049" y="498958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11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6224" y="498231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33375" y="276225"/>
            <a:ext cx="116967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2.35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Chọn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độc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đúng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hóa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thái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bản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đây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5725" y="2695575"/>
            <a:ext cx="7448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1)           4f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7                                             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5d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                  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6s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67499" y="4953144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638924" y="345671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38125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43675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190625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75" y="212716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19375" y="212716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6875" y="212716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5625" y="212668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3125" y="2122882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57624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33874" y="212751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7649" y="349132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62971" y="213352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2474" y="498231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28724" y="4976425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91074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67324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24523" y="212085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52649" y="349207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725" y="3876675"/>
            <a:ext cx="7610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2)           5f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4                                              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6d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                  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7s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3899" y="34846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00149" y="34846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76399" y="34846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57624" y="3464242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71699" y="498609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66997" y="497065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152769" y="4966305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28899" y="349281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05149" y="34846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33874" y="346998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10124" y="3464242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86373" y="346998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72147" y="3464242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43398" y="496329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19648" y="495451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14949" y="495451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91199" y="4954517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29525" y="4126617"/>
            <a:ext cx="4400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a) </a:t>
            </a:r>
            <a:r>
              <a:rPr lang="en-US" sz="36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</a:t>
            </a:r>
            <a:r>
              <a:rPr lang="en-US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273" y="2705100"/>
            <a:ext cx="4429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3)         3d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5                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058272" y="213953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544044" y="213953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020294" y="213953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86721" y="2139536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868019" y="2155070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95449" y="4980920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4776" y="5457825"/>
            <a:ext cx="8315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4)            5f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8                                           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6d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                  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7s</a:t>
            </a:r>
            <a:r>
              <a:rPr lang="en-US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57624" y="497065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84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9" grpId="0"/>
      <p:bldP spid="50" grpId="0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8" grpId="0"/>
      <p:bldP spid="5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67324" y="183249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28600" y="159425"/>
            <a:ext cx="11963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2.36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đây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chu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kỳ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spin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bằng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+3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qui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tắc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Hund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?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9125" y="2239030"/>
            <a:ext cx="1495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a) </a:t>
            </a:r>
            <a:r>
              <a:rPr lang="en-US" sz="2800" b="1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26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303806"/>
            <a:ext cx="155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b) </a:t>
            </a:r>
            <a:r>
              <a:rPr lang="en-US" sz="2800" b="1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24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365516"/>
            <a:ext cx="139065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c) </a:t>
            </a:r>
            <a:r>
              <a:rPr lang="en-US" sz="28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36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Kr</a:t>
            </a:r>
            <a:r>
              <a:rPr lang="en-US" dirty="0"/>
              <a:t>	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5310515"/>
            <a:ext cx="5800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d) </a:t>
            </a:r>
            <a:r>
              <a:rPr lang="en-US" sz="28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Không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tố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nào</a:t>
            </a:r>
            <a:r>
              <a:rPr lang="en-US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3442" y="401707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838448" y="400832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11239" y="401707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362200" y="1821418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362200" y="296120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57675" y="182356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90950" y="182356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14700" y="182356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38450" y="1823561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52787" y="2239030"/>
            <a:ext cx="3243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             4s</a:t>
            </a:r>
            <a:r>
              <a:rPr lang="en-US" sz="2800" b="1" baseline="30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2  </a:t>
            </a:r>
            <a:endParaRPr lang="en-US" sz="2800" b="1" dirty="0">
              <a:solidFill>
                <a:srgbClr val="CC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47937" y="4366438"/>
            <a:ext cx="250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             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4p</a:t>
            </a:r>
            <a:r>
              <a:rPr lang="en-US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 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76600" y="3318807"/>
            <a:ext cx="293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         4s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0280" y="2230398"/>
            <a:ext cx="369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b="1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spin = +2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7670" y="3237131"/>
            <a:ext cx="3536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spin = +3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4592" y="4242405"/>
            <a:ext cx="3476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  <a:sym typeface="Symbol"/>
              </a:rPr>
              <a:t> </a:t>
            </a: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Tổng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spin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8448" y="296120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14698" y="2959834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81423" y="2959834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267200" y="295661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67324" y="2967513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sym typeface="Symbol"/>
              </a:rPr>
              <a:t>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21892" y="4017079"/>
            <a:ext cx="476250" cy="369332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Symbol"/>
              </a:rPr>
              <a:t></a:t>
            </a:r>
            <a:endParaRPr lang="en-US" b="1" dirty="0"/>
          </a:p>
        </p:txBody>
      </p:sp>
      <p:sp>
        <p:nvSpPr>
          <p:cNvPr id="34" name="Oval 33"/>
          <p:cNvSpPr/>
          <p:nvPr/>
        </p:nvSpPr>
        <p:spPr>
          <a:xfrm>
            <a:off x="619125" y="3318807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092552" y="5310515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án</a:t>
            </a:r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69201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099" y="4730750"/>
            <a:ext cx="11563351" cy="1355725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n =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1, m</a:t>
            </a:r>
            <a:r>
              <a:rPr lang="en-US" sz="2800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+1, </a:t>
            </a:r>
            <a:r>
              <a:rPr lang="en-US" sz="28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-½. 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	         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n =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1, m</a:t>
            </a:r>
            <a:r>
              <a:rPr lang="en-US" sz="2800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+1, </a:t>
            </a:r>
            <a:r>
              <a:rPr lang="en-US" sz="28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+½.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c) n =</a:t>
            </a:r>
            <a:r>
              <a:rPr lang="vi-V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1, m</a:t>
            </a:r>
            <a:r>
              <a:rPr lang="en-US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-1, </a:t>
            </a:r>
            <a:r>
              <a:rPr lang="en-US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= +½.          </a:t>
            </a:r>
            <a:r>
              <a:rPr lang="en-US" dirty="0">
                <a:latin typeface="Arial" pitchFamily="34" charset="0"/>
                <a:cs typeface="Arial" pitchFamily="34" charset="0"/>
              </a:rPr>
              <a:t>	d) n =</a:t>
            </a:r>
            <a:r>
              <a:rPr lang="vi-VN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3, ℓ =</a:t>
            </a:r>
            <a:r>
              <a:rPr lang="vi-VN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2</a:t>
            </a:r>
            <a:r>
              <a:rPr lang="vi-VN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,m</a:t>
            </a:r>
            <a:r>
              <a:rPr lang="en-US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latin typeface="Arial" pitchFamily="34" charset="0"/>
                <a:cs typeface="Arial" pitchFamily="34" charset="0"/>
              </a:rPr>
              <a:t> =</a:t>
            </a:r>
            <a:r>
              <a:rPr lang="vi-VN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+1,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latin typeface="Arial" pitchFamily="34" charset="0"/>
                <a:cs typeface="Arial" pitchFamily="34" charset="0"/>
              </a:rPr>
              <a:t> = +½.  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200026" y="28575"/>
            <a:ext cx="11658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37.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Q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ui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-ℓ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+ℓ,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spin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)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15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4348" y="3698527"/>
            <a:ext cx="8515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15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P:   3s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                    3p</a:t>
            </a:r>
            <a:r>
              <a:rPr lang="en-US" sz="2800" b="1" baseline="30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(p</a:t>
            </a:r>
            <a:r>
              <a:rPr lang="vi-VN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hân </a:t>
            </a:r>
            <a:r>
              <a:rPr lang="en-US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vi-VN" sz="28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ớp cuối cùng)</a:t>
            </a:r>
            <a:endParaRPr lang="en-US" sz="2800" b="1" dirty="0">
              <a:solidFill>
                <a:srgbClr val="006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595" y="2720399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333625" y="2101274"/>
            <a:ext cx="3486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:     -1      0     +1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4105272" y="2720399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333746" y="2720399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867273" y="2720399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467096" y="2802314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</a:t>
            </a:r>
            <a:endParaRPr lang="en-US" sz="3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314822" y="2793771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</a:t>
            </a:r>
            <a:endParaRPr 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485900" y="2802314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</a:t>
            </a:r>
            <a:endParaRPr lang="en-US" sz="3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5076823" y="2802312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57350" y="2807820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</a:t>
            </a:r>
            <a:endParaRPr lang="en-US" sz="3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262688" y="2162828"/>
            <a:ext cx="5491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FF0000"/>
                </a:solidFill>
              </a:rPr>
              <a:t>Electron cuối cùng có: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 =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1, m</a:t>
            </a:r>
            <a:r>
              <a:rPr lang="en-US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+1,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+½.</a:t>
            </a:r>
            <a:endParaRPr lang="vi-VN" sz="2800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5272086" y="2624494"/>
            <a:ext cx="1095377" cy="46166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34175" y="4785657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67273" y="6183094"/>
            <a:ext cx="2352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b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33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1" grpId="0"/>
      <p:bldP spid="12" grpId="0" animBg="1"/>
      <p:bldP spid="13" grpId="0" animBg="1"/>
      <p:bldP spid="14" grpId="0" animBg="1"/>
      <p:bldP spid="15" grpId="0"/>
      <p:bldP spid="16" grpId="0"/>
      <p:bldP spid="19" grpId="0"/>
      <p:bldP spid="20" grpId="0"/>
      <p:bldP spid="21" grpId="0"/>
      <p:bldP spid="22" grpId="0"/>
      <p:bldP spid="25" grpId="0" animBg="1"/>
      <p:bldP spid="2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3" y="4009994"/>
            <a:ext cx="11982450" cy="203856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a) n = 4, ℓ = 0, m</a:t>
            </a:r>
            <a:r>
              <a:rPr lang="en-US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0,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±½. </a:t>
            </a:r>
            <a:r>
              <a:rPr lang="vi-VN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vi-VN" dirty="0">
                <a:latin typeface="Arial" pitchFamily="34" charset="0"/>
                <a:cs typeface="Arial" pitchFamily="34" charset="0"/>
              </a:rPr>
              <a:t>  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b) n = 3, ℓ = 2, m</a:t>
            </a:r>
            <a:r>
              <a:rPr lang="en-US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+2,m</a:t>
            </a:r>
            <a:r>
              <a:rPr lang="en-US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</a:t>
            </a:r>
            <a:r>
              <a:rPr lang="vi-VN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-½.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c) n = 4, ℓ = 0, m</a:t>
            </a:r>
            <a:r>
              <a:rPr lang="en-US" baseline="-250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= 0,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= -½.          </a:t>
            </a:r>
            <a:r>
              <a:rPr lang="en-US" dirty="0">
                <a:latin typeface="Arial" pitchFamily="34" charset="0"/>
                <a:cs typeface="Arial" pitchFamily="34" charset="0"/>
              </a:rPr>
              <a:t>d) n = 3, ℓ = 2, m</a:t>
            </a:r>
            <a:r>
              <a:rPr lang="en-US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latin typeface="Arial" pitchFamily="34" charset="0"/>
                <a:cs typeface="Arial" pitchFamily="34" charset="0"/>
              </a:rPr>
              <a:t> = -2,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ms</a:t>
            </a:r>
            <a:r>
              <a:rPr lang="en-US" dirty="0">
                <a:latin typeface="Arial" pitchFamily="34" charset="0"/>
                <a:cs typeface="Arial" pitchFamily="34" charset="0"/>
              </a:rPr>
              <a:t> =</a:t>
            </a:r>
            <a:r>
              <a:rPr lang="vi-VN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-½.</a:t>
            </a:r>
          </a:p>
          <a:p>
            <a:pPr marL="0" indent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0799" y="2893367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600323" y="2966739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</a:t>
            </a:r>
            <a:endParaRPr lang="en-US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90500" y="209550"/>
            <a:ext cx="117538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38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. Q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ui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-ℓ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+ℓ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spin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)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.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Electron ở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ngoài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30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Zn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bộ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248" y="3798242"/>
            <a:ext cx="7086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baseline="-25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30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Zn: </a:t>
            </a:r>
            <a:r>
              <a:rPr lang="vi-VN" sz="2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3d</a:t>
            </a:r>
            <a:r>
              <a:rPr lang="vi-VN" sz="2800" b="1" baseline="30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10</a:t>
            </a:r>
            <a:r>
              <a:rPr lang="vi-VN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4s</a:t>
            </a:r>
            <a:r>
              <a:rPr lang="vi-VN" sz="2800" b="1" baseline="30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 phân lớp ngoài cùng)</a:t>
            </a:r>
            <a:endParaRPr lang="en-US" sz="28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28923" y="2964506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</a:t>
            </a:r>
            <a:endParaRPr 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71724" y="2281565"/>
            <a:ext cx="1200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0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69594" y="2288289"/>
            <a:ext cx="5491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dirty="0">
                <a:solidFill>
                  <a:srgbClr val="FF0000"/>
                </a:solidFill>
              </a:rPr>
              <a:t>2 electron ngoài cùng có: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endParaRPr lang="vi-VN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 = 4, ℓ = 0, m</a:t>
            </a:r>
            <a:r>
              <a:rPr lang="en-US" sz="28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0, </a:t>
            </a:r>
            <a:r>
              <a:rPr lang="en-US" sz="28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±½. </a:t>
            </a:r>
            <a:endParaRPr lang="vi-VN" sz="28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100386" y="2732451"/>
            <a:ext cx="1095377" cy="46166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09600" y="4739340"/>
            <a:ext cx="552450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962525" y="6211669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Đáp án a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12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2" grpId="0" animBg="1"/>
      <p:bldP spid="1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" y="4835524"/>
            <a:ext cx="12068175" cy="1851025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70000"/>
              </a:lnSpc>
              <a:buNone/>
            </a:pP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a) n = 3, ℓ = 2, m</a:t>
            </a:r>
            <a:r>
              <a:rPr lang="en-US" sz="28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</a:t>
            </a:r>
            <a:r>
              <a:rPr lang="vi-VN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+1, </a:t>
            </a:r>
            <a:r>
              <a:rPr lang="en-US" sz="28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+½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b) n = 3, ℓ = 2, m</a:t>
            </a:r>
            <a:r>
              <a:rPr lang="en-US" sz="2800" baseline="-25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-1, </a:t>
            </a:r>
            <a:r>
              <a:rPr lang="en-US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= +½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vi-VN" dirty="0">
                <a:latin typeface="Arial" pitchFamily="34" charset="0"/>
                <a:cs typeface="Arial" pitchFamily="34" charset="0"/>
              </a:rPr>
              <a:t>    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c) n = 3, ℓ = 2, m</a:t>
            </a:r>
            <a:r>
              <a:rPr lang="en-US" baseline="-25000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</a:t>
            </a:r>
            <a:r>
              <a:rPr lang="vi-VN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+1, </a:t>
            </a:r>
            <a:r>
              <a:rPr lang="en-US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rgbClr val="CC00FF"/>
                </a:solidFill>
                <a:latin typeface="Arial" pitchFamily="34" charset="0"/>
                <a:cs typeface="Arial" pitchFamily="34" charset="0"/>
              </a:rPr>
              <a:t> = -½</a:t>
            </a: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d) n = 4, ℓ = 1, m</a:t>
            </a:r>
            <a:r>
              <a:rPr lang="en-US" baseline="-25000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-1, </a:t>
            </a:r>
            <a:r>
              <a:rPr lang="en-US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baseline="-25000" dirty="0" err="1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= -½</a:t>
            </a:r>
          </a:p>
          <a:p>
            <a:pPr marL="0" indent="0">
              <a:buNone/>
            </a:pPr>
            <a:r>
              <a:rPr lang="en-US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9959" y="3624532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719509" y="3701057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ym typeface="Symbol"/>
              </a:rPr>
              <a:t></a:t>
            </a:r>
            <a:endParaRPr lang="en-US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85725"/>
            <a:ext cx="121062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Câu</a:t>
            </a:r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2.</a:t>
            </a:r>
            <a:r>
              <a:rPr lang="vi-VN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39. 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Q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ui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electron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bố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vào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các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orbital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trong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theo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thứ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tự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từ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-ℓ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đến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+ℓ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điền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spin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dương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trước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âm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)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Ion X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4+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có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cấu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hình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phân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lớp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3p</a:t>
            </a:r>
            <a:r>
              <a:rPr lang="en-US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Vậy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giá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trị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4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số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lượng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cuối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cùng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của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nguyên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tử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X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là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275" y="2971917"/>
            <a:ext cx="1743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Arial" pitchFamily="34" charset="0"/>
                <a:cs typeface="Arial" pitchFamily="34" charset="0"/>
              </a:rPr>
              <a:t>X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4+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  3p</a:t>
            </a:r>
            <a:r>
              <a:rPr lang="vi-VN" sz="2800" baseline="30000" dirty="0">
                <a:latin typeface="Arial" pitchFamily="34" charset="0"/>
                <a:cs typeface="Arial" pitchFamily="34" charset="0"/>
              </a:rPr>
              <a:t>6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0075" y="3653822"/>
            <a:ext cx="2800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X: 3d</a:t>
            </a:r>
            <a:r>
              <a:rPr lang="vi-VN" sz="2800" baseline="30000" dirty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4s</a:t>
            </a:r>
            <a:r>
              <a:rPr lang="vi-VN" sz="2800" baseline="30000" dirty="0">
                <a:latin typeface="Arial" pitchFamily="34" charset="0"/>
                <a:cs typeface="Arial" pitchFamily="34" charset="0"/>
                <a:sym typeface="Symbol"/>
              </a:rPr>
              <a:t>2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0075" y="4454814"/>
            <a:ext cx="4562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  <a:sym typeface="Symbol"/>
              </a:rPr>
              <a:t>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Phân lớp cuối cùng:  3d</a:t>
            </a:r>
            <a:r>
              <a:rPr lang="vi-VN" sz="2800" baseline="30000" dirty="0">
                <a:latin typeface="Arial" pitchFamily="34" charset="0"/>
                <a:cs typeface="Arial" pitchFamily="34" charset="0"/>
                <a:sym typeface="Symbol"/>
              </a:rPr>
              <a:t>2</a:t>
            </a:r>
            <a:r>
              <a:rPr lang="vi-VN" sz="2800" dirty="0">
                <a:latin typeface="Arial" pitchFamily="34" charset="0"/>
                <a:cs typeface="Arial" pitchFamily="34" charset="0"/>
                <a:sym typeface="Symbol"/>
              </a:rPr>
              <a:t>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00710" y="2041922"/>
            <a:ext cx="233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/>
              </a:rPr>
              <a:t>Đáp án b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81310" y="3117948"/>
            <a:ext cx="617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m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ℓ</a:t>
            </a:r>
            <a:r>
              <a:rPr lang="vi-VN" sz="2800" dirty="0">
                <a:latin typeface="Arial" pitchFamily="34" charset="0"/>
                <a:cs typeface="Arial" pitchFamily="34" charset="0"/>
              </a:rPr>
              <a:t>:  -2     -1     0     +1   +2</a:t>
            </a:r>
            <a:endParaRPr lang="en-US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4286238" y="3627685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048239" y="3624532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810240" y="3624532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572241" y="3615958"/>
            <a:ext cx="762001" cy="73152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95788" y="3710164"/>
            <a:ext cx="342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sym typeface="Symbol"/>
              </a:rPr>
              <a:t>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96153" y="3258567"/>
            <a:ext cx="475297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600" dirty="0">
                <a:solidFill>
                  <a:srgbClr val="FF0000"/>
                </a:solidFill>
              </a:rPr>
              <a:t>Electron cuối cùng có: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 =</a:t>
            </a:r>
            <a:r>
              <a:rPr lang="vi-V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3, ℓ =</a:t>
            </a:r>
            <a:r>
              <a:rPr lang="vi-V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m</a:t>
            </a:r>
            <a:r>
              <a:rPr lang="en-US" sz="2600" baseline="-25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ℓ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vi-VN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1, </a:t>
            </a:r>
            <a:r>
              <a:rPr lang="en-US" sz="26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sz="2600" baseline="-25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US" sz="2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 +½.</a:t>
            </a:r>
            <a:endParaRPr lang="vi-VN" sz="26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719605" y="3692189"/>
            <a:ext cx="2786095" cy="34873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75059" y="5050183"/>
            <a:ext cx="478182" cy="561975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7" grpId="0"/>
      <p:bldP spid="18" grpId="0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4F5BD4-0E3E-4FF3-B28D-5ECDCBD81BD8}">
  <ds:schemaRefs>
    <ds:schemaRef ds:uri="http://purl.org/dc/elements/1.1/"/>
    <ds:schemaRef ds:uri="3e938420-8c97-46ce-a2e8-40c02b4fa026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139458</TotalTime>
  <Words>9284</Words>
  <Application>Microsoft Office PowerPoint</Application>
  <PresentationFormat>Widescreen</PresentationFormat>
  <Paragraphs>1458</Paragraphs>
  <Slides>92</Slides>
  <Notes>65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7" baseType="lpstr">
      <vt:lpstr>Arial</vt:lpstr>
      <vt:lpstr>Calibri</vt:lpstr>
      <vt:lpstr>Calibri Light</vt:lpstr>
      <vt:lpstr>Cambria Math</vt:lpstr>
      <vt:lpstr>Franklin Gothic Medium Cond</vt:lpstr>
      <vt:lpstr>굴림</vt:lpstr>
      <vt:lpstr>MS Mincho</vt:lpstr>
      <vt:lpstr>Permanent Marker</vt:lpstr>
      <vt:lpstr>新細明體</vt:lpstr>
      <vt:lpstr>Symbol</vt:lpstr>
      <vt:lpstr>Times New Roman</vt:lpstr>
      <vt:lpstr>VNI-Times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Microsoft account</cp:lastModifiedBy>
  <cp:revision>2021</cp:revision>
  <cp:lastPrinted>2022-04-05T11:02:26Z</cp:lastPrinted>
  <dcterms:created xsi:type="dcterms:W3CDTF">2019-11-21T08:08:13Z</dcterms:created>
  <dcterms:modified xsi:type="dcterms:W3CDTF">2023-08-20T12:20:08Z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