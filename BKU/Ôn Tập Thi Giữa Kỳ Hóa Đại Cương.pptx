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53"/>
  </p:notesMasterIdLst>
  <p:handoutMasterIdLst>
    <p:handoutMasterId r:id="rId54"/>
  </p:handoutMasterIdLst>
  <p:sldIdLst>
    <p:sldId id="256" r:id="rId5"/>
    <p:sldId id="435" r:id="rId6"/>
    <p:sldId id="496" r:id="rId7"/>
    <p:sldId id="467" r:id="rId8"/>
    <p:sldId id="468" r:id="rId9"/>
    <p:sldId id="469" r:id="rId10"/>
    <p:sldId id="471" r:id="rId11"/>
    <p:sldId id="470" r:id="rId12"/>
    <p:sldId id="472" r:id="rId13"/>
    <p:sldId id="473" r:id="rId14"/>
    <p:sldId id="437" r:id="rId15"/>
    <p:sldId id="439" r:id="rId16"/>
    <p:sldId id="442" r:id="rId17"/>
    <p:sldId id="443" r:id="rId18"/>
    <p:sldId id="441" r:id="rId19"/>
    <p:sldId id="440" r:id="rId20"/>
    <p:sldId id="474" r:id="rId21"/>
    <p:sldId id="479" r:id="rId22"/>
    <p:sldId id="480" r:id="rId23"/>
    <p:sldId id="497" r:id="rId24"/>
    <p:sldId id="444" r:id="rId25"/>
    <p:sldId id="445" r:id="rId26"/>
    <p:sldId id="447" r:id="rId27"/>
    <p:sldId id="448" r:id="rId28"/>
    <p:sldId id="498" r:id="rId29"/>
    <p:sldId id="486" r:id="rId30"/>
    <p:sldId id="481" r:id="rId31"/>
    <p:sldId id="484" r:id="rId32"/>
    <p:sldId id="483" r:id="rId33"/>
    <p:sldId id="485" r:id="rId34"/>
    <p:sldId id="482" r:id="rId35"/>
    <p:sldId id="487" r:id="rId36"/>
    <p:sldId id="489" r:id="rId37"/>
    <p:sldId id="488" r:id="rId38"/>
    <p:sldId id="490" r:id="rId39"/>
    <p:sldId id="491" r:id="rId40"/>
    <p:sldId id="494" r:id="rId41"/>
    <p:sldId id="495" r:id="rId42"/>
    <p:sldId id="454" r:id="rId43"/>
    <p:sldId id="458" r:id="rId44"/>
    <p:sldId id="457" r:id="rId45"/>
    <p:sldId id="499" r:id="rId46"/>
    <p:sldId id="455" r:id="rId47"/>
    <p:sldId id="464" r:id="rId48"/>
    <p:sldId id="463" r:id="rId49"/>
    <p:sldId id="456" r:id="rId50"/>
    <p:sldId id="465" r:id="rId51"/>
    <p:sldId id="500" r:id="rId5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0000"/>
    <a:srgbClr val="0000FF"/>
    <a:srgbClr val="993366"/>
    <a:srgbClr val="A27B00"/>
    <a:srgbClr val="30F070"/>
    <a:srgbClr val="00FFCC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90" autoAdjust="0"/>
    <p:restoredTop sz="95604" autoAdjust="0"/>
  </p:normalViewPr>
  <p:slideViewPr>
    <p:cSldViewPr snapToGrid="0">
      <p:cViewPr varScale="1">
        <p:scale>
          <a:sx n="108" d="100"/>
          <a:sy n="108" d="100"/>
        </p:scale>
        <p:origin x="462" y="72"/>
      </p:cViewPr>
      <p:guideLst>
        <p:guide orient="horz" pos="211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4D0DDFEC-16B5-E543-8C81-4DE67122FE3C}"/>
    <pc:docChg chg="undo custSel addSld modSld sldOrd">
      <pc:chgData name="Hieu Do" userId="8091c26b-a61d-4e97-addd-a670c191ef7c" providerId="ADAL" clId="{4D0DDFEC-16B5-E543-8C81-4DE67122FE3C}" dt="2022-06-28T11:53:49.399" v="1071" actId="114"/>
      <pc:docMkLst>
        <pc:docMk/>
      </pc:docMkLst>
      <pc:sldChg chg="addSp delSp modSp mod">
        <pc:chgData name="Hieu Do" userId="8091c26b-a61d-4e97-addd-a670c191ef7c" providerId="ADAL" clId="{4D0DDFEC-16B5-E543-8C81-4DE67122FE3C}" dt="2022-06-28T05:49:47.966" v="91" actId="1076"/>
        <pc:sldMkLst>
          <pc:docMk/>
          <pc:sldMk cId="1632588312" sldId="534"/>
        </pc:sldMkLst>
        <pc:spChg chg="add mod">
          <ac:chgData name="Hieu Do" userId="8091c26b-a61d-4e97-addd-a670c191ef7c" providerId="ADAL" clId="{4D0DDFEC-16B5-E543-8C81-4DE67122FE3C}" dt="2022-06-28T05:49:47.966" v="91" actId="1076"/>
          <ac:spMkLst>
            <pc:docMk/>
            <pc:sldMk cId="1632588312" sldId="534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49:43.702" v="90"/>
          <ac:spMkLst>
            <pc:docMk/>
            <pc:sldMk cId="1632588312" sldId="534"/>
            <ac:spMk id="7" creationId="{76B45F72-B7D9-8C2D-7F9D-267F14FACF91}"/>
          </ac:spMkLst>
        </pc:spChg>
        <pc:spChg chg="mod">
          <ac:chgData name="Hieu Do" userId="8091c26b-a61d-4e97-addd-a670c191ef7c" providerId="ADAL" clId="{4D0DDFEC-16B5-E543-8C81-4DE67122FE3C}" dt="2022-06-28T04:44:24.736" v="3" actId="207"/>
          <ac:spMkLst>
            <pc:docMk/>
            <pc:sldMk cId="1632588312" sldId="534"/>
            <ac:spMk id="14" creationId="{00000000-0000-0000-0000-000000000000}"/>
          </ac:spMkLst>
        </pc:spChg>
        <pc:spChg chg="del mod">
          <ac:chgData name="Hieu Do" userId="8091c26b-a61d-4e97-addd-a670c191ef7c" providerId="ADAL" clId="{4D0DDFEC-16B5-E543-8C81-4DE67122FE3C}" dt="2022-06-28T05:49:42.848" v="89" actId="478"/>
          <ac:spMkLst>
            <pc:docMk/>
            <pc:sldMk cId="1632588312" sldId="534"/>
            <ac:spMk id="24" creationId="{00000000-0000-0000-0000-000000000000}"/>
          </ac:spMkLst>
        </pc:spChg>
      </pc:sldChg>
      <pc:sldChg chg="addSp delSp modSp add mod">
        <pc:chgData name="Hieu Do" userId="8091c26b-a61d-4e97-addd-a670c191ef7c" providerId="ADAL" clId="{4D0DDFEC-16B5-E543-8C81-4DE67122FE3C}" dt="2022-06-28T05:54:53.194" v="150" actId="20577"/>
        <pc:sldMkLst>
          <pc:docMk/>
          <pc:sldMk cId="1406802015" sldId="535"/>
        </pc:sldMkLst>
        <pc:spChg chg="del">
          <ac:chgData name="Hieu Do" userId="8091c26b-a61d-4e97-addd-a670c191ef7c" providerId="ADAL" clId="{4D0DDFEC-16B5-E543-8C81-4DE67122FE3C}" dt="2022-06-28T05:49:15.117" v="79" actId="478"/>
          <ac:spMkLst>
            <pc:docMk/>
            <pc:sldMk cId="1406802015" sldId="535"/>
            <ac:spMk id="6" creationId="{CDD4C873-10D7-2B81-CAD0-6B70B1497B58}"/>
          </ac:spMkLst>
        </pc:spChg>
        <pc:spChg chg="add mod">
          <ac:chgData name="Hieu Do" userId="8091c26b-a61d-4e97-addd-a670c191ef7c" providerId="ADAL" clId="{4D0DDFEC-16B5-E543-8C81-4DE67122FE3C}" dt="2022-06-28T05:53:54.285" v="129" actId="12"/>
          <ac:spMkLst>
            <pc:docMk/>
            <pc:sldMk cId="1406802015" sldId="535"/>
            <ac:spMk id="7" creationId="{1EDD7E2A-23CE-66C2-43BD-66064F4C0AE7}"/>
          </ac:spMkLst>
        </pc:spChg>
        <pc:spChg chg="add del mod">
          <ac:chgData name="Hieu Do" userId="8091c26b-a61d-4e97-addd-a670c191ef7c" providerId="ADAL" clId="{4D0DDFEC-16B5-E543-8C81-4DE67122FE3C}" dt="2022-06-28T05:54:53.194" v="150" actId="20577"/>
          <ac:spMkLst>
            <pc:docMk/>
            <pc:sldMk cId="1406802015" sldId="53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5:52:39.509" v="123" actId="1076"/>
          <ac:graphicFrameMkLst>
            <pc:docMk/>
            <pc:sldMk cId="1406802015" sldId="535"/>
            <ac:graphicFrameMk id="8" creationId="{545B1EEA-9840-468A-7B3B-F4BB657E106C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01:30.900" v="180" actId="20577"/>
        <pc:sldMkLst>
          <pc:docMk/>
          <pc:sldMk cId="3637287449" sldId="536"/>
        </pc:sldMkLst>
        <pc:spChg chg="del">
          <ac:chgData name="Hieu Do" userId="8091c26b-a61d-4e97-addd-a670c191ef7c" providerId="ADAL" clId="{4D0DDFEC-16B5-E543-8C81-4DE67122FE3C}" dt="2022-06-28T05:56:12.991" v="152" actId="478"/>
          <ac:spMkLst>
            <pc:docMk/>
            <pc:sldMk cId="3637287449" sldId="536"/>
            <ac:spMk id="7" creationId="{1EDD7E2A-23CE-66C2-43BD-66064F4C0AE7}"/>
          </ac:spMkLst>
        </pc:spChg>
        <pc:spChg chg="add mod">
          <ac:chgData name="Hieu Do" userId="8091c26b-a61d-4e97-addd-a670c191ef7c" providerId="ADAL" clId="{4D0DDFEC-16B5-E543-8C81-4DE67122FE3C}" dt="2022-06-28T06:01:30.900" v="180" actId="20577"/>
          <ac:spMkLst>
            <pc:docMk/>
            <pc:sldMk cId="3637287449" sldId="536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5:56:14.485" v="153" actId="478"/>
          <ac:graphicFrameMkLst>
            <pc:docMk/>
            <pc:sldMk cId="3637287449" sldId="536"/>
            <ac:graphicFrameMk id="8" creationId="{545B1EEA-9840-468A-7B3B-F4BB657E106C}"/>
          </ac:graphicFrameMkLst>
        </pc:graphicFrameChg>
        <pc:graphicFrameChg chg="add mod">
          <ac:chgData name="Hieu Do" userId="8091c26b-a61d-4e97-addd-a670c191ef7c" providerId="ADAL" clId="{4D0DDFEC-16B5-E543-8C81-4DE67122FE3C}" dt="2022-06-28T05:58:23.051" v="165" actId="14100"/>
          <ac:graphicFrameMkLst>
            <pc:docMk/>
            <pc:sldMk cId="3637287449" sldId="536"/>
            <ac:graphicFrameMk id="10" creationId="{8F8AC18D-0FFD-232C-CD55-BCB5CFA5C1C3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24:21.910" v="372" actId="1076"/>
        <pc:sldMkLst>
          <pc:docMk/>
          <pc:sldMk cId="297886410" sldId="537"/>
        </pc:sldMkLst>
        <pc:spChg chg="del">
          <ac:chgData name="Hieu Do" userId="8091c26b-a61d-4e97-addd-a670c191ef7c" providerId="ADAL" clId="{4D0DDFEC-16B5-E543-8C81-4DE67122FE3C}" dt="2022-06-28T06:02:08.289" v="182" actId="478"/>
          <ac:spMkLst>
            <pc:docMk/>
            <pc:sldMk cId="297886410" sldId="537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22:21.320" v="353" actId="12"/>
          <ac:spMkLst>
            <pc:docMk/>
            <pc:sldMk cId="297886410" sldId="537"/>
            <ac:spMk id="11" creationId="{F5070E25-20F7-1C18-3484-9230810D2B4E}"/>
          </ac:spMkLst>
        </pc:spChg>
        <pc:spChg chg="mod">
          <ac:chgData name="Hieu Do" userId="8091c26b-a61d-4e97-addd-a670c191ef7c" providerId="ADAL" clId="{4D0DDFEC-16B5-E543-8C81-4DE67122FE3C}" dt="2022-06-28T06:22:58.731" v="366" actId="20577"/>
          <ac:spMkLst>
            <pc:docMk/>
            <pc:sldMk cId="297886410" sldId="537"/>
            <ac:spMk id="24" creationId="{00000000-0000-0000-0000-000000000000}"/>
          </ac:spMkLst>
        </pc:spChg>
        <pc:graphicFrameChg chg="del">
          <ac:chgData name="Hieu Do" userId="8091c26b-a61d-4e97-addd-a670c191ef7c" providerId="ADAL" clId="{4D0DDFEC-16B5-E543-8C81-4DE67122FE3C}" dt="2022-06-28T06:02:09.170" v="183" actId="478"/>
          <ac:graphicFrameMkLst>
            <pc:docMk/>
            <pc:sldMk cId="297886410" sldId="537"/>
            <ac:graphicFrameMk id="10" creationId="{8F8AC18D-0FFD-232C-CD55-BCB5CFA5C1C3}"/>
          </ac:graphicFrameMkLst>
        </pc:graphicFrameChg>
        <pc:picChg chg="add del mod">
          <ac:chgData name="Hieu Do" userId="8091c26b-a61d-4e97-addd-a670c191ef7c" providerId="ADAL" clId="{4D0DDFEC-16B5-E543-8C81-4DE67122FE3C}" dt="2022-06-28T06:05:38.444" v="202" actId="21"/>
          <ac:picMkLst>
            <pc:docMk/>
            <pc:sldMk cId="297886410" sldId="537"/>
            <ac:picMk id="8" creationId="{0D6946D4-6FB8-05C4-2C39-88544B3FE03D}"/>
          </ac:picMkLst>
        </pc:picChg>
        <pc:picChg chg="add mod">
          <ac:chgData name="Hieu Do" userId="8091c26b-a61d-4e97-addd-a670c191ef7c" providerId="ADAL" clId="{4D0DDFEC-16B5-E543-8C81-4DE67122FE3C}" dt="2022-06-28T06:24:21.910" v="372" actId="1076"/>
          <ac:picMkLst>
            <pc:docMk/>
            <pc:sldMk cId="297886410" sldId="537"/>
            <ac:picMk id="12" creationId="{D42F235D-AE3E-99F2-A994-0F130B8DE641}"/>
          </ac:picMkLst>
        </pc:picChg>
      </pc:sldChg>
      <pc:sldChg chg="addSp modSp add mod">
        <pc:chgData name="Hieu Do" userId="8091c26b-a61d-4e97-addd-a670c191ef7c" providerId="ADAL" clId="{4D0DDFEC-16B5-E543-8C81-4DE67122FE3C}" dt="2022-06-28T06:42:19.797" v="502" actId="1076"/>
        <pc:sldMkLst>
          <pc:docMk/>
          <pc:sldMk cId="202865914" sldId="538"/>
        </pc:sldMkLst>
        <pc:spChg chg="add mod">
          <ac:chgData name="Hieu Do" userId="8091c26b-a61d-4e97-addd-a670c191ef7c" providerId="ADAL" clId="{4D0DDFEC-16B5-E543-8C81-4DE67122FE3C}" dt="2022-06-28T06:42:15.690" v="501" actId="1076"/>
          <ac:spMkLst>
            <pc:docMk/>
            <pc:sldMk cId="202865914" sldId="538"/>
            <ac:spMk id="2" creationId="{17D66A69-3099-D6DB-2F30-6264A294FD12}"/>
          </ac:spMkLst>
        </pc:spChg>
        <pc:spChg chg="add mod">
          <ac:chgData name="Hieu Do" userId="8091c26b-a61d-4e97-addd-a670c191ef7c" providerId="ADAL" clId="{4D0DDFEC-16B5-E543-8C81-4DE67122FE3C}" dt="2022-06-28T06:42:19.797" v="502" actId="1076"/>
          <ac:spMkLst>
            <pc:docMk/>
            <pc:sldMk cId="202865914" sldId="538"/>
            <ac:spMk id="6" creationId="{32036BA4-69A3-8FB9-0C0A-23F065E6007D}"/>
          </ac:spMkLst>
        </pc:spChg>
        <pc:spChg chg="mod">
          <ac:chgData name="Hieu Do" userId="8091c26b-a61d-4e97-addd-a670c191ef7c" providerId="ADAL" clId="{4D0DDFEC-16B5-E543-8C81-4DE67122FE3C}" dt="2022-06-28T06:26:48.710" v="425" actId="20577"/>
          <ac:spMkLst>
            <pc:docMk/>
            <pc:sldMk cId="202865914" sldId="538"/>
            <ac:spMk id="24" creationId="{00000000-0000-0000-0000-000000000000}"/>
          </ac:spMkLst>
        </pc:spChg>
      </pc:sldChg>
      <pc:sldChg chg="addSp delSp modSp add mod ord">
        <pc:chgData name="Hieu Do" userId="8091c26b-a61d-4e97-addd-a670c191ef7c" providerId="ADAL" clId="{4D0DDFEC-16B5-E543-8C81-4DE67122FE3C}" dt="2022-06-28T06:14:00.468" v="274" actId="20578"/>
        <pc:sldMkLst>
          <pc:docMk/>
          <pc:sldMk cId="985001379" sldId="539"/>
        </pc:sldMkLst>
        <pc:spChg chg="add mod">
          <ac:chgData name="Hieu Do" userId="8091c26b-a61d-4e97-addd-a670c191ef7c" providerId="ADAL" clId="{4D0DDFEC-16B5-E543-8C81-4DE67122FE3C}" dt="2022-06-28T06:08:30.670" v="245" actId="1076"/>
          <ac:spMkLst>
            <pc:docMk/>
            <pc:sldMk cId="985001379" sldId="539"/>
            <ac:spMk id="6" creationId="{51358BB9-84E4-2162-2507-BE0F0D750470}"/>
          </ac:spMkLst>
        </pc:spChg>
        <pc:spChg chg="del">
          <ac:chgData name="Hieu Do" userId="8091c26b-a61d-4e97-addd-a670c191ef7c" providerId="ADAL" clId="{4D0DDFEC-16B5-E543-8C81-4DE67122FE3C}" dt="2022-06-28T06:05:33.497" v="200" actId="478"/>
          <ac:spMkLst>
            <pc:docMk/>
            <pc:sldMk cId="985001379" sldId="539"/>
            <ac:spMk id="9" creationId="{0BA538F7-E86C-CC57-D948-A670419A4377}"/>
          </ac:spMkLst>
        </pc:spChg>
        <pc:spChg chg="add mod">
          <ac:chgData name="Hieu Do" userId="8091c26b-a61d-4e97-addd-a670c191ef7c" providerId="ADAL" clId="{4D0DDFEC-16B5-E543-8C81-4DE67122FE3C}" dt="2022-06-28T06:09:05.046" v="273" actId="20577"/>
          <ac:spMkLst>
            <pc:docMk/>
            <pc:sldMk cId="985001379" sldId="539"/>
            <ac:spMk id="13" creationId="{15FB0ABE-7C10-D1EB-6927-500E36B13748}"/>
          </ac:spMkLst>
        </pc:spChg>
        <pc:graphicFrameChg chg="del">
          <ac:chgData name="Hieu Do" userId="8091c26b-a61d-4e97-addd-a670c191ef7c" providerId="ADAL" clId="{4D0DDFEC-16B5-E543-8C81-4DE67122FE3C}" dt="2022-06-28T06:05:34.867" v="201" actId="478"/>
          <ac:graphicFrameMkLst>
            <pc:docMk/>
            <pc:sldMk cId="985001379" sldId="539"/>
            <ac:graphicFrameMk id="10" creationId="{8F8AC18D-0FFD-232C-CD55-BCB5CFA5C1C3}"/>
          </ac:graphicFrameMkLst>
        </pc:graphicFrameChg>
        <pc:picChg chg="add mod">
          <ac:chgData name="Hieu Do" userId="8091c26b-a61d-4e97-addd-a670c191ef7c" providerId="ADAL" clId="{4D0DDFEC-16B5-E543-8C81-4DE67122FE3C}" dt="2022-06-28T06:08:21.991" v="244" actId="14100"/>
          <ac:picMkLst>
            <pc:docMk/>
            <pc:sldMk cId="985001379" sldId="539"/>
            <ac:picMk id="2" creationId="{FBE6EB92-C8D0-D868-1493-526D53A88198}"/>
          </ac:picMkLst>
        </pc:picChg>
        <pc:picChg chg="add del">
          <ac:chgData name="Hieu Do" userId="8091c26b-a61d-4e97-addd-a670c191ef7c" providerId="ADAL" clId="{4D0DDFEC-16B5-E543-8C81-4DE67122FE3C}" dt="2022-06-28T06:06:54.974" v="208" actId="478"/>
          <ac:picMkLst>
            <pc:docMk/>
            <pc:sldMk cId="985001379" sldId="539"/>
            <ac:picMk id="3" creationId="{2988CCC8-459E-15A2-8FF5-D7F98B0B7634}"/>
          </ac:picMkLst>
        </pc:picChg>
        <pc:picChg chg="add mod">
          <ac:chgData name="Hieu Do" userId="8091c26b-a61d-4e97-addd-a670c191ef7c" providerId="ADAL" clId="{4D0DDFEC-16B5-E543-8C81-4DE67122FE3C}" dt="2022-06-28T06:08:51.983" v="252" actId="1076"/>
          <ac:picMkLst>
            <pc:docMk/>
            <pc:sldMk cId="985001379" sldId="539"/>
            <ac:picMk id="5" creationId="{E26977D8-224B-211D-D216-B2CDD6035E67}"/>
          </ac:picMkLst>
        </pc:picChg>
        <pc:picChg chg="add mod">
          <ac:chgData name="Hieu Do" userId="8091c26b-a61d-4e97-addd-a670c191ef7c" providerId="ADAL" clId="{4D0DDFEC-16B5-E543-8C81-4DE67122FE3C}" dt="2022-06-28T06:05:43.448" v="204" actId="1076"/>
          <ac:picMkLst>
            <pc:docMk/>
            <pc:sldMk cId="985001379" sldId="539"/>
            <ac:picMk id="8" creationId="{D42B5377-8E0E-B997-A732-CC2F7E003FE0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06:17:24.694" v="318" actId="114"/>
        <pc:sldMkLst>
          <pc:docMk/>
          <pc:sldMk cId="3982982208" sldId="540"/>
        </pc:sldMkLst>
        <pc:spChg chg="add mod">
          <ac:chgData name="Hieu Do" userId="8091c26b-a61d-4e97-addd-a670c191ef7c" providerId="ADAL" clId="{4D0DDFEC-16B5-E543-8C81-4DE67122FE3C}" dt="2022-06-28T06:17:24.694" v="318" actId="114"/>
          <ac:spMkLst>
            <pc:docMk/>
            <pc:sldMk cId="3982982208" sldId="540"/>
            <ac:spMk id="8" creationId="{C5CEE193-AA26-F000-0FD5-2BB2B7D983A1}"/>
          </ac:spMkLst>
        </pc:spChg>
        <pc:spChg chg="del">
          <ac:chgData name="Hieu Do" userId="8091c26b-a61d-4e97-addd-a670c191ef7c" providerId="ADAL" clId="{4D0DDFEC-16B5-E543-8C81-4DE67122FE3C}" dt="2022-06-28T06:14:12.170" v="277" actId="478"/>
          <ac:spMkLst>
            <pc:docMk/>
            <pc:sldMk cId="3982982208" sldId="540"/>
            <ac:spMk id="9" creationId="{0BA538F7-E86C-CC57-D948-A670419A4377}"/>
          </ac:spMkLst>
        </pc:spChg>
        <pc:graphicFrameChg chg="del">
          <ac:chgData name="Hieu Do" userId="8091c26b-a61d-4e97-addd-a670c191ef7c" providerId="ADAL" clId="{4D0DDFEC-16B5-E543-8C81-4DE67122FE3C}" dt="2022-06-28T06:14:09.660" v="276" actId="478"/>
          <ac:graphicFrameMkLst>
            <pc:docMk/>
            <pc:sldMk cId="3982982208" sldId="540"/>
            <ac:graphicFrameMk id="10" creationId="{8F8AC18D-0FFD-232C-CD55-BCB5CFA5C1C3}"/>
          </ac:graphicFrameMkLst>
        </pc:graphicFrameChg>
        <pc:graphicFrameChg chg="add mod">
          <ac:chgData name="Hieu Do" userId="8091c26b-a61d-4e97-addd-a670c191ef7c" providerId="ADAL" clId="{4D0DDFEC-16B5-E543-8C81-4DE67122FE3C}" dt="2022-06-28T06:16:33.515" v="304" actId="1036"/>
          <ac:graphicFrameMkLst>
            <pc:docMk/>
            <pc:sldMk cId="3982982208" sldId="540"/>
            <ac:graphicFrameMk id="11" creationId="{C908FAF2-ADDA-44CC-63CD-8FD0E0935ECA}"/>
          </ac:graphicFrameMkLst>
        </pc:graphicFrameChg>
      </pc:sldChg>
      <pc:sldChg chg="addSp modSp add mod">
        <pc:chgData name="Hieu Do" userId="8091c26b-a61d-4e97-addd-a670c191ef7c" providerId="ADAL" clId="{4D0DDFEC-16B5-E543-8C81-4DE67122FE3C}" dt="2022-06-28T07:13:50.766" v="713" actId="114"/>
        <pc:sldMkLst>
          <pc:docMk/>
          <pc:sldMk cId="3654085087" sldId="541"/>
        </pc:sldMkLst>
        <pc:spChg chg="mod">
          <ac:chgData name="Hieu Do" userId="8091c26b-a61d-4e97-addd-a670c191ef7c" providerId="ADAL" clId="{4D0DDFEC-16B5-E543-8C81-4DE67122FE3C}" dt="2022-06-28T06:59:44.865" v="658" actId="14100"/>
          <ac:spMkLst>
            <pc:docMk/>
            <pc:sldMk cId="3654085087" sldId="541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7:13:21.761" v="705" actId="207"/>
          <ac:spMkLst>
            <pc:docMk/>
            <pc:sldMk cId="3654085087" sldId="541"/>
            <ac:spMk id="6" creationId="{83EE1081-1030-91FA-C168-18C8E5BE90E1}"/>
          </ac:spMkLst>
        </pc:spChg>
        <pc:spChg chg="add mod">
          <ac:chgData name="Hieu Do" userId="8091c26b-a61d-4e97-addd-a670c191ef7c" providerId="ADAL" clId="{4D0DDFEC-16B5-E543-8C81-4DE67122FE3C}" dt="2022-06-28T07:13:50.766" v="713" actId="114"/>
          <ac:spMkLst>
            <pc:docMk/>
            <pc:sldMk cId="3654085087" sldId="541"/>
            <ac:spMk id="8" creationId="{B492014E-3204-22B7-0C07-97F1BA523895}"/>
          </ac:spMkLst>
        </pc:spChg>
        <pc:spChg chg="mod">
          <ac:chgData name="Hieu Do" userId="8091c26b-a61d-4e97-addd-a670c191ef7c" providerId="ADAL" clId="{4D0DDFEC-16B5-E543-8C81-4DE67122FE3C}" dt="2022-06-28T06:58:11.825" v="644" actId="20577"/>
          <ac:spMkLst>
            <pc:docMk/>
            <pc:sldMk cId="3654085087" sldId="541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07:49.431" v="704" actId="14100"/>
          <ac:graphicFrameMkLst>
            <pc:docMk/>
            <pc:sldMk cId="3654085087" sldId="541"/>
            <ac:graphicFrameMk id="9" creationId="{6533C85F-01BD-0FF1-EF4B-CD03941FBB48}"/>
          </ac:graphicFrameMkLst>
        </pc:graphicFrameChg>
        <pc:picChg chg="add mod">
          <ac:chgData name="Hieu Do" userId="8091c26b-a61d-4e97-addd-a670c191ef7c" providerId="ADAL" clId="{4D0DDFEC-16B5-E543-8C81-4DE67122FE3C}" dt="2022-06-28T07:05:39.898" v="689" actId="14100"/>
          <ac:picMkLst>
            <pc:docMk/>
            <pc:sldMk cId="3654085087" sldId="541"/>
            <ac:picMk id="7" creationId="{AC1934B2-4A95-87CB-7EE3-533E82727AE3}"/>
          </ac:picMkLst>
        </pc:picChg>
      </pc:sldChg>
      <pc:sldChg chg="addSp modSp add mod">
        <pc:chgData name="Hieu Do" userId="8091c26b-a61d-4e97-addd-a670c191ef7c" providerId="ADAL" clId="{4D0DDFEC-16B5-E543-8C81-4DE67122FE3C}" dt="2022-06-28T06:59:50.874" v="659" actId="14100"/>
        <pc:sldMkLst>
          <pc:docMk/>
          <pc:sldMk cId="1191899340" sldId="542"/>
        </pc:sldMkLst>
        <pc:spChg chg="mod">
          <ac:chgData name="Hieu Do" userId="8091c26b-a61d-4e97-addd-a670c191ef7c" providerId="ADAL" clId="{4D0DDFEC-16B5-E543-8C81-4DE67122FE3C}" dt="2022-06-28T06:59:50.874" v="659" actId="14100"/>
          <ac:spMkLst>
            <pc:docMk/>
            <pc:sldMk cId="1191899340" sldId="542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53:26.699" v="609" actId="1076"/>
          <ac:spMkLst>
            <pc:docMk/>
            <pc:sldMk cId="1191899340" sldId="542"/>
            <ac:spMk id="6" creationId="{BF6476A3-D636-B971-3D03-1FAD9B45C65C}"/>
          </ac:spMkLst>
        </pc:spChg>
        <pc:spChg chg="add mod">
          <ac:chgData name="Hieu Do" userId="8091c26b-a61d-4e97-addd-a670c191ef7c" providerId="ADAL" clId="{4D0DDFEC-16B5-E543-8C81-4DE67122FE3C}" dt="2022-06-28T06:53:15.665" v="608" actId="1076"/>
          <ac:spMkLst>
            <pc:docMk/>
            <pc:sldMk cId="1191899340" sldId="542"/>
            <ac:spMk id="9" creationId="{CB052804-B68F-8FA6-2649-94C950FC39A4}"/>
          </ac:spMkLst>
        </pc:spChg>
        <pc:spChg chg="mod">
          <ac:chgData name="Hieu Do" userId="8091c26b-a61d-4e97-addd-a670c191ef7c" providerId="ADAL" clId="{4D0DDFEC-16B5-E543-8C81-4DE67122FE3C}" dt="2022-06-28T06:53:47.465" v="610" actId="20577"/>
          <ac:spMkLst>
            <pc:docMk/>
            <pc:sldMk cId="1191899340" sldId="542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6:53:15.665" v="608" actId="1076"/>
          <ac:graphicFrameMkLst>
            <pc:docMk/>
            <pc:sldMk cId="1191899340" sldId="542"/>
            <ac:graphicFrameMk id="7" creationId="{5F5BBA25-F47E-BB46-5689-8D11F24A758D}"/>
          </ac:graphicFrameMkLst>
        </pc:graphicFrameChg>
        <pc:graphicFrameChg chg="add mod">
          <ac:chgData name="Hieu Do" userId="8091c26b-a61d-4e97-addd-a670c191ef7c" providerId="ADAL" clId="{4D0DDFEC-16B5-E543-8C81-4DE67122FE3C}" dt="2022-06-28T06:53:26.699" v="609" actId="1076"/>
          <ac:graphicFrameMkLst>
            <pc:docMk/>
            <pc:sldMk cId="1191899340" sldId="542"/>
            <ac:graphicFrameMk id="8" creationId="{4D39E89A-5437-B07E-8466-99C42713BA5E}"/>
          </ac:graphicFrameMkLst>
        </pc:graphicFrameChg>
      </pc:sldChg>
      <pc:sldChg chg="addSp delSp modSp add mod">
        <pc:chgData name="Hieu Do" userId="8091c26b-a61d-4e97-addd-a670c191ef7c" providerId="ADAL" clId="{4D0DDFEC-16B5-E543-8C81-4DE67122FE3C}" dt="2022-06-28T06:38:21.384" v="498" actId="1076"/>
        <pc:sldMkLst>
          <pc:docMk/>
          <pc:sldMk cId="340596140" sldId="543"/>
        </pc:sldMkLst>
        <pc:spChg chg="add mod">
          <ac:chgData name="Hieu Do" userId="8091c26b-a61d-4e97-addd-a670c191ef7c" providerId="ADAL" clId="{4D0DDFEC-16B5-E543-8C81-4DE67122FE3C}" dt="2022-06-28T06:38:14.472" v="497" actId="14100"/>
          <ac:spMkLst>
            <pc:docMk/>
            <pc:sldMk cId="340596140" sldId="543"/>
            <ac:spMk id="2" creationId="{D833FADC-0BE0-6815-9B34-34ED6F9DD313}"/>
          </ac:spMkLst>
        </pc:spChg>
        <pc:spChg chg="mod">
          <ac:chgData name="Hieu Do" userId="8091c26b-a61d-4e97-addd-a670c191ef7c" providerId="ADAL" clId="{4D0DDFEC-16B5-E543-8C81-4DE67122FE3C}" dt="2022-06-28T06:30:15.443" v="444" actId="14100"/>
          <ac:spMkLst>
            <pc:docMk/>
            <pc:sldMk cId="340596140" sldId="543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06:34:31.388" v="474"/>
          <ac:spMkLst>
            <pc:docMk/>
            <pc:sldMk cId="340596140" sldId="543"/>
            <ac:spMk id="8" creationId="{90E271EA-DD7C-44D6-33BA-DD089E34ACD6}"/>
          </ac:spMkLst>
        </pc:spChg>
        <pc:spChg chg="del">
          <ac:chgData name="Hieu Do" userId="8091c26b-a61d-4e97-addd-a670c191ef7c" providerId="ADAL" clId="{4D0DDFEC-16B5-E543-8C81-4DE67122FE3C}" dt="2022-06-28T06:34:30.507" v="473" actId="478"/>
          <ac:spMkLst>
            <pc:docMk/>
            <pc:sldMk cId="340596140" sldId="543"/>
            <ac:spMk id="24" creationId="{00000000-0000-0000-0000-000000000000}"/>
          </ac:spMkLst>
        </pc:spChg>
        <pc:picChg chg="add mod">
          <ac:chgData name="Hieu Do" userId="8091c26b-a61d-4e97-addd-a670c191ef7c" providerId="ADAL" clId="{4D0DDFEC-16B5-E543-8C81-4DE67122FE3C}" dt="2022-06-28T06:38:21.384" v="498" actId="1076"/>
          <ac:picMkLst>
            <pc:docMk/>
            <pc:sldMk cId="340596140" sldId="543"/>
            <ac:picMk id="6" creationId="{EB6B0CE6-AD46-384C-EA8A-F29853D78461}"/>
          </ac:picMkLst>
        </pc:picChg>
      </pc:sldChg>
      <pc:sldChg chg="addSp delSp modSp add mod">
        <pc:chgData name="Hieu Do" userId="8091c26b-a61d-4e97-addd-a670c191ef7c" providerId="ADAL" clId="{4D0DDFEC-16B5-E543-8C81-4DE67122FE3C}" dt="2022-06-28T11:53:49.399" v="1071" actId="114"/>
        <pc:sldMkLst>
          <pc:docMk/>
          <pc:sldMk cId="2460401529" sldId="544"/>
        </pc:sldMkLst>
        <pc:spChg chg="add mod">
          <ac:chgData name="Hieu Do" userId="8091c26b-a61d-4e97-addd-a670c191ef7c" providerId="ADAL" clId="{4D0DDFEC-16B5-E543-8C81-4DE67122FE3C}" dt="2022-06-28T11:50:17.032" v="1010" actId="20577"/>
          <ac:spMkLst>
            <pc:docMk/>
            <pc:sldMk cId="2460401529" sldId="544"/>
            <ac:spMk id="2" creationId="{B2AF0C26-53CB-34E2-E931-36481A879970}"/>
          </ac:spMkLst>
        </pc:spChg>
        <pc:spChg chg="mod">
          <ac:chgData name="Hieu Do" userId="8091c26b-a61d-4e97-addd-a670c191ef7c" providerId="ADAL" clId="{4D0DDFEC-16B5-E543-8C81-4DE67122FE3C}" dt="2022-06-28T07:00:05.664" v="661" actId="14100"/>
          <ac:spMkLst>
            <pc:docMk/>
            <pc:sldMk cId="2460401529" sldId="544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53:49.399" v="1071" actId="114"/>
          <ac:spMkLst>
            <pc:docMk/>
            <pc:sldMk cId="2460401529" sldId="544"/>
            <ac:spMk id="6" creationId="{9B478487-BB0C-0669-EC93-E4CB4945859C}"/>
          </ac:spMkLst>
        </pc:spChg>
        <pc:spChg chg="add del mod">
          <ac:chgData name="Hieu Do" userId="8091c26b-a61d-4e97-addd-a670c191ef7c" providerId="ADAL" clId="{4D0DDFEC-16B5-E543-8C81-4DE67122FE3C}" dt="2022-06-28T11:50:23.922" v="1011" actId="207"/>
          <ac:spMkLst>
            <pc:docMk/>
            <pc:sldMk cId="2460401529" sldId="544"/>
            <ac:spMk id="7" creationId="{C76F9EBE-C949-A922-1A94-3AC0BE1644D7}"/>
          </ac:spMkLst>
        </pc:spChg>
        <pc:spChg chg="add del mod">
          <ac:chgData name="Hieu Do" userId="8091c26b-a61d-4e97-addd-a670c191ef7c" providerId="ADAL" clId="{4D0DDFEC-16B5-E543-8C81-4DE67122FE3C}" dt="2022-06-28T11:44:54.863" v="944"/>
          <ac:spMkLst>
            <pc:docMk/>
            <pc:sldMk cId="2460401529" sldId="544"/>
            <ac:spMk id="8" creationId="{C5468CB9-D2F8-732A-9A26-461AAA7494E9}"/>
          </ac:spMkLst>
        </pc:spChg>
        <pc:spChg chg="mod">
          <ac:chgData name="Hieu Do" userId="8091c26b-a61d-4e97-addd-a670c191ef7c" providerId="ADAL" clId="{4D0DDFEC-16B5-E543-8C81-4DE67122FE3C}" dt="2022-06-28T11:41:35.830" v="877" actId="20577"/>
          <ac:spMkLst>
            <pc:docMk/>
            <pc:sldMk cId="2460401529" sldId="544"/>
            <ac:spMk id="24" creationId="{00000000-0000-0000-0000-000000000000}"/>
          </ac:spMkLst>
        </pc:spChg>
      </pc:sldChg>
      <pc:sldChg chg="addSp modSp add mod">
        <pc:chgData name="Hieu Do" userId="8091c26b-a61d-4e97-addd-a670c191ef7c" providerId="ADAL" clId="{4D0DDFEC-16B5-E543-8C81-4DE67122FE3C}" dt="2022-06-28T11:32:07.899" v="778" actId="207"/>
        <pc:sldMkLst>
          <pc:docMk/>
          <pc:sldMk cId="3663262857" sldId="545"/>
        </pc:sldMkLst>
        <pc:spChg chg="mod">
          <ac:chgData name="Hieu Do" userId="8091c26b-a61d-4e97-addd-a670c191ef7c" providerId="ADAL" clId="{4D0DDFEC-16B5-E543-8C81-4DE67122FE3C}" dt="2022-06-28T06:59:59.716" v="660" actId="14100"/>
          <ac:spMkLst>
            <pc:docMk/>
            <pc:sldMk cId="3663262857" sldId="545"/>
            <ac:spMk id="4" creationId="{00000000-0000-0000-0000-000000000000}"/>
          </ac:spMkLst>
        </pc:spChg>
        <pc:spChg chg="add mod">
          <ac:chgData name="Hieu Do" userId="8091c26b-a61d-4e97-addd-a670c191ef7c" providerId="ADAL" clId="{4D0DDFEC-16B5-E543-8C81-4DE67122FE3C}" dt="2022-06-28T11:32:07.899" v="778" actId="207"/>
          <ac:spMkLst>
            <pc:docMk/>
            <pc:sldMk cId="3663262857" sldId="545"/>
            <ac:spMk id="6" creationId="{B0A99067-B1FC-A165-4744-476F105E68E3}"/>
          </ac:spMkLst>
        </pc:spChg>
        <pc:spChg chg="mod">
          <ac:chgData name="Hieu Do" userId="8091c26b-a61d-4e97-addd-a670c191ef7c" providerId="ADAL" clId="{4D0DDFEC-16B5-E543-8C81-4DE67122FE3C}" dt="2022-06-28T07:15:01.439" v="746" actId="20577"/>
          <ac:spMkLst>
            <pc:docMk/>
            <pc:sldMk cId="3663262857" sldId="545"/>
            <ac:spMk id="24" creationId="{00000000-0000-0000-0000-000000000000}"/>
          </ac:spMkLst>
        </pc:spChg>
        <pc:graphicFrameChg chg="add mod">
          <ac:chgData name="Hieu Do" userId="8091c26b-a61d-4e97-addd-a670c191ef7c" providerId="ADAL" clId="{4D0DDFEC-16B5-E543-8C81-4DE67122FE3C}" dt="2022-06-28T07:21:52.719" v="773" actId="14100"/>
          <ac:graphicFrameMkLst>
            <pc:docMk/>
            <pc:sldMk cId="3663262857" sldId="545"/>
            <ac:graphicFrameMk id="7" creationId="{CA0C1729-AB6F-7F8D-5830-1CD463169916}"/>
          </ac:graphicFrameMkLst>
        </pc:graphicFrameChg>
      </pc:sldChg>
      <pc:sldChg chg="add">
        <pc:chgData name="Hieu Do" userId="8091c26b-a61d-4e97-addd-a670c191ef7c" providerId="ADAL" clId="{4D0DDFEC-16B5-E543-8C81-4DE67122FE3C}" dt="2022-06-28T07:23:07.355" v="774" actId="2890"/>
        <pc:sldMkLst>
          <pc:docMk/>
          <pc:sldMk cId="1231918030" sldId="546"/>
        </pc:sldMkLst>
      </pc:sldChg>
      <pc:sldChg chg="add">
        <pc:chgData name="Hieu Do" userId="8091c26b-a61d-4e97-addd-a670c191ef7c" providerId="ADAL" clId="{4D0DDFEC-16B5-E543-8C81-4DE67122FE3C}" dt="2022-06-28T07:23:10.373" v="775" actId="2890"/>
        <pc:sldMkLst>
          <pc:docMk/>
          <pc:sldMk cId="1765500170" sldId="547"/>
        </pc:sldMkLst>
      </pc:sldChg>
      <pc:sldChg chg="add">
        <pc:chgData name="Hieu Do" userId="8091c26b-a61d-4e97-addd-a670c191ef7c" providerId="ADAL" clId="{4D0DDFEC-16B5-E543-8C81-4DE67122FE3C}" dt="2022-06-28T07:23:13.032" v="776" actId="2890"/>
        <pc:sldMkLst>
          <pc:docMk/>
          <pc:sldMk cId="233743028" sldId="548"/>
        </pc:sldMkLst>
      </pc:sldChg>
    </pc:docChg>
  </pc:docChgLst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  <pc:docChgLst>
    <pc:chgData name="Hieu Do" userId="8091c26b-a61d-4e97-addd-a670c191ef7c" providerId="ADAL" clId="{B576023A-6152-CE4D-81D6-540EB22B3AA6}"/>
    <pc:docChg chg="modSld">
      <pc:chgData name="Hieu Do" userId="8091c26b-a61d-4e97-addd-a670c191ef7c" providerId="ADAL" clId="{B576023A-6152-CE4D-81D6-540EB22B3AA6}" dt="2022-08-02T04:00:14.225" v="0" actId="1076"/>
      <pc:docMkLst>
        <pc:docMk/>
      </pc:docMkLst>
      <pc:sldChg chg="modSp">
        <pc:chgData name="Hieu Do" userId="8091c26b-a61d-4e97-addd-a670c191ef7c" providerId="ADAL" clId="{B576023A-6152-CE4D-81D6-540EB22B3AA6}" dt="2022-08-02T04:00:14.225" v="0" actId="1076"/>
        <pc:sldMkLst>
          <pc:docMk/>
          <pc:sldMk cId="1406802015" sldId="535"/>
        </pc:sldMkLst>
        <pc:spChg chg="mod">
          <ac:chgData name="Hieu Do" userId="8091c26b-a61d-4e97-addd-a670c191ef7c" providerId="ADAL" clId="{B576023A-6152-CE4D-81D6-540EB22B3AA6}" dt="2022-08-02T04:00:14.225" v="0" actId="1076"/>
          <ac:spMkLst>
            <pc:docMk/>
            <pc:sldMk cId="1406802015" sldId="535"/>
            <ac:spMk id="7" creationId="{1EDD7E2A-23CE-66C2-43BD-66064F4C0AE7}"/>
          </ac:spMkLst>
        </pc:spChg>
      </pc:sldChg>
    </pc:docChg>
  </pc:docChgLst>
  <pc:docChgLst>
    <pc:chgData name="Hieu Do" userId="8091c26b-a61d-4e97-addd-a670c191ef7c" providerId="ADAL" clId="{92ACA776-758A-C447-9413-B847F8A1DBBB}"/>
    <pc:docChg chg="modSld">
      <pc:chgData name="Hieu Do" userId="8091c26b-a61d-4e97-addd-a670c191ef7c" providerId="ADAL" clId="{92ACA776-758A-C447-9413-B847F8A1DBBB}" dt="2022-09-24T08:59:16.588" v="68" actId="1076"/>
      <pc:docMkLst>
        <pc:docMk/>
      </pc:docMkLst>
      <pc:sldChg chg="addSp modSp mod">
        <pc:chgData name="Hieu Do" userId="8091c26b-a61d-4e97-addd-a670c191ef7c" providerId="ADAL" clId="{92ACA776-758A-C447-9413-B847F8A1DBBB}" dt="2022-09-24T08:53:18.830" v="13" actId="1076"/>
        <pc:sldMkLst>
          <pc:docMk/>
          <pc:sldMk cId="1355225653" sldId="435"/>
        </pc:sldMkLst>
        <pc:spChg chg="add mod">
          <ac:chgData name="Hieu Do" userId="8091c26b-a61d-4e97-addd-a670c191ef7c" providerId="ADAL" clId="{92ACA776-758A-C447-9413-B847F8A1DBBB}" dt="2022-09-24T08:53:16.686" v="12" actId="1076"/>
          <ac:spMkLst>
            <pc:docMk/>
            <pc:sldMk cId="1355225653" sldId="435"/>
            <ac:spMk id="3" creationId="{A936FDC4-B951-9278-1F10-BCAFC2CCD2AB}"/>
          </ac:spMkLst>
        </pc:spChg>
        <pc:spChg chg="mod">
          <ac:chgData name="Hieu Do" userId="8091c26b-a61d-4e97-addd-a670c191ef7c" providerId="ADAL" clId="{92ACA776-758A-C447-9413-B847F8A1DBBB}" dt="2022-09-24T08:53:18.830" v="13" actId="1076"/>
          <ac:spMkLst>
            <pc:docMk/>
            <pc:sldMk cId="1355225653" sldId="435"/>
            <ac:spMk id="6" creationId="{00000000-0000-0000-0000-000000000000}"/>
          </ac:spMkLst>
        </pc:spChg>
        <pc:spChg chg="add mod">
          <ac:chgData name="Hieu Do" userId="8091c26b-a61d-4e97-addd-a670c191ef7c" providerId="ADAL" clId="{92ACA776-758A-C447-9413-B847F8A1DBBB}" dt="2022-09-24T08:53:14.892" v="11" actId="1076"/>
          <ac:spMkLst>
            <pc:docMk/>
            <pc:sldMk cId="1355225653" sldId="435"/>
            <ac:spMk id="7" creationId="{37914421-EE6F-7EAD-55C6-1C6F4D87383C}"/>
          </ac:spMkLst>
        </pc:spChg>
      </pc:sldChg>
      <pc:sldChg chg="addSp modSp mod modAnim">
        <pc:chgData name="Hieu Do" userId="8091c26b-a61d-4e97-addd-a670c191ef7c" providerId="ADAL" clId="{92ACA776-758A-C447-9413-B847F8A1DBBB}" dt="2022-09-24T08:59:16.588" v="68" actId="1076"/>
        <pc:sldMkLst>
          <pc:docMk/>
          <pc:sldMk cId="3846718094" sldId="436"/>
        </pc:sldMkLst>
        <pc:spChg chg="add mod">
          <ac:chgData name="Hieu Do" userId="8091c26b-a61d-4e97-addd-a670c191ef7c" providerId="ADAL" clId="{92ACA776-758A-C447-9413-B847F8A1DBBB}" dt="2022-09-24T08:57:16.042" v="54" actId="207"/>
          <ac:spMkLst>
            <pc:docMk/>
            <pc:sldMk cId="3846718094" sldId="436"/>
            <ac:spMk id="2" creationId="{E8244145-74FC-2C75-A2A2-6093535C8B31}"/>
          </ac:spMkLst>
        </pc:spChg>
        <pc:spChg chg="add mod">
          <ac:chgData name="Hieu Do" userId="8091c26b-a61d-4e97-addd-a670c191ef7c" providerId="ADAL" clId="{92ACA776-758A-C447-9413-B847F8A1DBBB}" dt="2022-09-24T08:56:01.491" v="46" actId="164"/>
          <ac:spMkLst>
            <pc:docMk/>
            <pc:sldMk cId="3846718094" sldId="436"/>
            <ac:spMk id="3" creationId="{3D58BC0B-F4B2-71F2-D5A9-1EAEC1962CDC}"/>
          </ac:spMkLst>
        </pc:spChg>
        <pc:spChg chg="mod">
          <ac:chgData name="Hieu Do" userId="8091c26b-a61d-4e97-addd-a670c191ef7c" providerId="ADAL" clId="{92ACA776-758A-C447-9413-B847F8A1DBBB}" dt="2022-09-24T08:54:25.219" v="34" actId="14100"/>
          <ac:spMkLst>
            <pc:docMk/>
            <pc:sldMk cId="3846718094" sldId="436"/>
            <ac:spMk id="4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5:52.202" v="45" actId="207"/>
          <ac:spMkLst>
            <pc:docMk/>
            <pc:sldMk cId="3846718094" sldId="436"/>
            <ac:spMk id="7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8:15.038" v="61" actId="20577"/>
          <ac:spMkLst>
            <pc:docMk/>
            <pc:sldMk cId="3846718094" sldId="436"/>
            <ac:spMk id="8" creationId="{5DFEBF68-0A09-DE8C-3F06-9A6233FE8B7A}"/>
          </ac:spMkLst>
        </pc:spChg>
        <pc:spChg chg="mod">
          <ac:chgData name="Hieu Do" userId="8091c26b-a61d-4e97-addd-a670c191ef7c" providerId="ADAL" clId="{92ACA776-758A-C447-9413-B847F8A1DBBB}" dt="2022-09-24T08:58:25.375" v="62" actId="207"/>
          <ac:spMkLst>
            <pc:docMk/>
            <pc:sldMk cId="3846718094" sldId="436"/>
            <ac:spMk id="9" creationId="{00000000-0000-0000-0000-000000000000}"/>
          </ac:spMkLst>
        </pc:spChg>
        <pc:spChg chg="mod">
          <ac:chgData name="Hieu Do" userId="8091c26b-a61d-4e97-addd-a670c191ef7c" providerId="ADAL" clId="{92ACA776-758A-C447-9413-B847F8A1DBBB}" dt="2022-09-24T08:58:07.258" v="58" actId="1037"/>
          <ac:spMkLst>
            <pc:docMk/>
            <pc:sldMk cId="3846718094" sldId="436"/>
            <ac:spMk id="10" creationId="{A4325263-8989-D75A-F1AC-2EDA952CC0AE}"/>
          </ac:spMkLst>
        </pc:spChg>
        <pc:spChg chg="mod">
          <ac:chgData name="Hieu Do" userId="8091c26b-a61d-4e97-addd-a670c191ef7c" providerId="ADAL" clId="{92ACA776-758A-C447-9413-B847F8A1DBBB}" dt="2022-09-24T08:59:16.588" v="68" actId="1076"/>
          <ac:spMkLst>
            <pc:docMk/>
            <pc:sldMk cId="3846718094" sldId="436"/>
            <ac:spMk id="13" creationId="{CAE5D1EA-2183-0863-4493-AB2BBBC7D872}"/>
          </ac:spMkLst>
        </pc:spChg>
        <pc:spChg chg="mod">
          <ac:chgData name="Hieu Do" userId="8091c26b-a61d-4e97-addd-a670c191ef7c" providerId="ADAL" clId="{92ACA776-758A-C447-9413-B847F8A1DBBB}" dt="2022-09-24T08:59:06.369" v="66"/>
          <ac:spMkLst>
            <pc:docMk/>
            <pc:sldMk cId="3846718094" sldId="436"/>
            <ac:spMk id="14" creationId="{1891D56C-66EB-E60D-8B87-BF9638785E62}"/>
          </ac:spMkLst>
        </pc:spChg>
        <pc:grpChg chg="add mod">
          <ac:chgData name="Hieu Do" userId="8091c26b-a61d-4e97-addd-a670c191ef7c" providerId="ADAL" clId="{92ACA776-758A-C447-9413-B847F8A1DBBB}" dt="2022-09-24T08:56:01.491" v="46" actId="164"/>
          <ac:grpSpMkLst>
            <pc:docMk/>
            <pc:sldMk cId="3846718094" sldId="436"/>
            <ac:grpSpMk id="5" creationId="{4921D50C-FA8C-D2F9-867D-44649643A836}"/>
          </ac:grpSpMkLst>
        </pc:grpChg>
        <pc:grpChg chg="add mod">
          <ac:chgData name="Hieu Do" userId="8091c26b-a61d-4e97-addd-a670c191ef7c" providerId="ADAL" clId="{92ACA776-758A-C447-9413-B847F8A1DBBB}" dt="2022-09-24T08:57:58.742" v="56" actId="1076"/>
          <ac:grpSpMkLst>
            <pc:docMk/>
            <pc:sldMk cId="3846718094" sldId="436"/>
            <ac:grpSpMk id="6" creationId="{49C08545-4A59-3357-2D5B-872C243E8A80}"/>
          </ac:grpSpMkLst>
        </pc:grpChg>
        <pc:grpChg chg="add mod">
          <ac:chgData name="Hieu Do" userId="8091c26b-a61d-4e97-addd-a670c191ef7c" providerId="ADAL" clId="{92ACA776-758A-C447-9413-B847F8A1DBBB}" dt="2022-09-24T08:59:11.227" v="67" actId="1076"/>
          <ac:grpSpMkLst>
            <pc:docMk/>
            <pc:sldMk cId="3846718094" sldId="436"/>
            <ac:grpSpMk id="11" creationId="{B11B1170-EFFB-32E1-F4B7-7FED95ED7E54}"/>
          </ac:grpSpMkLst>
        </pc:gr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10/22/2023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10/22/2023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26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6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90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91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465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36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099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74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7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21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3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31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59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58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87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869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522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41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299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42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090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02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72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756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08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736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51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120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764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035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2672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822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860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384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106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284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59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633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570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502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437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913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444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11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10/22/2023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10/22/2023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10/22/2023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10/22/2023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10/22/2023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6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46.xml"/><Relationship Id="rId21" Type="http://schemas.openxmlformats.org/officeDocument/2006/relationships/image" Target="../media/image61.png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20" Type="http://schemas.openxmlformats.org/officeDocument/2006/relationships/image" Target="../media/image60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5" Type="http://schemas.openxmlformats.org/officeDocument/2006/relationships/image" Target="../media/image57.wmf"/><Relationship Id="rId23" Type="http://schemas.openxmlformats.org/officeDocument/2006/relationships/image" Target="../media/image63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4.wmf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Ôn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tập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Thi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giữa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kỳ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412708" y="1863286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508498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ôn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6" name="TextBox 5"/>
          <p:cNvSpPr txBox="1"/>
          <p:nvPr/>
        </p:nvSpPr>
        <p:spPr>
          <a:xfrm>
            <a:off x="988467" y="1220227"/>
            <a:ext cx="7441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–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36FDC4-B951-9278-1F10-BCAFC2CCD2AB}"/>
              </a:ext>
            </a:extLst>
          </p:cNvPr>
          <p:cNvSpPr txBox="1"/>
          <p:nvPr/>
        </p:nvSpPr>
        <p:spPr>
          <a:xfrm>
            <a:off x="1937083" y="3009850"/>
            <a:ext cx="8022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–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lang="en-US" sz="4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endParaRPr lang="en-US" sz="40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7914421-EE6F-7EAD-55C6-1C6F4D87383C}"/>
              </a:ext>
            </a:extLst>
          </p:cNvPr>
          <p:cNvSpPr txBox="1"/>
          <p:nvPr/>
        </p:nvSpPr>
        <p:spPr>
          <a:xfrm>
            <a:off x="4021554" y="4799473"/>
            <a:ext cx="70715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–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582017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" name="TextBox 7"/>
          <p:cNvSpPr txBox="1"/>
          <p:nvPr/>
        </p:nvSpPr>
        <p:spPr>
          <a:xfrm>
            <a:off x="340074" y="967717"/>
            <a:ext cx="10075194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 + 2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bút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chì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tẩy</a:t>
            </a:r>
            <a:endParaRPr lang="en-US" sz="2800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đem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casio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95" y="2695064"/>
            <a:ext cx="11344718" cy="405951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80407" y="6721636"/>
            <a:ext cx="8445731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75522" y="4743074"/>
            <a:ext cx="681644" cy="42361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" name="Rectangle 1"/>
          <p:cNvSpPr/>
          <p:nvPr/>
        </p:nvSpPr>
        <p:spPr>
          <a:xfrm>
            <a:off x="354676" y="968198"/>
            <a:ext cx="11451837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Orbital </a:t>
            </a:r>
            <a:r>
              <a:rPr lang="en-US" sz="24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(AO)</a:t>
            </a:r>
            <a:r>
              <a:rPr 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4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&gt; 90%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n, 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dáng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354676" y="2787646"/>
            <a:ext cx="61126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1.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chính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 (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7460" y="3680810"/>
            <a:ext cx="6734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1, 2, 3, 4, 5, ..., 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: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số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nguyên</a:t>
            </a:r>
            <a:r>
              <a:rPr lang="en-US" altLang="en-US" sz="32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dương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Group 36">
            <a:extLst>
              <a:ext uri="{FF2B5EF4-FFF2-40B4-BE49-F238E27FC236}">
                <a16:creationId xmlns="" xmlns:a16="http://schemas.microsoft.com/office/drawing/2014/main" id="{0F6B16E8-1F57-9D47-93B5-3FC0496DFA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747369"/>
              </p:ext>
            </p:extLst>
          </p:nvPr>
        </p:nvGraphicFramePr>
        <p:xfrm>
          <a:off x="887460" y="4646567"/>
          <a:ext cx="8188995" cy="1813218"/>
        </p:xfrm>
        <a:graphic>
          <a:graphicData uri="http://schemas.openxmlformats.org/drawingml/2006/table">
            <a:tbl>
              <a:tblPr/>
              <a:tblGrid>
                <a:gridCol w="14126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678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6781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678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6781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6941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6782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6781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411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1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Lớp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electron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O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14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Max electron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stCxn id="7" idx="3"/>
          </p:cNvCxnSpPr>
          <p:nvPr/>
        </p:nvCxnSpPr>
        <p:spPr>
          <a:xfrm flipV="1">
            <a:off x="6467302" y="2787646"/>
            <a:ext cx="781396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467302" y="3070413"/>
            <a:ext cx="781396" cy="31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248698" y="2565688"/>
            <a:ext cx="36539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endParaRPr lang="en-US" sz="2000" i="1" dirty="0"/>
          </a:p>
        </p:txBody>
      </p:sp>
      <p:sp>
        <p:nvSpPr>
          <p:cNvPr id="18" name="Rectangle 17"/>
          <p:cNvSpPr/>
          <p:nvPr/>
        </p:nvSpPr>
        <p:spPr>
          <a:xfrm>
            <a:off x="7248698" y="3164606"/>
            <a:ext cx="39487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đám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mây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endParaRPr lang="en-US" sz="2000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9435651" y="5875010"/>
            <a:ext cx="2565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 e: 2n</a:t>
            </a:r>
            <a:r>
              <a:rPr lang="en-US" sz="32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35651" y="5096983"/>
            <a:ext cx="1915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AO: n</a:t>
            </a:r>
            <a:r>
              <a:rPr lang="en-US" sz="3200" b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3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81610" y="1164263"/>
            <a:ext cx="39101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phụ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</a:t>
            </a:r>
            <a:r>
              <a:rPr lang="en-US" altLang="en-US" sz="2800" u="sng" dirty="0">
                <a:solidFill>
                  <a:srgbClr val="0000FF"/>
                </a:solidFill>
                <a:cs typeface="Times New Roman" panose="02020603050405020304" pitchFamily="18" charset="0"/>
              </a:rPr>
              <a:t>ℓ</a:t>
            </a:r>
            <a:endParaRPr lang="en-US" altLang="zh-TW" sz="2800" b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8225DE6-C8ED-F841-A398-6C7DD465AB02}"/>
              </a:ext>
            </a:extLst>
          </p:cNvPr>
          <p:cNvSpPr/>
          <p:nvPr/>
        </p:nvSpPr>
        <p:spPr>
          <a:xfrm>
            <a:off x="7355946" y="1389924"/>
            <a:ext cx="2999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rgbClr val="CC00CC"/>
                </a:solidFill>
                <a:cs typeface="Times New Roman" panose="02020603050405020304" pitchFamily="18" charset="0"/>
              </a:rPr>
              <a:t>ℓ</a:t>
            </a:r>
            <a:r>
              <a:rPr lang="en-US" altLang="en-US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 1, 2, 3, 4, ..., </a:t>
            </a:r>
            <a:r>
              <a:rPr lang="en-US" altLang="en-US" sz="2400" dirty="0">
                <a:solidFill>
                  <a:srgbClr val="E400E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n-1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Group 36">
            <a:extLst>
              <a:ext uri="{FF2B5EF4-FFF2-40B4-BE49-F238E27FC236}">
                <a16:creationId xmlns="" xmlns:a16="http://schemas.microsoft.com/office/drawing/2014/main" id="{C215C6D2-C5EE-B54E-B8B7-1C88FD9B7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5813050"/>
              </p:ext>
            </p:extLst>
          </p:nvPr>
        </p:nvGraphicFramePr>
        <p:xfrm>
          <a:off x="722896" y="2404800"/>
          <a:ext cx="7347804" cy="1331448"/>
        </p:xfrm>
        <a:graphic>
          <a:graphicData uri="http://schemas.openxmlformats.org/drawingml/2006/table">
            <a:tbl>
              <a:tblPr/>
              <a:tblGrid>
                <a:gridCol w="14374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47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847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847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8479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8641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8479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en-US" sz="2000" dirty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a:t>ℓ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Phân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lớp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</a:rPr>
                        <a:t>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3369734"/>
                  </a:ext>
                </a:extLst>
              </a:tr>
              <a:tr h="443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Max. e</a:t>
                      </a:r>
                      <a:r>
                        <a:rPr kumimoji="0" lang="en-US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-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 flipV="1">
            <a:off x="3615490" y="1233084"/>
            <a:ext cx="781396" cy="26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615490" y="1515851"/>
            <a:ext cx="781396" cy="31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396798" y="1002759"/>
            <a:ext cx="21778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4396798" y="1620757"/>
            <a:ext cx="11114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endParaRPr lang="en-US" sz="2000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8571694" y="3255634"/>
            <a:ext cx="2855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max e: 2(2l+1)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5715" y="2601409"/>
            <a:ext cx="2287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AO: (2l+1)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84070" y="3918292"/>
            <a:ext cx="5604310" cy="1213383"/>
            <a:chOff x="327061" y="1625169"/>
            <a:chExt cx="5604310" cy="1213383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518" y="1625169"/>
              <a:ext cx="1235853" cy="1213383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327061" y="1625169"/>
              <a:ext cx="4290983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  <a:spcAft>
                  <a:spcPts val="3000"/>
                </a:spcAft>
                <a:defRPr/>
              </a:pP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0 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AO s: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hình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cầu</a:t>
              </a:r>
              <a:endPara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84070" y="5353395"/>
            <a:ext cx="4958342" cy="1357259"/>
            <a:chOff x="392256" y="2628557"/>
            <a:chExt cx="6247340" cy="1470437"/>
          </a:xfrm>
        </p:grpSpPr>
        <p:sp>
          <p:nvSpPr>
            <p:cNvPr id="35" name="Rectangle 34"/>
            <p:cNvSpPr/>
            <p:nvPr/>
          </p:nvSpPr>
          <p:spPr>
            <a:xfrm>
              <a:off x="392256" y="2802331"/>
              <a:ext cx="4441059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200000"/>
                </a:lnSpc>
                <a:spcAft>
                  <a:spcPts val="3000"/>
                </a:spcAft>
                <a:defRPr/>
              </a:pP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1 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AO p: </a:t>
              </a:r>
              <a:r>
                <a:rPr lang="en-US" sz="2800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8</a:t>
              </a:r>
            </a:p>
          </p:txBody>
        </p:sp>
        <p:pic>
          <p:nvPicPr>
            <p:cNvPr id="36" name="Picture 13">
              <a:extLst>
                <a:ext uri="{FF2B5EF4-FFF2-40B4-BE49-F238E27FC236}">
                  <a16:creationId xmlns="" xmlns:a16="http://schemas.microsoft.com/office/drawing/2014/main" id="{85B65E8A-1127-4C40-B3F2-534F0E8DFB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5245" y="2628557"/>
              <a:ext cx="1784351" cy="1470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" name="Group 36"/>
          <p:cNvGrpSpPr/>
          <p:nvPr/>
        </p:nvGrpSpPr>
        <p:grpSpPr>
          <a:xfrm>
            <a:off x="6188380" y="4641060"/>
            <a:ext cx="5851314" cy="1650365"/>
            <a:chOff x="526434" y="4416637"/>
            <a:chExt cx="6306464" cy="1650365"/>
          </a:xfrm>
        </p:grpSpPr>
        <p:sp>
          <p:nvSpPr>
            <p:cNvPr id="38" name="Rectangle 37"/>
            <p:cNvSpPr/>
            <p:nvPr/>
          </p:nvSpPr>
          <p:spPr>
            <a:xfrm>
              <a:off x="526434" y="4928636"/>
              <a:ext cx="47000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ℓ = 2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 AO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d: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bốn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cánh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hoa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9" name="Picture 11">
              <a:extLst>
                <a:ext uri="{FF2B5EF4-FFF2-40B4-BE49-F238E27FC236}">
                  <a16:creationId xmlns="" xmlns:a16="http://schemas.microsoft.com/office/drawing/2014/main" id="{C2048680-68E7-49DC-9127-10C40342A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0298" y="4416637"/>
              <a:ext cx="1752600" cy="1650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674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3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81610" y="1164263"/>
            <a:ext cx="39101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từ</a:t>
            </a:r>
            <a:r>
              <a:rPr lang="en-US" altLang="zh-TW" sz="28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m</a:t>
            </a:r>
            <a:r>
              <a:rPr lang="en-US" altLang="en-US" sz="2800" u="sng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ℓ</a:t>
            </a:r>
            <a:endParaRPr lang="en-US" altLang="zh-TW" sz="2800" b="1" u="sng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574471" y="1481048"/>
            <a:ext cx="450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091763" y="1233591"/>
            <a:ext cx="79534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quỹ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427148" y="1814406"/>
            <a:ext cx="11405252" cy="2809142"/>
            <a:chOff x="168958" y="4110643"/>
            <a:chExt cx="11405252" cy="2809142"/>
          </a:xfrm>
        </p:grpSpPr>
        <p:grpSp>
          <p:nvGrpSpPr>
            <p:cNvPr id="41" name="Group 40"/>
            <p:cNvGrpSpPr/>
            <p:nvPr/>
          </p:nvGrpSpPr>
          <p:grpSpPr>
            <a:xfrm>
              <a:off x="9604641" y="4962761"/>
              <a:ext cx="935243" cy="579383"/>
              <a:chOff x="5429593" y="4195343"/>
              <a:chExt cx="935243" cy="579383"/>
            </a:xfrm>
          </p:grpSpPr>
          <p:sp>
            <p:nvSpPr>
              <p:cNvPr id="78" name="Flowchart: Process 77"/>
              <p:cNvSpPr/>
              <p:nvPr/>
            </p:nvSpPr>
            <p:spPr>
              <a:xfrm>
                <a:off x="548491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lowchart: Process 78"/>
              <p:cNvSpPr/>
              <p:nvPr/>
            </p:nvSpPr>
            <p:spPr>
              <a:xfrm>
                <a:off x="575923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lowchart: Process 79"/>
              <p:cNvSpPr/>
              <p:nvPr/>
            </p:nvSpPr>
            <p:spPr>
              <a:xfrm>
                <a:off x="6033552" y="4195343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5429593" y="4466949"/>
                <a:ext cx="3433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5754366" y="4466949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976588" y="4466948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+1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9576594" y="5702358"/>
              <a:ext cx="1481610" cy="582111"/>
              <a:chOff x="6476782" y="4992584"/>
              <a:chExt cx="1481610" cy="582111"/>
            </a:xfrm>
          </p:grpSpPr>
          <p:grpSp>
            <p:nvGrpSpPr>
              <p:cNvPr id="67" name="Group 66"/>
              <p:cNvGrpSpPr/>
              <p:nvPr/>
            </p:nvGrpSpPr>
            <p:grpSpPr>
              <a:xfrm>
                <a:off x="6476782" y="4992585"/>
                <a:ext cx="883145" cy="579383"/>
                <a:chOff x="5429593" y="4195343"/>
                <a:chExt cx="883145" cy="579383"/>
              </a:xfrm>
            </p:grpSpPr>
            <p:sp>
              <p:nvSpPr>
                <p:cNvPr id="72" name="Flowchart: Process 71"/>
                <p:cNvSpPr/>
                <p:nvPr/>
              </p:nvSpPr>
              <p:spPr>
                <a:xfrm>
                  <a:off x="548491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Flowchart: Process 72"/>
                <p:cNvSpPr/>
                <p:nvPr/>
              </p:nvSpPr>
              <p:spPr>
                <a:xfrm>
                  <a:off x="575923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Flowchart: Process 73"/>
                <p:cNvSpPr/>
                <p:nvPr/>
              </p:nvSpPr>
              <p:spPr>
                <a:xfrm>
                  <a:off x="6033552" y="4195343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5429593" y="4466949"/>
                  <a:ext cx="3433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-2</a:t>
                  </a:r>
                </a:p>
              </p:txBody>
            </p:sp>
            <p:sp>
              <p:nvSpPr>
                <p:cNvPr id="76" name="TextBox 75"/>
                <p:cNvSpPr txBox="1"/>
                <p:nvPr/>
              </p:nvSpPr>
              <p:spPr>
                <a:xfrm>
                  <a:off x="5724710" y="4466949"/>
                  <a:ext cx="34336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-1</a:t>
                  </a: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6028686" y="446694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</p:grpSp>
          <p:sp>
            <p:nvSpPr>
              <p:cNvPr id="68" name="Flowchart: Process 67"/>
              <p:cNvSpPr/>
              <p:nvPr/>
            </p:nvSpPr>
            <p:spPr>
              <a:xfrm>
                <a:off x="7354380" y="4992584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Process 68"/>
              <p:cNvSpPr/>
              <p:nvPr/>
            </p:nvSpPr>
            <p:spPr>
              <a:xfrm>
                <a:off x="7628700" y="4992584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7295824" y="5266918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+1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7570144" y="5266917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+2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9550432" y="6337674"/>
              <a:ext cx="2023778" cy="582111"/>
              <a:chOff x="8751071" y="9010137"/>
              <a:chExt cx="2023778" cy="582111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8751071" y="9010137"/>
                <a:ext cx="1481610" cy="582111"/>
                <a:chOff x="6476782" y="4992584"/>
                <a:chExt cx="1481610" cy="582111"/>
              </a:xfrm>
            </p:grpSpPr>
            <p:grpSp>
              <p:nvGrpSpPr>
                <p:cNvPr id="56" name="Group 55"/>
                <p:cNvGrpSpPr/>
                <p:nvPr/>
              </p:nvGrpSpPr>
              <p:grpSpPr>
                <a:xfrm>
                  <a:off x="6476782" y="4992585"/>
                  <a:ext cx="912801" cy="579383"/>
                  <a:chOff x="5429593" y="4195343"/>
                  <a:chExt cx="912801" cy="579383"/>
                </a:xfrm>
              </p:grpSpPr>
              <p:sp>
                <p:nvSpPr>
                  <p:cNvPr id="61" name="Flowchart: Process 60"/>
                  <p:cNvSpPr/>
                  <p:nvPr/>
                </p:nvSpPr>
                <p:spPr>
                  <a:xfrm>
                    <a:off x="548491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" name="Flowchart: Process 61"/>
                  <p:cNvSpPr/>
                  <p:nvPr/>
                </p:nvSpPr>
                <p:spPr>
                  <a:xfrm>
                    <a:off x="575923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Flowchart: Process 62"/>
                  <p:cNvSpPr/>
                  <p:nvPr/>
                </p:nvSpPr>
                <p:spPr>
                  <a:xfrm>
                    <a:off x="6033552" y="4195343"/>
                    <a:ext cx="274320" cy="271606"/>
                  </a:xfrm>
                  <a:prstGeom prst="flowChartProcess">
                    <a:avLst/>
                  </a:prstGeom>
                  <a:solidFill>
                    <a:schemeClr val="bg1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TextBox 63"/>
                  <p:cNvSpPr txBox="1"/>
                  <p:nvPr/>
                </p:nvSpPr>
                <p:spPr>
                  <a:xfrm>
                    <a:off x="5429593" y="4466949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-3</a:t>
                    </a:r>
                  </a:p>
                </p:txBody>
              </p: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5724710" y="4466949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-2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5999030" y="4466948"/>
                    <a:ext cx="34336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-1</a:t>
                    </a:r>
                  </a:p>
                </p:txBody>
              </p:sp>
            </p:grpSp>
            <p:sp>
              <p:nvSpPr>
                <p:cNvPr id="57" name="Flowchart: Process 56"/>
                <p:cNvSpPr/>
                <p:nvPr/>
              </p:nvSpPr>
              <p:spPr>
                <a:xfrm>
                  <a:off x="7352788" y="4992584"/>
                  <a:ext cx="274320" cy="274320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Flowchart: Process 57"/>
                <p:cNvSpPr/>
                <p:nvPr/>
              </p:nvSpPr>
              <p:spPr>
                <a:xfrm>
                  <a:off x="7624450" y="4992584"/>
                  <a:ext cx="274320" cy="271606"/>
                </a:xfrm>
                <a:prstGeom prst="flowChartProcess">
                  <a:avLst/>
                </a:prstGeom>
                <a:solidFill>
                  <a:schemeClr val="bg1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7347922" y="52669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7570144" y="5266917"/>
                  <a:ext cx="38824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+1</a:t>
                  </a:r>
                </a:p>
              </p:txBody>
            </p:sp>
          </p:grpSp>
          <p:sp>
            <p:nvSpPr>
              <p:cNvPr id="52" name="Flowchart: Process 51"/>
              <p:cNvSpPr/>
              <p:nvPr/>
            </p:nvSpPr>
            <p:spPr>
              <a:xfrm>
                <a:off x="10168328" y="9010137"/>
                <a:ext cx="274320" cy="274320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lowchart: Process 52"/>
              <p:cNvSpPr/>
              <p:nvPr/>
            </p:nvSpPr>
            <p:spPr>
              <a:xfrm>
                <a:off x="10439990" y="9010137"/>
                <a:ext cx="274320" cy="271606"/>
              </a:xfrm>
              <a:prstGeom prst="flowChartProcess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10112281" y="9271772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+2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0386601" y="9271771"/>
                <a:ext cx="38824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+3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168958" y="4110643"/>
              <a:ext cx="10115454" cy="2704670"/>
              <a:chOff x="168958" y="4210393"/>
              <a:chExt cx="10115454" cy="2704670"/>
            </a:xfrm>
          </p:grpSpPr>
          <p:sp>
            <p:nvSpPr>
              <p:cNvPr id="46" name="TextBox 45"/>
              <p:cNvSpPr txBox="1"/>
              <p:nvPr/>
            </p:nvSpPr>
            <p:spPr>
              <a:xfrm>
                <a:off x="168958" y="4314110"/>
                <a:ext cx="11544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2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1323441" y="4210393"/>
                <a:ext cx="8488221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0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1 orbital s                                   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1323441" y="4847191"/>
                <a:ext cx="8342348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1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</a:t>
                </a:r>
                <a:r>
                  <a:rPr lang="en-US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-1,0,+1 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3 orbital p                          </a:t>
                </a:r>
                <a:endPara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1323441" y="5556065"/>
                <a:ext cx="8305479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2 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m</a:t>
                </a:r>
                <a:r>
                  <a:rPr lang="en-US" sz="2800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= -2, -1, 0, +1, +2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5 orbital d           </a:t>
                </a:r>
                <a:endPara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Text Box 5">
                <a:extLst>
                  <a:ext uri="{FF2B5EF4-FFF2-40B4-BE49-F238E27FC236}">
                    <a16:creationId xmlns="" xmlns:a16="http://schemas.microsoft.com/office/drawing/2014/main" id="{3ABC57AB-8128-2048-8C7B-73757E401B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2409" y="6176399"/>
                <a:ext cx="8992003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VNI-Times" pitchFamily="2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Aft>
                    <a:spcPts val="2400"/>
                  </a:spcAft>
                  <a:defRPr/>
                </a:pP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ℓ = 3 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 m</a:t>
                </a:r>
                <a:r>
                  <a:rPr lang="en-US" sz="2800" b="0" baseline="-2500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 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 -3, -2, -1, 0, +1, +2, +3  </a:t>
                </a:r>
                <a:r>
                  <a:rPr lang="en-US" sz="2800" b="0" dirty="0" err="1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có</a:t>
                </a:r>
                <a:r>
                  <a:rPr lang="en-US" sz="2800" b="0" dirty="0">
                    <a:solidFill>
                      <a:srgbClr val="008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7 orbital f   </a:t>
                </a:r>
                <a:endParaRPr lang="en-US" sz="2800" b="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Flowchart: Process 44"/>
            <p:cNvSpPr/>
            <p:nvPr/>
          </p:nvSpPr>
          <p:spPr>
            <a:xfrm>
              <a:off x="9604641" y="4423282"/>
              <a:ext cx="274320" cy="271606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427148" y="5484808"/>
            <a:ext cx="69101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 = 0 → m</a:t>
            </a:r>
            <a:r>
              <a:rPr lang="en-US" altLang="zh-TW" sz="2800" b="1" u="sng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0 → </a:t>
            </a: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 </a:t>
            </a:r>
            <a:r>
              <a:rPr lang="en-US" altLang="zh-TW" sz="28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 orbital s</a:t>
            </a:r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33" y="4872482"/>
            <a:ext cx="3664208" cy="185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4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215877" y="937186"/>
            <a:ext cx="9762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1 → m</a:t>
            </a:r>
            <a:r>
              <a:rPr lang="en-US" altLang="zh-TW" sz="32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0, ±1 →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p </a:t>
            </a:r>
            <a:r>
              <a:rPr lang="en-US" altLang="zh-TW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3 orbital p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120577" y="1899776"/>
            <a:ext cx="6387161" cy="4360026"/>
            <a:chOff x="215877" y="1826247"/>
            <a:chExt cx="6387161" cy="4360026"/>
          </a:xfrm>
        </p:grpSpPr>
        <p:grpSp>
          <p:nvGrpSpPr>
            <p:cNvPr id="36" name="Group 35"/>
            <p:cNvGrpSpPr/>
            <p:nvPr/>
          </p:nvGrpSpPr>
          <p:grpSpPr>
            <a:xfrm>
              <a:off x="215877" y="1826247"/>
              <a:ext cx="5933085" cy="4317841"/>
              <a:chOff x="573505" y="1889317"/>
              <a:chExt cx="7315200" cy="4409535"/>
            </a:xfrm>
          </p:grpSpPr>
          <p:pic>
            <p:nvPicPr>
              <p:cNvPr id="39" name="Picture 3" descr="FG07_26">
                <a:extLst>
                  <a:ext uri="{FF2B5EF4-FFF2-40B4-BE49-F238E27FC236}">
                    <a16:creationId xmlns="" xmlns:a16="http://schemas.microsoft.com/office/drawing/2014/main" id="{DAB0B620-9FB8-4661-91D0-1219E1E24A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333"/>
              <a:stretch>
                <a:fillRect/>
              </a:stretch>
            </p:blipFill>
            <p:spPr bwMode="auto">
              <a:xfrm>
                <a:off x="573505" y="1889317"/>
                <a:ext cx="7315200" cy="3406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" name="Text Box 8">
                <a:extLst>
                  <a:ext uri="{FF2B5EF4-FFF2-40B4-BE49-F238E27FC236}">
                    <a16:creationId xmlns="" xmlns:a16="http://schemas.microsoft.com/office/drawing/2014/main" id="{C51771A9-5C54-4DC4-8124-21A450EC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2219" y="5638796"/>
                <a:ext cx="2672836" cy="660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m</a:t>
                </a:r>
                <a:r>
                  <a:rPr lang="en-US" altLang="en-US" sz="3600" baseline="-250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ℓ  </a:t>
                </a: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=  ± 1</a:t>
                </a:r>
              </a:p>
            </p:txBody>
          </p:sp>
          <p:sp>
            <p:nvSpPr>
              <p:cNvPr id="41" name="Left Brace 1">
                <a:extLst>
                  <a:ext uri="{FF2B5EF4-FFF2-40B4-BE49-F238E27FC236}">
                    <a16:creationId xmlns="" xmlns:a16="http://schemas.microsoft.com/office/drawing/2014/main" id="{2AEED1C7-55D5-431C-9952-DAF7C483DD24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124518" y="4147375"/>
                <a:ext cx="427235" cy="2555607"/>
              </a:xfrm>
              <a:prstGeom prst="leftBrace">
                <a:avLst>
                  <a:gd name="adj1" fmla="val 8313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VNI-Times" pitchFamily="2" charset="0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="" xmlns:a16="http://schemas.microsoft.com/office/drawing/2014/main" id="{C51771A9-5C54-4DC4-8124-21A450ECF4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3167" y="5638795"/>
                <a:ext cx="2395369" cy="6600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m</a:t>
                </a:r>
                <a:r>
                  <a:rPr lang="en-US" altLang="en-US" sz="3600" baseline="-250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ℓ  </a:t>
                </a:r>
                <a:r>
                  <a:rPr lang="en-US" altLang="en-US" sz="3600" dirty="0">
                    <a:solidFill>
                      <a:srgbClr val="141CB8"/>
                    </a:solidFill>
                    <a:cs typeface="Times New Roman" panose="02020603050405020304" pitchFamily="18" charset="0"/>
                  </a:rPr>
                  <a:t>=  ± 0</a:t>
                </a:r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4806192" y="4985944"/>
              <a:ext cx="179684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bố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</a:t>
              </a:r>
              <a:r>
                <a:rPr lang="en-US" sz="2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trên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orbital p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3904313" y="4023701"/>
              <a:ext cx="1111909" cy="1055705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303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6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215876" y="937186"/>
            <a:ext cx="101954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altLang="zh-TW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 = 2 → m</a:t>
            </a:r>
            <a:r>
              <a:rPr lang="en-US" altLang="zh-TW" sz="2800" b="1" u="sng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</a:t>
            </a:r>
            <a:r>
              <a:rPr lang="en-US" altLang="zh-TW" sz="2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= 0, ±1, ±2 → </a:t>
            </a:r>
            <a:r>
              <a:rPr lang="en-US" altLang="zh-TW" sz="28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phân</a:t>
            </a:r>
            <a:r>
              <a:rPr lang="en-US" altLang="zh-TW" sz="2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8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lớp</a:t>
            </a:r>
            <a:r>
              <a:rPr lang="en-US" altLang="zh-TW" sz="2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d </a:t>
            </a:r>
            <a:r>
              <a:rPr lang="en-US" altLang="zh-TW" sz="28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có</a:t>
            </a:r>
            <a:r>
              <a:rPr lang="en-US" altLang="zh-TW" sz="2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5 orbital d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1051151" y="1460406"/>
            <a:ext cx="9360174" cy="5248447"/>
            <a:chOff x="-545580" y="655023"/>
            <a:chExt cx="9360174" cy="5248447"/>
          </a:xfrm>
        </p:grpSpPr>
        <p:pic>
          <p:nvPicPr>
            <p:cNvPr id="88" name="Picture 2" descr="FG07_27">
              <a:extLst>
                <a:ext uri="{FF2B5EF4-FFF2-40B4-BE49-F238E27FC236}">
                  <a16:creationId xmlns="" xmlns:a16="http://schemas.microsoft.com/office/drawing/2014/main" id="{815303B1-586C-40C4-B67A-0A30FC180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02"/>
            <a:stretch>
              <a:fillRect/>
            </a:stretch>
          </p:blipFill>
          <p:spPr bwMode="auto">
            <a:xfrm>
              <a:off x="224631" y="1231900"/>
              <a:ext cx="8589963" cy="4645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Text Box 6">
              <a:extLst>
                <a:ext uri="{FF2B5EF4-FFF2-40B4-BE49-F238E27FC236}">
                  <a16:creationId xmlns="" xmlns:a16="http://schemas.microsoft.com/office/drawing/2014/main" id="{7F9AC55E-3B20-4F07-B6A4-A88C450AE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3896" y="4262199"/>
              <a:ext cx="1524000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0</a:t>
              </a:r>
            </a:p>
          </p:txBody>
        </p:sp>
        <p:sp>
          <p:nvSpPr>
            <p:cNvPr id="90" name="Text Box 7">
              <a:extLst>
                <a:ext uri="{FF2B5EF4-FFF2-40B4-BE49-F238E27FC236}">
                  <a16:creationId xmlns="" xmlns:a16="http://schemas.microsoft.com/office/drawing/2014/main" id="{3B4251EB-BF31-49CA-8DEC-8C8B6D047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7429" y="655023"/>
              <a:ext cx="1905000" cy="584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altLang="en-US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1</a:t>
              </a:r>
            </a:p>
          </p:txBody>
        </p:sp>
        <p:sp>
          <p:nvSpPr>
            <p:cNvPr id="91" name="Text Box 9">
              <a:extLst>
                <a:ext uri="{FF2B5EF4-FFF2-40B4-BE49-F238E27FC236}">
                  <a16:creationId xmlns="" xmlns:a16="http://schemas.microsoft.com/office/drawing/2014/main" id="{F346D3CD-0D96-4B2A-8831-630554FCF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-1097564" y="3238733"/>
              <a:ext cx="1627188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en-US" sz="2800" baseline="-250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ℓ </a:t>
              </a: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</a:t>
              </a:r>
              <a:r>
                <a:rPr lang="en-US" altLang="en-US" sz="2800" dirty="0">
                  <a:solidFill>
                    <a:srgbClr val="141CB8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 2</a:t>
              </a:r>
            </a:p>
          </p:txBody>
        </p:sp>
        <p:sp>
          <p:nvSpPr>
            <p:cNvPr id="92" name="TextBox 10">
              <a:extLst>
                <a:ext uri="{FF2B5EF4-FFF2-40B4-BE49-F238E27FC236}">
                  <a16:creationId xmlns="" xmlns:a16="http://schemas.microsoft.com/office/drawing/2014/main" id="{E3C192F3-CDC3-4291-B219-B34CAB393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854" y="4036408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3" name="TextBox 11">
              <a:extLst>
                <a:ext uri="{FF2B5EF4-FFF2-40B4-BE49-F238E27FC236}">
                  <a16:creationId xmlns="" xmlns:a16="http://schemas.microsoft.com/office/drawing/2014/main" id="{5A59F1E9-D606-44EF-90E0-CB2186063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474" y="2008842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4" name="TextBox 12">
              <a:extLst>
                <a:ext uri="{FF2B5EF4-FFF2-40B4-BE49-F238E27FC236}">
                  <a16:creationId xmlns="" xmlns:a16="http://schemas.microsoft.com/office/drawing/2014/main" id="{9C6D1C42-0EA5-49FC-8E86-C4963EC4D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050" y="1873054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5" name="TextBox 13">
              <a:extLst>
                <a:ext uri="{FF2B5EF4-FFF2-40B4-BE49-F238E27FC236}">
                  <a16:creationId xmlns="" xmlns:a16="http://schemas.microsoft.com/office/drawing/2014/main" id="{D3948624-31C0-46FA-9639-72E96C8B3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417" y="2344549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6" name="TextBox 14">
              <a:extLst>
                <a:ext uri="{FF2B5EF4-FFF2-40B4-BE49-F238E27FC236}">
                  <a16:creationId xmlns="" xmlns:a16="http://schemas.microsoft.com/office/drawing/2014/main" id="{55DCAAC5-82FD-424D-9DBC-1AA56634A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4388" y="1821329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7" name="TextBox 15">
              <a:extLst>
                <a:ext uri="{FF2B5EF4-FFF2-40B4-BE49-F238E27FC236}">
                  <a16:creationId xmlns="" xmlns:a16="http://schemas.microsoft.com/office/drawing/2014/main" id="{1A137426-F8E6-45AE-8270-6B6BCB2A8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9661" y="2403803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8" name="TextBox 16">
              <a:extLst>
                <a:ext uri="{FF2B5EF4-FFF2-40B4-BE49-F238E27FC236}">
                  <a16:creationId xmlns="" xmlns:a16="http://schemas.microsoft.com/office/drawing/2014/main" id="{9ABDCF19-A394-4A7A-8AC5-B3CEF2E71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6111" y="1649225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99" name="TextBox 17">
              <a:extLst>
                <a:ext uri="{FF2B5EF4-FFF2-40B4-BE49-F238E27FC236}">
                  <a16:creationId xmlns="" xmlns:a16="http://schemas.microsoft.com/office/drawing/2014/main" id="{B28D0538-4DE4-4F30-B87B-A5E710966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2287" y="4521200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00" name="TextBox 18">
              <a:extLst>
                <a:ext uri="{FF2B5EF4-FFF2-40B4-BE49-F238E27FC236}">
                  <a16:creationId xmlns="" xmlns:a16="http://schemas.microsoft.com/office/drawing/2014/main" id="{B3FC52A1-4011-4D01-B555-11BDC7C7D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434" y="4876393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01" name="TextBox 19">
              <a:extLst>
                <a:ext uri="{FF2B5EF4-FFF2-40B4-BE49-F238E27FC236}">
                  <a16:creationId xmlns="" xmlns:a16="http://schemas.microsoft.com/office/drawing/2014/main" id="{4EE4BC14-240A-4E93-87D3-C58AAC418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637" y="4298018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02" name="TextBox 23">
              <a:extLst>
                <a:ext uri="{FF2B5EF4-FFF2-40B4-BE49-F238E27FC236}">
                  <a16:creationId xmlns="" xmlns:a16="http://schemas.microsoft.com/office/drawing/2014/main" id="{5C9D924C-3904-46E1-8C20-96898474B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0340" y="4428797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3" name="TextBox 24">
              <a:extLst>
                <a:ext uri="{FF2B5EF4-FFF2-40B4-BE49-F238E27FC236}">
                  <a16:creationId xmlns="" xmlns:a16="http://schemas.microsoft.com/office/drawing/2014/main" id="{2A3C4A9A-AFBC-4DEB-999C-BEDF5D455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120" y="4467225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4" name="TextBox 25">
              <a:extLst>
                <a:ext uri="{FF2B5EF4-FFF2-40B4-BE49-F238E27FC236}">
                  <a16:creationId xmlns="" xmlns:a16="http://schemas.microsoft.com/office/drawing/2014/main" id="{E0EA054D-A1FD-4743-A564-D49D03E8E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263" y="4022070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5" name="TextBox 26">
              <a:extLst>
                <a:ext uri="{FF2B5EF4-FFF2-40B4-BE49-F238E27FC236}">
                  <a16:creationId xmlns="" xmlns:a16="http://schemas.microsoft.com/office/drawing/2014/main" id="{C6C864EE-62A3-4820-95EF-F7698E3B4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8899" y="2183606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>
                  <a:latin typeface="VNI-Times" pitchFamily="2" charset="0"/>
                </a:rPr>
                <a:t>-</a:t>
              </a:r>
            </a:p>
          </p:txBody>
        </p:sp>
        <p:sp>
          <p:nvSpPr>
            <p:cNvPr id="106" name="TextBox 27">
              <a:extLst>
                <a:ext uri="{FF2B5EF4-FFF2-40B4-BE49-F238E27FC236}">
                  <a16:creationId xmlns="" xmlns:a16="http://schemas.microsoft.com/office/drawing/2014/main" id="{5A23FF39-6991-4088-98F0-58F598252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385" y="1602737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7" name="TextBox 28">
              <a:extLst>
                <a:ext uri="{FF2B5EF4-FFF2-40B4-BE49-F238E27FC236}">
                  <a16:creationId xmlns="" xmlns:a16="http://schemas.microsoft.com/office/drawing/2014/main" id="{ABC369E2-3B36-4337-8C47-4FD03627D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763" y="1545047"/>
              <a:ext cx="433388" cy="706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8" name="TextBox 29">
              <a:extLst>
                <a:ext uri="{FF2B5EF4-FFF2-40B4-BE49-F238E27FC236}">
                  <a16:creationId xmlns="" xmlns:a16="http://schemas.microsoft.com/office/drawing/2014/main" id="{511EDAE9-2D5E-4D08-B324-98B64A019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9034" y="2235449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09" name="TextBox 30">
              <a:extLst>
                <a:ext uri="{FF2B5EF4-FFF2-40B4-BE49-F238E27FC236}">
                  <a16:creationId xmlns="" xmlns:a16="http://schemas.microsoft.com/office/drawing/2014/main" id="{CA138EBD-5306-4635-82AB-A40DEE70F3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7274" y="1704830"/>
              <a:ext cx="4333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10" name="TextBox 31">
              <a:extLst>
                <a:ext uri="{FF2B5EF4-FFF2-40B4-BE49-F238E27FC236}">
                  <a16:creationId xmlns="" xmlns:a16="http://schemas.microsoft.com/office/drawing/2014/main" id="{1F4F1535-9290-4625-945E-81051FBAE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3048" y="2097833"/>
              <a:ext cx="433388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000" dirty="0">
                  <a:latin typeface="VNI-Times" pitchFamily="2" charset="0"/>
                </a:rPr>
                <a:t>-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="" xmlns:a16="http://schemas.microsoft.com/office/drawing/2014/main" id="{14D2C456-D963-4CF2-AF2C-A0BC0F7C3D26}"/>
                </a:ext>
              </a:extLst>
            </p:cNvPr>
            <p:cNvSpPr/>
            <p:nvPr/>
          </p:nvSpPr>
          <p:spPr bwMode="auto">
            <a:xfrm>
              <a:off x="950120" y="3152274"/>
              <a:ext cx="7057355" cy="375299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NI-Times" pitchFamily="2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="" xmlns:a16="http://schemas.microsoft.com/office/drawing/2014/main" id="{8EDDF7B5-BC76-42D5-8474-0ACE3819D32D}"/>
                </a:ext>
              </a:extLst>
            </p:cNvPr>
            <p:cNvSpPr/>
            <p:nvPr/>
          </p:nvSpPr>
          <p:spPr bwMode="auto">
            <a:xfrm>
              <a:off x="678260" y="5528171"/>
              <a:ext cx="4458112" cy="375299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NI-Times" pitchFamily="2" charset="0"/>
              </a:endParaRPr>
            </a:p>
          </p:txBody>
        </p:sp>
        <p:sp>
          <p:nvSpPr>
            <p:cNvPr id="113" name="Left Brace 1">
              <a:extLst>
                <a:ext uri="{FF2B5EF4-FFF2-40B4-BE49-F238E27FC236}">
                  <a16:creationId xmlns="" xmlns:a16="http://schemas.microsoft.com/office/drawing/2014/main" id="{A9637A24-DD3B-4761-9971-D01B7C0A1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0" y="1418223"/>
              <a:ext cx="375300" cy="4174116"/>
            </a:xfrm>
            <a:prstGeom prst="leftBrace">
              <a:avLst>
                <a:gd name="adj1" fmla="val 831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VNI-Times" pitchFamily="2" charset="0"/>
              </a:endParaRPr>
            </a:p>
          </p:txBody>
        </p:sp>
        <p:sp>
          <p:nvSpPr>
            <p:cNvPr id="114" name="Left Brace 1">
              <a:extLst>
                <a:ext uri="{FF2B5EF4-FFF2-40B4-BE49-F238E27FC236}">
                  <a16:creationId xmlns="" xmlns:a16="http://schemas.microsoft.com/office/drawing/2014/main" id="{99984A6C-66DF-4BA2-96BB-7A1F47FC51B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058568" y="-1250617"/>
              <a:ext cx="328691" cy="4978228"/>
            </a:xfrm>
            <a:prstGeom prst="leftBrace">
              <a:avLst>
                <a:gd name="adj1" fmla="val 8313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dirty="0">
                <a:latin typeface="VNI-Time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705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152494" y="1745049"/>
            <a:ext cx="42906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spin (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</a:t>
            </a:r>
            <a:r>
              <a:rPr lang="en-US" altLang="zh-TW" sz="3200" b="1" u="sng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1601" y="1090827"/>
            <a:ext cx="6934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electron;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1601" y="1806606"/>
            <a:ext cx="5555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1601" y="2522385"/>
            <a:ext cx="27126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±1/2</a:t>
            </a:r>
          </a:p>
        </p:txBody>
      </p:sp>
      <p:sp>
        <p:nvSpPr>
          <p:cNvPr id="2" name="Left Brace 1"/>
          <p:cNvSpPr/>
          <p:nvPr/>
        </p:nvSpPr>
        <p:spPr>
          <a:xfrm>
            <a:off x="4605739" y="1206242"/>
            <a:ext cx="132369" cy="16623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0203273" y="1745049"/>
            <a:ext cx="1836421" cy="1530210"/>
            <a:chOff x="8004284" y="1698286"/>
            <a:chExt cx="3517212" cy="3105246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04284" y="2214721"/>
              <a:ext cx="3517212" cy="2588811"/>
            </a:xfrm>
            <a:prstGeom prst="rect">
              <a:avLst/>
            </a:prstGeom>
          </p:spPr>
        </p:pic>
        <p:sp>
          <p:nvSpPr>
            <p:cNvPr id="12" name="Flowchart: Process 11"/>
            <p:cNvSpPr/>
            <p:nvPr/>
          </p:nvSpPr>
          <p:spPr>
            <a:xfrm>
              <a:off x="8611563" y="1698287"/>
              <a:ext cx="464154" cy="3767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↑</a:t>
              </a:r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10384258" y="1698286"/>
              <a:ext cx="464154" cy="376717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↓</a:t>
              </a:r>
            </a:p>
          </p:txBody>
        </p:sp>
      </p:grpSp>
      <p:sp>
        <p:nvSpPr>
          <p:cNvPr id="18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402821" y="3966958"/>
            <a:ext cx="56932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n ta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32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="" xmlns:a16="http://schemas.microsoft.com/office/drawing/2014/main" id="{50A3A27D-6328-488A-9AE0-D407BBEFC314}"/>
              </a:ext>
            </a:extLst>
          </p:cNvPr>
          <p:cNvSpPr txBox="1">
            <a:spLocks noChangeArrowheads="1"/>
          </p:cNvSpPr>
          <p:nvPr/>
        </p:nvSpPr>
        <p:spPr>
          <a:xfrm>
            <a:off x="6302092" y="3738931"/>
            <a:ext cx="4107179" cy="118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</a:t>
            </a:r>
            <a:r>
              <a:rPr lang="en-US" altLang="en-US" i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111125" algn="l"/>
                <a:tab pos="1939925" algn="l"/>
              </a:tabLst>
              <a:defRPr/>
            </a:pP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2n</a:t>
            </a:r>
            <a:r>
              <a:rPr lang="en-US" altLang="en-US" i="1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82725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111125" algn="l"/>
                <a:tab pos="1939925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Left Brace 20"/>
          <p:cNvSpPr/>
          <p:nvPr/>
        </p:nvSpPr>
        <p:spPr>
          <a:xfrm>
            <a:off x="6139935" y="3801790"/>
            <a:ext cx="196453" cy="10211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矩形 4">
            <a:extLst>
              <a:ext uri="{FF2B5EF4-FFF2-40B4-BE49-F238E27FC236}">
                <a16:creationId xmlns="" xmlns:a16="http://schemas.microsoft.com/office/drawing/2014/main" id="{4142352F-FC7E-4B9F-9637-BBAFCD43BF79}"/>
              </a:ext>
            </a:extLst>
          </p:cNvPr>
          <p:cNvSpPr/>
          <p:nvPr/>
        </p:nvSpPr>
        <p:spPr>
          <a:xfrm>
            <a:off x="402820" y="5650058"/>
            <a:ext cx="56932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Trong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lớp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n,l</a:t>
            </a:r>
            <a:r>
              <a:rPr lang="en-US" altLang="zh-TW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ta </a:t>
            </a:r>
            <a:r>
              <a:rPr lang="en-US" altLang="zh-TW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en-US" sz="32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3200" b="1" u="sng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="" xmlns:a16="http://schemas.microsoft.com/office/drawing/2014/main" id="{50A3A27D-6328-488A-9AE0-D407BBEFC314}"/>
              </a:ext>
            </a:extLst>
          </p:cNvPr>
          <p:cNvSpPr txBox="1">
            <a:spLocks noChangeArrowheads="1"/>
          </p:cNvSpPr>
          <p:nvPr/>
        </p:nvSpPr>
        <p:spPr>
          <a:xfrm>
            <a:off x="6258250" y="5427993"/>
            <a:ext cx="4504444" cy="11814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(2l+1)  </a:t>
            </a:r>
          </a:p>
          <a:p>
            <a:pPr marL="0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111125" algn="l"/>
                <a:tab pos="1939925" algn="l"/>
              </a:tabLst>
              <a:defRPr/>
            </a:pP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altLang="en-US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2(2l+1)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82725" indent="0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111125" algn="l"/>
                <a:tab pos="1939925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8138" indent="-125413" defTabSz="1397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111125" algn="l"/>
                <a:tab pos="1939925" algn="l"/>
              </a:tabLst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" name="Left Brace 24"/>
          <p:cNvSpPr/>
          <p:nvPr/>
        </p:nvSpPr>
        <p:spPr>
          <a:xfrm>
            <a:off x="6096093" y="5490852"/>
            <a:ext cx="196453" cy="10211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1772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1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6" name="TextBox 25"/>
          <p:cNvSpPr txBox="1"/>
          <p:nvPr/>
        </p:nvSpPr>
        <p:spPr>
          <a:xfrm>
            <a:off x="3304231" y="1188701"/>
            <a:ext cx="4493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2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n, l, m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25" y="1785607"/>
            <a:ext cx="2768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43059" y="3133694"/>
            <a:ext cx="8573181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2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Kleshkovski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Pauli;</a:t>
            </a:r>
          </a:p>
          <a:p>
            <a:pPr marL="342900" indent="3175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eft Brace 28"/>
          <p:cNvSpPr/>
          <p:nvPr/>
        </p:nvSpPr>
        <p:spPr>
          <a:xfrm>
            <a:off x="2823179" y="1515699"/>
            <a:ext cx="426128" cy="2105905"/>
          </a:xfrm>
          <a:prstGeom prst="leftBrac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96597" y="3823855"/>
            <a:ext cx="4012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q/t </a:t>
            </a:r>
            <a:r>
              <a:rPr 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Kleshkovski</a:t>
            </a:r>
            <a:r>
              <a:rPr 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151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86033" y="6459785"/>
            <a:ext cx="48118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7063" y="3225995"/>
            <a:ext cx="1146359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5: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Số electron tối đa và số lượng tử chính n của các lớp lượng tử L và N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ớp L: 18e, n = 3; lớp N: 32e, n = 5.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ớp L: 8e, n = 2; lớp N: 32e, n = 4.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L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ớp L: 18e, n = 3; lớp N: 32e, n = 4.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Lớp L: 8e, n = 2; lớp N: 18e, n = 4.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063" y="5065739"/>
            <a:ext cx="1146359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6: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tất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tồn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tại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tập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 = 0, ℓ = 0,</a:t>
            </a:r>
            <a:r>
              <a:rPr lang="pt-BR" i="1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pt-BR" baseline="-25000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    2) n = 5, ℓ = 4, m</a:t>
            </a:r>
            <a:r>
              <a:rPr lang="pt-BR" baseline="-25000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          3) n = 3, ℓ = 2,</a:t>
            </a:r>
            <a:r>
              <a:rPr lang="pt-BR" i="1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pt-BR" baseline="-25000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+3.	          4) n = 6, ℓ = 1, m</a:t>
            </a:r>
            <a:r>
              <a:rPr lang="pt-BR" baseline="-25000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1,3.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2,3.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2,4.	  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1,2,4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7063" y="509577"/>
            <a:ext cx="11448917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orbital 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Orbital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bề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mây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Orbital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quỹ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Orbital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sóng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n, ℓ,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55351" y="96766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14086" y="3673124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14086" y="5923421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9935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8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334107" y="456556"/>
                <a:ext cx="11210191" cy="29909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179388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0" algn="l"/>
                  </a:tabLst>
                </a:pP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</a:t>
                </a:r>
                <a:r>
                  <a:rPr kumimoji="0" lang="pt-BR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7:</a:t>
                </a:r>
                <a:r>
                  <a:rPr kumimoji="0" lang="pt-BR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phát biểu </a:t>
                </a: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Theo cơ học lượng tử: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179388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0" algn="l"/>
                  </a:tabLst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Các orbital nguyên tử d</a:t>
                </a:r>
                <a:r>
                  <a:rPr kumimoji="0" lang="pt-BR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xy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có xác suất gặp electron cực đại dọc theo hai đường phân giác chính của mặt phẳng yOz.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179388" algn="just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0" algn="l"/>
                  </a:tabLst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2) Các orbital nguyên tử d</a:t>
                </a:r>
                <a:r>
                  <a:rPr kumimoji="0" lang="pt-BR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yz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có xác suất gặp electron cực đại dọc theo hai đường phân giác chính của mặt phẳng xOz.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179388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>
                    <a:tab pos="0" algn="l"/>
                  </a:tabLst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3) Các orbital nguyên tử d</a:t>
                </a:r>
                <a:r>
                  <a:rPr kumimoji="0" lang="pt-BR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xz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có xác suất gặp electron cực đại dọc theo hai đường phân giác chính của mặt phẳng xOy.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4) Các orbital nguyên tử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kumimoji="0" lang="pt-BR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0" 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0" 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kumimoji="0" lang="en-US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</m:oMath>
                </a14:m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 xác suất gặp electron cực đại dọc theo các trục Ox và Oy.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5) Các orbital nguyên tử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</m:oMath>
                </a14:m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có xác suất gặp electron cực đại dọc theo trục Oz.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A. </a:t>
                </a:r>
                <a:r>
                  <a:rPr lang="pt-BR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Tất cả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        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B. </a:t>
                </a:r>
                <a:r>
                  <a:rPr lang="pt-BR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Chỉ 1,2,3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C. 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Chỉ 4,5	          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D. </a:t>
                </a:r>
                <a:r>
                  <a:rPr lang="pt-BR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Chỉ 1,2,5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107" y="456556"/>
                <a:ext cx="11210191" cy="2990947"/>
              </a:xfrm>
              <a:prstGeom prst="rect">
                <a:avLst/>
              </a:prstGeom>
              <a:blipFill rotWithShape="0">
                <a:blip r:embed="rId3"/>
                <a:stretch>
                  <a:fillRect l="-489" t="-611" b="-26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34107" y="3742173"/>
            <a:ext cx="11210191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8: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Ở trạng thái cơ bản,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electron ở lớp ngoài cùng trong nguyên tử có Z = 48 được đặc trưng bằng các số lượng tử: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= 4, ℓ = 2,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–2,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+½ và –½.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= 4, ℓ = 2,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+2, chỉ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–½.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= 5, ℓ = 0,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+½ và –½.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= 5, ℓ = 0,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0, chỉ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=  –½.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4107" y="5839617"/>
            <a:ext cx="11210191" cy="684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9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ion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electron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ion </a:t>
            </a:r>
            <a:r>
              <a:rPr lang="en-US" baseline="-25000" dirty="0" smtClean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35</a:t>
            </a:r>
            <a:r>
              <a:rPr lang="en-US" dirty="0" smtClean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Br</a:t>
            </a:r>
            <a:r>
              <a:rPr lang="fr-FR" baseline="30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127000" algn="l"/>
                <a:tab pos="3302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38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Sr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38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Sr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38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Sr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38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Sr</a:t>
            </a:r>
            <a:r>
              <a:rPr lang="pt-BR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492217" y="308488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53539" y="4892095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9095342" y="6169043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8130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8599" y="6459785"/>
            <a:ext cx="50862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9099" y="190731"/>
            <a:ext cx="1123949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10:</a:t>
            </a:r>
            <a:r>
              <a:rPr lang="pt-B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Số lượng tử từ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Cho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AO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Đặc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trưng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AO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thuộc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ℓ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bao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gồm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ℓ ,  … , 0 , … , +ℓ.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098" y="2469869"/>
            <a:ext cx="10975732" cy="1377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11:</a:t>
            </a:r>
            <a:r>
              <a:rPr lang="pt-BR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Cấu hình electron của ion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ở trạng thái không bị kích thích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27000" algn="l"/>
                <a:tab pos="3302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127000" algn="l"/>
                <a:tab pos="3302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9099" y="4017243"/>
            <a:ext cx="11239499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12: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electron,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ℓ.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ô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spin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Ở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nhiều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65046" y="64465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738014" y="344227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46758" y="5153970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931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76305" y="6459785"/>
            <a:ext cx="59091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515" y="394035"/>
            <a:ext cx="1140499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13: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orbital 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3AO hóa trị: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	</a:t>
            </a:r>
            <a:r>
              <a:rPr lang="pt-BR" baseline="-25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1AO hóa trị: 2s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4AO hóa trị: 2s,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r>
              <a:rPr lang="pt-BR" baseline="-25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5AO hóa trị: 1s, 2s,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y,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1515" y="2005583"/>
            <a:ext cx="1140499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14: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Nguyên tử có 3 electron độc thân ở trạng thái cơ bản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1515" y="3186243"/>
            <a:ext cx="11404998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15:</a:t>
            </a:r>
            <a:r>
              <a:rPr lang="fr-F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O</a:t>
            </a:r>
            <a:r>
              <a:rPr lang="es-ES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bital 3p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s-ES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3302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, ℓ,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cần n, ℓ,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cần ℓ,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cần n,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1515" y="4366904"/>
            <a:ext cx="1140499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16: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học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phụ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ℓ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0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(n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1).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AO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lớp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kích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thước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spin m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±½.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55902" y="1251717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55902" y="2464535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2896766" y="3625691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29531" y="523577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210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92211" y="6459785"/>
            <a:ext cx="47500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2383" y="351953"/>
            <a:ext cx="1148413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17: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Cho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1s.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3302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n, ℓ,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n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n, ℓ, m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n,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ℓ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2383" y="1652755"/>
            <a:ext cx="1148413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18: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phát biểu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Orbital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của nguyên tử carbon có dạng hai khối cầu biến dạng tiếp xúc nhau, nghĩa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Khoảng cách của electron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đến hạt nhân carbon luôn luôn không đổi.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Xác suất phân bố của electron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theo trục x là lớn nhất.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Electron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chỉ di chuyển tại vùng không gian bên trong hai khối cầu ấy.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Quỹ đạo chuyển động của electron 2p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có dạng hai khối cầu biến dạng tiếp xúc nhau.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2383" y="4246220"/>
            <a:ext cx="1148413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19: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trường hợp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Số AO ứng với </a:t>
            </a:r>
            <a:r>
              <a:rPr lang="pt-BR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 = 5, l = 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 = 4, l =2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pt-BR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 = 3, l = 0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lần lượt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2743200" algn="l"/>
                <a:tab pos="5084763" algn="l"/>
                <a:tab pos="8001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25, 16, 9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1, 1, 1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7, 5, 1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5, 3, 1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107078" y="78666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46174" y="2521627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411366" y="4691303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322383" y="5658342"/>
            <a:ext cx="1148413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trường hợp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Số AO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tối đa có thể có tương ứng 2p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3d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xy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4d, n = 2 và n = 4</a:t>
            </a:r>
            <a:r>
              <a:rPr lang="pt-BR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lần lượt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2743200" algn="l"/>
                <a:tab pos="5486400" algn="l"/>
                <a:tab pos="82296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2, 3, 4, 2, 4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1, 1,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5, 4, 16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3, 5, 1, 11, 9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1, 5, 4, 16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075098" y="6093453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082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 animBg="1"/>
      <p:bldP spid="9" grpId="0" animBg="1"/>
      <p:bldP spid="11" grpId="0" animBg="1"/>
      <p:bldP spid="13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32219" y="6459785"/>
            <a:ext cx="53500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3764" y="1620096"/>
            <a:ext cx="11257081" cy="1779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22: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Ion X</a:t>
            </a:r>
            <a:r>
              <a:rPr lang="en-US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3p</a:t>
            </a:r>
            <a:r>
              <a:rPr lang="en-US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CUỐI CÙNG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orbital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+ℓ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spin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3, ℓ = 2,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–1,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+½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3, ℓ = 2,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+1,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+½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3, ℓ = 1,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–½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4, ℓ = 1, m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ℓ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–1,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–½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5476" y="3878435"/>
            <a:ext cx="11230707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23:</a:t>
            </a:r>
            <a:r>
              <a:rPr lang="pt-B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dãy các ký hiệu phân lớp lượng tử </a:t>
            </a: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2s, 7d, 4f, 3p, 4d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1s, 5d, 4s, 2p, 3f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5p, 3s, 4d, 2d, 1p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3g, 5f, 4p, 3d, 4s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82052" y="3026005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87061" y="432099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Rectangle 10"/>
          <p:cNvSpPr/>
          <p:nvPr/>
        </p:nvSpPr>
        <p:spPr>
          <a:xfrm>
            <a:off x="463764" y="5162272"/>
            <a:ext cx="1123070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24:</a:t>
            </a:r>
            <a:r>
              <a:rPr lang="pt-BR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 đúng. Chọn cấu hình elecrton của ion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29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2+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và ion 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trong các cấu hình sau: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2)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8		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5)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			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6) 1s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3s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3p</a:t>
            </a:r>
            <a:r>
              <a:rPr lang="pt-B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pt-B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v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 5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 và 5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 và 6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 và 5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880023" y="6469774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445476" y="295266"/>
            <a:ext cx="113698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21: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thứ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tự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tuần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47.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3302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5s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5s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5p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5p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        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4d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5s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8213651" y="101734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895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2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9" name="Group 8"/>
          <p:cNvGrpSpPr/>
          <p:nvPr/>
        </p:nvGrpSpPr>
        <p:grpSpPr>
          <a:xfrm>
            <a:off x="66701" y="836712"/>
            <a:ext cx="12052121" cy="5000254"/>
            <a:chOff x="72170" y="687555"/>
            <a:chExt cx="12052121" cy="50002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170" y="687555"/>
              <a:ext cx="12052121" cy="5000254"/>
            </a:xfrm>
            <a:prstGeom prst="rect">
              <a:avLst/>
            </a:prstGeom>
          </p:spPr>
        </p:pic>
        <p:sp>
          <p:nvSpPr>
            <p:cNvPr id="11" name="Curved Up Arrow 10"/>
            <p:cNvSpPr/>
            <p:nvPr/>
          </p:nvSpPr>
          <p:spPr>
            <a:xfrm rot="16200000">
              <a:off x="2627368" y="4167220"/>
              <a:ext cx="1120156" cy="317538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Curved Up Arrow 11"/>
            <p:cNvSpPr/>
            <p:nvPr/>
          </p:nvSpPr>
          <p:spPr>
            <a:xfrm rot="16200000">
              <a:off x="2552134" y="4643325"/>
              <a:ext cx="1335521" cy="382433"/>
            </a:xfrm>
            <a:prstGeom prst="curvedUpArrow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3196424" y="3371353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3205697" y="378614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197750" y="4255274"/>
              <a:ext cx="3482672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8301162" y="2567830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8301162" y="295779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8301161" y="3375328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8301161" y="3799922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8301161" y="4216413"/>
              <a:ext cx="2259495" cy="7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92912" y="5957803"/>
            <a:ext cx="6337411" cy="870783"/>
            <a:chOff x="3510390" y="4620096"/>
            <a:chExt cx="6337411" cy="87078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xmlns="" id="{CE1FED3E-2286-A340-FC20-68B4D64E8308}"/>
                </a:ext>
              </a:extLst>
            </p:cNvPr>
            <p:cNvSpPr/>
            <p:nvPr/>
          </p:nvSpPr>
          <p:spPr>
            <a:xfrm>
              <a:off x="3510390" y="4620096"/>
              <a:ext cx="633741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2400" b="1" u="sng" dirty="0">
                  <a:latin typeface="Arial" charset="0"/>
                  <a:cs typeface="Arial" charset="0"/>
                </a:rPr>
                <a:t>Chu </a:t>
              </a:r>
              <a:r>
                <a:rPr lang="en-US" sz="2400" b="1" u="sng" dirty="0" err="1" smtClean="0">
                  <a:latin typeface="Arial" charset="0"/>
                  <a:cs typeface="Arial" charset="0"/>
                </a:rPr>
                <a:t>kỳ</a:t>
              </a:r>
              <a:r>
                <a:rPr lang="en-US" sz="2400" b="1" dirty="0" smtClean="0">
                  <a:latin typeface="Arial" charset="0"/>
                  <a:cs typeface="Arial" charset="0"/>
                </a:rPr>
                <a:t>: </a:t>
              </a:r>
              <a:r>
                <a:rPr lang="en-US" sz="2400" dirty="0" smtClean="0">
                  <a:solidFill>
                    <a:srgbClr val="FF0000"/>
                  </a:solidFill>
                  <a:latin typeface="Arial" charset="0"/>
                  <a:cs typeface="Arial" charset="0"/>
                </a:rPr>
                <a:t>Kim </a:t>
              </a:r>
              <a:r>
                <a:rPr lang="en-US" sz="2400" dirty="0" err="1">
                  <a:solidFill>
                    <a:srgbClr val="FF0000"/>
                  </a:solidFill>
                  <a:latin typeface="Arial" charset="0"/>
                  <a:cs typeface="Arial" charset="0"/>
                </a:rPr>
                <a:t>loại</a:t>
              </a:r>
              <a:r>
                <a:rPr lang="en-US" sz="2400" dirty="0">
                  <a:latin typeface="Arial" charset="0"/>
                  <a:cs typeface="Arial" charset="0"/>
                </a:rPr>
                <a:t> ⇢ Phi </a:t>
              </a:r>
              <a:r>
                <a:rPr lang="en-US" sz="2400" dirty="0" err="1">
                  <a:latin typeface="Arial" charset="0"/>
                  <a:cs typeface="Arial" charset="0"/>
                </a:rPr>
                <a:t>kim</a:t>
              </a:r>
              <a:r>
                <a:rPr lang="en-US" sz="2400" dirty="0">
                  <a:latin typeface="Arial" charset="0"/>
                  <a:cs typeface="Arial" charset="0"/>
                </a:rPr>
                <a:t> ⇢ </a:t>
              </a:r>
              <a:r>
                <a:rPr lang="en-US" sz="2400" dirty="0" err="1">
                  <a:solidFill>
                    <a:schemeClr val="accent5"/>
                  </a:solidFill>
                  <a:latin typeface="Arial" charset="0"/>
                  <a:cs typeface="Arial" charset="0"/>
                </a:rPr>
                <a:t>Khí</a:t>
              </a:r>
              <a:r>
                <a:rPr lang="en-US" sz="2400" dirty="0">
                  <a:solidFill>
                    <a:schemeClr val="accent5"/>
                  </a:solidFill>
                  <a:latin typeface="Arial" charset="0"/>
                  <a:cs typeface="Arial" charset="0"/>
                </a:rPr>
                <a:t> </a:t>
              </a:r>
              <a:r>
                <a:rPr lang="en-US" sz="2400" dirty="0" err="1">
                  <a:solidFill>
                    <a:schemeClr val="accent5"/>
                  </a:solidFill>
                  <a:latin typeface="Arial" charset="0"/>
                  <a:cs typeface="Arial" charset="0"/>
                </a:rPr>
                <a:t>trơ</a:t>
              </a:r>
              <a:endParaRPr lang="en-US" sz="2400" dirty="0">
                <a:solidFill>
                  <a:schemeClr val="accent5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26379" y="5029214"/>
              <a:ext cx="332655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Ngoại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trừ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CK 1 (H, He))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CE1FED3E-2286-A340-FC20-68B4D64E8308}"/>
              </a:ext>
            </a:extLst>
          </p:cNvPr>
          <p:cNvSpPr/>
          <p:nvPr/>
        </p:nvSpPr>
        <p:spPr>
          <a:xfrm>
            <a:off x="5986333" y="5969072"/>
            <a:ext cx="5536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400" b="1" u="sng" dirty="0" err="1">
                <a:latin typeface="Arial" charset="0"/>
                <a:cs typeface="Arial" charset="0"/>
              </a:rPr>
              <a:t>Nhóm</a:t>
            </a:r>
            <a:r>
              <a:rPr lang="en-US" sz="2400" b="1" dirty="0">
                <a:latin typeface="Arial" charset="0"/>
                <a:cs typeface="Arial" charset="0"/>
              </a:rPr>
              <a:t>: </a:t>
            </a:r>
            <a:r>
              <a:rPr lang="en-US" sz="2400" dirty="0" err="1" smtClean="0">
                <a:solidFill>
                  <a:srgbClr val="CC00CC"/>
                </a:solidFill>
                <a:latin typeface="Arial" charset="0"/>
                <a:cs typeface="Arial" charset="0"/>
              </a:rPr>
              <a:t>Cùng</a:t>
            </a:r>
            <a:r>
              <a:rPr lang="en-US" sz="2400" dirty="0" smtClean="0">
                <a:solidFill>
                  <a:srgbClr val="CC00CC"/>
                </a:solidFill>
                <a:latin typeface="Arial" charset="0"/>
                <a:cs typeface="Arial" charset="0"/>
              </a:rPr>
              <a:t> VEs </a:t>
            </a:r>
            <a:r>
              <a:rPr lang="en-US" sz="2400" dirty="0">
                <a:latin typeface="Arial" charset="0"/>
                <a:cs typeface="Arial" charset="0"/>
              </a:rPr>
              <a:t>⇢ </a:t>
            </a:r>
            <a:r>
              <a:rPr lang="en-US" sz="2400" dirty="0" smtClean="0">
                <a:solidFill>
                  <a:srgbClr val="00B050"/>
                </a:solidFill>
                <a:latin typeface="Arial" charset="0"/>
                <a:cs typeface="Arial" charset="0"/>
              </a:rPr>
              <a:t>Giống </a:t>
            </a:r>
            <a:r>
              <a:rPr lang="en-US" sz="2400" dirty="0" err="1" smtClean="0">
                <a:solidFill>
                  <a:srgbClr val="00B050"/>
                </a:solidFill>
                <a:latin typeface="Arial" charset="0"/>
                <a:cs typeface="Arial" charset="0"/>
              </a:rPr>
              <a:t>tính</a:t>
            </a:r>
            <a:r>
              <a:rPr lang="en-US" sz="2400" dirty="0" smtClean="0">
                <a:solidFill>
                  <a:srgbClr val="00B050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Arial" charset="0"/>
                <a:cs typeface="Arial" charset="0"/>
              </a:rPr>
              <a:t>chất</a:t>
            </a:r>
            <a:r>
              <a:rPr lang="en-US" sz="2400" dirty="0" smtClean="0">
                <a:solidFill>
                  <a:srgbClr val="00B050"/>
                </a:solidFill>
                <a:latin typeface="Arial" charset="0"/>
                <a:cs typeface="Arial" charset="0"/>
              </a:rPr>
              <a:t>   </a:t>
            </a:r>
            <a:endParaRPr lang="en-US" sz="2400" dirty="0">
              <a:solidFill>
                <a:srgbClr val="00B050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36484" y="5065989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b="1" i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(VEs)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5017" y="4662588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43154" y="5023914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endParaRPr lang="en-US" dirty="0">
              <a:solidFill>
                <a:srgbClr val="CC00CC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38580" y="5454194"/>
            <a:ext cx="4025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ns</a:t>
            </a:r>
            <a:r>
              <a:rPr lang="en-US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(n-1)d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ngtố</a:t>
            </a:r>
            <a:r>
              <a:rPr lang="en-US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b="1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b="1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6092983" y="4906079"/>
            <a:ext cx="392677" cy="349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6092983" y="5262300"/>
            <a:ext cx="357795" cy="1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092983" y="5278074"/>
            <a:ext cx="357795" cy="346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ight Brace 39"/>
          <p:cNvSpPr/>
          <p:nvPr/>
        </p:nvSpPr>
        <p:spPr>
          <a:xfrm>
            <a:off x="8290364" y="4726340"/>
            <a:ext cx="243893" cy="6586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555493" y="4883492"/>
            <a:ext cx="168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Nhóm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chính</a:t>
            </a:r>
            <a:r>
              <a:rPr lang="en-US" b="1" dirty="0" smtClean="0">
                <a:solidFill>
                  <a:srgbClr val="FF0000"/>
                </a:solidFill>
              </a:rPr>
              <a:t> (A)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2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2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4934" y="1110466"/>
            <a:ext cx="7535333" cy="5349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Times New Roman" pitchFamily="18" charset="0"/>
              <a:buAutoNum type="arabicPeriod"/>
            </a:pPr>
            <a:r>
              <a:rPr lang="en-US" sz="4000" dirty="0" err="1">
                <a:solidFill>
                  <a:srgbClr val="7030A0"/>
                </a:solidFill>
                <a:latin typeface="Arial" charset="0"/>
                <a:cs typeface="Arial" charset="0"/>
              </a:rPr>
              <a:t>Tính</a:t>
            </a:r>
            <a:r>
              <a:rPr lang="en-US" sz="4000" dirty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7030A0"/>
                </a:solidFill>
                <a:latin typeface="Arial" charset="0"/>
                <a:cs typeface="Arial" charset="0"/>
              </a:rPr>
              <a:t>chất</a:t>
            </a:r>
            <a:r>
              <a:rPr lang="en-US" sz="4000" dirty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7030A0"/>
                </a:solidFill>
                <a:latin typeface="Arial" charset="0"/>
                <a:cs typeface="Arial" charset="0"/>
              </a:rPr>
              <a:t>chung</a:t>
            </a:r>
            <a:endParaRPr lang="en-US" sz="4000" dirty="0">
              <a:solidFill>
                <a:srgbClr val="7030A0"/>
              </a:solidFill>
              <a:latin typeface="Arial" charset="0"/>
              <a:cs typeface="Arial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Times New Roman" pitchFamily="18" charset="0"/>
              <a:buAutoNum type="arabicPeriod"/>
            </a:pPr>
            <a:r>
              <a:rPr lang="en-US" sz="4000" dirty="0" err="1">
                <a:solidFill>
                  <a:srgbClr val="FF0000"/>
                </a:solidFill>
                <a:latin typeface="Arial" charset="0"/>
                <a:cs typeface="Arial" charset="0"/>
              </a:rPr>
              <a:t>Bán</a:t>
            </a: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 charset="0"/>
                <a:cs typeface="Arial" charset="0"/>
              </a:rPr>
              <a:t>kính</a:t>
            </a: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 charset="0"/>
                <a:cs typeface="Arial" charset="0"/>
              </a:rPr>
              <a:t>nguyên</a:t>
            </a: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 charset="0"/>
                <a:cs typeface="Arial" charset="0"/>
              </a:rPr>
              <a:t>tử</a:t>
            </a: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Arial" charset="0"/>
                <a:cs typeface="Arial" charset="0"/>
              </a:rPr>
              <a:t>và</a:t>
            </a:r>
            <a:r>
              <a:rPr lang="en-US" sz="4000" dirty="0">
                <a:solidFill>
                  <a:srgbClr val="FF0000"/>
                </a:solidFill>
                <a:latin typeface="Arial" charset="0"/>
                <a:cs typeface="Arial" charset="0"/>
              </a:rPr>
              <a:t> ion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Times New Roman" pitchFamily="18" charset="0"/>
              <a:buAutoNum type="arabicPeriod"/>
            </a:pPr>
            <a:r>
              <a:rPr lang="en-US" sz="4000" dirty="0" err="1">
                <a:solidFill>
                  <a:srgbClr val="0000FF"/>
                </a:solidFill>
                <a:latin typeface="Arial" charset="0"/>
                <a:cs typeface="Arial" charset="0"/>
              </a:rPr>
              <a:t>Năng</a:t>
            </a:r>
            <a:r>
              <a:rPr lang="en-US" sz="4000" dirty="0">
                <a:solidFill>
                  <a:srgbClr val="0000FF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0000FF"/>
                </a:solidFill>
                <a:latin typeface="Arial" charset="0"/>
                <a:cs typeface="Arial" charset="0"/>
              </a:rPr>
              <a:t>lượng</a:t>
            </a:r>
            <a:r>
              <a:rPr lang="en-US" sz="4000" dirty="0">
                <a:solidFill>
                  <a:srgbClr val="0000FF"/>
                </a:solidFill>
                <a:latin typeface="Arial" charset="0"/>
                <a:cs typeface="Arial" charset="0"/>
              </a:rPr>
              <a:t> ion </a:t>
            </a:r>
            <a:r>
              <a:rPr lang="en-US" sz="4000" dirty="0" err="1">
                <a:solidFill>
                  <a:srgbClr val="0000FF"/>
                </a:solidFill>
                <a:latin typeface="Arial" charset="0"/>
                <a:cs typeface="Arial" charset="0"/>
              </a:rPr>
              <a:t>hóa</a:t>
            </a:r>
            <a:endParaRPr lang="en-US" sz="4000" dirty="0">
              <a:solidFill>
                <a:srgbClr val="0000FF"/>
              </a:solidFill>
              <a:latin typeface="Arial" charset="0"/>
              <a:cs typeface="Arial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Times New Roman" pitchFamily="18" charset="0"/>
              <a:buAutoNum type="arabicPeriod"/>
            </a:pPr>
            <a:r>
              <a:rPr lang="en-US" sz="4000" dirty="0" err="1">
                <a:solidFill>
                  <a:srgbClr val="CC00CC"/>
                </a:solidFill>
                <a:latin typeface="Arial" charset="0"/>
                <a:cs typeface="Arial" charset="0"/>
              </a:rPr>
              <a:t>Ái</a:t>
            </a:r>
            <a:r>
              <a:rPr lang="en-US" sz="4000" dirty="0">
                <a:solidFill>
                  <a:srgbClr val="CC00CC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CC00CC"/>
                </a:solidFill>
                <a:latin typeface="Arial" charset="0"/>
                <a:cs typeface="Arial" charset="0"/>
              </a:rPr>
              <a:t>lực</a:t>
            </a:r>
            <a:r>
              <a:rPr lang="en-US" sz="4000" dirty="0">
                <a:solidFill>
                  <a:srgbClr val="CC00CC"/>
                </a:solidFill>
                <a:latin typeface="Arial" charset="0"/>
                <a:cs typeface="Arial" charset="0"/>
              </a:rPr>
              <a:t> electron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Times New Roman" pitchFamily="18" charset="0"/>
              <a:buAutoNum type="arabicPeriod"/>
            </a:pPr>
            <a:r>
              <a:rPr lang="en-US" sz="4000" dirty="0" err="1">
                <a:solidFill>
                  <a:srgbClr val="00B050"/>
                </a:solidFill>
                <a:latin typeface="Arial" charset="0"/>
                <a:cs typeface="Arial" charset="0"/>
              </a:rPr>
              <a:t>Độ</a:t>
            </a:r>
            <a:r>
              <a:rPr lang="en-US" sz="4000" dirty="0">
                <a:solidFill>
                  <a:srgbClr val="00B05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Arial" charset="0"/>
                <a:cs typeface="Arial" charset="0"/>
              </a:rPr>
              <a:t>âm</a:t>
            </a:r>
            <a:r>
              <a:rPr lang="en-US" sz="4000" dirty="0">
                <a:solidFill>
                  <a:srgbClr val="00B050"/>
                </a:solidFill>
                <a:latin typeface="Arial" charset="0"/>
                <a:cs typeface="Arial" charset="0"/>
              </a:rPr>
              <a:t> </a:t>
            </a:r>
            <a:r>
              <a:rPr lang="en-US" sz="4000" dirty="0" err="1">
                <a:solidFill>
                  <a:srgbClr val="00B050"/>
                </a:solidFill>
                <a:latin typeface="Arial" charset="0"/>
                <a:cs typeface="Arial" charset="0"/>
              </a:rPr>
              <a:t>điện</a:t>
            </a:r>
            <a:endParaRPr lang="en-US" sz="4000" dirty="0">
              <a:solidFill>
                <a:srgbClr val="00B050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7721600" y="1232577"/>
            <a:ext cx="4112582" cy="522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algn="just">
              <a:lnSpc>
                <a:spcPct val="150000"/>
              </a:lnSpc>
              <a:buSzPct val="85000"/>
              <a:buFont typeface="Wingdings" pitchFamily="2" charset="2"/>
              <a:buChar char="v"/>
            </a:pPr>
            <a:r>
              <a:rPr lang="en-US" sz="3200" b="1" u="sng" dirty="0" err="1">
                <a:solidFill>
                  <a:srgbClr val="0000FF"/>
                </a:solidFill>
                <a:latin typeface="Arial" charset="0"/>
                <a:cs typeface="Arial" charset="0"/>
              </a:rPr>
              <a:t>Lưu</a:t>
            </a:r>
            <a:r>
              <a:rPr lang="en-US" sz="3200" b="1" u="sng" dirty="0">
                <a:solidFill>
                  <a:srgbClr val="0000FF"/>
                </a:solidFill>
                <a:latin typeface="Arial" charset="0"/>
                <a:cs typeface="Arial" charset="0"/>
              </a:rPr>
              <a:t> ý</a:t>
            </a:r>
            <a:r>
              <a:rPr lang="en-US" sz="3200" dirty="0">
                <a:solidFill>
                  <a:srgbClr val="0033CC"/>
                </a:solidFill>
                <a:latin typeface="Arial" charset="0"/>
                <a:cs typeface="Arial" charset="0"/>
              </a:rPr>
              <a:t>:</a:t>
            </a:r>
          </a:p>
          <a:p>
            <a:pPr indent="457200" algn="just">
              <a:lnSpc>
                <a:spcPct val="150000"/>
              </a:lnSpc>
              <a:buSzPct val="85000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NTHH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hạt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472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9217368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2 –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" name="Group 1"/>
          <p:cNvGrpSpPr/>
          <p:nvPr/>
        </p:nvGrpSpPr>
        <p:grpSpPr>
          <a:xfrm>
            <a:off x="152494" y="967717"/>
            <a:ext cx="5699666" cy="3258931"/>
            <a:chOff x="4206242" y="2871553"/>
            <a:chExt cx="6512558" cy="3855459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B3D1955D-7105-03C8-1522-A115DE0867DA}"/>
                </a:ext>
              </a:extLst>
            </p:cNvPr>
            <p:cNvSpPr txBox="1"/>
            <p:nvPr/>
          </p:nvSpPr>
          <p:spPr>
            <a:xfrm>
              <a:off x="6472119" y="3391551"/>
              <a:ext cx="21050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Ái</a:t>
              </a:r>
              <a:r>
                <a:rPr lang="en-US" sz="16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dirty="0" err="1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lực</a:t>
              </a:r>
              <a:r>
                <a:rPr lang="en-US" sz="16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electron</a:t>
              </a:r>
              <a:endParaRPr lang="x-none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6242" y="3685104"/>
              <a:ext cx="5914333" cy="2596346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="" xmlns:a16="http://schemas.microsoft.com/office/drawing/2014/main" id="{2CDDEDDF-7B19-22EB-BDA4-0102DD0125D1}"/>
                </a:ext>
              </a:extLst>
            </p:cNvPr>
            <p:cNvCxnSpPr>
              <a:cxnSpLocks/>
            </p:cNvCxnSpPr>
            <p:nvPr/>
          </p:nvCxnSpPr>
          <p:spPr>
            <a:xfrm>
              <a:off x="4349595" y="4006461"/>
              <a:ext cx="0" cy="228600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="" xmlns:a16="http://schemas.microsoft.com/office/drawing/2014/main" id="{D91AE837-874E-5C22-7024-988947FD6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5842" y="6364584"/>
              <a:ext cx="5807129" cy="23874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352C492F-7213-55C9-8C96-84603E89C897}"/>
                </a:ext>
              </a:extLst>
            </p:cNvPr>
            <p:cNvSpPr txBox="1"/>
            <p:nvPr/>
          </p:nvSpPr>
          <p:spPr>
            <a:xfrm>
              <a:off x="5171590" y="6388458"/>
              <a:ext cx="41556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6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Chiều tăng bán kính nguyên tử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="" xmlns:a16="http://schemas.microsoft.com/office/drawing/2014/main" id="{87216E41-9F5F-75FB-F9AE-09EAB07FC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9972" y="3734767"/>
              <a:ext cx="5323563" cy="1125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="" xmlns:a16="http://schemas.microsoft.com/office/drawing/2014/main" id="{AA59179C-F0CD-8220-0FD1-D2FC5FA1A0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1337" y="3853847"/>
              <a:ext cx="29105" cy="248533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B3D1955D-7105-03C8-1522-A115DE0867DA}"/>
                </a:ext>
              </a:extLst>
            </p:cNvPr>
            <p:cNvSpPr txBox="1"/>
            <p:nvPr/>
          </p:nvSpPr>
          <p:spPr>
            <a:xfrm>
              <a:off x="5774319" y="3834517"/>
              <a:ext cx="27781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x-none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ăng lượng ion hoá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="" xmlns:a16="http://schemas.microsoft.com/office/drawing/2014/main" id="{87216E41-9F5F-75FB-F9AE-09EAB07FC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9219" y="3331812"/>
              <a:ext cx="5323563" cy="11255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="" xmlns:a16="http://schemas.microsoft.com/office/drawing/2014/main" id="{AA59179C-F0CD-8220-0FD1-D2FC5FA1A0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0583" y="3520472"/>
              <a:ext cx="29105" cy="248533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B3D1955D-7105-03C8-1522-A115DE0867DA}"/>
                </a:ext>
              </a:extLst>
            </p:cNvPr>
            <p:cNvSpPr txBox="1"/>
            <p:nvPr/>
          </p:nvSpPr>
          <p:spPr>
            <a:xfrm>
              <a:off x="8791677" y="2906788"/>
              <a:ext cx="16728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</a:t>
              </a:r>
              <a:r>
                <a:rPr lang="en-US" sz="16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âm</a:t>
              </a:r>
              <a:r>
                <a:rPr lang="en-US" sz="1600" b="1" dirty="0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600" b="1" dirty="0" err="1">
                  <a:solidFill>
                    <a:srgbClr val="CC00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điện</a:t>
              </a:r>
              <a:endParaRPr lang="x-none" sz="16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="" xmlns:a16="http://schemas.microsoft.com/office/drawing/2014/main" id="{87216E41-9F5F-75FB-F9AE-09EAB07FC5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7846" y="2871553"/>
              <a:ext cx="5323563" cy="11255"/>
            </a:xfrm>
            <a:prstGeom prst="straightConnector1">
              <a:avLst/>
            </a:prstGeom>
            <a:ln w="38100">
              <a:solidFill>
                <a:srgbClr val="CC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="" xmlns:a16="http://schemas.microsoft.com/office/drawing/2014/main" id="{AA59179C-F0CD-8220-0FD1-D2FC5FA1A0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9695" y="3218431"/>
              <a:ext cx="29105" cy="2485339"/>
            </a:xfrm>
            <a:prstGeom prst="straightConnector1">
              <a:avLst/>
            </a:prstGeom>
            <a:ln w="38100">
              <a:solidFill>
                <a:srgbClr val="CC00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65CDF8BA-E513-11EF-B1F4-27677496123A}"/>
              </a:ext>
            </a:extLst>
          </p:cNvPr>
          <p:cNvSpPr/>
          <p:nvPr/>
        </p:nvSpPr>
        <p:spPr>
          <a:xfrm>
            <a:off x="5986566" y="3093044"/>
            <a:ext cx="5907640" cy="579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algn="just">
              <a:lnSpc>
                <a:spcPct val="150000"/>
              </a:lnSpc>
              <a:spcAft>
                <a:spcPts val="600"/>
              </a:spcAft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R (ion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dương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&lt; R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nguyên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&lt; R (ion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âm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DA97338D-3838-150E-E42C-F6D9B07DC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276" y="993930"/>
            <a:ext cx="3132080" cy="100584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63" y="2107462"/>
            <a:ext cx="3140343" cy="100584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65CDF8BA-E513-11EF-B1F4-27677496123A}"/>
              </a:ext>
            </a:extLst>
          </p:cNvPr>
          <p:cNvSpPr/>
          <p:nvPr/>
        </p:nvSpPr>
        <p:spPr>
          <a:xfrm>
            <a:off x="0" y="5484789"/>
            <a:ext cx="35751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 </a:t>
            </a:r>
            <a:r>
              <a:rPr lang="en-US" altLang="zh-TW" sz="28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en-US" altLang="zh-TW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65CDF8BA-E513-11EF-B1F4-27677496123A}"/>
              </a:ext>
            </a:extLst>
          </p:cNvPr>
          <p:cNvSpPr/>
          <p:nvPr/>
        </p:nvSpPr>
        <p:spPr>
          <a:xfrm>
            <a:off x="415104" y="4246828"/>
            <a:ext cx="171932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363" indent="-233363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Khí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trơ</a:t>
            </a:r>
            <a:r>
              <a:rPr lang="en-US" altLang="zh-TW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105" y="4392574"/>
            <a:ext cx="5545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khó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tách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4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Năng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lượng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ion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cao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nhất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38" name="Straight Arrow Connector 37"/>
          <p:cNvCxnSpPr>
            <a:stCxn id="36" idx="3"/>
            <a:endCxn id="3" idx="1"/>
          </p:cNvCxnSpPr>
          <p:nvPr/>
        </p:nvCxnSpPr>
        <p:spPr>
          <a:xfrm>
            <a:off x="2134425" y="4616160"/>
            <a:ext cx="722680" cy="7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2134425" y="4620688"/>
            <a:ext cx="662319" cy="574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857105" y="5008957"/>
            <a:ext cx="45865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khó</a:t>
            </a:r>
            <a:r>
              <a:rPr lang="en-US" altLang="zh-TW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nhận</a:t>
            </a:r>
            <a:r>
              <a:rPr lang="en-US" altLang="zh-TW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400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→ </a:t>
            </a:r>
            <a:r>
              <a:rPr lang="en-US" altLang="zh-TW" sz="24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Ái</a:t>
            </a:r>
            <a:r>
              <a:rPr lang="en-US" altLang="zh-TW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lực</a:t>
            </a:r>
            <a:r>
              <a:rPr lang="en-US" altLang="zh-TW" sz="24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electron </a:t>
            </a:r>
            <a:r>
              <a:rPr lang="en-US" altLang="zh-TW" sz="24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thấp</a:t>
            </a:r>
            <a:endParaRPr lang="en-US" sz="2400" dirty="0">
              <a:solidFill>
                <a:srgbClr val="CC00CC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75910" y="6167720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75121" y="5667732"/>
            <a:ext cx="76686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CK2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(2s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(2s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(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(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2s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2p</a:t>
            </a:r>
            <a:r>
              <a:rPr lang="en-US" sz="2800" baseline="30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8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75121" y="6232885"/>
            <a:ext cx="7914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CK3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(3s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en-US" sz="2800" baseline="30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3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phi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E57A623-1522-B392-3CE9-24253691EEB0}"/>
              </a:ext>
            </a:extLst>
          </p:cNvPr>
          <p:cNvSpPr txBox="1"/>
          <p:nvPr/>
        </p:nvSpPr>
        <p:spPr>
          <a:xfrm>
            <a:off x="325547" y="814176"/>
            <a:ext cx="9237553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electron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200" b="1" dirty="0">
                <a:solidFill>
                  <a:srgbClr val="CC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(VEs):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E05F9FE9-E82F-192F-9EDE-2AD6DF013057}"/>
              </a:ext>
            </a:extLst>
          </p:cNvPr>
          <p:cNvSpPr txBox="1"/>
          <p:nvPr/>
        </p:nvSpPr>
        <p:spPr>
          <a:xfrm>
            <a:off x="922447" y="1672411"/>
            <a:ext cx="6583253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1, 2, 3 ⇢ Kim </a:t>
            </a:r>
            <a:r>
              <a:rPr lang="en-US" sz="32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3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3B7CD67-0791-DD03-D0EB-BBFFC44A79BE}"/>
              </a:ext>
            </a:extLst>
          </p:cNvPr>
          <p:cNvSpPr txBox="1"/>
          <p:nvPr/>
        </p:nvSpPr>
        <p:spPr>
          <a:xfrm>
            <a:off x="1024047" y="3239160"/>
            <a:ext cx="5484329" cy="752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5, 6, 7 ⇢ Phi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16DD1034-330F-D0A3-B56F-77CF0504F5E3}"/>
              </a:ext>
            </a:extLst>
          </p:cNvPr>
          <p:cNvSpPr txBox="1"/>
          <p:nvPr/>
        </p:nvSpPr>
        <p:spPr>
          <a:xfrm>
            <a:off x="1024047" y="5392622"/>
            <a:ext cx="2203247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 =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D57966B4-FFD2-4169-FD4D-30D2B7797584}"/>
              </a:ext>
            </a:extLst>
          </p:cNvPr>
          <p:cNvSpPr txBox="1"/>
          <p:nvPr/>
        </p:nvSpPr>
        <p:spPr>
          <a:xfrm>
            <a:off x="3858931" y="4923979"/>
            <a:ext cx="3646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Chu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Phi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kim</a:t>
            </a:r>
            <a:endParaRPr lang="x-none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34A37076-DD79-43D7-8355-3C16912CE2B8}"/>
              </a:ext>
            </a:extLst>
          </p:cNvPr>
          <p:cNvSpPr txBox="1"/>
          <p:nvPr/>
        </p:nvSpPr>
        <p:spPr>
          <a:xfrm>
            <a:off x="3858931" y="6048733"/>
            <a:ext cx="4679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Chu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: Kim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endParaRPr lang="x-none" sz="2800" dirty="0"/>
          </a:p>
        </p:txBody>
      </p:sp>
      <p:sp>
        <p:nvSpPr>
          <p:cNvPr id="52" name="矩形 4">
            <a:extLst>
              <a:ext uri="{FF2B5EF4-FFF2-40B4-BE49-F238E27FC236}">
                <a16:creationId xmlns:a16="http://schemas.microsoft.com/office/drawing/2014/main" xmlns="" id="{284C87A5-6C22-4F68-9D24-82A8ABEF8360}"/>
              </a:ext>
            </a:extLst>
          </p:cNvPr>
          <p:cNvSpPr/>
          <p:nvPr/>
        </p:nvSpPr>
        <p:spPr>
          <a:xfrm>
            <a:off x="1451882" y="2601081"/>
            <a:ext cx="4648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K (19):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4s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Al (13):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3s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3p</a:t>
            </a:r>
            <a:r>
              <a:rPr lang="en-US" altLang="zh-TW" sz="2400" i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</a:t>
            </a:r>
            <a:endParaRPr lang="en-US" altLang="zh-TW" sz="2400" i="1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53" name="矩形 4">
            <a:extLst>
              <a:ext uri="{FF2B5EF4-FFF2-40B4-BE49-F238E27FC236}">
                <a16:creationId xmlns:a16="http://schemas.microsoft.com/office/drawing/2014/main" xmlns="" id="{44B9EB0E-43C8-7130-BFD4-79879089F8B7}"/>
              </a:ext>
            </a:extLst>
          </p:cNvPr>
          <p:cNvSpPr/>
          <p:nvPr/>
        </p:nvSpPr>
        <p:spPr>
          <a:xfrm>
            <a:off x="1525898" y="4136673"/>
            <a:ext cx="46482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O (8): 2s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Cl (17): 3s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5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729BC25D-429A-1509-31C1-F83B88168A3E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3227294" y="5185589"/>
            <a:ext cx="631637" cy="576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xmlns="" id="{0B36136F-54D5-645E-FBB6-2ADD371B18A5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>
            <a:off x="3227294" y="5762499"/>
            <a:ext cx="631637" cy="54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4">
            <a:extLst>
              <a:ext uri="{FF2B5EF4-FFF2-40B4-BE49-F238E27FC236}">
                <a16:creationId xmlns:a16="http://schemas.microsoft.com/office/drawing/2014/main" xmlns="" id="{D9AD76C7-0C12-4ECB-46CD-19CB1BD5691B}"/>
              </a:ext>
            </a:extLst>
          </p:cNvPr>
          <p:cNvSpPr/>
          <p:nvPr/>
        </p:nvSpPr>
        <p:spPr>
          <a:xfrm>
            <a:off x="8000994" y="4930957"/>
            <a:ext cx="2716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C (6): 2s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</a:p>
        </p:txBody>
      </p:sp>
      <p:sp>
        <p:nvSpPr>
          <p:cNvPr id="57" name="矩形 4">
            <a:extLst>
              <a:ext uri="{FF2B5EF4-FFF2-40B4-BE49-F238E27FC236}">
                <a16:creationId xmlns:a16="http://schemas.microsoft.com/office/drawing/2014/main" xmlns="" id="{3329D3F4-9F4B-D1BC-8F8F-AEC5C364E34B}"/>
              </a:ext>
            </a:extLst>
          </p:cNvPr>
          <p:cNvSpPr/>
          <p:nvPr/>
        </p:nvSpPr>
        <p:spPr>
          <a:xfrm>
            <a:off x="8000993" y="6086550"/>
            <a:ext cx="3166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Ví</a:t>
            </a:r>
            <a:r>
              <a:rPr lang="en-US" altLang="zh-TW" sz="24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dụ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Sn (50): 5s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5p</a:t>
            </a:r>
            <a:r>
              <a:rPr lang="en-US" altLang="zh-TW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235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4" grpId="0"/>
      <p:bldP spid="45" grpId="0"/>
      <p:bldP spid="46" grpId="0"/>
      <p:bldP spid="51" grpId="0"/>
      <p:bldP spid="52" grpId="0"/>
      <p:bldP spid="53" grpId="0"/>
      <p:bldP spid="56" grpId="0"/>
      <p:bldP spid="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1" y="6459785"/>
            <a:ext cx="578960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3590" y="427002"/>
            <a:ext cx="1138897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Ion X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2−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3p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 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3p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  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 X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2−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 = 18.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 X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                     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1,3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2,3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3251" y="2756456"/>
            <a:ext cx="11388971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 –1)d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HTTH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26 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44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99" y="4077044"/>
            <a:ext cx="11265878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kiềm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120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137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105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799" y="5402141"/>
            <a:ext cx="11406555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Theo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sắp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xếp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6A (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3490913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124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166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176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156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753766" y="216938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680614" y="347168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680614" y="4787635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812556" y="611147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8364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7" grpId="0" animBg="1"/>
      <p:bldP spid="8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35508" y="6459785"/>
            <a:ext cx="631713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8443" y="593976"/>
            <a:ext cx="11379287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0" algn="l"/>
              </a:tabLs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5:</a:t>
            </a:r>
            <a:r>
              <a:rPr lang="pt-BR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chính xác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Nguyên lý xây dựng bảng hệ thống tuần hoàn, dạng bảng dài,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 Các nguyên tố được sắp xếp từ trái sang phải theo chiều tăng dần điện tích hạt nhân nguyên tử.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 Mỗi chu kỳ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luôn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bắt đầu từ phân lớp ns và kết thúc bằng phân lớp np, nguyên tố cuối chu kỳ là khí trơ.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 Cột 1 và 2 bao gồm các nguyên tố s, thuộc phân nhóm chính.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4) Từ cột 3 đến cột 12 chỉ gồm các nguyên tố d, thuộc phân nhóm phụ.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5) Từ cột 13 đến cột 18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(ngoại trừ chu kỳ I)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gồm các nguyên tố p, thuộc phân nhóm chính.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6) Các nguyên tố f thuộc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chu kỳ 5 và 6.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Tất cả	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1,2,4,5	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2,4,6	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1,3,5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8646565" y="3603384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/>
          <p:cNvSpPr/>
          <p:nvPr/>
        </p:nvSpPr>
        <p:spPr>
          <a:xfrm>
            <a:off x="366344" y="4465599"/>
            <a:ext cx="1137138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spin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qui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tắc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Hund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VIB , ô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                                                 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VIIIB , ô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26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thỏa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IVA , ô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32.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6836773" y="519221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589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1015" y="6459785"/>
            <a:ext cx="526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8257" y="513261"/>
            <a:ext cx="1137138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A) 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16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38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30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257" y="1843270"/>
            <a:ext cx="1137138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Hãy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4d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HTHH.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IIB , ô 48          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IIA , ô 50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IIB , ô 48          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IIB , ô 50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966614" y="96736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94833" y="2297750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Rectangle 13"/>
          <p:cNvSpPr/>
          <p:nvPr/>
        </p:nvSpPr>
        <p:spPr>
          <a:xfrm>
            <a:off x="269629" y="3604166"/>
            <a:ext cx="1137138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HTTH,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khử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615550" y="447099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Rectangle 15"/>
          <p:cNvSpPr/>
          <p:nvPr/>
        </p:nvSpPr>
        <p:spPr>
          <a:xfrm>
            <a:off x="323088" y="5365062"/>
            <a:ext cx="11406555" cy="1186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IIIB: (n–2)f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0-14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(n–1)d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0-2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    2)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VIIIA: ns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np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             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VIIIB: (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n–1)d</a:t>
            </a:r>
            <a:r>
              <a:rPr 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6-8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</a:t>
            </a:r>
            <a:r>
              <a:rPr 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1,3                    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1,2,3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D)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671471" y="617362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6259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animBg="1"/>
      <p:bldP spid="12" grpId="0" animBg="1"/>
      <p:bldP spid="14" grpId="0"/>
      <p:bldP spid="15" grpId="0" animBg="1"/>
      <p:bldP spid="16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1015" y="6459785"/>
            <a:ext cx="526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1503" y="526401"/>
            <a:ext cx="1137138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 electron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ở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quy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ước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+l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–l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spin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dương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âm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5s</a:t>
            </a:r>
            <a:r>
              <a:rPr 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4d</a:t>
            </a:r>
            <a:r>
              <a:rPr lang="en-US" baseline="30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US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X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điện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hạt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 = 53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X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thuộc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CK 5,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phụ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7B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HTTH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Electron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cuối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ngtử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bộ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n= 5; l = 1; m</a:t>
            </a:r>
            <a:r>
              <a:rPr lang="en-US" baseline="-25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-1/2.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914400" algn="just">
              <a:spcBef>
                <a:spcPts val="600"/>
              </a:spcBef>
              <a:spcAft>
                <a:spcPts val="600"/>
              </a:spcAft>
              <a:tabLst>
                <a:tab pos="914400" algn="l"/>
                <a:tab pos="3200400" algn="l"/>
                <a:tab pos="5486400" algn="l"/>
                <a:tab pos="8229600" algn="l"/>
              </a:tabLs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	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1, 2, 3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384697" y="297391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7" name="Rectangle 16"/>
          <p:cNvSpPr/>
          <p:nvPr/>
        </p:nvSpPr>
        <p:spPr>
          <a:xfrm>
            <a:off x="461503" y="3827260"/>
            <a:ext cx="1137138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vi-VN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phương án </a:t>
            </a:r>
            <a:r>
              <a:rPr lang="vi-V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Nguyên tử của nguyên tố </a:t>
            </a:r>
            <a:r>
              <a:rPr lang="vi-V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có 5 electron ở lớp ngoài cùng và thuộc chu kỳ 4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 hình electron hóa trị của X là 4s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có điện tích hạt nhân Z = 33.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thuộc chu kỳ 4, phân nhóm chính VB trong bảng hệ thống tuần hoàn. 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AutoNum type="arabicParenR"/>
            </a:pP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oxy hóa dương cao nhất của X là +5.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790968" y="5978811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19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  <p:bldP spid="17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1015" y="6459785"/>
            <a:ext cx="526206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1503" y="469619"/>
            <a:ext cx="11371386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7315200" algn="l"/>
              </a:tabLs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phương án </a:t>
            </a:r>
            <a:r>
              <a:rPr lang="vi-V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Nguyên tố X thuộc chu kỳ 4, phân nhóm phụ nhóm 4 có cấu hình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là:</a:t>
            </a:r>
            <a:b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vi-V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3p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vi-V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201054" y="99429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Rectangle 14"/>
          <p:cNvSpPr/>
          <p:nvPr/>
        </p:nvSpPr>
        <p:spPr>
          <a:xfrm>
            <a:off x="532732" y="2728050"/>
            <a:ext cx="1137138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ở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IIIA,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 = 39,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 = 39,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Z = 49,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 = 49,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67900" y="359522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/>
          <p:cNvSpPr/>
          <p:nvPr/>
        </p:nvSpPr>
        <p:spPr>
          <a:xfrm>
            <a:off x="498079" y="1668754"/>
            <a:ext cx="113713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2857500" algn="l"/>
              </a:tabLs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 phương án </a:t>
            </a:r>
            <a:r>
              <a:rPr lang="vi-V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electron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33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HTTH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vi-V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en-US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	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en-US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vi-VN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vi-V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4s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4p</a:t>
            </a:r>
            <a:r>
              <a:rPr lang="en-US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373660" y="2185461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532732" y="4222919"/>
            <a:ext cx="1137138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16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CHƯA CHÍNH XÁC.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bảng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tuần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Chu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luôn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dương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electron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ns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luôn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loại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phi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 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VII A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1, 4		</a:t>
            </a: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2, 3		</a:t>
            </a: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1, 2, 3		</a:t>
            </a:r>
            <a:r>
              <a:rPr lang="en-US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D.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8749630" y="6365174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61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5" grpId="0"/>
      <p:bldP spid="16" grpId="0" animBg="1"/>
      <p:bldP spid="9" grpId="0"/>
      <p:bldP spid="10" grpId="0" animBg="1"/>
      <p:bldP spid="13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924195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3 –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(LKHH)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0D07F2A1-9E15-1B65-6884-6BFC7349A1F2}"/>
              </a:ext>
            </a:extLst>
          </p:cNvPr>
          <p:cNvGrpSpPr/>
          <p:nvPr/>
        </p:nvGrpSpPr>
        <p:grpSpPr>
          <a:xfrm>
            <a:off x="217906" y="4974503"/>
            <a:ext cx="8551466" cy="1648606"/>
            <a:chOff x="-224743" y="721874"/>
            <a:chExt cx="8551466" cy="1648606"/>
          </a:xfrm>
        </p:grpSpPr>
        <p:sp>
          <p:nvSpPr>
            <p:cNvPr id="9" name="矩形 4">
              <a:extLst>
                <a:ext uri="{FF2B5EF4-FFF2-40B4-BE49-F238E27FC236}">
                  <a16:creationId xmlns=""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-224743" y="1306352"/>
              <a:ext cx="476176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altLang="zh-TW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Các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đặc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trưng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của</a:t>
              </a:r>
              <a:r>
                <a:rPr lang="en-US" altLang="zh-TW" sz="2800" b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LKHH</a:t>
              </a:r>
              <a:r>
                <a:rPr lang="en-US" altLang="zh-TW" sz="28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:</a:t>
              </a:r>
              <a:endPara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B4849288-C310-3EF0-B072-291BF14BA2E1}"/>
                </a:ext>
              </a:extLst>
            </p:cNvPr>
            <p:cNvSpPr/>
            <p:nvPr/>
          </p:nvSpPr>
          <p:spPr>
            <a:xfrm>
              <a:off x="5033834" y="721874"/>
              <a:ext cx="24096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dài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380892DA-92BA-0089-C6AB-05AEA39E99D2}"/>
                </a:ext>
              </a:extLst>
            </p:cNvPr>
            <p:cNvSpPr/>
            <p:nvPr/>
          </p:nvSpPr>
          <p:spPr>
            <a:xfrm>
              <a:off x="5033834" y="1847260"/>
              <a:ext cx="329288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Năng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lượng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x-none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="" xmlns:a16="http://schemas.microsoft.com/office/drawing/2014/main" id="{79CEBD96-B77D-6D6E-B4AE-5E1DD8A8C9AE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4537018" y="983484"/>
              <a:ext cx="496816" cy="6070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="" xmlns:a16="http://schemas.microsoft.com/office/drawing/2014/main" id="{8ED801B8-0930-2CC6-959F-525BE113B95E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4537018" y="1590486"/>
              <a:ext cx="496816" cy="5183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25462552-7113-16AA-916C-5AB0911A9373}"/>
                </a:ext>
              </a:extLst>
            </p:cNvPr>
            <p:cNvSpPr/>
            <p:nvPr/>
          </p:nvSpPr>
          <p:spPr>
            <a:xfrm>
              <a:off x="5129328" y="1317431"/>
              <a:ext cx="210826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Góc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liên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b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kết</a:t>
              </a:r>
              <a:r>
                <a:rPr lang="en-US" altLang="zh-TW" sz="28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endParaRPr lang="x-none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="" xmlns:a16="http://schemas.microsoft.com/office/drawing/2014/main" id="{8A8C2E45-D137-F4F9-4CDA-E511680D7BB7}"/>
                </a:ext>
              </a:extLst>
            </p:cNvPr>
            <p:cNvCxnSpPr>
              <a:cxnSpLocks/>
            </p:cNvCxnSpPr>
            <p:nvPr/>
          </p:nvCxnSpPr>
          <p:spPr>
            <a:xfrm>
              <a:off x="4537018" y="1583931"/>
              <a:ext cx="4968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340088" y="878951"/>
            <a:ext cx="9893646" cy="1993597"/>
            <a:chOff x="1107331" y="1402822"/>
            <a:chExt cx="9893646" cy="1993597"/>
          </a:xfrm>
        </p:grpSpPr>
        <p:grpSp>
          <p:nvGrpSpPr>
            <p:cNvPr id="17" name="Group 16"/>
            <p:cNvGrpSpPr/>
            <p:nvPr/>
          </p:nvGrpSpPr>
          <p:grpSpPr>
            <a:xfrm>
              <a:off x="1107331" y="1905953"/>
              <a:ext cx="1447060" cy="967666"/>
              <a:chOff x="372862" y="2361460"/>
              <a:chExt cx="1447060" cy="967666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72862" y="2361460"/>
                <a:ext cx="1447060" cy="967666"/>
              </a:xfrm>
              <a:prstGeom prst="ellipse">
                <a:avLst/>
              </a:prstGeom>
              <a:ln w="3810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989863" y="2747638"/>
                <a:ext cx="186431" cy="19530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3195961" y="1905952"/>
              <a:ext cx="1447060" cy="967666"/>
              <a:chOff x="372862" y="2361460"/>
              <a:chExt cx="1447060" cy="967666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372862" y="2361460"/>
                <a:ext cx="1447060" cy="967666"/>
              </a:xfrm>
              <a:prstGeom prst="ellipse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989863" y="2747638"/>
                <a:ext cx="186431" cy="195309"/>
              </a:xfrm>
              <a:prstGeom prst="ellipse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276854" y="2969125"/>
              <a:ext cx="10294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Ng/</a:t>
              </a:r>
              <a:r>
                <a:rPr lang="en-US" sz="2000" dirty="0" err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</a:t>
              </a:r>
              <a:r>
                <a:rPr lang="en-US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̉ A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65804" y="2996309"/>
              <a:ext cx="10150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Ng/</a:t>
              </a:r>
              <a:r>
                <a:rPr lang="en-US" sz="2000" dirty="0" err="1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</a:t>
              </a:r>
              <a:r>
                <a:rPr lang="en-US" sz="20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̉ B</a:t>
              </a:r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5093080" y="2266310"/>
              <a:ext cx="452761" cy="3036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="" xmlns:a16="http://schemas.microsoft.com/office/drawing/2014/main" id="{AACD1A03-6D44-9BF7-CB85-7CC21FE9316F}"/>
                </a:ext>
              </a:extLst>
            </p:cNvPr>
            <p:cNvGrpSpPr/>
            <p:nvPr/>
          </p:nvGrpSpPr>
          <p:grpSpPr>
            <a:xfrm>
              <a:off x="6080722" y="1905952"/>
              <a:ext cx="2653526" cy="1463283"/>
              <a:chOff x="6080722" y="1905952"/>
              <a:chExt cx="2653526" cy="1463283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7287188" y="1905952"/>
                <a:ext cx="1447060" cy="967666"/>
                <a:chOff x="372862" y="2361460"/>
                <a:chExt cx="1447060" cy="967666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372862" y="2361460"/>
                  <a:ext cx="1447060" cy="967666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989863" y="2747638"/>
                  <a:ext cx="186431" cy="195309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>
                <a:off x="6080722" y="1905952"/>
                <a:ext cx="1447060" cy="967666"/>
                <a:chOff x="372862" y="2361460"/>
                <a:chExt cx="1447060" cy="967666"/>
              </a:xfrm>
            </p:grpSpPr>
            <p:sp>
              <p:nvSpPr>
                <p:cNvPr id="33" name="Oval 32"/>
                <p:cNvSpPr/>
                <p:nvPr/>
              </p:nvSpPr>
              <p:spPr>
                <a:xfrm>
                  <a:off x="372862" y="2361460"/>
                  <a:ext cx="1447060" cy="967666"/>
                </a:xfrm>
                <a:prstGeom prst="ellips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989863" y="2747638"/>
                  <a:ext cx="186431" cy="19530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6448729" y="2969125"/>
                <a:ext cx="12426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</a:t>
                </a:r>
                <a:r>
                  <a:rPr 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</a:t>
                </a:r>
                <a:r>
                  <a:rPr 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̉ 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" name="Straight Arrow Connector 29"/>
              <p:cNvCxnSpPr>
                <a:stCxn id="34" idx="6"/>
              </p:cNvCxnSpPr>
              <p:nvPr/>
            </p:nvCxnSpPr>
            <p:spPr>
              <a:xfrm flipV="1">
                <a:off x="6884154" y="2389784"/>
                <a:ext cx="253493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flipH="1" flipV="1">
                <a:off x="7573044" y="2643779"/>
                <a:ext cx="299137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2" name="Arc 31"/>
              <p:cNvSpPr/>
              <p:nvPr/>
            </p:nvSpPr>
            <p:spPr>
              <a:xfrm rot="13591816">
                <a:off x="7274160" y="2084143"/>
                <a:ext cx="657068" cy="646744"/>
              </a:xfrm>
              <a:prstGeom prst="arc">
                <a:avLst>
                  <a:gd name="adj1" fmla="val 15244181"/>
                  <a:gd name="adj2" fmla="val 764808"/>
                </a:avLst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5" name="Straight Arrow Connector 24"/>
            <p:cNvCxnSpPr/>
            <p:nvPr/>
          </p:nvCxnSpPr>
          <p:spPr>
            <a:xfrm>
              <a:off x="7407485" y="1729226"/>
              <a:ext cx="0" cy="5370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7379473" y="1402822"/>
              <a:ext cx="36215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Miền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electron hay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vùng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che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phu</a:t>
              </a:r>
              <a:r>
                <a:rPr 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̉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17906" y="2857745"/>
            <a:ext cx="11756376" cy="2646834"/>
            <a:chOff x="141714" y="2626978"/>
            <a:chExt cx="10906097" cy="2646834"/>
          </a:xfrm>
        </p:grpSpPr>
        <p:sp>
          <p:nvSpPr>
            <p:cNvPr id="45" name="矩形 4">
              <a:extLst>
                <a:ext uri="{FF2B5EF4-FFF2-40B4-BE49-F238E27FC236}">
                  <a16:creationId xmlns="" xmlns:a16="http://schemas.microsoft.com/office/drawing/2014/main" id="{4142352F-FC7E-4B9F-9637-BBAFCD43BF79}"/>
                </a:ext>
              </a:extLst>
            </p:cNvPr>
            <p:cNvSpPr/>
            <p:nvPr/>
          </p:nvSpPr>
          <p:spPr>
            <a:xfrm>
              <a:off x="141714" y="2626978"/>
              <a:ext cx="41516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altLang="zh-TW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Bản</a:t>
              </a:r>
              <a:r>
                <a:rPr lang="en-US" altLang="zh-TW" sz="24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400" b="1" u="sng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chất</a:t>
              </a:r>
              <a:r>
                <a:rPr lang="en-US" altLang="zh-TW" sz="2400" b="1" u="sng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LKHH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661253" y="3033563"/>
                  <a:ext cx="6545661" cy="12003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 algn="just">
                    <a:lnSpc>
                      <a:spcPct val="150000"/>
                    </a:lnSpc>
                    <a:spcAft>
                      <a:spcPts val="600"/>
                    </a:spcAft>
                    <a:buFont typeface="Wingdings" pitchFamily="2" charset="2"/>
                    <a:buChar char="§"/>
                  </a:pP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Các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liên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kết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hoá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học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đều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có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bản</a:t>
                  </a:r>
                  <a:r>
                    <a:rPr lang="en-US" sz="24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chất</a:t>
                  </a:r>
                  <a:r>
                    <a:rPr lang="en-US" sz="2400" b="1" i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b="1" i="1" u="sng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điện</a:t>
                  </a:r>
                  <a:r>
                    <a:rPr lang="en-US" sz="2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(e</a:t>
                  </a:r>
                  <a:r>
                    <a:rPr lang="en-US" sz="2400" baseline="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 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↔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</a:t>
                  </a:r>
                  <a:r>
                    <a:rPr lang="en-US" sz="2400" baseline="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+</a:t>
                  </a:r>
                  <a:r>
                    <a:rPr lang="en-US" sz="2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); </a:t>
                  </a: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253" y="3033563"/>
                  <a:ext cx="6545661" cy="12003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210" r="-6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="" xmlns:a16="http://schemas.microsoft.com/office/drawing/2014/main" id="{773330A5-80CE-AA71-4ACA-764647DFCAE0}"/>
                </a:ext>
              </a:extLst>
            </p:cNvPr>
            <p:cNvSpPr/>
            <p:nvPr/>
          </p:nvSpPr>
          <p:spPr>
            <a:xfrm>
              <a:off x="661253" y="3556364"/>
              <a:ext cx="970786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itchFamily="2" charset="2"/>
                <a:buChar char="§"/>
              </a:pP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tương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học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chỉ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có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electron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tham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hiện</a:t>
              </a:r>
              <a:r>
                <a:rPr lang="en-US" sz="24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LKHH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="" xmlns:a16="http://schemas.microsoft.com/office/drawing/2014/main" id="{C672599A-BAB3-E11F-0CDA-5A367807A169}"/>
                </a:ext>
              </a:extLst>
            </p:cNvPr>
            <p:cNvSpPr/>
            <p:nvPr/>
          </p:nvSpPr>
          <p:spPr>
            <a:xfrm>
              <a:off x="640012" y="4073483"/>
              <a:ext cx="1040779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spcAft>
                  <a:spcPts val="600"/>
                </a:spcAft>
                <a:buFont typeface="Wingdings" pitchFamily="2" charset="2"/>
                <a:buChar char="§"/>
              </a:pP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Trong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sz="2400" b="1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họ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 &amp;</a:t>
              </a:r>
              <a:r>
                <a: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  <a:r>
                <a:rPr lang="en-US" sz="2400" b="1" i="1" u="sng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hoá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trị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thứ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tự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2400" b="1" i="1" u="sng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i="1" u="sng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nhóm</a:t>
              </a:r>
              <a:r>
                <a:rPr 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Trừ</a:t>
              </a:r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He)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996365"/>
              </p:ext>
            </p:extLst>
          </p:nvPr>
        </p:nvGraphicFramePr>
        <p:xfrm>
          <a:off x="8686247" y="4914090"/>
          <a:ext cx="342262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5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96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7743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5491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Kiểu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liên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20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(Å)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lk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(KJ/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353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353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353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C≡C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25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37" name="Rectangle 2"/>
          <p:cNvSpPr>
            <a:spLocks noChangeArrowheads="1"/>
          </p:cNvSpPr>
          <p:nvPr/>
        </p:nvSpPr>
        <p:spPr bwMode="auto">
          <a:xfrm>
            <a:off x="151680" y="968889"/>
            <a:ext cx="11472949" cy="142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01638" indent="-4016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Khái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niệm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sz="2800" dirty="0">
                <a:cs typeface="Times New Roman" panose="02020603050405020304" pitchFamily="18" charset="0"/>
              </a:rPr>
              <a:t>LKCHT </a:t>
            </a:r>
            <a:r>
              <a:rPr lang="en-US" altLang="en-US" sz="2800" dirty="0" err="1">
                <a:cs typeface="Times New Roman" panose="02020603050405020304" pitchFamily="18" charset="0"/>
              </a:rPr>
              <a:t>được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hình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thành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khi</a:t>
            </a:r>
            <a:r>
              <a:rPr lang="en-US" altLang="en-US" sz="2800" dirty="0">
                <a:cs typeface="Times New Roman" panose="02020603050405020304" pitchFamily="18" charset="0"/>
              </a:rPr>
              <a:t> 2 </a:t>
            </a:r>
            <a:r>
              <a:rPr lang="en-US" altLang="en-US" sz="2800" dirty="0" err="1">
                <a:cs typeface="Times New Roman" panose="02020603050405020304" pitchFamily="18" charset="0"/>
              </a:rPr>
              <a:t>ng</a:t>
            </a:r>
            <a:r>
              <a:rPr lang="en-US" altLang="en-US" sz="2800" dirty="0">
                <a:cs typeface="Times New Roman" panose="02020603050405020304" pitchFamily="18" charset="0"/>
              </a:rPr>
              <a:t>/</a:t>
            </a:r>
            <a:r>
              <a:rPr lang="en-US" altLang="en-US" sz="2800" dirty="0" err="1">
                <a:cs typeface="Times New Roman" panose="02020603050405020304" pitchFamily="18" charset="0"/>
              </a:rPr>
              <a:t>tư</a:t>
            </a:r>
            <a:r>
              <a:rPr lang="en-US" altLang="en-US" sz="2800" dirty="0">
                <a:cs typeface="Times New Roman" panose="02020603050405020304" pitchFamily="18" charset="0"/>
              </a:rPr>
              <a:t>̉ </a:t>
            </a:r>
            <a:r>
              <a:rPr lang="en-US" altLang="en-US" sz="2800" dirty="0" err="1">
                <a:cs typeface="Times New Roman" panose="02020603050405020304" pitchFamily="18" charset="0"/>
              </a:rPr>
              <a:t>dùng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chung</a:t>
            </a:r>
            <a:r>
              <a:rPr lang="en-US" altLang="en-US" sz="2800" dirty="0">
                <a:cs typeface="Times New Roman" panose="02020603050405020304" pitchFamily="18" charset="0"/>
              </a:rPr>
              <a:t> 1 </a:t>
            </a:r>
            <a:r>
              <a:rPr lang="en-US" altLang="en-US" sz="2800" dirty="0" err="1">
                <a:cs typeface="Times New Roman" panose="02020603050405020304" pitchFamily="18" charset="0"/>
              </a:rPr>
              <a:t>cặp</a:t>
            </a:r>
            <a:r>
              <a:rPr lang="en-US" altLang="en-US" sz="2800" dirty="0">
                <a:cs typeface="Times New Roman" panose="02020603050405020304" pitchFamily="18" charset="0"/>
              </a:rPr>
              <a:t> hay </a:t>
            </a:r>
            <a:r>
              <a:rPr lang="en-US" altLang="en-US" sz="2800" dirty="0" err="1">
                <a:cs typeface="Times New Roman" panose="02020603050405020304" pitchFamily="18" charset="0"/>
              </a:rPr>
              <a:t>nhiều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cặp</a:t>
            </a:r>
            <a:r>
              <a:rPr lang="en-US" altLang="en-US" sz="2800" dirty="0">
                <a:cs typeface="Times New Roman" panose="02020603050405020304" pitchFamily="18" charset="0"/>
              </a:rPr>
              <a:t> electron</a:t>
            </a:r>
            <a:endParaRPr lang="en-US" altLang="en-US" sz="28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646" y="1768186"/>
            <a:ext cx="5803380" cy="183515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8CCA15B-8753-0A53-911E-08B5CD04DBC0}"/>
              </a:ext>
            </a:extLst>
          </p:cNvPr>
          <p:cNvSpPr txBox="1"/>
          <p:nvPr/>
        </p:nvSpPr>
        <p:spPr>
          <a:xfrm>
            <a:off x="231419" y="3603341"/>
            <a:ext cx="11662787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LK CHT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được hình thành do </a:t>
            </a:r>
            <a:r>
              <a:rPr lang="x-none" sz="2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che phủ của các AO</a:t>
            </a:r>
            <a:r>
              <a:rPr lang="x-none" sz="2600" b="1" i="1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hoá trị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của các ng/tử tượng tác ⇢ </a:t>
            </a:r>
            <a:r>
              <a:rPr lang="x-none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 kết càng bền </a:t>
            </a:r>
            <a:r>
              <a:rPr lang="x-none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x-none" sz="2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mật độ che phủ AO càng lớn.</a:t>
            </a:r>
            <a:r>
              <a:rPr lang="x-none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311150" algn="just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̣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bền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LK CHT</a:t>
            </a:r>
            <a:r>
              <a:rPr lang="x-none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phụ thuộc vào: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Mức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lượng</a:t>
            </a:r>
            <a:endParaRPr lang="en-US" sz="2400" b="1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just">
              <a:lnSpc>
                <a:spcPct val="150000"/>
              </a:lnSpc>
            </a:pP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- </a:t>
            </a:r>
            <a:r>
              <a:rPr lang="en-US" sz="2400" b="1" i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Kích</a:t>
            </a:r>
            <a:r>
              <a:rPr lang="x-none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thước, Hình dạng</a:t>
            </a:r>
            <a:endParaRPr lang="en-US" sz="2400" b="1" i="1" u="sng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11150" algn="just">
              <a:lnSpc>
                <a:spcPct val="150000"/>
              </a:lnSpc>
            </a:pPr>
            <a:r>
              <a:rPr 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- </a:t>
            </a:r>
            <a:r>
              <a:rPr lang="en-US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x-none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hương hướng của các AO</a:t>
            </a:r>
            <a:r>
              <a:rPr lang="x-none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311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184383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vi-VN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(VB)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837845" y="1265031"/>
            <a:ext cx="33968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30188" algn="just">
              <a:spcAft>
                <a:spcPts val="1800"/>
              </a:spcAft>
              <a:buClr>
                <a:srgbClr val="000099"/>
              </a:buClr>
              <a:buSzPct val="80000"/>
            </a:pP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Hai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chê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chính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34639" y="933799"/>
            <a:ext cx="25346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ghép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34639" y="1650745"/>
            <a:ext cx="25939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́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nhận</a:t>
            </a:r>
            <a:endParaRPr lang="vi-V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E38C5156-AD0B-E5AF-F748-BF61A7688E29}"/>
              </a:ext>
            </a:extLst>
          </p:cNvPr>
          <p:cNvCxnSpPr>
            <a:endCxn id="9" idx="1"/>
          </p:cNvCxnSpPr>
          <p:nvPr/>
        </p:nvCxnSpPr>
        <p:spPr>
          <a:xfrm flipV="1">
            <a:off x="4234649" y="1195409"/>
            <a:ext cx="699990" cy="4023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39BB4272-B7C1-C082-07FF-ABB02D309D5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234649" y="1621700"/>
            <a:ext cx="699990" cy="2906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0326" y="2367691"/>
            <a:ext cx="35797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rgbClr val="000099"/>
              </a:buClr>
              <a:buSzPct val="80000"/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chê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ghép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đôi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381" y="3225656"/>
            <a:ext cx="2098419" cy="681720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928" y="2865626"/>
            <a:ext cx="2394701" cy="1328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381" y="2448295"/>
            <a:ext cx="2584229" cy="17457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14" y="5301467"/>
            <a:ext cx="3480901" cy="93930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4818" y="4877937"/>
            <a:ext cx="2902811" cy="198006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66366" y="6459785"/>
            <a:ext cx="1846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HẤT CHO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32539" y="6459785"/>
            <a:ext cx="2052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indent="0">
              <a:buFontTx/>
              <a:buNone/>
            </a:pPr>
            <a:r>
              <a:rPr lang="en-US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HẤT NHẬN</a:t>
            </a:r>
            <a:endParaRPr lang="en-US" altLang="en-US" sz="1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0326" y="4374292"/>
            <a:ext cx="37065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Clr>
                <a:srgbClr val="000099"/>
              </a:buClr>
              <a:buSzPct val="80000"/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chê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cho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nhận</a:t>
            </a:r>
            <a:r>
              <a:rPr lang="en-US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8666508" y="5140567"/>
            <a:ext cx="3373186" cy="1717433"/>
            <a:chOff x="7116308" y="3887036"/>
            <a:chExt cx="5179070" cy="2935921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16308" y="3887036"/>
              <a:ext cx="4868195" cy="2123758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524050" y="5925817"/>
              <a:ext cx="1285237" cy="8944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</a:t>
              </a:r>
              <a:r>
                <a:rPr lang="en-US" sz="2800" b="1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796020" y="5928522"/>
              <a:ext cx="1499358" cy="8944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</a:t>
              </a:r>
              <a:r>
                <a:rPr lang="en-US" sz="2800" b="1" baseline="-25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2800" b="1" baseline="30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sz="2800" b="1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704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Kiểu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- VB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4CE23F61-DFC6-398F-8CBC-D9FF8025277C}"/>
              </a:ext>
            </a:extLst>
          </p:cNvPr>
          <p:cNvGrpSpPr/>
          <p:nvPr/>
        </p:nvGrpSpPr>
        <p:grpSpPr>
          <a:xfrm>
            <a:off x="7045739" y="2725347"/>
            <a:ext cx="4862228" cy="2423331"/>
            <a:chOff x="7286022" y="3813483"/>
            <a:chExt cx="4862228" cy="2423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xmlns="" id="{A8FA7CBC-78E0-393E-688E-BC1230C5D9C3}"/>
                    </a:ext>
                  </a:extLst>
                </p:cNvPr>
                <p:cNvSpPr txBox="1"/>
                <p:nvPr/>
              </p:nvSpPr>
              <p:spPr>
                <a:xfrm>
                  <a:off x="7286022" y="3813483"/>
                  <a:ext cx="486222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 </a:t>
                  </a:r>
                  <a:r>
                    <a:rPr lang="en-US" sz="3200" b="1" dirty="0" err="1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Liên</a:t>
                  </a:r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dirty="0" err="1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kết</a:t>
                  </a:r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Delta (</a:t>
                  </a:r>
                  <a14:m>
                    <m:oMath xmlns:m="http://schemas.openxmlformats.org/officeDocument/2006/math">
                      <m:r>
                        <a:rPr lang="x-none" sz="3200" b="1" i="1" smtClean="0">
                          <a:solidFill>
                            <a:srgbClr val="CC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𝜹</m:t>
                      </m:r>
                      <m:r>
                        <m:rPr>
                          <m:nor/>
                        </m:rPr>
                        <a:rPr lang="en-US" altLang="en-US" sz="32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en-US" sz="3200" b="1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Bond</m:t>
                      </m:r>
                    </m:oMath>
                  </a14:m>
                  <a:r>
                    <a:rPr lang="en-US" sz="3200" b="1" dirty="0">
                      <a:solidFill>
                        <a:srgbClr val="CC00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x-none" sz="3200" b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8FA7CBC-78E0-393E-688E-BC1230C5D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6022" y="3813483"/>
                  <a:ext cx="4862228" cy="584775"/>
                </a:xfrm>
                <a:prstGeom prst="rect">
                  <a:avLst/>
                </a:prstGeom>
                <a:blipFill>
                  <a:blip r:embed="rId3"/>
                  <a:stretch>
                    <a:fillRect l="-3125" t="-12766" r="-2083" b="-2978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86180" y="4398258"/>
              <a:ext cx="3261912" cy="1838556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181609" y="1063773"/>
            <a:ext cx="4932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kết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Sigma (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-Bond)</a:t>
            </a:r>
            <a:endParaRPr lang="en-US" sz="3200" dirty="0">
              <a:solidFill>
                <a:srgbClr val="FF000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E182450-32FB-B28D-E7FB-62E86E1B4589}"/>
              </a:ext>
            </a:extLst>
          </p:cNvPr>
          <p:cNvGrpSpPr/>
          <p:nvPr/>
        </p:nvGrpSpPr>
        <p:grpSpPr>
          <a:xfrm>
            <a:off x="3770130" y="1799015"/>
            <a:ext cx="4179349" cy="3065454"/>
            <a:chOff x="4010413" y="2887151"/>
            <a:chExt cx="4179349" cy="306545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18F91463-2ABF-0338-914D-032BB9F3B419}"/>
                </a:ext>
              </a:extLst>
            </p:cNvPr>
            <p:cNvGrpSpPr/>
            <p:nvPr/>
          </p:nvGrpSpPr>
          <p:grpSpPr>
            <a:xfrm>
              <a:off x="4010413" y="2887151"/>
              <a:ext cx="4179349" cy="3065454"/>
              <a:chOff x="4010413" y="2887151"/>
              <a:chExt cx="4179349" cy="3065454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010413" y="2887151"/>
                <a:ext cx="417934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2. </a:t>
                </a: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Liên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en-US" sz="32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kết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Pi (</a:t>
                </a:r>
                <a:r>
                  <a:rPr lang="el-GR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π</a:t>
                </a:r>
                <a:r>
                  <a:rPr lang="en-US" alt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-Bond)</a:t>
                </a:r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1226" y="3483725"/>
                <a:ext cx="1496239" cy="2468880"/>
              </a:xfrm>
              <a:prstGeom prst="rect">
                <a:avLst/>
              </a:prstGeom>
            </p:spPr>
          </p:pic>
        </p:grpSp>
        <p:cxnSp>
          <p:nvCxnSpPr>
            <p:cNvPr id="15" name="Straight Connector 14"/>
            <p:cNvCxnSpPr/>
            <p:nvPr/>
          </p:nvCxnSpPr>
          <p:spPr>
            <a:xfrm>
              <a:off x="4764945" y="4819766"/>
              <a:ext cx="1828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BD40CD26-4AF5-FD66-E08E-44A547403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95" y="1799015"/>
            <a:ext cx="2509036" cy="27064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7320CE45-8393-3B45-F13C-89D967085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929" y="5197935"/>
            <a:ext cx="4434039" cy="117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0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π</a:t>
            </a: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định</a:t>
            </a:r>
            <a:r>
              <a:rPr lang="en-US" altLang="en-US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ch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ỗ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309137" y="967717"/>
            <a:ext cx="11858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Các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trường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hợp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thường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gặp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của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liên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kết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l-GR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π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định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chỗ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TW" sz="2800" b="1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xmlns="" id="{8AEFFD51-FF90-5559-4FF1-C9F530781FB4}"/>
              </a:ext>
            </a:extLst>
          </p:cNvPr>
          <p:cNvSpPr/>
          <p:nvPr/>
        </p:nvSpPr>
        <p:spPr>
          <a:xfrm>
            <a:off x="692842" y="1892576"/>
            <a:ext cx="95618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chất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BX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(X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là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halogen):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BF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BCl</a:t>
            </a:r>
            <a:r>
              <a:rPr lang="en-US" altLang="zh-TW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…;</a:t>
            </a:r>
            <a:endParaRPr lang="en-US" altLang="zh-TW" sz="2800" b="1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xmlns="" id="{8AEFFD51-FF90-5559-4FF1-C9F530781FB4}"/>
              </a:ext>
            </a:extLst>
          </p:cNvPr>
          <p:cNvSpPr/>
          <p:nvPr/>
        </p:nvSpPr>
        <p:spPr>
          <a:xfrm>
            <a:off x="692842" y="2671432"/>
            <a:ext cx="108780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800"/>
              </a:spcAft>
              <a:buFont typeface="Wingdings" panose="05000000000000000000" pitchFamily="2" charset="2"/>
              <a:buChar char="§"/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loại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nhưng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vai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trò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chúng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có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thể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thay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đổi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cho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nhau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6012" y="3987177"/>
            <a:ext cx="10143066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3175" algn="just">
              <a:spcAft>
                <a:spcPts val="1800"/>
              </a:spcAft>
              <a:buFont typeface="Arial" panose="020B0604020202020204" pitchFamily="34" charset="0"/>
              <a:buChar char="•"/>
              <a:tabLst>
                <a:tab pos="568325" algn="l"/>
              </a:tabLst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Hầu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hết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anion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nhiều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oxi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SO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ClO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4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…</a:t>
            </a:r>
          </a:p>
          <a:p>
            <a:pPr marL="342900" indent="3175" algn="just">
              <a:spcAft>
                <a:spcPts val="1800"/>
              </a:spcAft>
              <a:buFont typeface="Arial" panose="020B0604020202020204" pitchFamily="34" charset="0"/>
              <a:buChar char="•"/>
              <a:tabLst>
                <a:tab pos="568325" algn="l"/>
              </a:tabLst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Một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phân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hòa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NO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, C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6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</a:t>
            </a:r>
            <a:r>
              <a:rPr lang="en-US" altLang="zh-TW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6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="" xmlns:a16="http://schemas.microsoft.com/office/drawing/2014/main" id="{3F82DDE1-85AF-DD43-0620-F4EA80BDB2AA}"/>
                  </a:ext>
                </a:extLst>
              </p:cNvPr>
              <p:cNvSpPr/>
              <p:nvPr/>
            </p:nvSpPr>
            <p:spPr>
              <a:xfrm>
                <a:off x="309137" y="5564283"/>
                <a:ext cx="5020618" cy="8955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𝑩𝑳𝑲</m:t>
                    </m:r>
                    <m:r>
                      <a:rPr 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ổ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𝒏𝒈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ố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ê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ế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ổ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𝒏𝒈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ố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𝒍𝒊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ê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ế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𝒔𝒊𝒈𝒎𝒂</m:t>
                        </m:r>
                      </m:den>
                    </m:f>
                  </m:oMath>
                </a14:m>
                <a:r>
                  <a:rPr lang="en-US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x-none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82DDE1-85AF-DD43-0620-F4EA80BDB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37" y="5564283"/>
                <a:ext cx="5020618" cy="89550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ched Right Arrow 13"/>
          <p:cNvSpPr/>
          <p:nvPr/>
        </p:nvSpPr>
        <p:spPr>
          <a:xfrm>
            <a:off x="5329755" y="5861111"/>
            <a:ext cx="320532" cy="301846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81E11F16-E696-640F-7F80-406B2EDFA5A0}"/>
              </a:ext>
            </a:extLst>
          </p:cNvPr>
          <p:cNvSpPr txBox="1"/>
          <p:nvPr/>
        </p:nvSpPr>
        <p:spPr>
          <a:xfrm>
            <a:off x="5743919" y="5730121"/>
            <a:ext cx="6197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BLK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LK </a:t>
            </a:r>
            <a:r>
              <a:rPr lang="el-GR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chỗ</a:t>
            </a:r>
            <a:endParaRPr 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(VB)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151679" y="1159704"/>
            <a:ext cx="5165387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chất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cơ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bản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en-US" altLang="en-US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8FA7CBC-78E0-393E-688E-BC1230C5D9C3}"/>
              </a:ext>
            </a:extLst>
          </p:cNvPr>
          <p:cNvSpPr txBox="1"/>
          <p:nvPr/>
        </p:nvSpPr>
        <p:spPr>
          <a:xfrm>
            <a:off x="8573791" y="4367303"/>
            <a:ext cx="3156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Tính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định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hướng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8869" y="1873843"/>
            <a:ext cx="29193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bão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hòa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23230" y="3126591"/>
            <a:ext cx="4862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Tính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có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cực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va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̀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cực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7983" y="2670056"/>
            <a:ext cx="3425839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200"/>
              </a:lnSpc>
              <a:spcBef>
                <a:spcPct val="200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Sô</a:t>
            </a:r>
            <a:r>
              <a:rPr lang="en-US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AO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hóa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trị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trong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lớp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thư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́ 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n</a:t>
            </a:r>
            <a:r>
              <a:rPr lang="en-US" alt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en-US" sz="28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3" y="3706567"/>
            <a:ext cx="3425839" cy="159780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25731" y="5304376"/>
            <a:ext cx="319252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800"/>
              </a:spcAft>
              <a:buClr>
                <a:srgbClr val="000099"/>
              </a:buClr>
              <a:buSzPct val="80000"/>
            </a:pPr>
            <a:r>
              <a:rPr lang="en-US" alt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Ví dụ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Tìm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phân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hay ion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nào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thê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̉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tồn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tại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en-US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SiF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SiF</a:t>
            </a:r>
            <a:r>
              <a:rPr lang="en-US" i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OF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OF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endParaRPr lang="x-none" i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807536" y="3970619"/>
            <a:ext cx="2577116" cy="2179631"/>
            <a:chOff x="4968122" y="4235090"/>
            <a:chExt cx="2577116" cy="217963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1188" y="5300296"/>
              <a:ext cx="1924050" cy="111442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8122" y="4235090"/>
              <a:ext cx="1547607" cy="975082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791" y="5228186"/>
            <a:ext cx="1634237" cy="12315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23576" y="5382320"/>
            <a:ext cx="1406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Thể</a:t>
            </a:r>
            <a:r>
              <a:rPr lang="en-US" dirty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/>
              <a:t>qua </a:t>
            </a:r>
            <a:r>
              <a:rPr lang="en-US" dirty="0" err="1" smtClean="0"/>
              <a:t>thuyết</a:t>
            </a:r>
            <a:r>
              <a:rPr lang="en-US" dirty="0"/>
              <a:t> </a:t>
            </a:r>
            <a:r>
              <a:rPr lang="en-US" dirty="0" err="1" smtClean="0"/>
              <a:t>lai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5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45552" y="942442"/>
            <a:ext cx="10548483" cy="62069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2800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800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800" b="1" i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ể</a:t>
            </a:r>
            <a:r>
              <a:rPr lang="en-US" sz="2800" b="1" i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sz="2800" b="1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45552" y="3484346"/>
            <a:ext cx="11794948" cy="2515183"/>
            <a:chOff x="356627" y="3083732"/>
            <a:chExt cx="11794948" cy="2479231"/>
          </a:xfrm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56627" y="3083732"/>
              <a:ext cx="7377344" cy="6118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0" tIns="-12696" rIns="0" bIns="-12696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0" lang="en-US" sz="2800" b="1" i="1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kumimoji="0" lang="en-US" sz="2800" b="1" i="1" strike="noStrike" cap="none" normalizeH="0" baseline="0" dirty="0" err="1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kumimoji="0" lang="en-US" sz="2800" b="1" i="1" strike="noStrike" cap="none" normalizeH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AO </a:t>
              </a:r>
              <a:r>
                <a:rPr lang="en-US" sz="2800" b="1" i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sz="2800" b="1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lai</a:t>
              </a:r>
              <a:r>
                <a:rPr lang="en-US" sz="2800" b="1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b="1" i="1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phải</a:t>
              </a:r>
              <a:r>
                <a:rPr lang="en-US" sz="2800" b="1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kumimoji="0" lang="en-US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4">
              <a:extLst>
                <a:ext uri="{FF2B5EF4-FFF2-40B4-BE49-F238E27FC236}">
                  <a16:creationId xmlns:a16="http://schemas.microsoft.com/office/drawing/2014/main" xmlns="" id="{EDB1AD79-9977-D67F-2C32-F0FC530497E6}"/>
                </a:ext>
              </a:extLst>
            </p:cNvPr>
            <p:cNvSpPr/>
            <p:nvPr/>
          </p:nvSpPr>
          <p:spPr>
            <a:xfrm>
              <a:off x="532241" y="3596796"/>
              <a:ext cx="8711462" cy="1925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năng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lượng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và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đối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xứng</a:t>
              </a:r>
              <a:r>
                <a:rPr lang="en-US" altLang="zh-TW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trong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không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gian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kích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thước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và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hình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dáng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;</a:t>
              </a:r>
              <a:endParaRPr lang="en-US" altLang="zh-TW" sz="28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Mật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độ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electron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dồn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về</a:t>
              </a:r>
              <a:r>
                <a:rPr lang="en-US" altLang="zh-TW" sz="2800" i="1" u="sng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1 </a:t>
              </a:r>
              <a:r>
                <a:rPr lang="en-US" altLang="zh-TW" sz="2800" i="1" u="sng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phía</a:t>
              </a:r>
              <a:r>
                <a:rPr lang="en-US" altLang="zh-TW" sz="2800" u="sng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để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tăng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vùng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che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 </a:t>
              </a:r>
              <a:r>
                <a:rPr lang="en-US" altLang="zh-TW" sz="28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Permanent Marker"/>
                </a:rPr>
                <a:t>phủ</a:t>
              </a:r>
              <a:endPara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20167" y="3976734"/>
              <a:ext cx="1831408" cy="1389344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4628" y="3993970"/>
              <a:ext cx="1827877" cy="1568993"/>
            </a:xfrm>
            <a:prstGeom prst="rect">
              <a:avLst/>
            </a:prstGeom>
          </p:spPr>
        </p:pic>
      </p:grpSp>
      <p:sp>
        <p:nvSpPr>
          <p:cNvPr id="25" name="Rectangle 24"/>
          <p:cNvSpPr/>
          <p:nvPr/>
        </p:nvSpPr>
        <p:spPr>
          <a:xfrm>
            <a:off x="950453" y="1526488"/>
            <a:ext cx="8241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-2365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Năng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lượng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xấp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xỉ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với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nhau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;</a:t>
            </a:r>
          </a:p>
          <a:p>
            <a:pPr marL="287338" indent="-2873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Mật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độ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electron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đủ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lớn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(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kích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thước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nhỏ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);</a:t>
            </a:r>
          </a:p>
          <a:p>
            <a:pPr marL="338138" indent="-338138" algn="just">
              <a:lnSpc>
                <a:spcPct val="150000"/>
              </a:lnSpc>
              <a:buClr>
                <a:srgbClr val="000099"/>
              </a:buClr>
              <a:buSzPct val="80000"/>
              <a:buFont typeface="Wingdings" panose="05000000000000000000" pitchFamily="2" charset="2"/>
              <a:buChar char="§"/>
              <a:tabLst>
                <a:tab pos="1428750" algn="l"/>
              </a:tabLst>
            </a:pP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Vùng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che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phủ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lớn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giữa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lai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hóa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và</a:t>
            </a:r>
            <a:r>
              <a:rPr lang="en-US" altLang="ko-KR" sz="2800" dirty="0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 AO </a:t>
            </a:r>
            <a:r>
              <a:rPr lang="en-US" altLang="ko-KR" sz="2800" dirty="0" err="1">
                <a:solidFill>
                  <a:srgbClr val="00B050"/>
                </a:solidFill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khác</a:t>
            </a:r>
            <a:endParaRPr lang="en-US" altLang="ko-KR" sz="2800" dirty="0">
              <a:solidFill>
                <a:srgbClr val="00B050"/>
              </a:solidFill>
              <a:latin typeface="Times New Roman" panose="02020603050405020304" pitchFamily="18" charset="0"/>
              <a:ea typeface="굴림" charset="-127"/>
              <a:cs typeface="Times New Roman" panose="02020603050405020304" pitchFamily="18" charset="0"/>
            </a:endParaRPr>
          </a:p>
        </p:txBody>
      </p:sp>
      <p:sp>
        <p:nvSpPr>
          <p:cNvPr id="26" name="矩形 4">
            <a:extLst>
              <a:ext uri="{FF2B5EF4-FFF2-40B4-BE49-F238E27FC236}">
                <a16:creationId xmlns:a16="http://schemas.microsoft.com/office/drawing/2014/main" xmlns="" id="{EDB1AD79-9977-D67F-2C32-F0FC530497E6}"/>
              </a:ext>
            </a:extLst>
          </p:cNvPr>
          <p:cNvSpPr/>
          <p:nvPr/>
        </p:nvSpPr>
        <p:spPr>
          <a:xfrm>
            <a:off x="896037" y="6217612"/>
            <a:ext cx="10400114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AO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=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Số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+ </a:t>
            </a:r>
            <a:r>
              <a:rPr lang="en-US" altLang="zh-TW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lk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l-GR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σ</a:t>
            </a:r>
            <a:r>
              <a:rPr lang="en-US" altLang="zh-TW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xung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quanh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/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tử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lại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hóa</a:t>
            </a: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</p:spTree>
    <p:extLst>
      <p:ext uri="{BB962C8B-B14F-4D97-AF65-F5344CB8AC3E}">
        <p14:creationId xmlns:p14="http://schemas.microsoft.com/office/powerpoint/2010/main" val="357522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002641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góc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xmlns="" id="{EDB1AD79-9977-D67F-2C32-F0FC530497E6}"/>
              </a:ext>
            </a:extLst>
          </p:cNvPr>
          <p:cNvSpPr/>
          <p:nvPr/>
        </p:nvSpPr>
        <p:spPr>
          <a:xfrm>
            <a:off x="401705" y="967717"/>
            <a:ext cx="7685317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8138" indent="-338138" algn="just">
              <a:lnSpc>
                <a:spcPct val="15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Trường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1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Khác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32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3" name="矩形 4">
            <a:extLst>
              <a:ext uri="{FF2B5EF4-FFF2-40B4-BE49-F238E27FC236}">
                <a16:creationId xmlns:a16="http://schemas.microsoft.com/office/drawing/2014/main" xmlns="" id="{8D81355C-C912-2746-8F41-2CF27B289A2B}"/>
              </a:ext>
            </a:extLst>
          </p:cNvPr>
          <p:cNvSpPr/>
          <p:nvPr/>
        </p:nvSpPr>
        <p:spPr>
          <a:xfrm>
            <a:off x="3885522" y="1860117"/>
            <a:ext cx="4201500" cy="738664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Góc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liên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kết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sp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&gt; sp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&gt; sp</a:t>
            </a:r>
            <a:r>
              <a:rPr lang="en-US" altLang="zh-TW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3</a:t>
            </a:r>
          </a:p>
        </p:txBody>
      </p:sp>
      <p:sp>
        <p:nvSpPr>
          <p:cNvPr id="14" name="矩形 4">
            <a:extLst>
              <a:ext uri="{FF2B5EF4-FFF2-40B4-BE49-F238E27FC236}">
                <a16:creationId xmlns:a16="http://schemas.microsoft.com/office/drawing/2014/main" xmlns="" id="{EDB1AD79-9977-D67F-2C32-F0FC530497E6}"/>
              </a:ext>
            </a:extLst>
          </p:cNvPr>
          <p:cNvSpPr/>
          <p:nvPr/>
        </p:nvSpPr>
        <p:spPr>
          <a:xfrm>
            <a:off x="757304" y="2511821"/>
            <a:ext cx="76853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800"/>
              </a:spcAft>
            </a:pP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2.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Trường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u="sng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2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Cùng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trạng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thái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lai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hoá</a:t>
            </a:r>
            <a:r>
              <a:rPr lang="en-US" altLang="zh-TW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endParaRPr lang="en-US" altLang="zh-TW" sz="3200" b="1" baseline="30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15" name="矩形 4">
            <a:extLst>
              <a:ext uri="{FF2B5EF4-FFF2-40B4-BE49-F238E27FC236}">
                <a16:creationId xmlns:a16="http://schemas.microsoft.com/office/drawing/2014/main" xmlns="" id="{D20AADE4-A4B6-61FD-FA76-915C6D7BE74D}"/>
              </a:ext>
            </a:extLst>
          </p:cNvPr>
          <p:cNvSpPr/>
          <p:nvPr/>
        </p:nvSpPr>
        <p:spPr>
          <a:xfrm>
            <a:off x="1095253" y="3444243"/>
            <a:ext cx="8365787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Cặp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e</a:t>
            </a:r>
            <a:r>
              <a:rPr lang="en-US" altLang="zh-TW" sz="2800" b="1" i="1" u="sng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-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tự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do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của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ngtử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trung</a:t>
            </a:r>
            <a:r>
              <a:rPr lang="en-US" altLang="zh-TW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tâm</a:t>
            </a:r>
            <a:r>
              <a:rPr lang="en-US" altLang="zh-TW" sz="28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                   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55923397-1A3C-0FA7-62EE-387BC9013F37}"/>
              </a:ext>
            </a:extLst>
          </p:cNvPr>
          <p:cNvGrpSpPr/>
          <p:nvPr/>
        </p:nvGrpSpPr>
        <p:grpSpPr>
          <a:xfrm>
            <a:off x="2120477" y="4564443"/>
            <a:ext cx="9033333" cy="2036117"/>
            <a:chOff x="1808274" y="4603807"/>
            <a:chExt cx="9033333" cy="2036117"/>
          </a:xfrm>
        </p:grpSpPr>
        <p:sp>
          <p:nvSpPr>
            <p:cNvPr id="17" name="TextBox 1">
              <a:extLst>
                <a:ext uri="{FF2B5EF4-FFF2-40B4-BE49-F238E27FC236}">
                  <a16:creationId xmlns:a16="http://schemas.microsoft.com/office/drawing/2014/main" xmlns="" id="{52A9669B-011C-C42B-ED2A-423049C70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007" y="5778150"/>
              <a:ext cx="861060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32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  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US" altLang="en-US" sz="32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</a:t>
              </a:r>
              <a:r>
                <a:rPr lang="en-US" altLang="en-US" sz="3200" baseline="-25000" dirty="0">
                  <a:solidFill>
                    <a:srgbClr val="CC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32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        </a:t>
              </a:r>
              <a:r>
                <a:rPr lang="en-US" altLang="en-US" sz="32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</a:t>
              </a:r>
              <a:r>
                <a:rPr lang="en-US" altLang="en-US" sz="3200" baseline="-25000" dirty="0">
                  <a:solidFill>
                    <a:srgbClr val="008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8D4A93DC-2881-8976-1946-35D920BB32A9}"/>
                </a:ext>
              </a:extLst>
            </p:cNvPr>
            <p:cNvGrpSpPr/>
            <p:nvPr/>
          </p:nvGrpSpPr>
          <p:grpSpPr>
            <a:xfrm>
              <a:off x="1808274" y="4603807"/>
              <a:ext cx="8420866" cy="1191136"/>
              <a:chOff x="1808274" y="4603807"/>
              <a:chExt cx="8420866" cy="119113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xmlns="" id="{866AF44C-FFAE-6781-2A52-BACD82440604}"/>
                  </a:ext>
                </a:extLst>
              </p:cNvPr>
              <p:cNvGrpSpPr/>
              <p:nvPr/>
            </p:nvGrpSpPr>
            <p:grpSpPr>
              <a:xfrm>
                <a:off x="1808274" y="4603807"/>
                <a:ext cx="8420866" cy="1191136"/>
                <a:chOff x="1722200" y="3069005"/>
                <a:chExt cx="9068684" cy="2182813"/>
              </a:xfrm>
            </p:grpSpPr>
            <p:pic>
              <p:nvPicPr>
                <p:cNvPr id="23" name="Picture 4" descr="Kết quả hình ảnh cho NH3">
                  <a:extLst>
                    <a:ext uri="{FF2B5EF4-FFF2-40B4-BE49-F238E27FC236}">
                      <a16:creationId xmlns:a16="http://schemas.microsoft.com/office/drawing/2014/main" xmlns="" id="{FA8C9FD6-68CF-B6F5-754E-7C3053B759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87664" y="3661143"/>
                  <a:ext cx="2876550" cy="1590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5" name="Picture 2" descr="Methane - Wikipedia">
                  <a:extLst>
                    <a:ext uri="{FF2B5EF4-FFF2-40B4-BE49-F238E27FC236}">
                      <a16:creationId xmlns:a16="http://schemas.microsoft.com/office/drawing/2014/main" xmlns="" id="{8B268036-5BCA-95F5-9EE4-30606BEBC1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57284" y="3069005"/>
                  <a:ext cx="2133600" cy="21828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4" descr="The water molecule has this basic geometric structure">
                  <a:extLst>
                    <a:ext uri="{FF2B5EF4-FFF2-40B4-BE49-F238E27FC236}">
                      <a16:creationId xmlns:a16="http://schemas.microsoft.com/office/drawing/2014/main" xmlns="" id="{EE3F2489-C275-88D7-743E-AF13F94078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22200" y="3165842"/>
                  <a:ext cx="2174875" cy="1989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xmlns="" id="{E153CEE9-0AA7-1836-4E08-13692755C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386939">
                <a:off x="2271273" y="4897451"/>
                <a:ext cx="295275" cy="14287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xmlns="" id="{255E80DC-655C-304E-C6F0-E068FBAEBD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76377" y="4696720"/>
                <a:ext cx="295275" cy="14287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360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4395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CHT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7" y="962509"/>
            <a:ext cx="4361626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Clr>
                <a:srgbClr val="000099"/>
              </a:buClr>
              <a:buSzPct val="80000"/>
              <a:buFont typeface="Wingdings" pitchFamily="2" charset="2"/>
              <a:buChar char="Ø"/>
            </a:pPr>
            <a:r>
              <a:rPr lang="en-US" altLang="en-US" sz="3200" b="1" dirty="0">
                <a:cs typeface="Times New Roman" panose="02020603050405020304" pitchFamily="18" charset="0"/>
              </a:rPr>
              <a:t>Ví dụ: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CO</a:t>
            </a:r>
            <a:r>
              <a:rPr lang="en-US" altLang="en-US" sz="32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cs typeface="Times New Roman" panose="02020603050405020304" pitchFamily="18" charset="0"/>
            </a:endParaRPr>
          </a:p>
        </p:txBody>
      </p:sp>
      <p:pic>
        <p:nvPicPr>
          <p:cNvPr id="14" name="Picture 6" descr="FG09_11aC">
            <a:extLst>
              <a:ext uri="{FF2B5EF4-FFF2-40B4-BE49-F238E27FC236}">
                <a16:creationId xmlns:a16="http://schemas.microsoft.com/office/drawing/2014/main" xmlns="" id="{609E3564-E441-3DAB-7479-776B1159B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088" y="1133869"/>
            <a:ext cx="5375847" cy="2142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A33D0F5C-9D6A-76FE-C3FC-934E6F1E7FE4}"/>
              </a:ext>
            </a:extLst>
          </p:cNvPr>
          <p:cNvSpPr txBox="1"/>
          <p:nvPr/>
        </p:nvSpPr>
        <p:spPr>
          <a:xfrm>
            <a:off x="8887400" y="3103068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5690" y="1699154"/>
            <a:ext cx="5227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Trọng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trùng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→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xứng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2EC9161A-C9A6-547F-2639-EC47D9355D5F}"/>
              </a:ext>
            </a:extLst>
          </p:cNvPr>
          <p:cNvGrpSpPr/>
          <p:nvPr/>
        </p:nvGrpSpPr>
        <p:grpSpPr>
          <a:xfrm>
            <a:off x="1368640" y="3960882"/>
            <a:ext cx="3004820" cy="2181826"/>
            <a:chOff x="165100" y="2093913"/>
            <a:chExt cx="3492500" cy="2628900"/>
          </a:xfrm>
        </p:grpSpPr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xmlns="" id="{E7BFB160-29BB-CE57-D145-6873226CA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100" y="2093913"/>
              <a:ext cx="3403600" cy="262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2309AA95-A537-7F3D-F465-A73B89B32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3100" y="3154363"/>
              <a:ext cx="1714500" cy="522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b="1" dirty="0"/>
                <a:t>S</a:t>
              </a:r>
              <a:r>
                <a:rPr lang="vi-VN" altLang="en-US" sz="2800" b="1" baseline="-25000" dirty="0"/>
                <a:t>F</a:t>
              </a:r>
              <a:r>
                <a:rPr lang="vi-VN" altLang="en-US" sz="2800" b="1" dirty="0"/>
                <a:t> </a:t>
              </a:r>
              <a:r>
                <a:rPr lang="vi-VN" altLang="en-US" sz="2800" b="1" dirty="0">
                  <a:sym typeface="Symbol" panose="05050102010706020507" pitchFamily="18" charset="2"/>
                </a:rPr>
                <a:t> S</a:t>
              </a:r>
              <a:r>
                <a:rPr lang="vi-VN" altLang="en-US" sz="2800" b="1" baseline="-25000" dirty="0">
                  <a:sym typeface="Symbol" panose="05050102010706020507" pitchFamily="18" charset="2"/>
                </a:rPr>
                <a:t>B</a:t>
              </a:r>
              <a:r>
                <a:rPr lang="vi-VN" altLang="en-US" sz="2800" b="1" dirty="0"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6901AAB6-085D-2211-C623-0E5EC6C86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800" y="3402013"/>
              <a:ext cx="304800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800" b="1" dirty="0">
                  <a:solidFill>
                    <a:srgbClr val="FF0000"/>
                  </a:solidFill>
                </a:rPr>
                <a:t>B</a:t>
              </a:r>
              <a:endParaRPr lang="en-US" altLang="en-US" sz="28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xmlns="" id="{3BA913EF-68E0-D2A8-2167-1CDF16746C68}"/>
                </a:ext>
              </a:extLst>
            </p:cNvPr>
            <p:cNvCxnSpPr/>
            <p:nvPr/>
          </p:nvCxnSpPr>
          <p:spPr>
            <a:xfrm flipV="1">
              <a:off x="1524000" y="3582988"/>
              <a:ext cx="514350" cy="258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81" y="3260771"/>
            <a:ext cx="2504567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BF</a:t>
            </a:r>
            <a:r>
              <a:rPr lang="en-US" altLang="en-US" sz="3200" b="1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endParaRPr lang="en-US" altLang="en-US" sz="32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A33D0F5C-9D6A-76FE-C3FC-934E6F1E7FE4}"/>
              </a:ext>
            </a:extLst>
          </p:cNvPr>
          <p:cNvSpPr txBox="1"/>
          <p:nvPr/>
        </p:nvSpPr>
        <p:spPr>
          <a:xfrm>
            <a:off x="1372831" y="6362986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664" y="3521009"/>
            <a:ext cx="3013008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CH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F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A33D0F5C-9D6A-76FE-C3FC-934E6F1E7FE4}"/>
              </a:ext>
            </a:extLst>
          </p:cNvPr>
          <p:cNvSpPr txBox="1"/>
          <p:nvPr/>
        </p:nvSpPr>
        <p:spPr>
          <a:xfrm>
            <a:off x="7020929" y="6301690"/>
            <a:ext cx="2715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xmlns="" id="{67741A12-2623-507C-FA50-7C86FF578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090" y="4273477"/>
            <a:ext cx="2107485" cy="194404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A3A36D-F2AE-41A3-F445-87625B0D455E}"/>
              </a:ext>
            </a:extLst>
          </p:cNvPr>
          <p:cNvSpPr txBox="1"/>
          <p:nvPr/>
        </p:nvSpPr>
        <p:spPr>
          <a:xfrm>
            <a:off x="9442212" y="4961248"/>
            <a:ext cx="2557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 phân trans</a:t>
            </a:r>
          </a:p>
        </p:txBody>
      </p:sp>
    </p:spTree>
    <p:extLst>
      <p:ext uri="{BB962C8B-B14F-4D97-AF65-F5344CB8AC3E}">
        <p14:creationId xmlns:p14="http://schemas.microsoft.com/office/powerpoint/2010/main" val="408470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4395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CHT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07" y="911421"/>
            <a:ext cx="5611446" cy="69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Clr>
                <a:srgbClr val="000099"/>
              </a:buClr>
              <a:buSzPct val="80000"/>
              <a:buFont typeface="Wingdings" pitchFamily="2" charset="2"/>
              <a:buChar char="Ø"/>
            </a:pPr>
            <a:r>
              <a:rPr lang="en-US" altLang="en-US" sz="3200" b="1" dirty="0">
                <a:cs typeface="Times New Roman" panose="02020603050405020304" pitchFamily="18" charset="0"/>
              </a:rPr>
              <a:t>Ví dụ: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Xét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tư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̉ H</a:t>
            </a:r>
            <a:r>
              <a:rPr lang="en-US" altLang="en-US" sz="3200" b="1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</a:t>
            </a:r>
            <a:endParaRPr lang="en-US" altLang="en-US" sz="3200" dirty="0"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i="1" dirty="0">
              <a:cs typeface="Times New Roman" panose="02020603050405020304" pitchFamily="18" charset="0"/>
            </a:endParaRPr>
          </a:p>
        </p:txBody>
      </p:sp>
      <p:pic>
        <p:nvPicPr>
          <p:cNvPr id="21" name="Picture 1028" descr="FG09_12aC">
            <a:extLst>
              <a:ext uri="{FF2B5EF4-FFF2-40B4-BE49-F238E27FC236}">
                <a16:creationId xmlns:a16="http://schemas.microsoft.com/office/drawing/2014/main" xmlns="" id="{3ABAADD3-FD7F-2735-68BF-7D95A89AB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473" y="1217610"/>
            <a:ext cx="5249071" cy="1835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DA738C7-74DB-8F8D-076C-B58AFD84C999}"/>
              </a:ext>
            </a:extLst>
          </p:cNvPr>
          <p:cNvSpPr txBox="1"/>
          <p:nvPr/>
        </p:nvSpPr>
        <p:spPr>
          <a:xfrm>
            <a:off x="8041609" y="3052641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8478" y="1647519"/>
            <a:ext cx="522765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Trọng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trùng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với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của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hạt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→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đối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xứng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8BA33ADB-962D-B3A4-E92A-71E8C4872473}"/>
              </a:ext>
            </a:extLst>
          </p:cNvPr>
          <p:cNvGrpSpPr/>
          <p:nvPr/>
        </p:nvGrpSpPr>
        <p:grpSpPr>
          <a:xfrm>
            <a:off x="1099212" y="3833472"/>
            <a:ext cx="3189351" cy="2332674"/>
            <a:chOff x="2058988" y="3551238"/>
            <a:chExt cx="3951287" cy="2838450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xmlns="" id="{5FE292F8-1F67-A6A6-C2D8-2A744D020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5075" y="3551238"/>
              <a:ext cx="3505200" cy="274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xmlns="" id="{CFBD4971-8F93-CF9E-3FDB-1C4062E094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5738" y="5676900"/>
              <a:ext cx="609600" cy="48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 b="1" dirty="0">
                  <a:solidFill>
                    <a:srgbClr val="FFCC00"/>
                  </a:solidFill>
                </a:rPr>
                <a:t>Cl</a:t>
              </a:r>
              <a:endParaRPr lang="en-US" altLang="en-US" sz="2000" b="1" dirty="0">
                <a:solidFill>
                  <a:srgbClr val="FFCC00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70E7F29F-0A02-393B-A180-237E380C6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988" y="5624514"/>
              <a:ext cx="609600" cy="48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000" b="1" dirty="0">
                  <a:solidFill>
                    <a:srgbClr val="FFCC00"/>
                  </a:solidFill>
                </a:rPr>
                <a:t>Cl</a:t>
              </a:r>
              <a:endParaRPr lang="en-US" altLang="en-US" sz="2000" b="1" dirty="0">
                <a:solidFill>
                  <a:srgbClr val="FFCC00"/>
                </a:solidFill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xmlns="" id="{A9171328-C26A-0B7F-5C9C-A30F8BAB5161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5895975"/>
              <a:ext cx="2228850" cy="269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xmlns="" id="{78EE2A36-CD57-1B04-0184-DA25103E2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713" y="5927725"/>
              <a:ext cx="920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Cl</a:t>
              </a:r>
              <a:endParaRPr lang="en-US" altLang="en-US" sz="2400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xmlns="" id="{6BC7C4EE-B843-F70A-27D4-A1BEE1D70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5713" y="3575050"/>
              <a:ext cx="317500" cy="1014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6000">
                  <a:solidFill>
                    <a:schemeClr val="bg1"/>
                  </a:solidFill>
                  <a:sym typeface="Symbol" panose="05050102010706020507" pitchFamily="18" charset="2"/>
                </a:rPr>
                <a:t></a:t>
              </a:r>
              <a:endParaRPr lang="en-US" altLang="en-US" sz="600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DED383D7-CF27-E624-EACF-E68C48450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1882" y="3973613"/>
              <a:ext cx="68580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O</a:t>
              </a:r>
              <a:endParaRPr lang="en-US" altLang="en-US" sz="2400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F37C3A7F-38A2-B9A1-6C4B-619F939EC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6843" y="4841875"/>
              <a:ext cx="685801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vi-VN" altLang="en-US" sz="2400" b="1" dirty="0"/>
                <a:t>S</a:t>
              </a:r>
              <a:r>
                <a:rPr lang="vi-VN" altLang="en-US" sz="2400" b="1" baseline="-25000" dirty="0"/>
                <a:t>C</a:t>
              </a:r>
              <a:endParaRPr lang="en-US" altLang="en-US" sz="2400" b="1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xmlns="" id="{36D0785C-3B1A-FFB4-E1BE-C452D7C994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3125" y="4311650"/>
              <a:ext cx="504825" cy="174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xmlns="" id="{0B6BCB07-C82D-93C3-4549-5F3EFE179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00413" y="5180013"/>
              <a:ext cx="627062" cy="650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55" y="3249520"/>
            <a:ext cx="3283166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 COCl</a:t>
            </a:r>
            <a:r>
              <a:rPr lang="en-US" altLang="en-US" sz="3200" b="1" baseline="-25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A33D0F5C-9D6A-76FE-C3FC-934E6F1E7FE4}"/>
              </a:ext>
            </a:extLst>
          </p:cNvPr>
          <p:cNvSpPr txBox="1"/>
          <p:nvPr/>
        </p:nvSpPr>
        <p:spPr>
          <a:xfrm>
            <a:off x="1906989" y="6314971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xmlns="" id="{1B69F222-09CC-B037-8D5D-589A32B72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070" y="3501452"/>
            <a:ext cx="3043414" cy="50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just">
              <a:buClr>
                <a:srgbClr val="000099"/>
              </a:buClr>
              <a:buSzPct val="80000"/>
            </a:pP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Phân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tử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 CH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solidFill>
                  <a:srgbClr val="00B050"/>
                </a:solidFill>
                <a:cs typeface="Times New Roman" panose="02020603050405020304" pitchFamily="18" charset="0"/>
              </a:rPr>
              <a:t>F</a:t>
            </a:r>
            <a:r>
              <a:rPr lang="en-US" altLang="en-US" sz="3200" b="1" baseline="-25000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endParaRPr lang="en-US" altLang="en-US" sz="3200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0" indent="406400" algn="just">
              <a:spcBef>
                <a:spcPts val="600"/>
              </a:spcBef>
              <a:spcAft>
                <a:spcPts val="1000"/>
              </a:spcAft>
              <a:buClr>
                <a:srgbClr val="000099"/>
              </a:buClr>
              <a:buSzPct val="80000"/>
            </a:pPr>
            <a:endParaRPr lang="en-US" altLang="en-US" sz="2800" i="1" dirty="0">
              <a:solidFill>
                <a:srgbClr val="00B050"/>
              </a:solidFill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A33D0F5C-9D6A-76FE-C3FC-934E6F1E7FE4}"/>
              </a:ext>
            </a:extLst>
          </p:cNvPr>
          <p:cNvSpPr txBox="1"/>
          <p:nvPr/>
        </p:nvSpPr>
        <p:spPr>
          <a:xfrm>
            <a:off x="7366906" y="6334304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cực</a:t>
            </a:r>
            <a:endParaRPr lang="x-none" sz="28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FAFA9E4D-31B4-D66E-BE03-87D620C94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6756" y="4328958"/>
            <a:ext cx="2052065" cy="191764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F4195B6C-FB03-DC2A-1672-97CA2E940CA4}"/>
              </a:ext>
            </a:extLst>
          </p:cNvPr>
          <p:cNvSpPr txBox="1"/>
          <p:nvPr/>
        </p:nvSpPr>
        <p:spPr>
          <a:xfrm>
            <a:off x="9442212" y="4961248"/>
            <a:ext cx="2257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Đồng phân cis</a:t>
            </a:r>
          </a:p>
        </p:txBody>
      </p:sp>
    </p:spTree>
    <p:extLst>
      <p:ext uri="{BB962C8B-B14F-4D97-AF65-F5344CB8AC3E}">
        <p14:creationId xmlns:p14="http://schemas.microsoft.com/office/powerpoint/2010/main" val="377602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4395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CHT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00B4DC03-FD9C-6905-4337-92A155FFD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02" y="1378735"/>
            <a:ext cx="10739475" cy="532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4395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CHT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2" name="Group 21"/>
          <p:cNvGrpSpPr/>
          <p:nvPr/>
        </p:nvGrpSpPr>
        <p:grpSpPr>
          <a:xfrm>
            <a:off x="1016972" y="1541736"/>
            <a:ext cx="4040867" cy="984885"/>
            <a:chOff x="773821" y="2884104"/>
            <a:chExt cx="4040867" cy="98488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B642FF9F-4463-4B6F-972A-BBBBFB0C0063}"/>
                </a:ext>
              </a:extLst>
            </p:cNvPr>
            <p:cNvSpPr txBox="1"/>
            <p:nvPr/>
          </p:nvSpPr>
          <p:spPr>
            <a:xfrm>
              <a:off x="773821" y="2884104"/>
              <a:ext cx="4040867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A : 1s  2s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2p</a:t>
              </a:r>
              <a:r>
                <a:rPr lang="en-US" sz="2400" b="1" baseline="-250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  </a:t>
              </a: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>
                <a:spcAft>
                  <a:spcPts val="1200"/>
                </a:spcAft>
              </a:pPr>
              <a:r>
                <a:rPr lang="en-US" sz="2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 : 1s  2s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400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2p</a:t>
              </a:r>
              <a:r>
                <a:rPr lang="en-US" sz="2400" b="1" baseline="-25000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  <a:endPara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87B11BA5-5EF0-46C9-8BF5-5FA655E4841D}"/>
                </a:ext>
              </a:extLst>
            </p:cNvPr>
            <p:cNvSpPr/>
            <p:nvPr/>
          </p:nvSpPr>
          <p:spPr>
            <a:xfrm>
              <a:off x="1453279" y="2955755"/>
              <a:ext cx="161068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xmlns="" id="{E176C272-A2A0-4900-8AAF-C246D009C501}"/>
                </a:ext>
              </a:extLst>
            </p:cNvPr>
            <p:cNvSpPr/>
            <p:nvPr/>
          </p:nvSpPr>
          <p:spPr>
            <a:xfrm>
              <a:off x="3205027" y="2958962"/>
              <a:ext cx="53230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CC99265E-CBB2-4EAE-805C-80912188A9FA}"/>
                </a:ext>
              </a:extLst>
            </p:cNvPr>
            <p:cNvSpPr/>
            <p:nvPr/>
          </p:nvSpPr>
          <p:spPr>
            <a:xfrm>
              <a:off x="3837609" y="2958962"/>
              <a:ext cx="532301" cy="892552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691" y="1390285"/>
            <a:ext cx="6387309" cy="1657466"/>
          </a:xfrm>
          <a:prstGeom prst="rect">
            <a:avLst/>
          </a:prstGeom>
        </p:spPr>
      </p:pic>
      <p:sp>
        <p:nvSpPr>
          <p:cNvPr id="29" name="矩形 4">
            <a:extLst>
              <a:ext uri="{FF2B5EF4-FFF2-40B4-BE49-F238E27FC236}">
                <a16:creationId xmlns:a16="http://schemas.microsoft.com/office/drawing/2014/main" xmlns="" id="{038AD049-1814-F85F-4802-6CE161D6DBA9}"/>
              </a:ext>
            </a:extLst>
          </p:cNvPr>
          <p:cNvSpPr/>
          <p:nvPr/>
        </p:nvSpPr>
        <p:spPr>
          <a:xfrm>
            <a:off x="1326638" y="2636725"/>
            <a:ext cx="237437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1s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1s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2s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x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x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y(z)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y(z)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z(y)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dirty="0"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±</a:t>
            </a:r>
            <a:r>
              <a:rPr lang="en-US" altLang="zh-TW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 </a:t>
            </a:r>
            <a:r>
              <a:rPr lang="en-US" altLang="zh-TW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2p</a:t>
            </a:r>
            <a:r>
              <a:rPr lang="en-US" altLang="zh-TW" sz="2400" b="1" baseline="-250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Permanent Marker"/>
              </a:rPr>
              <a:t>z(y)</a:t>
            </a:r>
            <a:endParaRPr lang="en-US" altLang="zh-TW" sz="24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  <a:sym typeface="Permanent Marker"/>
            </a:endParaRPr>
          </a:p>
        </p:txBody>
      </p:sp>
      <p:sp>
        <p:nvSpPr>
          <p:cNvPr id="30" name="Right Brace 29"/>
          <p:cNvSpPr/>
          <p:nvPr/>
        </p:nvSpPr>
        <p:spPr>
          <a:xfrm>
            <a:off x="3430319" y="2739078"/>
            <a:ext cx="632582" cy="2159920"/>
          </a:xfrm>
          <a:prstGeom prst="rightBrac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142171" y="2986307"/>
            <a:ext cx="23563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xứng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矩形 4">
            <a:extLst>
              <a:ext uri="{FF2B5EF4-FFF2-40B4-BE49-F238E27FC236}">
                <a16:creationId xmlns:a16="http://schemas.microsoft.com/office/drawing/2014/main" xmlns="" id="{038AD049-1814-F85F-4802-6CE161D6DBA9}"/>
              </a:ext>
            </a:extLst>
          </p:cNvPr>
          <p:cNvSpPr/>
          <p:nvPr/>
        </p:nvSpPr>
        <p:spPr>
          <a:xfrm>
            <a:off x="6884079" y="3079855"/>
            <a:ext cx="4922381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1s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2s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vì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E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cách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xa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;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8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và</a:t>
            </a:r>
            <a:r>
              <a:rPr lang="en-US" altLang="zh-TW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2p</a:t>
            </a:r>
            <a:r>
              <a:rPr lang="en-US" altLang="zh-TW" sz="2800" b="1" baseline="-25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y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: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không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tổ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hợp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vì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bất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đối</a:t>
            </a:r>
            <a:r>
              <a:rPr lang="en-US" altLang="zh-TW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 </a:t>
            </a:r>
            <a:r>
              <a:rPr lang="en-US" altLang="zh-TW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xứng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ermanent Marker"/>
              </a:rPr>
              <a:t>.</a:t>
            </a:r>
            <a:endParaRPr lang="en-US" altLang="zh-TW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ermanent Marker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105" y="967717"/>
            <a:ext cx="31560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94" y="5261875"/>
            <a:ext cx="11696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MO,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VB: </a:t>
            </a: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</a:t>
            </a:r>
            <a:r>
              <a:rPr lang="el-GR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</a:t>
            </a:r>
            <a:r>
              <a:rPr lang="en-US" alt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,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 </a:t>
            </a:r>
            <a:r>
              <a:rPr lang="en-US" alt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187202" y="5797900"/>
            <a:ext cx="6266305" cy="1080368"/>
            <a:chOff x="2053787" y="937967"/>
            <a:chExt cx="6266305" cy="1080368"/>
          </a:xfrm>
        </p:grpSpPr>
        <p:graphicFrame>
          <p:nvGraphicFramePr>
            <p:cNvPr id="36" name="Object 4">
              <a:extLst>
                <a:ext uri="{FF2B5EF4-FFF2-40B4-BE49-F238E27FC236}">
                  <a16:creationId xmlns:a16="http://schemas.microsoft.com/office/drawing/2014/main" xmlns="" id="{A69F2C3B-774E-4B9F-B0DC-E46FFB7EF4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3471044"/>
                </p:ext>
              </p:extLst>
            </p:nvPr>
          </p:nvGraphicFramePr>
          <p:xfrm>
            <a:off x="6107244" y="937967"/>
            <a:ext cx="2212848" cy="1080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Equation" r:id="rId5" imgW="1002865" imgH="444307" progId="Equation.3">
                    <p:embed/>
                  </p:oleObj>
                </mc:Choice>
                <mc:Fallback>
                  <p:oleObj name="Equation" r:id="rId5" imgW="1002865" imgH="4443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7244" y="937967"/>
                          <a:ext cx="2212848" cy="1080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Rectangle 36"/>
            <p:cNvSpPr/>
            <p:nvPr/>
          </p:nvSpPr>
          <p:spPr>
            <a:xfrm>
              <a:off x="2053787" y="1185763"/>
              <a:ext cx="404630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Bậc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iên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ết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(hai tâm)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40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1193" y="6459785"/>
            <a:ext cx="546027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09" y="122260"/>
            <a:ext cx="114395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Mức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vi-VN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ượng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zh-TW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altLang="zh-TW" b="1" dirty="0" smtClean="0">
                <a:latin typeface="Arial" panose="020B0604020202020204" pitchFamily="34" charset="0"/>
                <a:cs typeface="Arial" panose="020B0604020202020204" pitchFamily="34" charset="0"/>
              </a:rPr>
              <a:t> MO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0" name="Rectangle 19"/>
          <p:cNvSpPr/>
          <p:nvPr/>
        </p:nvSpPr>
        <p:spPr>
          <a:xfrm>
            <a:off x="-84959" y="967717"/>
            <a:ext cx="5555047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baseline="-25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</a:p>
          <a:p>
            <a:pPr algn="ctr">
              <a:spcAft>
                <a:spcPts val="12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 1A →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5A (Li, Be, B, C, N)</a:t>
            </a:r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21302" y="967717"/>
            <a:ext cx="5292091" cy="104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baseline="-25000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</a:p>
          <a:p>
            <a:pPr algn="ctr">
              <a:spcAft>
                <a:spcPts val="12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[A&amp;B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8A (O, F, Ne)</a:t>
            </a:r>
            <a:r>
              <a:rPr lang="vi-V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51" y="2269982"/>
            <a:ext cx="4479000" cy="4206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511" y="2133851"/>
            <a:ext cx="4487671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4675" y="526550"/>
            <a:ext cx="1156577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1: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pháp</a:t>
            </a:r>
            <a:r>
              <a:rPr lang="es-E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VB: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loại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thành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do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sự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xen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phủ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lẫn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giữa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tương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loại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mạnh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chỗ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hai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4675" y="2909673"/>
            <a:ext cx="1143277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2: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Theo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thuyết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lai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orbital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tham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lai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điều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kiện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toàn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gần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mật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đủ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lớn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gần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mật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đủ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orbital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mật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nhỏ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4675" y="5292797"/>
            <a:ext cx="11432772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3: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 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pt-BR" b="1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phân tử CH</a:t>
            </a:r>
            <a:r>
              <a:rPr lang="pt-BR" baseline="-25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C = CH – CH</a:t>
            </a:r>
            <a:r>
              <a:rPr lang="pt-BR" baseline="-25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trạng thái lai hóa của các nguyên tử C theo thứ tự từ trái qua phải là: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127000" algn="l"/>
                <a:tab pos="3302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sp.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91894" y="139542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91894" y="419916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2814470" y="5892330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4497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482136" y="4226260"/>
                <a:ext cx="11106123" cy="24561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</a:t>
                </a:r>
                <a:r>
                  <a:rPr kumimoji="0" lang="pt-BR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6: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 phương án </a:t>
                </a: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Theo phương pháp VB, ion H</a:t>
                </a:r>
                <a:r>
                  <a:rPr kumimoji="0" lang="pt-BR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0" lang="pt-BR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có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đặc điểm cấu tạo: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Dạng hình học phân tử là tam giác đều, không có cực.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2) Oxy ở trạng thái lai hóa sp</a:t>
                </a:r>
                <a:r>
                  <a:rPr kumimoji="0" lang="pt-BR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góc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pt-BR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𝐻𝑂𝐻</m:t>
                        </m:r>
                      </m:e>
                    </m:acc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109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kumimoji="0" lang="en-US" b="0" i="1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endParaRPr kumimoji="0" lang="en-US" b="0" i="0" u="none" strike="noStrike" cap="none" normalizeH="0" baseline="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3) Oxy tạo 3 liên kết cộng hóa trị với H đều theo cơ chế ghép đôi.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4) Dạng hình học phân tử là tháp tam giác, có cực.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indent="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27000" algn="l"/>
                    <a:tab pos="1714500" algn="l"/>
                    <a:tab pos="3302000" algn="l"/>
                    <a:tab pos="4889500" algn="l"/>
                  </a:tabLst>
                </a:pP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Chỉ 4        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pt-BR" dirty="0">
                    <a:solidFill>
                      <a:srgbClr val="99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2,3,4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Chỉ </a:t>
                </a:r>
                <a:r>
                  <a:rPr lang="pt-BR" dirty="0">
                    <a:solidFill>
                      <a:srgbClr val="99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1,3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                         </a:t>
                </a: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:r>
                  <a:rPr lang="pt-BR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Chỉ 2,4</a:t>
                </a:r>
                <a:endPara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136" y="4226260"/>
                <a:ext cx="11106123" cy="2456122"/>
              </a:xfrm>
              <a:prstGeom prst="rect">
                <a:avLst/>
              </a:prstGeom>
              <a:blipFill rotWithShape="0">
                <a:blip r:embed="rId3"/>
                <a:stretch>
                  <a:fillRect l="-439" t="-744" b="-34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82136" y="363363"/>
            <a:ext cx="112665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4: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CH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CH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		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sp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sp.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638198" y="123018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720494" y="632724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76104" y="258133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grpSp>
        <p:nvGrpSpPr>
          <p:cNvPr id="2" name="Group 1"/>
          <p:cNvGrpSpPr/>
          <p:nvPr/>
        </p:nvGrpSpPr>
        <p:grpSpPr>
          <a:xfrm>
            <a:off x="482136" y="1884344"/>
            <a:ext cx="11266516" cy="2223462"/>
            <a:chOff x="482136" y="1884344"/>
            <a:chExt cx="11266516" cy="2223462"/>
          </a:xfrm>
        </p:grpSpPr>
        <p:sp>
          <p:nvSpPr>
            <p:cNvPr id="10" name="Rectangle 9"/>
            <p:cNvSpPr/>
            <p:nvPr/>
          </p:nvSpPr>
          <p:spPr>
            <a:xfrm>
              <a:off x="482136" y="1884344"/>
              <a:ext cx="11266516" cy="2062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pt-BR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Câu </a:t>
              </a:r>
              <a:r>
                <a:rPr lang="pt-BR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5: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Benzoic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một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acid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hữu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cơ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có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CTPT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như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hình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vẽ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Xác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định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các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góc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(1), (2)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và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(3).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ới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nguyên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tử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C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trung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tâm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góc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(1)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và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(2);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nguyên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tử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O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trung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tâm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góc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(3):</a:t>
              </a:r>
              <a:endPara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  <a:tabLst>
                  <a:tab pos="54864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r>
                <a:rPr lang="en-US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(1) 120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(2) 120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(3) 109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			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B. 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(1)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109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(2) 9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(3)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180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 </a:t>
              </a:r>
            </a:p>
            <a:p>
              <a:pPr>
                <a:spcBef>
                  <a:spcPts val="600"/>
                </a:spcBef>
                <a:spcAft>
                  <a:spcPts val="600"/>
                </a:spcAft>
                <a:tabLst>
                  <a:tab pos="5486400" algn="l"/>
                </a:tabLst>
              </a:pP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r>
                <a:rPr lang="en-US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C. 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(1)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120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(2) 120</a:t>
              </a:r>
              <a:r>
                <a:rPr lang="en-US" baseline="30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(3)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180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 </a:t>
              </a:r>
              <a:r>
                <a:rPr 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		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	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D. 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(1) 9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(2) </a:t>
              </a:r>
              <a:r>
                <a: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90</a:t>
              </a:r>
              <a:r>
                <a:rPr lang="en-US" baseline="30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; (3) 109</a:t>
              </a:r>
              <a:r>
                <a:rPr lang="en-US" baseline="30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o</a:t>
              </a:r>
              <a:endPara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2" name="Picture 11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49"/>
            <a:stretch>
              <a:fillRect/>
            </a:stretch>
          </p:blipFill>
          <p:spPr bwMode="auto">
            <a:xfrm>
              <a:off x="1997905" y="2581338"/>
              <a:ext cx="2424626" cy="152646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926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/>
      <p:bldP spid="6" grpId="0" animBg="1"/>
      <p:bldP spid="8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5930" y="2598719"/>
            <a:ext cx="112665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ion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đây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1) ClO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2) ClO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3) ClO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tứ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 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2,3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1337986" y="3492977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415930" y="4151127"/>
            <a:ext cx="1126651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9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pháp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VB,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ion ClO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ClO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ClO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đặc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điểm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1)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Ngtử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Cl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cùng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ở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trạng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thái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lai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sp</a:t>
            </a:r>
            <a:r>
              <a:rPr lang="en-U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Cùng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bền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dãy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ClO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→ ClO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ClO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ion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4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3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4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750009" y="631975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415930" y="147347"/>
                <a:ext cx="11106123" cy="21300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Câu </a:t>
                </a:r>
                <a:r>
                  <a:rPr kumimoji="0" lang="pt-BR" b="1" i="0" u="none" strike="noStrike" cap="none" normalizeH="0" baseline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7:</a:t>
                </a:r>
                <a:r>
                  <a:rPr kumimoji="0" lang="pt-BR" b="1" i="0" u="none" strike="noStrike" cap="none" normalizeH="0" dirty="0" smtClean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Chọn phương án </a:t>
                </a: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đúng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Trong phân tử  NOF (N là nguyên tử trung tâm) 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rgbClr val="9933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có: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71500"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0" lang="pt-BR" b="1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kumimoji="0" lang="pt-BR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Nguyên tử N lai hóa sp</a:t>
                </a:r>
                <a:r>
                  <a:rPr kumimoji="0" lang="pt-BR" b="0" i="0" u="none" strike="noStrike" cap="none" normalizeH="0" baseline="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0" lang="pt-B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góc liên kết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𝑂𝑁𝐹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20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chỗ</a:t>
                </a:r>
                <a:endPara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71500"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:r>
                  <a:rPr lang="pt-BR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Nguyên tử N lai hóa sp, góc liên kết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𝑂𝑁𝐹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180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chỗ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71500"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pt-BR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Nguyên tử N lai hóa sp</a:t>
                </a:r>
                <a:r>
                  <a:rPr lang="pt-BR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góc liên kết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𝑂𝑁𝐹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120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chỗ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571500" eaLnBrk="0" fontAlgn="base" hangingPunct="0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pt-B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:r>
                  <a:rPr lang="pt-BR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Nguyên tử N lai hóa sp</a:t>
                </a:r>
                <a:r>
                  <a:rPr lang="pt-BR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pt-BR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góc liên kết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𝑂𝑁𝐹</m:t>
                        </m:r>
                      </m:e>
                    </m:acc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120</m:t>
                    </m:r>
                    <m:r>
                      <a:rPr lang="en-US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có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chỗ</a:t>
                </a:r>
                <a:endParaRPr lang="en-US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930" y="147347"/>
                <a:ext cx="11106123" cy="2130070"/>
              </a:xfrm>
              <a:prstGeom prst="rect">
                <a:avLst/>
              </a:prstGeom>
              <a:blipFill rotWithShape="0">
                <a:blip r:embed="rId3"/>
                <a:stretch>
                  <a:fillRect l="-439" t="-1143" b="-4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989070" y="619361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9131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3" grpId="0"/>
      <p:bldP spid="14" grpId="0" animBg="1"/>
      <p:bldP spid="15" grpId="0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15930" y="537303"/>
            <a:ext cx="1148818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OF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IBr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CS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COS,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cis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–C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CBr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AlCl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2,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IBr, cis–C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AlCl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	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IBr, COS, cis–C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CS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CBr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AlCl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		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IBr, COS, cis–C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22375" y="169027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415930" y="2672784"/>
            <a:ext cx="1110612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b="1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kumimoji="0" lang="fr-FR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kumimoji="0" lang="fr-FR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rgbClr val="9933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ion</a:t>
            </a:r>
            <a:r>
              <a:rPr kumimoji="0" lang="fr-F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</a:t>
            </a:r>
            <a:r>
              <a:rPr kumimoji="0" lang="fr-FR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fr-FR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fr-F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là: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tứ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	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		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11306" y="3119913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415930" y="4531266"/>
            <a:ext cx="1126651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12: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 biểu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ion (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ngtử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đây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1) NF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tam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giác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	2) NFO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thẳng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3) NH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			4)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NOBr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thẳng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cực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1, 3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2,4 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1,2,4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422818" y="5835103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4543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8" grpId="0" animBg="1"/>
      <p:bldP spid="9" grpId="0"/>
      <p:bldP spid="11" grpId="0" animBg="1"/>
      <p:bldP spid="13" grpId="0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1746" y="371918"/>
            <a:ext cx="1126651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13: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 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Dãy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tiểu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ều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bậc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N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</a:t>
            </a:r>
            <a:r>
              <a:rPr lang="en-U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2-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CCl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C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C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6,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BF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1746" y="1389774"/>
            <a:ext cx="1126651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14: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 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VB,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tiểu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cộng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cơ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chế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(1) H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(2) NH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(3) BH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(4) CH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(5) BeF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2-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(6) NH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(7) CO</a:t>
            </a:r>
            <a:r>
              <a:rPr lang="es-E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3, 4, 7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2, 4, 5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1,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2, 6</a:t>
            </a:r>
            <a:r>
              <a:rPr lang="en-U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1, 2, 3, 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546712" y="807857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7258454" y="238170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Rectangle 12"/>
          <p:cNvSpPr/>
          <p:nvPr/>
        </p:nvSpPr>
        <p:spPr>
          <a:xfrm>
            <a:off x="321746" y="4710650"/>
            <a:ext cx="1139951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16: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sắp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xếp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dần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chất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NH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CH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H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O: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NH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	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O &lt; NH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&lt; CH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9456661" y="5162464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7" name="Rectangle 16"/>
          <p:cNvSpPr/>
          <p:nvPr/>
        </p:nvSpPr>
        <p:spPr>
          <a:xfrm>
            <a:off x="321746" y="5912406"/>
            <a:ext cx="116270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fr-FR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17: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sắp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xếp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chiều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dần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hợp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chất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SiH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PH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COCl</a:t>
            </a:r>
            <a:r>
              <a:rPr lang="fr-F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 smtClean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SiH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 smtClean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&lt;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COCl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COCl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PH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COCl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&lt;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SiH</a:t>
            </a:r>
            <a:r>
              <a:rPr lang="pt-BR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470923" y="637037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Rectangle 18"/>
          <p:cNvSpPr/>
          <p:nvPr/>
        </p:nvSpPr>
        <p:spPr>
          <a:xfrm>
            <a:off x="321746" y="2961628"/>
            <a:ext cx="11266516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15: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solidFill>
                  <a:srgbClr val="66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phương 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Cấu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chứa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cặp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trị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s-ES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s-ES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s-ES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ở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nguyên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tử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trung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(1)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(2)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BF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(3)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(4) 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s-E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(5) SO</a:t>
            </a:r>
            <a:r>
              <a:rPr lang="es-E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s-ES" baseline="30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2-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2, 3,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	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1,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1, 2, 3, 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350523" y="3953977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7781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6" grpId="0"/>
      <p:bldP spid="11" grpId="0" animBg="1"/>
      <p:bldP spid="12" grpId="0" animBg="1"/>
      <p:bldP spid="13" grpId="0"/>
      <p:bldP spid="14" grpId="0" animBg="1"/>
      <p:bldP spid="17" grpId="0"/>
      <p:bldP spid="18" grpId="0" animBg="1"/>
      <p:bldP spid="19" grpId="0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9713" y="475466"/>
            <a:ext cx="1103408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18: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s-ES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Ba orbital lai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</a:t>
            </a:r>
            <a:r>
              <a:rPr lang="fr-FR" b="1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đặc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điểm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fr-F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fr-F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lai </a:t>
            </a:r>
            <a:r>
              <a:rPr lang="fr-FR" dirty="0" err="1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fr-F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120</a:t>
            </a:r>
            <a:r>
              <a:rPr lang="fr-FR" baseline="30000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nhưng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phân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bố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xứng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góc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lai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hóa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120</a:t>
            </a:r>
            <a:r>
              <a:rPr lang="fr-FR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fr-F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định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hướng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hoàn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toàn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nhau</a:t>
            </a:r>
            <a:r>
              <a:rPr lang="fr-F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59449" y="169588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429713" y="4049792"/>
                <a:ext cx="11034080" cy="2362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s-ES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Câu</a:t>
                </a:r>
                <a:r>
                  <a:rPr lang="es-ES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s-ES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19: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Chọn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s-ES" dirty="0" err="1">
                    <a:solidFill>
                      <a:srgbClr val="99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phương</a:t>
                </a:r>
                <a:r>
                  <a:rPr lang="es-ES" dirty="0">
                    <a:solidFill>
                      <a:srgbClr val="99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s-ES" dirty="0" err="1">
                    <a:solidFill>
                      <a:srgbClr val="9933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án</a:t>
                </a:r>
                <a:r>
                  <a:rPr lang="es-E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b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đúng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Tiểu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phân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nào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sau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đây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có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cấu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hình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electron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b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không</a:t>
                </a:r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b="1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phải</a:t>
                </a:r>
                <a:r>
                  <a:rPr lang="fr-FR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của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khí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 err="1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trơ</a:t>
                </a: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1</m:t>
                    </m:r>
                    <m:sSubSup>
                      <m:sSubSupPr>
                        <m:ctrlPr>
                          <a:rPr lang="fr-FR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aseline="-25000">
                        <a:latin typeface="Cambria Math" panose="02040503050406030204" pitchFamily="18" charset="0"/>
                      </a:rPr>
                      <m:t>1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7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22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35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13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0" baseline="-25000" smtClean="0">
                        <a:latin typeface="Cambria Math" panose="02040503050406030204" pitchFamily="18" charset="0"/>
                      </a:rPr>
                      <m:t>30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127000" algn="l"/>
                  </a:tabLst>
                </a:pP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:r>
                  <a:rPr lang="fr-F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1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22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aseline="-25000">
                        <a:latin typeface="Cambria Math" panose="02040503050406030204" pitchFamily="18" charset="0"/>
                      </a:rPr>
                      <m:t>30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                             B.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11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7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22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13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fr-FR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tabLst>
                    <a:tab pos="127000" algn="l"/>
                  </a:tabLst>
                </a:pPr>
                <a:r>
                  <a:rPr lang="fr-FR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:r>
                  <a:rPr lang="fr-F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C.</a:t>
                </a:r>
                <a:r>
                  <a:rPr lang="fr-FR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22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30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		                   D.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22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35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aseline="-25000">
                        <a:latin typeface="Cambria Math" panose="02040503050406030204" pitchFamily="18" charset="0"/>
                      </a:rPr>
                      <m:t>30</m:t>
                    </m:r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13" y="4049792"/>
                <a:ext cx="11034080" cy="2362057"/>
              </a:xfrm>
              <a:prstGeom prst="rect">
                <a:avLst/>
              </a:prstGeom>
              <a:blipFill rotWithShape="0">
                <a:blip r:embed="rId3"/>
                <a:stretch>
                  <a:fillRect l="-442" b="-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68593" y="5296476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528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1AD89747-C48B-2423-8F54-52344A3E6803}"/>
              </a:ext>
            </a:extLst>
          </p:cNvPr>
          <p:cNvSpPr/>
          <p:nvPr/>
        </p:nvSpPr>
        <p:spPr>
          <a:xfrm>
            <a:off x="1219200" y="157021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Rectangle 15"/>
          <p:cNvSpPr/>
          <p:nvPr/>
        </p:nvSpPr>
        <p:spPr>
          <a:xfrm>
            <a:off x="600456" y="281826"/>
            <a:ext cx="10622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s-E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US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</a:t>
            </a:r>
            <a:r>
              <a:rPr lang="en-US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</a:t>
            </a:r>
            <a:r>
              <a:rPr lang="en-US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lang="en-US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</a:t>
            </a:r>
            <a:r>
              <a:rPr lang="en-US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ClO</a:t>
            </a:r>
            <a:r>
              <a:rPr lang="en-US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30238">
              <a:lnSpc>
                <a:spcPct val="200000"/>
              </a:lnSpc>
            </a:pP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30238">
              <a:lnSpc>
                <a:spcPct val="200000"/>
              </a:lnSpc>
            </a:pP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chênh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30238">
              <a:lnSpc>
                <a:spcPct val="200000"/>
              </a:lnSpc>
            </a:pP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30238">
              <a:lnSpc>
                <a:spcPct val="200000"/>
              </a:lnSpc>
            </a:pP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oxy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0456" y="3465108"/>
            <a:ext cx="1043330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" b="1" dirty="0" err="1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s-E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21</a:t>
            </a:r>
            <a:r>
              <a:rPr lang="en-GB" spc="-10" dirty="0" smtClean="0">
                <a:latin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b="1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ion: </a:t>
            </a:r>
            <a:r>
              <a:rPr lang="en-GB" spc="-1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H</a:t>
            </a:r>
            <a:r>
              <a:rPr lang="en-GB" spc="-10" baseline="-2500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2</a:t>
            </a:r>
            <a:r>
              <a:rPr lang="en-GB" spc="-1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O</a:t>
            </a:r>
            <a:r>
              <a:rPr lang="en-GB" spc="-10" dirty="0">
                <a:solidFill>
                  <a:srgbClr val="CC00CC"/>
                </a:solidFill>
                <a:latin typeface="Times New Roman" panose="02020603050405020304" pitchFamily="18" charset="0"/>
              </a:rPr>
              <a:t>, </a:t>
            </a:r>
            <a:r>
              <a:rPr lang="en-GB" spc="-1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H</a:t>
            </a:r>
            <a:r>
              <a:rPr lang="en-GB" spc="-10" baseline="-2500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2</a:t>
            </a:r>
            <a:r>
              <a:rPr lang="en-GB" spc="-10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S</a:t>
            </a:r>
            <a:r>
              <a:rPr lang="en-GB" dirty="0">
                <a:solidFill>
                  <a:srgbClr val="CC00CC"/>
                </a:solidFill>
                <a:latin typeface="Times New Roman" panose="02020603050405020304" pitchFamily="18" charset="0"/>
              </a:rPr>
              <a:t> </a:t>
            </a:r>
            <a:r>
              <a:rPr lang="en-GB" dirty="0" err="1" smtClean="0">
                <a:solidFill>
                  <a:srgbClr val="CC00CC"/>
                </a:solidFill>
                <a:latin typeface="Times New Roman" panose="02020603050405020304" pitchFamily="18" charset="0"/>
              </a:rPr>
              <a:t>và</a:t>
            </a:r>
            <a:r>
              <a:rPr lang="en-GB" dirty="0" smtClean="0">
                <a:solidFill>
                  <a:srgbClr val="CC00CC"/>
                </a:solidFill>
                <a:latin typeface="Times New Roman" panose="02020603050405020304" pitchFamily="18" charset="0"/>
              </a:rPr>
              <a:t> </a:t>
            </a:r>
            <a:r>
              <a:rPr lang="en-GB" spc="-10" dirty="0">
                <a:solidFill>
                  <a:srgbClr val="CC00CC"/>
                </a:solidFill>
                <a:latin typeface="Times New Roman" panose="02020603050405020304" pitchFamily="18" charset="0"/>
              </a:rPr>
              <a:t>H</a:t>
            </a:r>
            <a:r>
              <a:rPr lang="en-GB" spc="-10" baseline="-25000" dirty="0">
                <a:solidFill>
                  <a:srgbClr val="CC00CC"/>
                </a:solidFill>
                <a:latin typeface="Times New Roman" panose="02020603050405020304" pitchFamily="18" charset="0"/>
              </a:rPr>
              <a:t>2</a:t>
            </a:r>
            <a:r>
              <a:rPr lang="en-GB" spc="-10" dirty="0">
                <a:solidFill>
                  <a:srgbClr val="CC00CC"/>
                </a:solidFill>
                <a:latin typeface="Times New Roman" panose="02020603050405020304" pitchFamily="18" charset="0"/>
              </a:rPr>
              <a:t>Se</a:t>
            </a:r>
            <a:r>
              <a:rPr lang="en-GB" dirty="0">
                <a:solidFill>
                  <a:srgbClr val="CC00CC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GB" dirty="0" smtClean="0">
                <a:latin typeface="Times New Roman" panose="02020603050405020304" pitchFamily="18" charset="0"/>
              </a:rPr>
              <a:t>:</a:t>
            </a:r>
            <a:endParaRPr lang="en-US" dirty="0"/>
          </a:p>
          <a:p>
            <a:pPr marL="719138" marR="0" indent="-261938">
              <a:lnSpc>
                <a:spcPct val="200000"/>
              </a:lnSpc>
              <a:spcBef>
                <a:spcPts val="0"/>
              </a:spcBef>
              <a:spcAft>
                <a:spcPts val="400"/>
              </a:spcAft>
              <a:tabLst>
                <a:tab pos="450215" algn="l"/>
                <a:tab pos="720090" algn="l"/>
                <a:tab pos="4680585" algn="r"/>
              </a:tabLst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marR="0" indent="-261938">
              <a:lnSpc>
                <a:spcPct val="200000"/>
              </a:lnSpc>
              <a:spcBef>
                <a:spcPts val="0"/>
              </a:spcBef>
              <a:spcAft>
                <a:spcPts val="400"/>
              </a:spcAft>
              <a:tabLst>
                <a:tab pos="450215" algn="l"/>
                <a:tab pos="720090" algn="l"/>
                <a:tab pos="4680585" algn="r"/>
              </a:tabLst>
            </a:pP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GB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indent="-261938">
              <a:lnSpc>
                <a:spcPct val="200000"/>
              </a:lnSpc>
              <a:spcAft>
                <a:spcPts val="400"/>
              </a:spcAft>
              <a:tabLst>
                <a:tab pos="450215" algn="l"/>
                <a:tab pos="720090" algn="l"/>
                <a:tab pos="4680585" algn="r"/>
              </a:tabLst>
            </a:pP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(AO)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9138" indent="-261938" algn="just">
              <a:lnSpc>
                <a:spcPct val="200000"/>
              </a:lnSpc>
            </a:pPr>
            <a:r>
              <a:rPr lang="en-GB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r>
              <a:rPr lang="en-GB" dirty="0">
                <a:solidFill>
                  <a:srgbClr val="0000FF"/>
                </a:solidFill>
                <a:latin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oxy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1AD89747-C48B-2423-8F54-52344A3E6803}"/>
              </a:ext>
            </a:extLst>
          </p:cNvPr>
          <p:cNvSpPr/>
          <p:nvPr/>
        </p:nvSpPr>
        <p:spPr>
          <a:xfrm>
            <a:off x="1063030" y="4237212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616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1302" y="443427"/>
            <a:ext cx="1163227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22: </a:t>
            </a:r>
            <a:r>
              <a:rPr lang="pt-BR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Chọn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phát biểu 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Năng lượng liên kết trong dãy các phân tử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pt-BR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O</a:t>
            </a:r>
            <a:r>
              <a:rPr lang="pt-BR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và F</a:t>
            </a:r>
            <a:r>
              <a:rPr lang="pt-BR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giảm dần là do: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1) Bán kính nguyên tử tăng dần từ N tới F dẫn đến mật độ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electron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của các AO tham gia liên kết giảm.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 phương pháp MO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bậc liên kết giảm dần từ N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đến F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pt-BR" dirty="0">
                <a:solidFill>
                  <a:srgbClr val="9933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 phương pháp MO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số electron phản liên kết trong các phân tử tăng dần từ N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đến F</a:t>
            </a:r>
            <a:r>
              <a:rPr lang="pt-BR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1714500" algn="l"/>
                <a:tab pos="3302000" algn="l"/>
                <a:tab pos="48895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Tất cả                  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2,3	    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2              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Chỉ 3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1302" y="2853768"/>
            <a:ext cx="1126651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23: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đúng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phương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pháp</a:t>
            </a:r>
            <a:r>
              <a:rPr lang="es-E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5486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1)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bậc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bé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2)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  <a:tab pos="54864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3)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có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dài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	4)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đều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thuận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1, 2, 3	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3, 4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1, 2 	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cả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3326534" y="2171700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7532774" y="4142910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/>
          <p:cNvSpPr/>
          <p:nvPr/>
        </p:nvSpPr>
        <p:spPr>
          <a:xfrm>
            <a:off x="371302" y="5050850"/>
            <a:ext cx="10967579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Câu </a:t>
            </a:r>
            <a:r>
              <a:rPr lang="pt-BR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24: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(L.O.1.3)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Chọn phương án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đúng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pt-BR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Theo phương pháp MO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pt-BR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sự thêm electron vào orbital phân tử phản liên kết dẫn đến hệ quả: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Giảm độ dài và giảm năng lượng liên kết.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Tăng độ dài và tăng năng lượng liên kết.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127000" algn="l"/>
              </a:tabLst>
            </a:pP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Tăng độ dài và giảm năng lượng liên kết.	</a:t>
            </a:r>
            <a:r>
              <a:rPr lang="pt-BR" b="1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D. </a:t>
            </a:r>
            <a:r>
              <a:rPr lang="pt-BR" dirty="0">
                <a:latin typeface="Times New Roman" panose="02020603050405020304" pitchFamily="18" charset="0"/>
                <a:ea typeface="Times New Roman" panose="02020603050405020304" pitchFamily="18" charset="0"/>
              </a:rPr>
              <a:t>Giảm độ dài và tăng năng lượng liên kết.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16833" y="620381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5531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animBg="1"/>
      <p:bldP spid="7" grpId="0" animBg="1"/>
      <p:bldP spid="9" grpId="0"/>
      <p:bldP spid="1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8262" y="6459785"/>
            <a:ext cx="578959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421174" y="2412945"/>
            <a:ext cx="10967579" cy="1963089"/>
            <a:chOff x="421176" y="2766630"/>
            <a:chExt cx="10967579" cy="1963089"/>
          </a:xfrm>
        </p:grpSpPr>
        <p:sp>
          <p:nvSpPr>
            <p:cNvPr id="24" name="Rectangle 23"/>
            <p:cNvSpPr/>
            <p:nvPr/>
          </p:nvSpPr>
          <p:spPr>
            <a:xfrm>
              <a:off x="421176" y="2766630"/>
              <a:ext cx="1096757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Câu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26: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Chọn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án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đúng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họn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liên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kết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x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Theo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pháp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MO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cấu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hình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electron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hóa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trị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của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ion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NO</a:t>
              </a:r>
              <a:r>
                <a:rPr lang="en-US" baseline="30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–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ở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thái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cơ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bản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</a:p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AutoNum type="alphaUcPeriod"/>
              </a:pPr>
              <a:r>
                <a:rPr lang="en-US" dirty="0">
                  <a:solidFill>
                    <a:srgbClr val="9933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                                                                                        B. </a:t>
              </a:r>
            </a:p>
            <a:p>
              <a:pPr algn="just">
                <a:spcBef>
                  <a:spcPts val="1800"/>
                </a:spcBef>
                <a:spcAft>
                  <a:spcPts val="600"/>
                </a:spcAft>
              </a:pP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C.                                                                                             </a:t>
              </a:r>
              <a:r>
                <a:rPr lang="en-US" dirty="0">
                  <a:solidFill>
                    <a:srgbClr val="CC00CC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D.</a:t>
              </a:r>
              <a:endParaRPr lang="en-US" dirty="0">
                <a:solidFill>
                  <a:srgbClr val="CC00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657000"/>
                </p:ext>
              </p:extLst>
            </p:nvPr>
          </p:nvGraphicFramePr>
          <p:xfrm>
            <a:off x="897774" y="3682951"/>
            <a:ext cx="3825459" cy="476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8" name="Equation" r:id="rId4" imgW="2374900" imgH="292100" progId="Equation.3">
                    <p:embed/>
                  </p:oleObj>
                </mc:Choice>
                <mc:Fallback>
                  <p:oleObj name="Equation" r:id="rId4" imgW="2374900" imgH="2921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774" y="3682951"/>
                          <a:ext cx="3825459" cy="4762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552987"/>
                </p:ext>
              </p:extLst>
            </p:nvPr>
          </p:nvGraphicFramePr>
          <p:xfrm>
            <a:off x="6350926" y="3682952"/>
            <a:ext cx="3933002" cy="476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9" name="Equation" r:id="rId6" imgW="2444668" imgH="288346" progId="Equation.3">
                    <p:embed/>
                  </p:oleObj>
                </mc:Choice>
                <mc:Fallback>
                  <p:oleObj name="Equation" r:id="rId6" imgW="2444668" imgH="288346" progId="Equation.3">
                    <p:embed/>
                    <p:pic>
                      <p:nvPicPr>
                        <p:cNvPr id="26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926" y="3682952"/>
                          <a:ext cx="3933002" cy="4762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51133"/>
                </p:ext>
              </p:extLst>
            </p:nvPr>
          </p:nvGraphicFramePr>
          <p:xfrm>
            <a:off x="897774" y="4264663"/>
            <a:ext cx="3825459" cy="465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0" name="Equation" r:id="rId8" imgW="2434196" imgH="290086" progId="Equation.3">
                    <p:embed/>
                  </p:oleObj>
                </mc:Choice>
                <mc:Fallback>
                  <p:oleObj name="Equation" r:id="rId8" imgW="2434196" imgH="290086" progId="Equation.3">
                    <p:embed/>
                    <p:pic>
                      <p:nvPicPr>
                        <p:cNvPr id="27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774" y="4264663"/>
                          <a:ext cx="3825459" cy="46505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6720893"/>
                </p:ext>
              </p:extLst>
            </p:nvPr>
          </p:nvGraphicFramePr>
          <p:xfrm>
            <a:off x="6350926" y="4253457"/>
            <a:ext cx="3933002" cy="476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" name="Equation" r:id="rId10" imgW="2444668" imgH="288346" progId="Equation.3">
                    <p:embed/>
                  </p:oleObj>
                </mc:Choice>
                <mc:Fallback>
                  <p:oleObj name="Equation" r:id="rId10" imgW="2444668" imgH="288346" progId="Equation.3">
                    <p:embed/>
                    <p:pic>
                      <p:nvPicPr>
                        <p:cNvPr id="28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926" y="4253457"/>
                          <a:ext cx="3933002" cy="4762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74"/>
          <p:cNvSpPr>
            <a:spLocks noChangeArrowheads="1"/>
          </p:cNvSpPr>
          <p:nvPr/>
        </p:nvSpPr>
        <p:spPr bwMode="auto">
          <a:xfrm>
            <a:off x="897774" y="156254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1" name="Rectangle 76"/>
          <p:cNvSpPr>
            <a:spLocks noChangeArrowheads="1"/>
          </p:cNvSpPr>
          <p:nvPr/>
        </p:nvSpPr>
        <p:spPr bwMode="auto">
          <a:xfrm flipV="1">
            <a:off x="6350926" y="1587934"/>
            <a:ext cx="2227541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Rectangle 78"/>
          <p:cNvSpPr>
            <a:spLocks noChangeArrowheads="1"/>
          </p:cNvSpPr>
          <p:nvPr/>
        </p:nvSpPr>
        <p:spPr bwMode="auto">
          <a:xfrm flipV="1">
            <a:off x="897773" y="2129062"/>
            <a:ext cx="22156505" cy="53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5" name="Rectangle 80"/>
          <p:cNvSpPr>
            <a:spLocks noChangeArrowheads="1"/>
          </p:cNvSpPr>
          <p:nvPr/>
        </p:nvSpPr>
        <p:spPr bwMode="auto">
          <a:xfrm>
            <a:off x="6350926" y="2076866"/>
            <a:ext cx="22177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21174" y="214319"/>
            <a:ext cx="10967579" cy="1938992"/>
            <a:chOff x="421176" y="560153"/>
            <a:chExt cx="10967579" cy="1938992"/>
          </a:xfrm>
        </p:grpSpPr>
        <p:sp>
          <p:nvSpPr>
            <p:cNvPr id="13" name="Rectangle 12"/>
            <p:cNvSpPr/>
            <p:nvPr/>
          </p:nvSpPr>
          <p:spPr>
            <a:xfrm>
              <a:off x="421176" y="560153"/>
              <a:ext cx="1096757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Câu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25: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Chọn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án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đúng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họn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liên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kết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x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Theo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pháp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MO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cấu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hình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electron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hóa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trị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của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ion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NO ở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thái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cơ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bản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</a:p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AutoNum type="alphaUcPeriod"/>
              </a:pPr>
              <a:r>
                <a:rPr lang="en-US" dirty="0">
                  <a:solidFill>
                    <a:srgbClr val="9933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                                                                                        </a:t>
              </a: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B. </a:t>
              </a:r>
            </a:p>
            <a:p>
              <a:pPr algn="just">
                <a:spcBef>
                  <a:spcPts val="1800"/>
                </a:spcBef>
                <a:spcAft>
                  <a:spcPts val="600"/>
                </a:spcAft>
              </a:pP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                                                                                            D.</a:t>
              </a:r>
              <a:endPara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7910721"/>
                </p:ext>
              </p:extLst>
            </p:nvPr>
          </p:nvGraphicFramePr>
          <p:xfrm>
            <a:off x="897774" y="1503481"/>
            <a:ext cx="3825459" cy="449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2" name="Equation" r:id="rId12" imgW="2184400" imgH="292100" progId="Equation.3">
                    <p:embed/>
                  </p:oleObj>
                </mc:Choice>
                <mc:Fallback>
                  <p:oleObj name="Equation" r:id="rId12" imgW="2184400" imgH="292100" progId="Equation.3">
                    <p:embed/>
                    <p:pic>
                      <p:nvPicPr>
                        <p:cNvPr id="29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774" y="1503481"/>
                          <a:ext cx="3825459" cy="44925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6346461"/>
                </p:ext>
              </p:extLst>
            </p:nvPr>
          </p:nvGraphicFramePr>
          <p:xfrm>
            <a:off x="6350926" y="1503481"/>
            <a:ext cx="3933002" cy="379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3" name="Equation" r:id="rId14" imgW="2184400" imgH="292100" progId="Equation.3">
                    <p:embed/>
                  </p:oleObj>
                </mc:Choice>
                <mc:Fallback>
                  <p:oleObj name="Equation" r:id="rId14" imgW="2184400" imgH="292100" progId="Equation.3">
                    <p:embed/>
                    <p:pic>
                      <p:nvPicPr>
                        <p:cNvPr id="32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926" y="1503481"/>
                          <a:ext cx="3933002" cy="3797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4563987"/>
                </p:ext>
              </p:extLst>
            </p:nvPr>
          </p:nvGraphicFramePr>
          <p:xfrm>
            <a:off x="897773" y="2116506"/>
            <a:ext cx="3825459" cy="382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4" name="Equation" r:id="rId16" imgW="2108200" imgH="292100" progId="Equation.3">
                    <p:embed/>
                  </p:oleObj>
                </mc:Choice>
                <mc:Fallback>
                  <p:oleObj name="Equation" r:id="rId16" imgW="2108200" imgH="292100" progId="Equation.3">
                    <p:embed/>
                    <p:pic>
                      <p:nvPicPr>
                        <p:cNvPr id="3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773" y="2116506"/>
                          <a:ext cx="3825459" cy="38263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1516340"/>
                </p:ext>
              </p:extLst>
            </p:nvPr>
          </p:nvGraphicFramePr>
          <p:xfrm>
            <a:off x="6350926" y="2076867"/>
            <a:ext cx="3933002" cy="422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5" name="Equation" r:id="rId18" imgW="2184400" imgH="292100" progId="Equation.3">
                    <p:embed/>
                  </p:oleObj>
                </mc:Choice>
                <mc:Fallback>
                  <p:oleObj name="Equation" r:id="rId18" imgW="2184400" imgH="292100" progId="Equation.3">
                    <p:embed/>
                    <p:pic>
                      <p:nvPicPr>
                        <p:cNvPr id="3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926" y="2076867"/>
                          <a:ext cx="3933002" cy="42227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Group 48"/>
          <p:cNvGrpSpPr/>
          <p:nvPr/>
        </p:nvGrpSpPr>
        <p:grpSpPr>
          <a:xfrm>
            <a:off x="421175" y="4635669"/>
            <a:ext cx="10967579" cy="2022117"/>
            <a:chOff x="421175" y="4835169"/>
            <a:chExt cx="10967579" cy="2022117"/>
          </a:xfrm>
        </p:grpSpPr>
        <p:sp>
          <p:nvSpPr>
            <p:cNvPr id="40" name="Rectangle 39"/>
            <p:cNvSpPr/>
            <p:nvPr/>
          </p:nvSpPr>
          <p:spPr>
            <a:xfrm>
              <a:off x="421175" y="4835169"/>
              <a:ext cx="10967579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Câu</a:t>
              </a:r>
              <a:r>
                <a: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27: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Chọn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án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đúng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họn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liên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kết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trục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x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Theo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phương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pháp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 MO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cấu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hình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electron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hóa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trị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của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ion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BF ở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trạng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thái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cơ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bản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là</a:t>
              </a: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:</a:t>
              </a:r>
            </a:p>
            <a:p>
              <a:pPr marL="342900" indent="-342900" algn="just">
                <a:spcBef>
                  <a:spcPts val="600"/>
                </a:spcBef>
                <a:spcAft>
                  <a:spcPts val="600"/>
                </a:spcAft>
                <a:buAutoNum type="alphaUcPeriod"/>
              </a:pPr>
              <a:r>
                <a:rPr lang="en-US" dirty="0">
                  <a:solidFill>
                    <a:srgbClr val="9933FF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                                                                                         </a:t>
              </a:r>
              <a:r>
                <a:rPr lang="en-US" dirty="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B. </a:t>
              </a:r>
            </a:p>
            <a:p>
              <a:pPr algn="just">
                <a:spcBef>
                  <a:spcPts val="1800"/>
                </a:spcBef>
                <a:spcAft>
                  <a:spcPts val="600"/>
                </a:spcAft>
              </a:pPr>
              <a:r>
                <a:rPr lang="en-US" dirty="0">
                  <a:solidFill>
                    <a:srgbClr val="9933FF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C.                                                                                             </a:t>
              </a:r>
              <a:r>
                <a:rPr lang="en-US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D.</a:t>
              </a:r>
              <a:endPara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45" name="Picture 44"/>
            <p:cNvPicPr/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771" y="5776690"/>
              <a:ext cx="3739404" cy="476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Picture 45"/>
            <p:cNvPicPr/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770" y="6405121"/>
              <a:ext cx="3739405" cy="4521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Picture 46"/>
            <p:cNvPicPr/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0924" y="5776690"/>
              <a:ext cx="3933002" cy="476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Picture 47"/>
            <p:cNvPicPr/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0923" y="6405121"/>
              <a:ext cx="3933003" cy="4521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74575" y="1194289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50686" y="3973148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1891D56C-66EB-E60D-8B87-BF9638785E62}"/>
              </a:ext>
            </a:extLst>
          </p:cNvPr>
          <p:cNvSpPr/>
          <p:nvPr/>
        </p:nvSpPr>
        <p:spPr>
          <a:xfrm>
            <a:off x="5968974" y="5619465"/>
            <a:ext cx="348916" cy="35513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6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9" grpId="0" animBg="1"/>
      <p:bldP spid="4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48</a:t>
            </a:fld>
            <a:endParaRPr lang="en-US"/>
          </a:p>
        </p:txBody>
      </p:sp>
      <p:pic>
        <p:nvPicPr>
          <p:cNvPr id="3" name="Picture 4" descr="https://st1.latestly.com/wp-content/uploads/2022/01/Good-Luck-Wishes-For-Exam-Greetings-784x4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571" y="981075"/>
            <a:ext cx="7467600" cy="415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184470" y="5448300"/>
            <a:ext cx="52758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NI-Park" pitchFamily="2" charset="0"/>
              </a:rPr>
              <a:t>You can do it well!</a:t>
            </a:r>
          </a:p>
        </p:txBody>
      </p:sp>
    </p:spTree>
    <p:extLst>
      <p:ext uri="{BB962C8B-B14F-4D97-AF65-F5344CB8AC3E}">
        <p14:creationId xmlns:p14="http://schemas.microsoft.com/office/powerpoint/2010/main" val="95675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4F5BD4-0E3E-4FF3-B28D-5ECDCBD81BD8}">
  <ds:schemaRefs>
    <ds:schemaRef ds:uri="http://purl.org/dc/elements/1.1/"/>
    <ds:schemaRef ds:uri="http://purl.org/dc/dcmitype/"/>
    <ds:schemaRef ds:uri="http://purl.org/dc/terms/"/>
    <ds:schemaRef ds:uri="3e938420-8c97-46ce-a2e8-40c02b4fa026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145377</TotalTime>
  <Words>5059</Words>
  <Application>Microsoft Office PowerPoint</Application>
  <PresentationFormat>Widescreen</PresentationFormat>
  <Paragraphs>643</Paragraphs>
  <Slides>48</Slides>
  <Notes>46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굴림</vt:lpstr>
      <vt:lpstr>MS Mincho</vt:lpstr>
      <vt:lpstr>Permanent Marker</vt:lpstr>
      <vt:lpstr>新細明體</vt:lpstr>
      <vt:lpstr>Symbol</vt:lpstr>
      <vt:lpstr>Times New Roman</vt:lpstr>
      <vt:lpstr>VNI-Park</vt:lpstr>
      <vt:lpstr>VNI-Times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Microsoft account</cp:lastModifiedBy>
  <cp:revision>2505</cp:revision>
  <cp:lastPrinted>2022-04-05T11:02:26Z</cp:lastPrinted>
  <dcterms:created xsi:type="dcterms:W3CDTF">2019-11-21T08:08:13Z</dcterms:created>
  <dcterms:modified xsi:type="dcterms:W3CDTF">2023-10-22T16:10:09Z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