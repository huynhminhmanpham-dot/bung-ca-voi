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72"/>
  </p:notesMasterIdLst>
  <p:handoutMasterIdLst>
    <p:handoutMasterId r:id="rId73"/>
  </p:handoutMasterIdLst>
  <p:sldIdLst>
    <p:sldId id="256" r:id="rId5"/>
    <p:sldId id="606" r:id="rId6"/>
    <p:sldId id="534" r:id="rId7"/>
    <p:sldId id="535" r:id="rId8"/>
    <p:sldId id="677" r:id="rId9"/>
    <p:sldId id="608" r:id="rId10"/>
    <p:sldId id="609" r:id="rId11"/>
    <p:sldId id="674" r:id="rId12"/>
    <p:sldId id="610" r:id="rId13"/>
    <p:sldId id="613" r:id="rId14"/>
    <p:sldId id="616" r:id="rId15"/>
    <p:sldId id="678" r:id="rId16"/>
    <p:sldId id="618" r:id="rId17"/>
    <p:sldId id="619" r:id="rId18"/>
    <p:sldId id="620" r:id="rId19"/>
    <p:sldId id="679" r:id="rId20"/>
    <p:sldId id="621" r:id="rId21"/>
    <p:sldId id="622" r:id="rId22"/>
    <p:sldId id="623" r:id="rId23"/>
    <p:sldId id="624" r:id="rId24"/>
    <p:sldId id="625" r:id="rId25"/>
    <p:sldId id="626" r:id="rId26"/>
    <p:sldId id="627" r:id="rId27"/>
    <p:sldId id="629" r:id="rId28"/>
    <p:sldId id="630" r:id="rId29"/>
    <p:sldId id="632" r:id="rId30"/>
    <p:sldId id="676" r:id="rId31"/>
    <p:sldId id="638" r:id="rId32"/>
    <p:sldId id="639" r:id="rId33"/>
    <p:sldId id="640" r:id="rId34"/>
    <p:sldId id="673" r:id="rId35"/>
    <p:sldId id="643" r:id="rId36"/>
    <p:sldId id="641" r:id="rId37"/>
    <p:sldId id="644" r:id="rId38"/>
    <p:sldId id="642" r:id="rId39"/>
    <p:sldId id="645" r:id="rId40"/>
    <p:sldId id="646" r:id="rId41"/>
    <p:sldId id="648" r:id="rId42"/>
    <p:sldId id="647" r:id="rId43"/>
    <p:sldId id="631" r:id="rId44"/>
    <p:sldId id="635" r:id="rId45"/>
    <p:sldId id="633" r:id="rId46"/>
    <p:sldId id="636" r:id="rId47"/>
    <p:sldId id="634" r:id="rId48"/>
    <p:sldId id="649" r:id="rId49"/>
    <p:sldId id="637" r:id="rId50"/>
    <p:sldId id="650" r:id="rId51"/>
    <p:sldId id="651" r:id="rId52"/>
    <p:sldId id="652" r:id="rId53"/>
    <p:sldId id="661" r:id="rId54"/>
    <p:sldId id="655" r:id="rId55"/>
    <p:sldId id="656" r:id="rId56"/>
    <p:sldId id="671" r:id="rId57"/>
    <p:sldId id="657" r:id="rId58"/>
    <p:sldId id="660" r:id="rId59"/>
    <p:sldId id="659" r:id="rId60"/>
    <p:sldId id="662" r:id="rId61"/>
    <p:sldId id="658" r:id="rId62"/>
    <p:sldId id="663" r:id="rId63"/>
    <p:sldId id="664" r:id="rId64"/>
    <p:sldId id="666" r:id="rId65"/>
    <p:sldId id="665" r:id="rId66"/>
    <p:sldId id="667" r:id="rId67"/>
    <p:sldId id="668" r:id="rId68"/>
    <p:sldId id="669" r:id="rId69"/>
    <p:sldId id="670" r:id="rId70"/>
    <p:sldId id="672" r:id="rId7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FF0000"/>
    <a:srgbClr val="993366"/>
    <a:srgbClr val="A27B00"/>
    <a:srgbClr val="30F070"/>
    <a:srgbClr val="00FFCC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9" autoAdjust="0"/>
    <p:restoredTop sz="95007" autoAdjust="0"/>
  </p:normalViewPr>
  <p:slideViewPr>
    <p:cSldViewPr snapToGrid="0">
      <p:cViewPr varScale="1">
        <p:scale>
          <a:sx n="74" d="100"/>
          <a:sy n="74" d="100"/>
        </p:scale>
        <p:origin x="120" y="48"/>
      </p:cViewPr>
      <p:guideLst>
        <p:guide orient="horz" pos="2112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EC5C8FCC-3796-3A4F-8AEF-186CEE18E9DF}"/>
    <pc:docChg chg="delSld modSld">
      <pc:chgData name="Hieu Do" userId="8091c26b-a61d-4e97-addd-a670c191ef7c" providerId="ADAL" clId="{EC5C8FCC-3796-3A4F-8AEF-186CEE18E9DF}" dt="2022-07-14T06:27:40.765" v="92" actId="14100"/>
      <pc:docMkLst>
        <pc:docMk/>
      </pc:docMkLst>
      <pc:sldChg chg="modSp mod">
        <pc:chgData name="Hieu Do" userId="8091c26b-a61d-4e97-addd-a670c191ef7c" providerId="ADAL" clId="{EC5C8FCC-3796-3A4F-8AEF-186CEE18E9DF}" dt="2022-07-14T06:27:40.765" v="92" actId="14100"/>
        <pc:sldMkLst>
          <pc:docMk/>
          <pc:sldMk cId="2868532494" sldId="547"/>
        </pc:sldMkLst>
        <pc:spChg chg="mod">
          <ac:chgData name="Hieu Do" userId="8091c26b-a61d-4e97-addd-a670c191ef7c" providerId="ADAL" clId="{EC5C8FCC-3796-3A4F-8AEF-186CEE18E9DF}" dt="2022-07-14T06:27:40.765" v="92" actId="14100"/>
          <ac:spMkLst>
            <pc:docMk/>
            <pc:sldMk cId="2868532494" sldId="547"/>
            <ac:spMk id="4" creationId="{00000000-0000-0000-0000-000000000000}"/>
          </ac:spMkLst>
        </pc:spChg>
        <pc:spChg chg="mod">
          <ac:chgData name="Hieu Do" userId="8091c26b-a61d-4e97-addd-a670c191ef7c" providerId="ADAL" clId="{EC5C8FCC-3796-3A4F-8AEF-186CEE18E9DF}" dt="2022-07-14T06:27:35.700" v="91" actId="20577"/>
          <ac:spMkLst>
            <pc:docMk/>
            <pc:sldMk cId="2868532494" sldId="547"/>
            <ac:spMk id="8" creationId="{E0EF47E7-77D0-C00A-3094-9E4CCFAE32CB}"/>
          </ac:spMkLst>
        </pc:spChg>
      </pc:sldChg>
      <pc:sldChg chg="modAnim">
        <pc:chgData name="Hieu Do" userId="8091c26b-a61d-4e97-addd-a670c191ef7c" providerId="ADAL" clId="{EC5C8FCC-3796-3A4F-8AEF-186CEE18E9DF}" dt="2022-07-11T06:36:22.913" v="0"/>
        <pc:sldMkLst>
          <pc:docMk/>
          <pc:sldMk cId="3177814574" sldId="573"/>
        </pc:sldMkLst>
      </pc:sldChg>
      <pc:sldChg chg="modSp mod">
        <pc:chgData name="Hieu Do" userId="8091c26b-a61d-4e97-addd-a670c191ef7c" providerId="ADAL" clId="{EC5C8FCC-3796-3A4F-8AEF-186CEE18E9DF}" dt="2022-07-11T06:38:48.864" v="90" actId="20577"/>
        <pc:sldMkLst>
          <pc:docMk/>
          <pc:sldMk cId="592538757" sldId="597"/>
        </pc:sldMkLst>
        <pc:spChg chg="mod">
          <ac:chgData name="Hieu Do" userId="8091c26b-a61d-4e97-addd-a670c191ef7c" providerId="ADAL" clId="{EC5C8FCC-3796-3A4F-8AEF-186CEE18E9DF}" dt="2022-07-11T06:38:48.864" v="90" actId="20577"/>
          <ac:spMkLst>
            <pc:docMk/>
            <pc:sldMk cId="592538757" sldId="597"/>
            <ac:spMk id="8" creationId="{BD325E8D-4235-98CE-6068-756BDF012074}"/>
          </ac:spMkLst>
        </pc:spChg>
      </pc:sldChg>
      <pc:sldChg chg="del">
        <pc:chgData name="Hieu Do" userId="8091c26b-a61d-4e97-addd-a670c191ef7c" providerId="ADAL" clId="{EC5C8FCC-3796-3A4F-8AEF-186CEE18E9DF}" dt="2022-07-11T06:37:29.262" v="1" actId="2696"/>
        <pc:sldMkLst>
          <pc:docMk/>
          <pc:sldMk cId="3146051299" sldId="598"/>
        </pc:sldMkLst>
      </pc:sldChg>
    </pc:docChg>
  </pc:docChgLst>
  <pc:docChgLst>
    <pc:chgData name="Hieu Do" userId="8091c26b-a61d-4e97-addd-a670c191ef7c" providerId="ADAL" clId="{4DA35330-3B68-5149-B022-CDF27020D0E5}"/>
    <pc:docChg chg="undo redo custSel addSld delSld modSld">
      <pc:chgData name="Hieu Do" userId="8091c26b-a61d-4e97-addd-a670c191ef7c" providerId="ADAL" clId="{4DA35330-3B68-5149-B022-CDF27020D0E5}" dt="2022-10-28T08:03:01.833" v="741" actId="20577"/>
      <pc:docMkLst>
        <pc:docMk/>
      </pc:docMkLst>
      <pc:sldChg chg="modSp mod">
        <pc:chgData name="Hieu Do" userId="8091c26b-a61d-4e97-addd-a670c191ef7c" providerId="ADAL" clId="{4DA35330-3B68-5149-B022-CDF27020D0E5}" dt="2022-10-03T04:55:30.052" v="577" actId="20577"/>
        <pc:sldMkLst>
          <pc:docMk/>
          <pc:sldMk cId="2175107412" sldId="256"/>
        </pc:sldMkLst>
        <pc:spChg chg="mod">
          <ac:chgData name="Hieu Do" userId="8091c26b-a61d-4e97-addd-a670c191ef7c" providerId="ADAL" clId="{4DA35330-3B68-5149-B022-CDF27020D0E5}" dt="2022-10-03T04:55:30.052" v="577" actId="20577"/>
          <ac:spMkLst>
            <pc:docMk/>
            <pc:sldMk cId="2175107412" sldId="256"/>
            <ac:spMk id="42" creationId="{00000000-0000-0000-0000-000000000000}"/>
          </ac:spMkLst>
        </pc:spChg>
      </pc:sldChg>
      <pc:sldChg chg="modSp mod modAnim">
        <pc:chgData name="Hieu Do" userId="8091c26b-a61d-4e97-addd-a670c191ef7c" providerId="ADAL" clId="{4DA35330-3B68-5149-B022-CDF27020D0E5}" dt="2022-10-02T12:47:57.475" v="7"/>
        <pc:sldMkLst>
          <pc:docMk/>
          <pc:sldMk cId="1632588312" sldId="534"/>
        </pc:sldMkLst>
        <pc:spChg chg="mod">
          <ac:chgData name="Hieu Do" userId="8091c26b-a61d-4e97-addd-a670c191ef7c" providerId="ADAL" clId="{4DA35330-3B68-5149-B022-CDF27020D0E5}" dt="2022-10-02T12:46:38.801" v="3" actId="123"/>
          <ac:spMkLst>
            <pc:docMk/>
            <pc:sldMk cId="1632588312" sldId="534"/>
            <ac:spMk id="18" creationId="{4142352F-FC7E-4B9F-9637-BBAFCD43BF79}"/>
          </ac:spMkLst>
        </pc:spChg>
      </pc:sldChg>
      <pc:sldChg chg="modAnim">
        <pc:chgData name="Hieu Do" userId="8091c26b-a61d-4e97-addd-a670c191ef7c" providerId="ADAL" clId="{4DA35330-3B68-5149-B022-CDF27020D0E5}" dt="2022-10-02T12:49:17.246" v="18"/>
        <pc:sldMkLst>
          <pc:docMk/>
          <pc:sldMk cId="3797559898" sldId="535"/>
        </pc:sldMkLst>
      </pc:sldChg>
      <pc:sldChg chg="modSp mod">
        <pc:chgData name="Hieu Do" userId="8091c26b-a61d-4e97-addd-a670c191ef7c" providerId="ADAL" clId="{4DA35330-3B68-5149-B022-CDF27020D0E5}" dt="2022-10-02T15:23:32.556" v="563" actId="6549"/>
        <pc:sldMkLst>
          <pc:docMk/>
          <pc:sldMk cId="417004448" sldId="606"/>
        </pc:sldMkLst>
        <pc:spChg chg="mod">
          <ac:chgData name="Hieu Do" userId="8091c26b-a61d-4e97-addd-a670c191ef7c" providerId="ADAL" clId="{4DA35330-3B68-5149-B022-CDF27020D0E5}" dt="2022-10-02T15:23:32.556" v="563" actId="6549"/>
          <ac:spMkLst>
            <pc:docMk/>
            <pc:sldMk cId="417004448" sldId="606"/>
            <ac:spMk id="6" creationId="{00000000-0000-0000-0000-000000000000}"/>
          </ac:spMkLst>
        </pc:spChg>
      </pc:sldChg>
      <pc:sldChg chg="modAnim">
        <pc:chgData name="Hieu Do" userId="8091c26b-a61d-4e97-addd-a670c191ef7c" providerId="ADAL" clId="{4DA35330-3B68-5149-B022-CDF27020D0E5}" dt="2022-10-02T12:50:54.097" v="24"/>
        <pc:sldMkLst>
          <pc:docMk/>
          <pc:sldMk cId="2341170634" sldId="608"/>
        </pc:sldMkLst>
      </pc:sldChg>
      <pc:sldChg chg="modSp modAnim">
        <pc:chgData name="Hieu Do" userId="8091c26b-a61d-4e97-addd-a670c191ef7c" providerId="ADAL" clId="{4DA35330-3B68-5149-B022-CDF27020D0E5}" dt="2022-10-02T12:54:06.599" v="55" actId="20577"/>
        <pc:sldMkLst>
          <pc:docMk/>
          <pc:sldMk cId="3078051869" sldId="609"/>
        </pc:sldMkLst>
        <pc:spChg chg="mod">
          <ac:chgData name="Hieu Do" userId="8091c26b-a61d-4e97-addd-a670c191ef7c" providerId="ADAL" clId="{4DA35330-3B68-5149-B022-CDF27020D0E5}" dt="2022-10-02T12:54:06.599" v="55" actId="20577"/>
          <ac:spMkLst>
            <pc:docMk/>
            <pc:sldMk cId="3078051869" sldId="609"/>
            <ac:spMk id="16" creationId="{82D83056-6BBC-ED2A-DD1C-0AE79E7012B7}"/>
          </ac:spMkLst>
        </pc:spChg>
      </pc:sldChg>
      <pc:sldChg chg="modSp mod modAnim">
        <pc:chgData name="Hieu Do" userId="8091c26b-a61d-4e97-addd-a670c191ef7c" providerId="ADAL" clId="{4DA35330-3B68-5149-B022-CDF27020D0E5}" dt="2022-10-02T12:57:29.674" v="67"/>
        <pc:sldMkLst>
          <pc:docMk/>
          <pc:sldMk cId="2282080089" sldId="610"/>
        </pc:sldMkLst>
        <pc:spChg chg="mod">
          <ac:chgData name="Hieu Do" userId="8091c26b-a61d-4e97-addd-a670c191ef7c" providerId="ADAL" clId="{4DA35330-3B68-5149-B022-CDF27020D0E5}" dt="2022-10-02T12:56:38.409" v="61" actId="1076"/>
          <ac:spMkLst>
            <pc:docMk/>
            <pc:sldMk cId="2282080089" sldId="610"/>
            <ac:spMk id="8" creationId="{ABC86393-FBA1-EDAF-4B57-D6E9F1739C5F}"/>
          </ac:spMkLst>
        </pc:spChg>
      </pc:sldChg>
      <pc:sldChg chg="modAnim">
        <pc:chgData name="Hieu Do" userId="8091c26b-a61d-4e97-addd-a670c191ef7c" providerId="ADAL" clId="{4DA35330-3B68-5149-B022-CDF27020D0E5}" dt="2022-10-02T13:04:06.526" v="76"/>
        <pc:sldMkLst>
          <pc:docMk/>
          <pc:sldMk cId="3799168738" sldId="611"/>
        </pc:sldMkLst>
      </pc:sldChg>
      <pc:sldChg chg="modSp mod modAnim">
        <pc:chgData name="Hieu Do" userId="8091c26b-a61d-4e97-addd-a670c191ef7c" providerId="ADAL" clId="{4DA35330-3B68-5149-B022-CDF27020D0E5}" dt="2022-10-02T13:18:49.765" v="99"/>
        <pc:sldMkLst>
          <pc:docMk/>
          <pc:sldMk cId="2638024342" sldId="612"/>
        </pc:sldMkLst>
        <pc:spChg chg="mod">
          <ac:chgData name="Hieu Do" userId="8091c26b-a61d-4e97-addd-a670c191ef7c" providerId="ADAL" clId="{4DA35330-3B68-5149-B022-CDF27020D0E5}" dt="2022-10-02T13:17:14.530" v="98" actId="14100"/>
          <ac:spMkLst>
            <pc:docMk/>
            <pc:sldMk cId="2638024342" sldId="612"/>
            <ac:spMk id="7" creationId="{00000000-0000-0000-0000-000000000000}"/>
          </ac:spMkLst>
        </pc:spChg>
      </pc:sldChg>
      <pc:sldChg chg="modAnim">
        <pc:chgData name="Hieu Do" userId="8091c26b-a61d-4e97-addd-a670c191ef7c" providerId="ADAL" clId="{4DA35330-3B68-5149-B022-CDF27020D0E5}" dt="2022-10-02T13:09:53.075" v="85"/>
        <pc:sldMkLst>
          <pc:docMk/>
          <pc:sldMk cId="3078583509" sldId="613"/>
        </pc:sldMkLst>
      </pc:sldChg>
      <pc:sldChg chg="modAnim">
        <pc:chgData name="Hieu Do" userId="8091c26b-a61d-4e97-addd-a670c191ef7c" providerId="ADAL" clId="{4DA35330-3B68-5149-B022-CDF27020D0E5}" dt="2022-10-02T13:15:04.245" v="96"/>
        <pc:sldMkLst>
          <pc:docMk/>
          <pc:sldMk cId="1215622279" sldId="616"/>
        </pc:sldMkLst>
      </pc:sldChg>
      <pc:sldChg chg="modAnim">
        <pc:chgData name="Hieu Do" userId="8091c26b-a61d-4e97-addd-a670c191ef7c" providerId="ADAL" clId="{4DA35330-3B68-5149-B022-CDF27020D0E5}" dt="2022-10-02T13:20:01.464" v="101"/>
        <pc:sldMkLst>
          <pc:docMk/>
          <pc:sldMk cId="3753655941" sldId="617"/>
        </pc:sldMkLst>
      </pc:sldChg>
      <pc:sldChg chg="modAnim">
        <pc:chgData name="Hieu Do" userId="8091c26b-a61d-4e97-addd-a670c191ef7c" providerId="ADAL" clId="{4DA35330-3B68-5149-B022-CDF27020D0E5}" dt="2022-10-02T13:24:49.739" v="104"/>
        <pc:sldMkLst>
          <pc:docMk/>
          <pc:sldMk cId="925922398" sldId="618"/>
        </pc:sldMkLst>
      </pc:sldChg>
      <pc:sldChg chg="modAnim">
        <pc:chgData name="Hieu Do" userId="8091c26b-a61d-4e97-addd-a670c191ef7c" providerId="ADAL" clId="{4DA35330-3B68-5149-B022-CDF27020D0E5}" dt="2022-10-02T13:29:48.678" v="115"/>
        <pc:sldMkLst>
          <pc:docMk/>
          <pc:sldMk cId="1013716642" sldId="619"/>
        </pc:sldMkLst>
      </pc:sldChg>
      <pc:sldChg chg="modAnim">
        <pc:chgData name="Hieu Do" userId="8091c26b-a61d-4e97-addd-a670c191ef7c" providerId="ADAL" clId="{4DA35330-3B68-5149-B022-CDF27020D0E5}" dt="2022-10-02T13:36:32.638" v="121"/>
        <pc:sldMkLst>
          <pc:docMk/>
          <pc:sldMk cId="621109870" sldId="620"/>
        </pc:sldMkLst>
      </pc:sldChg>
      <pc:sldChg chg="modSp modAnim">
        <pc:chgData name="Hieu Do" userId="8091c26b-a61d-4e97-addd-a670c191ef7c" providerId="ADAL" clId="{4DA35330-3B68-5149-B022-CDF27020D0E5}" dt="2022-10-02T13:51:17.727" v="201" actId="20577"/>
        <pc:sldMkLst>
          <pc:docMk/>
          <pc:sldMk cId="2074799854" sldId="621"/>
        </pc:sldMkLst>
        <pc:spChg chg="mod">
          <ac:chgData name="Hieu Do" userId="8091c26b-a61d-4e97-addd-a670c191ef7c" providerId="ADAL" clId="{4DA35330-3B68-5149-B022-CDF27020D0E5}" dt="2022-10-02T13:51:17.727" v="201" actId="20577"/>
          <ac:spMkLst>
            <pc:docMk/>
            <pc:sldMk cId="2074799854" sldId="621"/>
            <ac:spMk id="2" creationId="{00000000-0000-0000-0000-000000000000}"/>
          </ac:spMkLst>
        </pc:spChg>
      </pc:sldChg>
      <pc:sldChg chg="modAnim">
        <pc:chgData name="Hieu Do" userId="8091c26b-a61d-4e97-addd-a670c191ef7c" providerId="ADAL" clId="{4DA35330-3B68-5149-B022-CDF27020D0E5}" dt="2022-10-02T13:46:16.224" v="132"/>
        <pc:sldMkLst>
          <pc:docMk/>
          <pc:sldMk cId="1683578748" sldId="622"/>
        </pc:sldMkLst>
      </pc:sldChg>
      <pc:sldChg chg="modSp mod modAnim">
        <pc:chgData name="Hieu Do" userId="8091c26b-a61d-4e97-addd-a670c191ef7c" providerId="ADAL" clId="{4DA35330-3B68-5149-B022-CDF27020D0E5}" dt="2022-10-02T13:57:13.630" v="225"/>
        <pc:sldMkLst>
          <pc:docMk/>
          <pc:sldMk cId="1794709993" sldId="623"/>
        </pc:sldMkLst>
        <pc:spChg chg="mod">
          <ac:chgData name="Hieu Do" userId="8091c26b-a61d-4e97-addd-a670c191ef7c" providerId="ADAL" clId="{4DA35330-3B68-5149-B022-CDF27020D0E5}" dt="2022-10-02T13:47:02.079" v="134" actId="20577"/>
          <ac:spMkLst>
            <pc:docMk/>
            <pc:sldMk cId="1794709993" sldId="623"/>
            <ac:spMk id="20" creationId="{00000000-0000-0000-0000-000000000000}"/>
          </ac:spMkLst>
        </pc:spChg>
        <pc:spChg chg="mod">
          <ac:chgData name="Hieu Do" userId="8091c26b-a61d-4e97-addd-a670c191ef7c" providerId="ADAL" clId="{4DA35330-3B68-5149-B022-CDF27020D0E5}" dt="2022-10-02T13:55:21.285" v="220" actId="20577"/>
          <ac:spMkLst>
            <pc:docMk/>
            <pc:sldMk cId="1794709993" sldId="623"/>
            <ac:spMk id="24" creationId="{00000000-0000-0000-0000-000000000000}"/>
          </ac:spMkLst>
        </pc:spChg>
        <pc:picChg chg="mod">
          <ac:chgData name="Hieu Do" userId="8091c26b-a61d-4e97-addd-a670c191ef7c" providerId="ADAL" clId="{4DA35330-3B68-5149-B022-CDF27020D0E5}" dt="2022-10-02T13:47:20.305" v="135" actId="14100"/>
          <ac:picMkLst>
            <pc:docMk/>
            <pc:sldMk cId="1794709993" sldId="623"/>
            <ac:picMk id="9" creationId="{00000000-0000-0000-0000-000000000000}"/>
          </ac:picMkLst>
        </pc:picChg>
      </pc:sldChg>
      <pc:sldChg chg="modAnim">
        <pc:chgData name="Hieu Do" userId="8091c26b-a61d-4e97-addd-a670c191ef7c" providerId="ADAL" clId="{4DA35330-3B68-5149-B022-CDF27020D0E5}" dt="2022-10-02T13:58:49.296" v="228"/>
        <pc:sldMkLst>
          <pc:docMk/>
          <pc:sldMk cId="3499738571" sldId="624"/>
        </pc:sldMkLst>
      </pc:sldChg>
      <pc:sldChg chg="modSp mod modAnim">
        <pc:chgData name="Hieu Do" userId="8091c26b-a61d-4e97-addd-a670c191ef7c" providerId="ADAL" clId="{4DA35330-3B68-5149-B022-CDF27020D0E5}" dt="2022-10-02T14:01:49.908" v="240" actId="1035"/>
        <pc:sldMkLst>
          <pc:docMk/>
          <pc:sldMk cId="1480458458" sldId="625"/>
        </pc:sldMkLst>
        <pc:spChg chg="mod">
          <ac:chgData name="Hieu Do" userId="8091c26b-a61d-4e97-addd-a670c191ef7c" providerId="ADAL" clId="{4DA35330-3B68-5149-B022-CDF27020D0E5}" dt="2022-10-02T14:01:49.908" v="240" actId="1035"/>
          <ac:spMkLst>
            <pc:docMk/>
            <pc:sldMk cId="1480458458" sldId="625"/>
            <ac:spMk id="11" creationId="{2E2171B3-D89F-294C-E1E7-44B2FBBA3EC9}"/>
          </ac:spMkLst>
        </pc:spChg>
        <pc:spChg chg="mod">
          <ac:chgData name="Hieu Do" userId="8091c26b-a61d-4e97-addd-a670c191ef7c" providerId="ADAL" clId="{4DA35330-3B68-5149-B022-CDF27020D0E5}" dt="2022-10-02T13:59:26.290" v="231" actId="20577"/>
          <ac:spMkLst>
            <pc:docMk/>
            <pc:sldMk cId="1480458458" sldId="625"/>
            <ac:spMk id="22" creationId="{D68E5953-ADCB-4B50-8D92-7A0209276C20}"/>
          </ac:spMkLst>
        </pc:spChg>
      </pc:sldChg>
      <pc:sldChg chg="modAnim">
        <pc:chgData name="Hieu Do" userId="8091c26b-a61d-4e97-addd-a670c191ef7c" providerId="ADAL" clId="{4DA35330-3B68-5149-B022-CDF27020D0E5}" dt="2022-10-02T14:03:22.820" v="242"/>
        <pc:sldMkLst>
          <pc:docMk/>
          <pc:sldMk cId="709549093" sldId="627"/>
        </pc:sldMkLst>
      </pc:sldChg>
      <pc:sldChg chg="addSp modSp mod modAnim">
        <pc:chgData name="Hieu Do" userId="8091c26b-a61d-4e97-addd-a670c191ef7c" providerId="ADAL" clId="{4DA35330-3B68-5149-B022-CDF27020D0E5}" dt="2022-10-02T14:10:23.472" v="280" actId="20577"/>
        <pc:sldMkLst>
          <pc:docMk/>
          <pc:sldMk cId="1125421088" sldId="628"/>
        </pc:sldMkLst>
        <pc:spChg chg="add mod">
          <ac:chgData name="Hieu Do" userId="8091c26b-a61d-4e97-addd-a670c191ef7c" providerId="ADAL" clId="{4DA35330-3B68-5149-B022-CDF27020D0E5}" dt="2022-10-02T14:07:40.349" v="269" actId="167"/>
          <ac:spMkLst>
            <pc:docMk/>
            <pc:sldMk cId="1125421088" sldId="628"/>
            <ac:spMk id="2" creationId="{86414183-102B-99F5-D024-9B90E8092F54}"/>
          </ac:spMkLst>
        </pc:spChg>
        <pc:spChg chg="mod">
          <ac:chgData name="Hieu Do" userId="8091c26b-a61d-4e97-addd-a670c191ef7c" providerId="ADAL" clId="{4DA35330-3B68-5149-B022-CDF27020D0E5}" dt="2022-10-02T14:03:49.116" v="244" actId="255"/>
          <ac:spMkLst>
            <pc:docMk/>
            <pc:sldMk cId="1125421088" sldId="628"/>
            <ac:spMk id="6" creationId="{6602DE94-4B46-4EF0-8E02-1D7D56B40E5B}"/>
          </ac:spMkLst>
        </pc:spChg>
        <pc:spChg chg="mod">
          <ac:chgData name="Hieu Do" userId="8091c26b-a61d-4e97-addd-a670c191ef7c" providerId="ADAL" clId="{4DA35330-3B68-5149-B022-CDF27020D0E5}" dt="2022-10-02T14:03:49.116" v="244" actId="255"/>
          <ac:spMkLst>
            <pc:docMk/>
            <pc:sldMk cId="1125421088" sldId="628"/>
            <ac:spMk id="7" creationId="{83437EEC-BA51-2C6D-87E0-3F8AA8C5D126}"/>
          </ac:spMkLst>
        </pc:spChg>
        <pc:spChg chg="mod">
          <ac:chgData name="Hieu Do" userId="8091c26b-a61d-4e97-addd-a670c191ef7c" providerId="ADAL" clId="{4DA35330-3B68-5149-B022-CDF27020D0E5}" dt="2022-10-02T14:04:08.001" v="262" actId="1038"/>
          <ac:spMkLst>
            <pc:docMk/>
            <pc:sldMk cId="1125421088" sldId="628"/>
            <ac:spMk id="8" creationId="{C75AF369-567B-3E3D-940D-74A600761C28}"/>
          </ac:spMkLst>
        </pc:spChg>
        <pc:spChg chg="mod">
          <ac:chgData name="Hieu Do" userId="8091c26b-a61d-4e97-addd-a670c191ef7c" providerId="ADAL" clId="{4DA35330-3B68-5149-B022-CDF27020D0E5}" dt="2022-10-02T14:04:08.001" v="262" actId="1038"/>
          <ac:spMkLst>
            <pc:docMk/>
            <pc:sldMk cId="1125421088" sldId="628"/>
            <ac:spMk id="9" creationId="{AA86D268-B149-B8F7-3292-FBB1EDA2DD1F}"/>
          </ac:spMkLst>
        </pc:spChg>
        <pc:spChg chg="mod">
          <ac:chgData name="Hieu Do" userId="8091c26b-a61d-4e97-addd-a670c191ef7c" providerId="ADAL" clId="{4DA35330-3B68-5149-B022-CDF27020D0E5}" dt="2022-10-02T14:04:08.001" v="262" actId="1038"/>
          <ac:spMkLst>
            <pc:docMk/>
            <pc:sldMk cId="1125421088" sldId="628"/>
            <ac:spMk id="10" creationId="{5A35DC51-1029-1036-D3EE-9EC2A0F13714}"/>
          </ac:spMkLst>
        </pc:spChg>
        <pc:spChg chg="mod">
          <ac:chgData name="Hieu Do" userId="8091c26b-a61d-4e97-addd-a670c191ef7c" providerId="ADAL" clId="{4DA35330-3B68-5149-B022-CDF27020D0E5}" dt="2022-10-02T14:10:23.472" v="280" actId="20577"/>
          <ac:spMkLst>
            <pc:docMk/>
            <pc:sldMk cId="1125421088" sldId="628"/>
            <ac:spMk id="16" creationId="{EFA698F9-8BF7-40DD-FF90-FA41E6AE1ABC}"/>
          </ac:spMkLst>
        </pc:spChg>
      </pc:sldChg>
      <pc:sldChg chg="modSp mod modAnim">
        <pc:chgData name="Hieu Do" userId="8091c26b-a61d-4e97-addd-a670c191ef7c" providerId="ADAL" clId="{4DA35330-3B68-5149-B022-CDF27020D0E5}" dt="2022-10-02T14:13:07.519" v="286"/>
        <pc:sldMkLst>
          <pc:docMk/>
          <pc:sldMk cId="866189057" sldId="629"/>
        </pc:sldMkLst>
        <pc:spChg chg="mod">
          <ac:chgData name="Hieu Do" userId="8091c26b-a61d-4e97-addd-a670c191ef7c" providerId="ADAL" clId="{4DA35330-3B68-5149-B022-CDF27020D0E5}" dt="2022-10-02T14:10:21.259" v="277" actId="1037"/>
          <ac:spMkLst>
            <pc:docMk/>
            <pc:sldMk cId="866189057" sldId="629"/>
            <ac:spMk id="13" creationId="{12493E0D-A380-6702-AA0A-DF61870967FD}"/>
          </ac:spMkLst>
        </pc:spChg>
      </pc:sldChg>
      <pc:sldChg chg="modSp modAnim">
        <pc:chgData name="Hieu Do" userId="8091c26b-a61d-4e97-addd-a670c191ef7c" providerId="ADAL" clId="{4DA35330-3B68-5149-B022-CDF27020D0E5}" dt="2022-10-28T08:03:01.833" v="741" actId="20577"/>
        <pc:sldMkLst>
          <pc:docMk/>
          <pc:sldMk cId="3962880689" sldId="631"/>
        </pc:sldMkLst>
        <pc:spChg chg="mod">
          <ac:chgData name="Hieu Do" userId="8091c26b-a61d-4e97-addd-a670c191ef7c" providerId="ADAL" clId="{4DA35330-3B68-5149-B022-CDF27020D0E5}" dt="2022-10-28T08:03:01.833" v="741" actId="20577"/>
          <ac:spMkLst>
            <pc:docMk/>
            <pc:sldMk cId="3962880689" sldId="631"/>
            <ac:spMk id="12" creationId="{BD325E8D-4235-98CE-6068-756BDF012074}"/>
          </ac:spMkLst>
        </pc:spChg>
      </pc:sldChg>
      <pc:sldChg chg="modSp mod modAnim">
        <pc:chgData name="Hieu Do" userId="8091c26b-a61d-4e97-addd-a670c191ef7c" providerId="ADAL" clId="{4DA35330-3B68-5149-B022-CDF27020D0E5}" dt="2022-10-02T14:15:55.336" v="312"/>
        <pc:sldMkLst>
          <pc:docMk/>
          <pc:sldMk cId="979701361" sldId="632"/>
        </pc:sldMkLst>
        <pc:graphicFrameChg chg="mod">
          <ac:chgData name="Hieu Do" userId="8091c26b-a61d-4e97-addd-a670c191ef7c" providerId="ADAL" clId="{4DA35330-3B68-5149-B022-CDF27020D0E5}" dt="2022-10-02T14:15:24.171" v="308" actId="1038"/>
          <ac:graphicFrameMkLst>
            <pc:docMk/>
            <pc:sldMk cId="979701361" sldId="632"/>
            <ac:graphicFrameMk id="29" creationId="{00000000-0000-0000-0000-000000000000}"/>
          </ac:graphicFrameMkLst>
        </pc:graphicFrameChg>
      </pc:sldChg>
      <pc:sldChg chg="modAnim">
        <pc:chgData name="Hieu Do" userId="8091c26b-a61d-4e97-addd-a670c191ef7c" providerId="ADAL" clId="{4DA35330-3B68-5149-B022-CDF27020D0E5}" dt="2022-10-10T03:36:58.612" v="581"/>
        <pc:sldMkLst>
          <pc:docMk/>
          <pc:sldMk cId="4240400512" sldId="634"/>
        </pc:sldMkLst>
      </pc:sldChg>
      <pc:sldChg chg="modAnim">
        <pc:chgData name="Hieu Do" userId="8091c26b-a61d-4e97-addd-a670c191ef7c" providerId="ADAL" clId="{4DA35330-3B68-5149-B022-CDF27020D0E5}" dt="2022-10-10T03:36:42.299" v="579"/>
        <pc:sldMkLst>
          <pc:docMk/>
          <pc:sldMk cId="3038870449" sldId="636"/>
        </pc:sldMkLst>
      </pc:sldChg>
      <pc:sldChg chg="modSp mod modAnim">
        <pc:chgData name="Hieu Do" userId="8091c26b-a61d-4e97-addd-a670c191ef7c" providerId="ADAL" clId="{4DA35330-3B68-5149-B022-CDF27020D0E5}" dt="2022-10-02T14:56:26.507" v="431"/>
        <pc:sldMkLst>
          <pc:docMk/>
          <pc:sldMk cId="832782042" sldId="637"/>
        </pc:sldMkLst>
        <pc:spChg chg="mod">
          <ac:chgData name="Hieu Do" userId="8091c26b-a61d-4e97-addd-a670c191ef7c" providerId="ADAL" clId="{4DA35330-3B68-5149-B022-CDF27020D0E5}" dt="2022-10-02T14:56:21.108" v="430" actId="14100"/>
          <ac:spMkLst>
            <pc:docMk/>
            <pc:sldMk cId="832782042" sldId="637"/>
            <ac:spMk id="12" creationId="{BD325E8D-4235-98CE-6068-756BDF012074}"/>
          </ac:spMkLst>
        </pc:spChg>
      </pc:sldChg>
      <pc:sldChg chg="modAnim">
        <pc:chgData name="Hieu Do" userId="8091c26b-a61d-4e97-addd-a670c191ef7c" providerId="ADAL" clId="{4DA35330-3B68-5149-B022-CDF27020D0E5}" dt="2022-10-02T14:17:08.410" v="317"/>
        <pc:sldMkLst>
          <pc:docMk/>
          <pc:sldMk cId="1509795406" sldId="639"/>
        </pc:sldMkLst>
      </pc:sldChg>
      <pc:sldChg chg="modSp mod modAnim">
        <pc:chgData name="Hieu Do" userId="8091c26b-a61d-4e97-addd-a670c191ef7c" providerId="ADAL" clId="{4DA35330-3B68-5149-B022-CDF27020D0E5}" dt="2022-10-02T14:26:59.930" v="339"/>
        <pc:sldMkLst>
          <pc:docMk/>
          <pc:sldMk cId="1276735724" sldId="641"/>
        </pc:sldMkLst>
        <pc:spChg chg="mod">
          <ac:chgData name="Hieu Do" userId="8091c26b-a61d-4e97-addd-a670c191ef7c" providerId="ADAL" clId="{4DA35330-3B68-5149-B022-CDF27020D0E5}" dt="2022-10-02T14:25:20.972" v="334" actId="179"/>
          <ac:spMkLst>
            <pc:docMk/>
            <pc:sldMk cId="1276735724" sldId="641"/>
            <ac:spMk id="12" creationId="{BD325E8D-4235-98CE-6068-756BDF012074}"/>
          </ac:spMkLst>
        </pc:spChg>
        <pc:spChg chg="mod">
          <ac:chgData name="Hieu Do" userId="8091c26b-a61d-4e97-addd-a670c191ef7c" providerId="ADAL" clId="{4DA35330-3B68-5149-B022-CDF27020D0E5}" dt="2022-10-02T14:26:18.327" v="336" actId="1076"/>
          <ac:spMkLst>
            <pc:docMk/>
            <pc:sldMk cId="1276735724" sldId="641"/>
            <ac:spMk id="20" creationId="{007AD380-7600-904D-76D8-6B521C4090F7}"/>
          </ac:spMkLst>
        </pc:spChg>
      </pc:sldChg>
      <pc:sldChg chg="modSp mod modAnim">
        <pc:chgData name="Hieu Do" userId="8091c26b-a61d-4e97-addd-a670c191ef7c" providerId="ADAL" clId="{4DA35330-3B68-5149-B022-CDF27020D0E5}" dt="2022-10-02T14:40:57.498" v="399"/>
        <pc:sldMkLst>
          <pc:docMk/>
          <pc:sldMk cId="452949784" sldId="642"/>
        </pc:sldMkLst>
        <pc:spChg chg="mod">
          <ac:chgData name="Hieu Do" userId="8091c26b-a61d-4e97-addd-a670c191ef7c" providerId="ADAL" clId="{4DA35330-3B68-5149-B022-CDF27020D0E5}" dt="2022-10-02T14:39:24.648" v="374" actId="20577"/>
          <ac:spMkLst>
            <pc:docMk/>
            <pc:sldMk cId="452949784" sldId="642"/>
            <ac:spMk id="12" creationId="{BD325E8D-4235-98CE-6068-756BDF012074}"/>
          </ac:spMkLst>
        </pc:spChg>
        <pc:spChg chg="mod">
          <ac:chgData name="Hieu Do" userId="8091c26b-a61d-4e97-addd-a670c191ef7c" providerId="ADAL" clId="{4DA35330-3B68-5149-B022-CDF27020D0E5}" dt="2022-10-02T14:39:21.087" v="372" actId="20577"/>
          <ac:spMkLst>
            <pc:docMk/>
            <pc:sldMk cId="452949784" sldId="642"/>
            <ac:spMk id="13" creationId="{BD325E8D-4235-98CE-6068-756BDF012074}"/>
          </ac:spMkLst>
        </pc:spChg>
        <pc:spChg chg="mod">
          <ac:chgData name="Hieu Do" userId="8091c26b-a61d-4e97-addd-a670c191ef7c" providerId="ADAL" clId="{4DA35330-3B68-5149-B022-CDF27020D0E5}" dt="2022-10-02T14:39:42.959" v="397" actId="20577"/>
          <ac:spMkLst>
            <pc:docMk/>
            <pc:sldMk cId="452949784" sldId="642"/>
            <ac:spMk id="15" creationId="{BD325E8D-4235-98CE-6068-756BDF012074}"/>
          </ac:spMkLst>
        </pc:spChg>
      </pc:sldChg>
      <pc:sldChg chg="delSp modSp mod delAnim modAnim">
        <pc:chgData name="Hieu Do" userId="8091c26b-a61d-4e97-addd-a670c191ef7c" providerId="ADAL" clId="{4DA35330-3B68-5149-B022-CDF27020D0E5}" dt="2022-10-02T14:36:37.180" v="347" actId="478"/>
        <pc:sldMkLst>
          <pc:docMk/>
          <pc:sldMk cId="734410213" sldId="643"/>
        </pc:sldMkLst>
        <pc:spChg chg="mod">
          <ac:chgData name="Hieu Do" userId="8091c26b-a61d-4e97-addd-a670c191ef7c" providerId="ADAL" clId="{4DA35330-3B68-5149-B022-CDF27020D0E5}" dt="2022-10-02T14:17:53.755" v="320" actId="1076"/>
          <ac:spMkLst>
            <pc:docMk/>
            <pc:sldMk cId="734410213" sldId="643"/>
            <ac:spMk id="12" creationId="{007AD380-7600-904D-76D8-6B521C4090F7}"/>
          </ac:spMkLst>
        </pc:spChg>
        <pc:spChg chg="del mod">
          <ac:chgData name="Hieu Do" userId="8091c26b-a61d-4e97-addd-a670c191ef7c" providerId="ADAL" clId="{4DA35330-3B68-5149-B022-CDF27020D0E5}" dt="2022-10-02T14:36:37.180" v="347" actId="478"/>
          <ac:spMkLst>
            <pc:docMk/>
            <pc:sldMk cId="734410213" sldId="643"/>
            <ac:spMk id="17" creationId="{00000000-0000-0000-0000-000000000000}"/>
          </ac:spMkLst>
        </pc:spChg>
      </pc:sldChg>
      <pc:sldChg chg="modAnim">
        <pc:chgData name="Hieu Do" userId="8091c26b-a61d-4e97-addd-a670c191ef7c" providerId="ADAL" clId="{4DA35330-3B68-5149-B022-CDF27020D0E5}" dt="2022-10-02T14:28:31.667" v="342"/>
        <pc:sldMkLst>
          <pc:docMk/>
          <pc:sldMk cId="2327880881" sldId="644"/>
        </pc:sldMkLst>
      </pc:sldChg>
      <pc:sldChg chg="modSp mod modAnim">
        <pc:chgData name="Hieu Do" userId="8091c26b-a61d-4e97-addd-a670c191ef7c" providerId="ADAL" clId="{4DA35330-3B68-5149-B022-CDF27020D0E5}" dt="2022-10-02T14:43:47.881" v="409"/>
        <pc:sldMkLst>
          <pc:docMk/>
          <pc:sldMk cId="692555497" sldId="645"/>
        </pc:sldMkLst>
        <pc:spChg chg="mod">
          <ac:chgData name="Hieu Do" userId="8091c26b-a61d-4e97-addd-a670c191ef7c" providerId="ADAL" clId="{4DA35330-3B68-5149-B022-CDF27020D0E5}" dt="2022-10-02T14:41:37.789" v="405" actId="1036"/>
          <ac:spMkLst>
            <pc:docMk/>
            <pc:sldMk cId="692555497" sldId="645"/>
            <ac:spMk id="10" creationId="{BD325E8D-4235-98CE-6068-756BDF012074}"/>
          </ac:spMkLst>
        </pc:spChg>
        <pc:spChg chg="mod">
          <ac:chgData name="Hieu Do" userId="8091c26b-a61d-4e97-addd-a670c191ef7c" providerId="ADAL" clId="{4DA35330-3B68-5149-B022-CDF27020D0E5}" dt="2022-10-02T14:41:31.389" v="400" actId="1076"/>
          <ac:spMkLst>
            <pc:docMk/>
            <pc:sldMk cId="692555497" sldId="645"/>
            <ac:spMk id="12" creationId="{00000000-0000-0000-0000-000000000000}"/>
          </ac:spMkLst>
        </pc:spChg>
        <pc:spChg chg="mod">
          <ac:chgData name="Hieu Do" userId="8091c26b-a61d-4e97-addd-a670c191ef7c" providerId="ADAL" clId="{4DA35330-3B68-5149-B022-CDF27020D0E5}" dt="2022-10-02T14:41:37.789" v="405" actId="1036"/>
          <ac:spMkLst>
            <pc:docMk/>
            <pc:sldMk cId="692555497" sldId="645"/>
            <ac:spMk id="13" creationId="{00000000-0000-0000-0000-000000000000}"/>
          </ac:spMkLst>
        </pc:spChg>
      </pc:sldChg>
      <pc:sldChg chg="modAnim">
        <pc:chgData name="Hieu Do" userId="8091c26b-a61d-4e97-addd-a670c191ef7c" providerId="ADAL" clId="{4DA35330-3B68-5149-B022-CDF27020D0E5}" dt="2022-10-02T14:47:57.757" v="412"/>
        <pc:sldMkLst>
          <pc:docMk/>
          <pc:sldMk cId="385403483" sldId="646"/>
        </pc:sldMkLst>
      </pc:sldChg>
      <pc:sldChg chg="modAnim">
        <pc:chgData name="Hieu Do" userId="8091c26b-a61d-4e97-addd-a670c191ef7c" providerId="ADAL" clId="{4DA35330-3B68-5149-B022-CDF27020D0E5}" dt="2022-10-02T14:49:28.091" v="418"/>
        <pc:sldMkLst>
          <pc:docMk/>
          <pc:sldMk cId="404254498" sldId="647"/>
        </pc:sldMkLst>
      </pc:sldChg>
      <pc:sldChg chg="modAnim">
        <pc:chgData name="Hieu Do" userId="8091c26b-a61d-4e97-addd-a670c191ef7c" providerId="ADAL" clId="{4DA35330-3B68-5149-B022-CDF27020D0E5}" dt="2022-10-02T14:48:42.669" v="414"/>
        <pc:sldMkLst>
          <pc:docMk/>
          <pc:sldMk cId="2912453535" sldId="648"/>
        </pc:sldMkLst>
      </pc:sldChg>
      <pc:sldChg chg="modAnim">
        <pc:chgData name="Hieu Do" userId="8091c26b-a61d-4e97-addd-a670c191ef7c" providerId="ADAL" clId="{4DA35330-3B68-5149-B022-CDF27020D0E5}" dt="2022-10-02T14:54:23.743" v="425"/>
        <pc:sldMkLst>
          <pc:docMk/>
          <pc:sldMk cId="1313041100" sldId="649"/>
        </pc:sldMkLst>
      </pc:sldChg>
      <pc:sldChg chg="modAnim">
        <pc:chgData name="Hieu Do" userId="8091c26b-a61d-4e97-addd-a670c191ef7c" providerId="ADAL" clId="{4DA35330-3B68-5149-B022-CDF27020D0E5}" dt="2022-10-02T14:56:56.604" v="433"/>
        <pc:sldMkLst>
          <pc:docMk/>
          <pc:sldMk cId="3046918519" sldId="650"/>
        </pc:sldMkLst>
      </pc:sldChg>
      <pc:sldChg chg="modAnim">
        <pc:chgData name="Hieu Do" userId="8091c26b-a61d-4e97-addd-a670c191ef7c" providerId="ADAL" clId="{4DA35330-3B68-5149-B022-CDF27020D0E5}" dt="2022-10-02T14:57:56.736" v="435"/>
        <pc:sldMkLst>
          <pc:docMk/>
          <pc:sldMk cId="2241089253" sldId="651"/>
        </pc:sldMkLst>
      </pc:sldChg>
      <pc:sldChg chg="modAnim">
        <pc:chgData name="Hieu Do" userId="8091c26b-a61d-4e97-addd-a670c191ef7c" providerId="ADAL" clId="{4DA35330-3B68-5149-B022-CDF27020D0E5}" dt="2022-10-02T14:59:43.563" v="444"/>
        <pc:sldMkLst>
          <pc:docMk/>
          <pc:sldMk cId="2158846906" sldId="652"/>
        </pc:sldMkLst>
      </pc:sldChg>
      <pc:sldChg chg="del">
        <pc:chgData name="Hieu Do" userId="8091c26b-a61d-4e97-addd-a670c191ef7c" providerId="ADAL" clId="{4DA35330-3B68-5149-B022-CDF27020D0E5}" dt="2022-10-02T15:07:48.961" v="464" actId="2696"/>
        <pc:sldMkLst>
          <pc:docMk/>
          <pc:sldMk cId="1586019878" sldId="654"/>
        </pc:sldMkLst>
      </pc:sldChg>
      <pc:sldChg chg="modAnim">
        <pc:chgData name="Hieu Do" userId="8091c26b-a61d-4e97-addd-a670c191ef7c" providerId="ADAL" clId="{4DA35330-3B68-5149-B022-CDF27020D0E5}" dt="2022-10-02T15:03:58.205" v="450"/>
        <pc:sldMkLst>
          <pc:docMk/>
          <pc:sldMk cId="174471045" sldId="655"/>
        </pc:sldMkLst>
      </pc:sldChg>
      <pc:sldChg chg="addSp modSp modAnim">
        <pc:chgData name="Hieu Do" userId="8091c26b-a61d-4e97-addd-a670c191ef7c" providerId="ADAL" clId="{4DA35330-3B68-5149-B022-CDF27020D0E5}" dt="2022-10-10T03:43:41.112" v="600"/>
        <pc:sldMkLst>
          <pc:docMk/>
          <pc:sldMk cId="2772877521" sldId="656"/>
        </pc:sldMkLst>
        <pc:spChg chg="mod">
          <ac:chgData name="Hieu Do" userId="8091c26b-a61d-4e97-addd-a670c191ef7c" providerId="ADAL" clId="{4DA35330-3B68-5149-B022-CDF27020D0E5}" dt="2022-10-10T03:43:19.710" v="597" actId="164"/>
          <ac:spMkLst>
            <pc:docMk/>
            <pc:sldMk cId="2772877521" sldId="656"/>
            <ac:spMk id="16" creationId="{7516B393-3F08-4312-B1A1-CA7A1B070601}"/>
          </ac:spMkLst>
        </pc:spChg>
        <pc:spChg chg="mod">
          <ac:chgData name="Hieu Do" userId="8091c26b-a61d-4e97-addd-a670c191ef7c" providerId="ADAL" clId="{4DA35330-3B68-5149-B022-CDF27020D0E5}" dt="2022-10-10T03:43:19.710" v="597" actId="164"/>
          <ac:spMkLst>
            <pc:docMk/>
            <pc:sldMk cId="2772877521" sldId="656"/>
            <ac:spMk id="20" creationId="{47578BF3-375B-434A-BEF3-FDCCED6C302C}"/>
          </ac:spMkLst>
        </pc:spChg>
        <pc:grpChg chg="add mod">
          <ac:chgData name="Hieu Do" userId="8091c26b-a61d-4e97-addd-a670c191ef7c" providerId="ADAL" clId="{4DA35330-3B68-5149-B022-CDF27020D0E5}" dt="2022-10-10T03:43:19.710" v="597" actId="164"/>
          <ac:grpSpMkLst>
            <pc:docMk/>
            <pc:sldMk cId="2772877521" sldId="656"/>
            <ac:grpSpMk id="3" creationId="{6E765D9D-A0AE-34FB-D0A4-0E04F3BD626F}"/>
          </ac:grpSpMkLst>
        </pc:grpChg>
      </pc:sldChg>
      <pc:sldChg chg="modAnim">
        <pc:chgData name="Hieu Do" userId="8091c26b-a61d-4e97-addd-a670c191ef7c" providerId="ADAL" clId="{4DA35330-3B68-5149-B022-CDF27020D0E5}" dt="2022-10-02T15:09:02.379" v="471"/>
        <pc:sldMkLst>
          <pc:docMk/>
          <pc:sldMk cId="2855262177" sldId="657"/>
        </pc:sldMkLst>
      </pc:sldChg>
      <pc:sldChg chg="modAnim">
        <pc:chgData name="Hieu Do" userId="8091c26b-a61d-4e97-addd-a670c191ef7c" providerId="ADAL" clId="{4DA35330-3B68-5149-B022-CDF27020D0E5}" dt="2022-10-02T15:13:08.783" v="479"/>
        <pc:sldMkLst>
          <pc:docMk/>
          <pc:sldMk cId="2366038734" sldId="658"/>
        </pc:sldMkLst>
      </pc:sldChg>
      <pc:sldChg chg="modAnim">
        <pc:chgData name="Hieu Do" userId="8091c26b-a61d-4e97-addd-a670c191ef7c" providerId="ADAL" clId="{4DA35330-3B68-5149-B022-CDF27020D0E5}" dt="2022-10-02T15:09:33.244" v="475"/>
        <pc:sldMkLst>
          <pc:docMk/>
          <pc:sldMk cId="523641134" sldId="660"/>
        </pc:sldMkLst>
      </pc:sldChg>
      <pc:sldChg chg="modAnim">
        <pc:chgData name="Hieu Do" userId="8091c26b-a61d-4e97-addd-a670c191ef7c" providerId="ADAL" clId="{4DA35330-3B68-5149-B022-CDF27020D0E5}" dt="2022-10-02T15:02:21.876" v="447"/>
        <pc:sldMkLst>
          <pc:docMk/>
          <pc:sldMk cId="1977266455" sldId="661"/>
        </pc:sldMkLst>
      </pc:sldChg>
      <pc:sldChg chg="modAnim">
        <pc:chgData name="Hieu Do" userId="8091c26b-a61d-4e97-addd-a670c191ef7c" providerId="ADAL" clId="{4DA35330-3B68-5149-B022-CDF27020D0E5}" dt="2022-10-02T15:11:28.054" v="476"/>
        <pc:sldMkLst>
          <pc:docMk/>
          <pc:sldMk cId="4165362281" sldId="662"/>
        </pc:sldMkLst>
      </pc:sldChg>
      <pc:sldChg chg="modAnim">
        <pc:chgData name="Hieu Do" userId="8091c26b-a61d-4e97-addd-a670c191ef7c" providerId="ADAL" clId="{4DA35330-3B68-5149-B022-CDF27020D0E5}" dt="2022-10-02T15:13:39.709" v="481"/>
        <pc:sldMkLst>
          <pc:docMk/>
          <pc:sldMk cId="3609046887" sldId="663"/>
        </pc:sldMkLst>
      </pc:sldChg>
      <pc:sldChg chg="modAnim">
        <pc:chgData name="Hieu Do" userId="8091c26b-a61d-4e97-addd-a670c191ef7c" providerId="ADAL" clId="{4DA35330-3B68-5149-B022-CDF27020D0E5}" dt="2022-10-02T15:14:52.913" v="482"/>
        <pc:sldMkLst>
          <pc:docMk/>
          <pc:sldMk cId="2088487481" sldId="664"/>
        </pc:sldMkLst>
      </pc:sldChg>
      <pc:sldChg chg="modAnim">
        <pc:chgData name="Hieu Do" userId="8091c26b-a61d-4e97-addd-a670c191ef7c" providerId="ADAL" clId="{4DA35330-3B68-5149-B022-CDF27020D0E5}" dt="2022-10-02T15:15:36.249" v="488"/>
        <pc:sldMkLst>
          <pc:docMk/>
          <pc:sldMk cId="1915574145" sldId="665"/>
        </pc:sldMkLst>
      </pc:sldChg>
      <pc:sldChg chg="modAnim">
        <pc:chgData name="Hieu Do" userId="8091c26b-a61d-4e97-addd-a670c191ef7c" providerId="ADAL" clId="{4DA35330-3B68-5149-B022-CDF27020D0E5}" dt="2022-10-02T15:16:25.916" v="491"/>
        <pc:sldMkLst>
          <pc:docMk/>
          <pc:sldMk cId="1774912366" sldId="667"/>
        </pc:sldMkLst>
      </pc:sldChg>
      <pc:sldChg chg="modAnim">
        <pc:chgData name="Hieu Do" userId="8091c26b-a61d-4e97-addd-a670c191ef7c" providerId="ADAL" clId="{4DA35330-3B68-5149-B022-CDF27020D0E5}" dt="2022-10-02T15:18:07.720" v="494"/>
        <pc:sldMkLst>
          <pc:docMk/>
          <pc:sldMk cId="4289554433" sldId="668"/>
        </pc:sldMkLst>
      </pc:sldChg>
      <pc:sldChg chg="modSp mod modAnim">
        <pc:chgData name="Hieu Do" userId="8091c26b-a61d-4e97-addd-a670c191ef7c" providerId="ADAL" clId="{4DA35330-3B68-5149-B022-CDF27020D0E5}" dt="2022-10-02T15:20:53.591" v="504"/>
        <pc:sldMkLst>
          <pc:docMk/>
          <pc:sldMk cId="4030997349" sldId="669"/>
        </pc:sldMkLst>
        <pc:spChg chg="mod">
          <ac:chgData name="Hieu Do" userId="8091c26b-a61d-4e97-addd-a670c191ef7c" providerId="ADAL" clId="{4DA35330-3B68-5149-B022-CDF27020D0E5}" dt="2022-10-02T15:19:25.233" v="499" actId="14100"/>
          <ac:spMkLst>
            <pc:docMk/>
            <pc:sldMk cId="4030997349" sldId="669"/>
            <ac:spMk id="35" creationId="{D66224A1-EAA8-430A-AB03-A994BBBBA063}"/>
          </ac:spMkLst>
        </pc:spChg>
      </pc:sldChg>
      <pc:sldChg chg="modAnim">
        <pc:chgData name="Hieu Do" userId="8091c26b-a61d-4e97-addd-a670c191ef7c" providerId="ADAL" clId="{4DA35330-3B68-5149-B022-CDF27020D0E5}" dt="2022-10-02T15:22:02.703" v="508"/>
        <pc:sldMkLst>
          <pc:docMk/>
          <pc:sldMk cId="9047968" sldId="670"/>
        </pc:sldMkLst>
      </pc:sldChg>
      <pc:sldChg chg="addSp delSp modSp add mod delAnim modAnim">
        <pc:chgData name="Hieu Do" userId="8091c26b-a61d-4e97-addd-a670c191ef7c" providerId="ADAL" clId="{4DA35330-3B68-5149-B022-CDF27020D0E5}" dt="2022-10-10T03:49:18.810" v="735" actId="1036"/>
        <pc:sldMkLst>
          <pc:docMk/>
          <pc:sldMk cId="3403913622" sldId="671"/>
        </pc:sldMkLst>
        <pc:spChg chg="del">
          <ac:chgData name="Hieu Do" userId="8091c26b-a61d-4e97-addd-a670c191ef7c" providerId="ADAL" clId="{4DA35330-3B68-5149-B022-CDF27020D0E5}" dt="2022-10-10T03:42:05.974" v="584" actId="478"/>
          <ac:spMkLst>
            <pc:docMk/>
            <pc:sldMk cId="3403913622" sldId="671"/>
            <ac:spMk id="2" creationId="{00000000-0000-0000-0000-000000000000}"/>
          </ac:spMkLst>
        </pc:spChg>
        <pc:spChg chg="add mod">
          <ac:chgData name="Hieu Do" userId="8091c26b-a61d-4e97-addd-a670c191ef7c" providerId="ADAL" clId="{4DA35330-3B68-5149-B022-CDF27020D0E5}" dt="2022-10-10T03:49:18.810" v="735" actId="1036"/>
          <ac:spMkLst>
            <pc:docMk/>
            <pc:sldMk cId="3403913622" sldId="671"/>
            <ac:spMk id="5" creationId="{F500CAC9-0878-C813-FE45-C5CE870111DC}"/>
          </ac:spMkLst>
        </pc:spChg>
        <pc:spChg chg="add mod">
          <ac:chgData name="Hieu Do" userId="8091c26b-a61d-4e97-addd-a670c191ef7c" providerId="ADAL" clId="{4DA35330-3B68-5149-B022-CDF27020D0E5}" dt="2022-10-10T03:48:36.899" v="663" actId="14100"/>
          <ac:spMkLst>
            <pc:docMk/>
            <pc:sldMk cId="3403913622" sldId="671"/>
            <ac:spMk id="6" creationId="{E08B5516-039C-DD03-316C-5DEB8D0FFEFE}"/>
          </ac:spMkLst>
        </pc:spChg>
        <pc:spChg chg="del">
          <ac:chgData name="Hieu Do" userId="8091c26b-a61d-4e97-addd-a670c191ef7c" providerId="ADAL" clId="{4DA35330-3B68-5149-B022-CDF27020D0E5}" dt="2022-10-10T03:42:04.345" v="583" actId="478"/>
          <ac:spMkLst>
            <pc:docMk/>
            <pc:sldMk cId="3403913622" sldId="671"/>
            <ac:spMk id="15" creationId="{DD4EAE06-CE75-4156-BA6D-B70597CE576E}"/>
          </ac:spMkLst>
        </pc:spChg>
        <pc:spChg chg="del">
          <ac:chgData name="Hieu Do" userId="8091c26b-a61d-4e97-addd-a670c191ef7c" providerId="ADAL" clId="{4DA35330-3B68-5149-B022-CDF27020D0E5}" dt="2022-10-10T03:42:07.384" v="585" actId="478"/>
          <ac:spMkLst>
            <pc:docMk/>
            <pc:sldMk cId="3403913622" sldId="671"/>
            <ac:spMk id="16" creationId="{7516B393-3F08-4312-B1A1-CA7A1B070601}"/>
          </ac:spMkLst>
        </pc:spChg>
        <pc:spChg chg="del">
          <ac:chgData name="Hieu Do" userId="8091c26b-a61d-4e97-addd-a670c191ef7c" providerId="ADAL" clId="{4DA35330-3B68-5149-B022-CDF27020D0E5}" dt="2022-10-10T03:42:11.320" v="588" actId="478"/>
          <ac:spMkLst>
            <pc:docMk/>
            <pc:sldMk cId="3403913622" sldId="671"/>
            <ac:spMk id="17" creationId="{A19FE689-5739-4605-AC80-6CF5DC3B8C08}"/>
          </ac:spMkLst>
        </pc:spChg>
        <pc:spChg chg="del">
          <ac:chgData name="Hieu Do" userId="8091c26b-a61d-4e97-addd-a670c191ef7c" providerId="ADAL" clId="{4DA35330-3B68-5149-B022-CDF27020D0E5}" dt="2022-10-10T03:42:12.628" v="589" actId="478"/>
          <ac:spMkLst>
            <pc:docMk/>
            <pc:sldMk cId="3403913622" sldId="671"/>
            <ac:spMk id="18" creationId="{DD5296E1-424D-406F-9BCB-6F79DC8FC02C}"/>
          </ac:spMkLst>
        </pc:spChg>
        <pc:spChg chg="del">
          <ac:chgData name="Hieu Do" userId="8091c26b-a61d-4e97-addd-a670c191ef7c" providerId="ADAL" clId="{4DA35330-3B68-5149-B022-CDF27020D0E5}" dt="2022-10-10T03:42:08.684" v="586" actId="478"/>
          <ac:spMkLst>
            <pc:docMk/>
            <pc:sldMk cId="3403913622" sldId="671"/>
            <ac:spMk id="20" creationId="{47578BF3-375B-434A-BEF3-FDCCED6C302C}"/>
          </ac:spMkLst>
        </pc:spChg>
        <pc:spChg chg="del">
          <ac:chgData name="Hieu Do" userId="8091c26b-a61d-4e97-addd-a670c191ef7c" providerId="ADAL" clId="{4DA35330-3B68-5149-B022-CDF27020D0E5}" dt="2022-10-10T03:42:09.572" v="587" actId="478"/>
          <ac:spMkLst>
            <pc:docMk/>
            <pc:sldMk cId="3403913622" sldId="671"/>
            <ac:spMk id="21" creationId="{F0B7AD81-89FC-4047-8EFC-C9D6C28CE200}"/>
          </ac:spMkLst>
        </pc:spChg>
        <pc:spChg chg="del">
          <ac:chgData name="Hieu Do" userId="8091c26b-a61d-4e97-addd-a670c191ef7c" providerId="ADAL" clId="{4DA35330-3B68-5149-B022-CDF27020D0E5}" dt="2022-10-10T03:42:14.543" v="590" actId="478"/>
          <ac:spMkLst>
            <pc:docMk/>
            <pc:sldMk cId="3403913622" sldId="671"/>
            <ac:spMk id="22" creationId="{F77D1CB9-0DB6-41F6-886D-BBC1B9319FB3}"/>
          </ac:spMkLst>
        </pc:spChg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  <pc:docChgLst>
    <pc:chgData name="Hieu Do" userId="8091c26b-a61d-4e97-addd-a670c191ef7c" providerId="ADAL" clId="{043394CB-7FEB-7345-9F75-CDCBBA9B09B5}"/>
    <pc:docChg chg="custSel modSld sldOrd">
      <pc:chgData name="Hieu Do" userId="8091c26b-a61d-4e97-addd-a670c191ef7c" providerId="ADAL" clId="{043394CB-7FEB-7345-9F75-CDCBBA9B09B5}" dt="2022-08-04T04:47:21.317" v="20"/>
      <pc:docMkLst>
        <pc:docMk/>
      </pc:docMkLst>
      <pc:sldChg chg="addSp modSp mod modAnim">
        <pc:chgData name="Hieu Do" userId="8091c26b-a61d-4e97-addd-a670c191ef7c" providerId="ADAL" clId="{043394CB-7FEB-7345-9F75-CDCBBA9B09B5}" dt="2022-08-04T04:46:26.726" v="17" actId="20577"/>
        <pc:sldMkLst>
          <pc:docMk/>
          <pc:sldMk cId="2812613283" sldId="558"/>
        </pc:sldMkLst>
        <pc:spChg chg="mod">
          <ac:chgData name="Hieu Do" userId="8091c26b-a61d-4e97-addd-a670c191ef7c" providerId="ADAL" clId="{043394CB-7FEB-7345-9F75-CDCBBA9B09B5}" dt="2022-08-04T04:14:11.362" v="10" actId="164"/>
          <ac:spMkLst>
            <pc:docMk/>
            <pc:sldMk cId="2812613283" sldId="558"/>
            <ac:spMk id="9" creationId="{091D9A6F-68CB-C85C-F81F-6F864982EDA5}"/>
          </ac:spMkLst>
        </pc:spChg>
        <pc:spChg chg="mod">
          <ac:chgData name="Hieu Do" userId="8091c26b-a61d-4e97-addd-a670c191ef7c" providerId="ADAL" clId="{043394CB-7FEB-7345-9F75-CDCBBA9B09B5}" dt="2022-08-04T04:46:26.726" v="17" actId="20577"/>
          <ac:spMkLst>
            <pc:docMk/>
            <pc:sldMk cId="2812613283" sldId="558"/>
            <ac:spMk id="10" creationId="{F7C25A9C-B00D-5483-689D-61C67A4A242A}"/>
          </ac:spMkLst>
        </pc:spChg>
        <pc:spChg chg="mod">
          <ac:chgData name="Hieu Do" userId="8091c26b-a61d-4e97-addd-a670c191ef7c" providerId="ADAL" clId="{043394CB-7FEB-7345-9F75-CDCBBA9B09B5}" dt="2022-08-04T04:14:11.362" v="10" actId="164"/>
          <ac:spMkLst>
            <pc:docMk/>
            <pc:sldMk cId="2812613283" sldId="558"/>
            <ac:spMk id="11" creationId="{F7C25A9C-B00D-5483-689D-61C67A4A242A}"/>
          </ac:spMkLst>
        </pc:spChg>
        <pc:spChg chg="mod">
          <ac:chgData name="Hieu Do" userId="8091c26b-a61d-4e97-addd-a670c191ef7c" providerId="ADAL" clId="{043394CB-7FEB-7345-9F75-CDCBBA9B09B5}" dt="2022-08-04T04:14:11.362" v="10" actId="164"/>
          <ac:spMkLst>
            <pc:docMk/>
            <pc:sldMk cId="2812613283" sldId="558"/>
            <ac:spMk id="12" creationId="{C75AF369-567B-3E3D-940D-74A600761C28}"/>
          </ac:spMkLst>
        </pc:spChg>
        <pc:spChg chg="mod">
          <ac:chgData name="Hieu Do" userId="8091c26b-a61d-4e97-addd-a670c191ef7c" providerId="ADAL" clId="{043394CB-7FEB-7345-9F75-CDCBBA9B09B5}" dt="2022-08-04T04:14:11.362" v="10" actId="164"/>
          <ac:spMkLst>
            <pc:docMk/>
            <pc:sldMk cId="2812613283" sldId="558"/>
            <ac:spMk id="13" creationId="{00000000-0000-0000-0000-000000000000}"/>
          </ac:spMkLst>
        </pc:spChg>
        <pc:grpChg chg="add mod">
          <ac:chgData name="Hieu Do" userId="8091c26b-a61d-4e97-addd-a670c191ef7c" providerId="ADAL" clId="{043394CB-7FEB-7345-9F75-CDCBBA9B09B5}" dt="2022-08-04T04:14:11.362" v="10" actId="164"/>
          <ac:grpSpMkLst>
            <pc:docMk/>
            <pc:sldMk cId="2812613283" sldId="558"/>
            <ac:grpSpMk id="2" creationId="{4B432471-9785-60CB-0232-5791D7F6DCD6}"/>
          </ac:grpSpMkLst>
        </pc:grpChg>
      </pc:sldChg>
      <pc:sldChg chg="addSp modSp modAnim">
        <pc:chgData name="Hieu Do" userId="8091c26b-a61d-4e97-addd-a670c191ef7c" providerId="ADAL" clId="{043394CB-7FEB-7345-9F75-CDCBBA9B09B5}" dt="2022-08-04T04:37:29.929" v="15"/>
        <pc:sldMkLst>
          <pc:docMk/>
          <pc:sldMk cId="2148627559" sldId="559"/>
        </pc:sldMkLst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1" creationId="{F7C25A9C-B00D-5483-689D-61C67A4A242A}"/>
          </ac:spMkLst>
        </pc:spChg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3" creationId="{D8794A0A-7AA9-C0E6-B674-C782ECC65FC0}"/>
          </ac:spMkLst>
        </pc:spChg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5" creationId="{5B9E06DB-3908-BEC2-094A-62F0BC1CCF51}"/>
          </ac:spMkLst>
        </pc:spChg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6" creationId="{EFA698F9-8BF7-40DD-FF90-FA41E6AE1ABC}"/>
          </ac:spMkLst>
        </pc:spChg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7" creationId="{091D9A6F-68CB-C85C-F81F-6F864982EDA5}"/>
          </ac:spMkLst>
        </pc:spChg>
        <pc:spChg chg="mod">
          <ac:chgData name="Hieu Do" userId="8091c26b-a61d-4e97-addd-a670c191ef7c" providerId="ADAL" clId="{043394CB-7FEB-7345-9F75-CDCBBA9B09B5}" dt="2022-08-04T04:37:22.264" v="12" actId="164"/>
          <ac:spMkLst>
            <pc:docMk/>
            <pc:sldMk cId="2148627559" sldId="559"/>
            <ac:spMk id="18" creationId="{F7C25A9C-B00D-5483-689D-61C67A4A242A}"/>
          </ac:spMkLst>
        </pc:spChg>
        <pc:grpChg chg="add mod">
          <ac:chgData name="Hieu Do" userId="8091c26b-a61d-4e97-addd-a670c191ef7c" providerId="ADAL" clId="{043394CB-7FEB-7345-9F75-CDCBBA9B09B5}" dt="2022-08-04T04:37:22.264" v="12" actId="164"/>
          <ac:grpSpMkLst>
            <pc:docMk/>
            <pc:sldMk cId="2148627559" sldId="559"/>
            <ac:grpSpMk id="2" creationId="{CA0E91D4-AF88-90C8-DA48-30C395F53870}"/>
          </ac:grpSpMkLst>
        </pc:grpChg>
      </pc:sldChg>
      <pc:sldChg chg="addSp modSp mod modAnim">
        <pc:chgData name="Hieu Do" userId="8091c26b-a61d-4e97-addd-a670c191ef7c" providerId="ADAL" clId="{043394CB-7FEB-7345-9F75-CDCBBA9B09B5}" dt="2022-08-04T04:47:21.317" v="20"/>
        <pc:sldMkLst>
          <pc:docMk/>
          <pc:sldMk cId="1215618343" sldId="561"/>
        </pc:sldMkLst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0" creationId="{D3F06460-B38C-6FAB-3281-F4904BA42253}"/>
          </ac:spMkLst>
        </pc:spChg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1" creationId="{D258FB69-4F38-5E3F-380E-B73BC25A6E4F}"/>
          </ac:spMkLst>
        </pc:spChg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2" creationId="{AA955D97-D9E8-BD64-F3E7-47C1B5CF839B}"/>
          </ac:spMkLst>
        </pc:spChg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3" creationId="{2AFF7570-FF6F-E5D5-BE50-A982FBE6FD18}"/>
          </ac:spMkLst>
        </pc:spChg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4" creationId="{48781578-3D38-2D9A-B08E-11757A5CADA1}"/>
          </ac:spMkLst>
        </pc:spChg>
        <pc:spChg chg="mod">
          <ac:chgData name="Hieu Do" userId="8091c26b-a61d-4e97-addd-a670c191ef7c" providerId="ADAL" clId="{043394CB-7FEB-7345-9F75-CDCBBA9B09B5}" dt="2022-08-04T04:47:10.252" v="18" actId="164"/>
          <ac:spMkLst>
            <pc:docMk/>
            <pc:sldMk cId="1215618343" sldId="561"/>
            <ac:spMk id="37" creationId="{091D9A6F-68CB-C85C-F81F-6F864982EDA5}"/>
          </ac:spMkLst>
        </pc:spChg>
        <pc:grpChg chg="add mod">
          <ac:chgData name="Hieu Do" userId="8091c26b-a61d-4e97-addd-a670c191ef7c" providerId="ADAL" clId="{043394CB-7FEB-7345-9F75-CDCBBA9B09B5}" dt="2022-08-04T04:47:15.778" v="19" actId="1076"/>
          <ac:grpSpMkLst>
            <pc:docMk/>
            <pc:sldMk cId="1215618343" sldId="561"/>
            <ac:grpSpMk id="2" creationId="{ECB02291-2415-7BFB-0826-3840757BA7F0}"/>
          </ac:grpSpMkLst>
        </pc:grpChg>
        <pc:graphicFrameChg chg="mod">
          <ac:chgData name="Hieu Do" userId="8091c26b-a61d-4e97-addd-a670c191ef7c" providerId="ADAL" clId="{043394CB-7FEB-7345-9F75-CDCBBA9B09B5}" dt="2022-08-04T04:47:10.252" v="18" actId="164"/>
          <ac:graphicFrameMkLst>
            <pc:docMk/>
            <pc:sldMk cId="1215618343" sldId="561"/>
            <ac:graphicFrameMk id="36" creationId="{00000000-0000-0000-0000-000000000000}"/>
          </ac:graphicFrameMkLst>
        </pc:graphicFrameChg>
      </pc:sldChg>
      <pc:sldChg chg="addSp delSp modSp mod">
        <pc:chgData name="Hieu Do" userId="8091c26b-a61d-4e97-addd-a670c191ef7c" providerId="ADAL" clId="{043394CB-7FEB-7345-9F75-CDCBBA9B09B5}" dt="2022-08-04T03:44:36.843" v="8"/>
        <pc:sldMkLst>
          <pc:docMk/>
          <pc:sldMk cId="708151519" sldId="581"/>
        </pc:sldMkLst>
        <pc:spChg chg="add mod">
          <ac:chgData name="Hieu Do" userId="8091c26b-a61d-4e97-addd-a670c191ef7c" providerId="ADAL" clId="{043394CB-7FEB-7345-9F75-CDCBBA9B09B5}" dt="2022-08-04T03:44:36.843" v="8"/>
          <ac:spMkLst>
            <pc:docMk/>
            <pc:sldMk cId="708151519" sldId="581"/>
            <ac:spMk id="3" creationId="{994011D0-8C66-9EAA-7915-E07710BFAB5A}"/>
          </ac:spMkLst>
        </pc:spChg>
        <pc:spChg chg="del">
          <ac:chgData name="Hieu Do" userId="8091c26b-a61d-4e97-addd-a670c191ef7c" providerId="ADAL" clId="{043394CB-7FEB-7345-9F75-CDCBBA9B09B5}" dt="2022-08-04T03:44:35.710" v="7" actId="478"/>
          <ac:spMkLst>
            <pc:docMk/>
            <pc:sldMk cId="708151519" sldId="581"/>
            <ac:spMk id="21" creationId="{00000000-0000-0000-0000-000000000000}"/>
          </ac:spMkLst>
        </pc:spChg>
      </pc:sldChg>
      <pc:sldChg chg="ord">
        <pc:chgData name="Hieu Do" userId="8091c26b-a61d-4e97-addd-a670c191ef7c" providerId="ADAL" clId="{043394CB-7FEB-7345-9F75-CDCBBA9B09B5}" dt="2022-08-04T03:44:20.865" v="6" actId="20578"/>
        <pc:sldMkLst>
          <pc:docMk/>
          <pc:sldMk cId="3862660272" sldId="582"/>
        </pc:sldMkLst>
      </pc:sldChg>
      <pc:sldChg chg="modSp mod">
        <pc:chgData name="Hieu Do" userId="8091c26b-a61d-4e97-addd-a670c191ef7c" providerId="ADAL" clId="{043394CB-7FEB-7345-9F75-CDCBBA9B09B5}" dt="2022-08-04T03:46:14.987" v="9" actId="20577"/>
        <pc:sldMkLst>
          <pc:docMk/>
          <pc:sldMk cId="1262186631" sldId="590"/>
        </pc:sldMkLst>
        <pc:spChg chg="mod">
          <ac:chgData name="Hieu Do" userId="8091c26b-a61d-4e97-addd-a670c191ef7c" providerId="ADAL" clId="{043394CB-7FEB-7345-9F75-CDCBBA9B09B5}" dt="2022-08-04T03:46:14.987" v="9" actId="20577"/>
          <ac:spMkLst>
            <pc:docMk/>
            <pc:sldMk cId="1262186631" sldId="590"/>
            <ac:spMk id="6" creationId="{00000000-0000-0000-0000-000000000000}"/>
          </ac:spMkLst>
        </pc:spChg>
      </pc:sldChg>
      <pc:sldChg chg="addSp modSp modAnim">
        <pc:chgData name="Hieu Do" userId="8091c26b-a61d-4e97-addd-a670c191ef7c" providerId="ADAL" clId="{043394CB-7FEB-7345-9F75-CDCBBA9B09B5}" dt="2022-08-04T03:43:19.958" v="4"/>
        <pc:sldMkLst>
          <pc:docMk/>
          <pc:sldMk cId="4013419706" sldId="592"/>
        </pc:sldMkLst>
        <pc:spChg chg="mod">
          <ac:chgData name="Hieu Do" userId="8091c26b-a61d-4e97-addd-a670c191ef7c" providerId="ADAL" clId="{043394CB-7FEB-7345-9F75-CDCBBA9B09B5}" dt="2022-08-04T03:42:48.984" v="3" actId="164"/>
          <ac:spMkLst>
            <pc:docMk/>
            <pc:sldMk cId="4013419706" sldId="592"/>
            <ac:spMk id="3" creationId="{00000000-0000-0000-0000-000000000000}"/>
          </ac:spMkLst>
        </pc:spChg>
        <pc:spChg chg="mod">
          <ac:chgData name="Hieu Do" userId="8091c26b-a61d-4e97-addd-a670c191ef7c" providerId="ADAL" clId="{043394CB-7FEB-7345-9F75-CDCBBA9B09B5}" dt="2022-08-04T03:42:48.984" v="3" actId="164"/>
          <ac:spMkLst>
            <pc:docMk/>
            <pc:sldMk cId="4013419706" sldId="592"/>
            <ac:spMk id="10" creationId="{091D9A6F-68CB-C85C-F81F-6F864982EDA5}"/>
          </ac:spMkLst>
        </pc:spChg>
        <pc:grpChg chg="add mod">
          <ac:chgData name="Hieu Do" userId="8091c26b-a61d-4e97-addd-a670c191ef7c" providerId="ADAL" clId="{043394CB-7FEB-7345-9F75-CDCBBA9B09B5}" dt="2022-08-04T03:42:48.984" v="3" actId="164"/>
          <ac:grpSpMkLst>
            <pc:docMk/>
            <pc:sldMk cId="4013419706" sldId="592"/>
            <ac:grpSpMk id="5" creationId="{860420CF-F144-D99A-936E-53EC0E4D06EB}"/>
          </ac:grpSpMkLst>
        </pc:grpChg>
        <pc:graphicFrameChg chg="mod">
          <ac:chgData name="Hieu Do" userId="8091c26b-a61d-4e97-addd-a670c191ef7c" providerId="ADAL" clId="{043394CB-7FEB-7345-9F75-CDCBBA9B09B5}" dt="2022-08-04T03:42:48.984" v="3" actId="164"/>
          <ac:graphicFrameMkLst>
            <pc:docMk/>
            <pc:sldMk cId="4013419706" sldId="592"/>
            <ac:graphicFrameMk id="9" creationId="{00000000-0000-0000-0000-000000000000}"/>
          </ac:graphicFrameMkLst>
        </pc:graphicFrameChg>
        <pc:graphicFrameChg chg="mod">
          <ac:chgData name="Hieu Do" userId="8091c26b-a61d-4e97-addd-a670c191ef7c" providerId="ADAL" clId="{043394CB-7FEB-7345-9F75-CDCBBA9B09B5}" dt="2022-08-04T03:42:48.984" v="3" actId="164"/>
          <ac:graphicFrameMkLst>
            <pc:docMk/>
            <pc:sldMk cId="4013419706" sldId="592"/>
            <ac:graphicFrameMk id="13" creationId="{00000000-0000-0000-0000-000000000000}"/>
          </ac:graphicFrameMkLst>
        </pc:graphicFrameChg>
      </pc:sldChg>
      <pc:sldChg chg="addSp modSp modAnim">
        <pc:chgData name="Hieu Do" userId="8091c26b-a61d-4e97-addd-a670c191ef7c" providerId="ADAL" clId="{043394CB-7FEB-7345-9F75-CDCBBA9B09B5}" dt="2022-08-04T03:36:58.606" v="2"/>
        <pc:sldMkLst>
          <pc:docMk/>
          <pc:sldMk cId="621991667" sldId="602"/>
        </pc:sldMkLst>
        <pc:spChg chg="mod">
          <ac:chgData name="Hieu Do" userId="8091c26b-a61d-4e97-addd-a670c191ef7c" providerId="ADAL" clId="{043394CB-7FEB-7345-9F75-CDCBBA9B09B5}" dt="2022-08-04T03:36:47.609" v="0" actId="164"/>
          <ac:spMkLst>
            <pc:docMk/>
            <pc:sldMk cId="621991667" sldId="602"/>
            <ac:spMk id="10" creationId="{091D9A6F-68CB-C85C-F81F-6F864982EDA5}"/>
          </ac:spMkLst>
        </pc:spChg>
        <pc:grpChg chg="add mod">
          <ac:chgData name="Hieu Do" userId="8091c26b-a61d-4e97-addd-a670c191ef7c" providerId="ADAL" clId="{043394CB-7FEB-7345-9F75-CDCBBA9B09B5}" dt="2022-08-04T03:36:47.609" v="0" actId="164"/>
          <ac:grpSpMkLst>
            <pc:docMk/>
            <pc:sldMk cId="621991667" sldId="602"/>
            <ac:grpSpMk id="2" creationId="{1A9D0E5B-A6FD-F863-0A79-B68071B15A37}"/>
          </ac:grpSpMkLst>
        </pc:grpChg>
        <pc:picChg chg="mod">
          <ac:chgData name="Hieu Do" userId="8091c26b-a61d-4e97-addd-a670c191ef7c" providerId="ADAL" clId="{043394CB-7FEB-7345-9F75-CDCBBA9B09B5}" dt="2022-08-04T03:36:47.609" v="0" actId="164"/>
          <ac:picMkLst>
            <pc:docMk/>
            <pc:sldMk cId="621991667" sldId="602"/>
            <ac:picMk id="8" creationId="{00000000-0000-0000-0000-000000000000}"/>
          </ac:picMkLst>
        </pc:picChg>
        <pc:picChg chg="mod">
          <ac:chgData name="Hieu Do" userId="8091c26b-a61d-4e97-addd-a670c191ef7c" providerId="ADAL" clId="{043394CB-7FEB-7345-9F75-CDCBBA9B09B5}" dt="2022-08-04T03:36:47.609" v="0" actId="164"/>
          <ac:picMkLst>
            <pc:docMk/>
            <pc:sldMk cId="621991667" sldId="602"/>
            <ac:picMk id="9" creationId="{00000000-0000-0000-0000-000000000000}"/>
          </ac:picMkLst>
        </pc:picChg>
      </pc:sldChg>
    </pc:docChg>
  </pc:docChgLst>
  <pc:docChgLst>
    <pc:chgData name="Hieu Do" userId="8091c26b-a61d-4e97-addd-a670c191ef7c" providerId="ADAL" clId="{3A3890DE-B205-1647-AE42-93A02252747C}"/>
    <pc:docChg chg="undo custSel addSld delSld modSld">
      <pc:chgData name="Hieu Do" userId="8091c26b-a61d-4e97-addd-a670c191ef7c" providerId="ADAL" clId="{3A3890DE-B205-1647-AE42-93A02252747C}" dt="2023-04-11T08:56:27.154" v="540" actId="20577"/>
      <pc:docMkLst>
        <pc:docMk/>
      </pc:docMkLst>
      <pc:sldChg chg="addSp modSp mod modAnim">
        <pc:chgData name="Hieu Do" userId="8091c26b-a61d-4e97-addd-a670c191ef7c" providerId="ADAL" clId="{3A3890DE-B205-1647-AE42-93A02252747C}" dt="2023-03-24T08:38:27.334" v="441"/>
        <pc:sldMkLst>
          <pc:docMk/>
          <pc:sldMk cId="2282080089" sldId="610"/>
        </pc:sldMkLst>
        <pc:spChg chg="add mod">
          <ac:chgData name="Hieu Do" userId="8091c26b-a61d-4e97-addd-a670c191ef7c" providerId="ADAL" clId="{3A3890DE-B205-1647-AE42-93A02252747C}" dt="2023-03-24T07:01:39.199" v="23" actId="1036"/>
          <ac:spMkLst>
            <pc:docMk/>
            <pc:sldMk cId="2282080089" sldId="610"/>
            <ac:spMk id="2" creationId="{2E23D905-1C27-3E93-7842-0FCC1C6BCDBA}"/>
          </ac:spMkLst>
        </pc:spChg>
        <pc:spChg chg="mod">
          <ac:chgData name="Hieu Do" userId="8091c26b-a61d-4e97-addd-a670c191ef7c" providerId="ADAL" clId="{3A3890DE-B205-1647-AE42-93A02252747C}" dt="2023-03-24T07:01:19.695" v="16" actId="20577"/>
          <ac:spMkLst>
            <pc:docMk/>
            <pc:sldMk cId="2282080089" sldId="610"/>
            <ac:spMk id="6" creationId="{1B66F422-3920-1D01-BC02-313654382883}"/>
          </ac:spMkLst>
        </pc:spChg>
        <pc:spChg chg="mod">
          <ac:chgData name="Hieu Do" userId="8091c26b-a61d-4e97-addd-a670c191ef7c" providerId="ADAL" clId="{3A3890DE-B205-1647-AE42-93A02252747C}" dt="2023-03-24T07:00:18.426" v="1" actId="1076"/>
          <ac:spMkLst>
            <pc:docMk/>
            <pc:sldMk cId="2282080089" sldId="610"/>
            <ac:spMk id="8" creationId="{ABC86393-FBA1-EDAF-4B57-D6E9F1739C5F}"/>
          </ac:spMkLst>
        </pc:spChg>
        <pc:spChg chg="mod">
          <ac:chgData name="Hieu Do" userId="8091c26b-a61d-4e97-addd-a670c191ef7c" providerId="ADAL" clId="{3A3890DE-B205-1647-AE42-93A02252747C}" dt="2023-03-24T07:01:12.270" v="12" actId="1076"/>
          <ac:spMkLst>
            <pc:docMk/>
            <pc:sldMk cId="2282080089" sldId="610"/>
            <ac:spMk id="9" creationId="{04B52EAB-89EF-420F-003B-4F81EEAFC96A}"/>
          </ac:spMkLst>
        </pc:spChg>
      </pc:sldChg>
      <pc:sldChg chg="del">
        <pc:chgData name="Hieu Do" userId="8091c26b-a61d-4e97-addd-a670c191ef7c" providerId="ADAL" clId="{3A3890DE-B205-1647-AE42-93A02252747C}" dt="2023-03-24T07:01:47.905" v="24" actId="2696"/>
        <pc:sldMkLst>
          <pc:docMk/>
          <pc:sldMk cId="3799168738" sldId="611"/>
        </pc:sldMkLst>
      </pc:sldChg>
      <pc:sldChg chg="modSp">
        <pc:chgData name="Hieu Do" userId="8091c26b-a61d-4e97-addd-a670c191ef7c" providerId="ADAL" clId="{3A3890DE-B205-1647-AE42-93A02252747C}" dt="2023-03-24T07:01:26.331" v="21" actId="20577"/>
        <pc:sldMkLst>
          <pc:docMk/>
          <pc:sldMk cId="3078583509" sldId="613"/>
        </pc:sldMkLst>
        <pc:spChg chg="mod">
          <ac:chgData name="Hieu Do" userId="8091c26b-a61d-4e97-addd-a670c191ef7c" providerId="ADAL" clId="{3A3890DE-B205-1647-AE42-93A02252747C}" dt="2023-03-24T07:01:26.331" v="21" actId="20577"/>
          <ac:spMkLst>
            <pc:docMk/>
            <pc:sldMk cId="3078583509" sldId="613"/>
            <ac:spMk id="6" creationId="{5C8CDCA0-D4A9-ED2C-29C7-DEBEAA188095}"/>
          </ac:spMkLst>
        </pc:spChg>
      </pc:sldChg>
      <pc:sldChg chg="addSp modSp modAnim">
        <pc:chgData name="Hieu Do" userId="8091c26b-a61d-4e97-addd-a670c191ef7c" providerId="ADAL" clId="{3A3890DE-B205-1647-AE42-93A02252747C}" dt="2023-03-24T08:41:32.624" v="459"/>
        <pc:sldMkLst>
          <pc:docMk/>
          <pc:sldMk cId="1013716642" sldId="619"/>
        </pc:sldMkLst>
        <pc:spChg chg="mod">
          <ac:chgData name="Hieu Do" userId="8091c26b-a61d-4e97-addd-a670c191ef7c" providerId="ADAL" clId="{3A3890DE-B205-1647-AE42-93A02252747C}" dt="2023-03-24T08:40:14.569" v="446" actId="164"/>
          <ac:spMkLst>
            <pc:docMk/>
            <pc:sldMk cId="1013716642" sldId="619"/>
            <ac:spMk id="8" creationId="{8658F1F6-4FEF-0E0B-5F46-1ABE8D6AEFD9}"/>
          </ac:spMkLst>
        </pc:spChg>
        <pc:spChg chg="mod">
          <ac:chgData name="Hieu Do" userId="8091c26b-a61d-4e97-addd-a670c191ef7c" providerId="ADAL" clId="{3A3890DE-B205-1647-AE42-93A02252747C}" dt="2023-03-24T08:40:28.757" v="447" actId="164"/>
          <ac:spMkLst>
            <pc:docMk/>
            <pc:sldMk cId="1013716642" sldId="619"/>
            <ac:spMk id="12" creationId="{B160D655-3803-CAF1-0D26-F6B8AE9B14F1}"/>
          </ac:spMkLst>
        </pc:spChg>
        <pc:spChg chg="mod">
          <ac:chgData name="Hieu Do" userId="8091c26b-a61d-4e97-addd-a670c191ef7c" providerId="ADAL" clId="{3A3890DE-B205-1647-AE42-93A02252747C}" dt="2023-03-24T08:41:23.396" v="456" actId="164"/>
          <ac:spMkLst>
            <pc:docMk/>
            <pc:sldMk cId="1013716642" sldId="619"/>
            <ac:spMk id="16" creationId="{E5320180-E4BB-4A3E-CF06-93B63716D2CD}"/>
          </ac:spMkLst>
        </pc:spChg>
        <pc:spChg chg="mod">
          <ac:chgData name="Hieu Do" userId="8091c26b-a61d-4e97-addd-a670c191ef7c" providerId="ADAL" clId="{3A3890DE-B205-1647-AE42-93A02252747C}" dt="2023-03-24T08:41:23.396" v="456" actId="164"/>
          <ac:spMkLst>
            <pc:docMk/>
            <pc:sldMk cId="1013716642" sldId="619"/>
            <ac:spMk id="17" creationId="{BBB27B15-93FD-9E90-2A16-70BA43FEC55D}"/>
          </ac:spMkLst>
        </pc:spChg>
        <pc:spChg chg="mod">
          <ac:chgData name="Hieu Do" userId="8091c26b-a61d-4e97-addd-a670c191ef7c" providerId="ADAL" clId="{3A3890DE-B205-1647-AE42-93A02252747C}" dt="2023-03-24T08:41:23.396" v="456" actId="164"/>
          <ac:spMkLst>
            <pc:docMk/>
            <pc:sldMk cId="1013716642" sldId="619"/>
            <ac:spMk id="18" creationId="{7793FCF5-D353-3344-44FD-129B50BEB721}"/>
          </ac:spMkLst>
        </pc:spChg>
        <pc:grpChg chg="add mod">
          <ac:chgData name="Hieu Do" userId="8091c26b-a61d-4e97-addd-a670c191ef7c" providerId="ADAL" clId="{3A3890DE-B205-1647-AE42-93A02252747C}" dt="2023-03-24T08:40:28.757" v="447" actId="164"/>
          <ac:grpSpMkLst>
            <pc:docMk/>
            <pc:sldMk cId="1013716642" sldId="619"/>
            <ac:grpSpMk id="2" creationId="{AF284B2F-FE12-085E-F6EE-F7672100B399}"/>
          </ac:grpSpMkLst>
        </pc:grpChg>
        <pc:grpChg chg="add mod">
          <ac:chgData name="Hieu Do" userId="8091c26b-a61d-4e97-addd-a670c191ef7c" providerId="ADAL" clId="{3A3890DE-B205-1647-AE42-93A02252747C}" dt="2023-03-24T08:40:28.757" v="447" actId="164"/>
          <ac:grpSpMkLst>
            <pc:docMk/>
            <pc:sldMk cId="1013716642" sldId="619"/>
            <ac:grpSpMk id="3" creationId="{E93010A8-6358-7C9A-F3D2-68A489D1394A}"/>
          </ac:grpSpMkLst>
        </pc:grpChg>
        <pc:grpChg chg="add mod">
          <ac:chgData name="Hieu Do" userId="8091c26b-a61d-4e97-addd-a670c191ef7c" providerId="ADAL" clId="{3A3890DE-B205-1647-AE42-93A02252747C}" dt="2023-03-24T08:41:23.396" v="456" actId="164"/>
          <ac:grpSpMkLst>
            <pc:docMk/>
            <pc:sldMk cId="1013716642" sldId="619"/>
            <ac:grpSpMk id="5" creationId="{054CBBBD-4383-108A-5E42-0C712DDDD54C}"/>
          </ac:grpSpMkLst>
        </pc:grpChg>
        <pc:picChg chg="mod">
          <ac:chgData name="Hieu Do" userId="8091c26b-a61d-4e97-addd-a670c191ef7c" providerId="ADAL" clId="{3A3890DE-B205-1647-AE42-93A02252747C}" dt="2023-03-24T08:40:14.569" v="446" actId="164"/>
          <ac:picMkLst>
            <pc:docMk/>
            <pc:sldMk cId="1013716642" sldId="619"/>
            <ac:picMk id="6" creationId="{A94091FE-9E82-04F8-C085-109302240075}"/>
          </ac:picMkLst>
        </pc:picChg>
      </pc:sldChg>
      <pc:sldChg chg="add del">
        <pc:chgData name="Hieu Do" userId="8091c26b-a61d-4e97-addd-a670c191ef7c" providerId="ADAL" clId="{3A3890DE-B205-1647-AE42-93A02252747C}" dt="2023-03-24T08:44:07.296" v="465" actId="2696"/>
        <pc:sldMkLst>
          <pc:docMk/>
          <pc:sldMk cId="1125421088" sldId="628"/>
        </pc:sldMkLst>
      </pc:sldChg>
      <pc:sldChg chg="modSp mod">
        <pc:chgData name="Hieu Do" userId="8091c26b-a61d-4e97-addd-a670c191ef7c" providerId="ADAL" clId="{3A3890DE-B205-1647-AE42-93A02252747C}" dt="2023-03-24T08:44:52.139" v="468" actId="20577"/>
        <pc:sldMkLst>
          <pc:docMk/>
          <pc:sldMk cId="4040247897" sldId="630"/>
        </pc:sldMkLst>
        <pc:spChg chg="mod">
          <ac:chgData name="Hieu Do" userId="8091c26b-a61d-4e97-addd-a670c191ef7c" providerId="ADAL" clId="{3A3890DE-B205-1647-AE42-93A02252747C}" dt="2023-03-24T08:44:32.164" v="467" actId="403"/>
          <ac:spMkLst>
            <pc:docMk/>
            <pc:sldMk cId="4040247897" sldId="630"/>
            <ac:spMk id="7" creationId="{BD325E8D-4235-98CE-6068-756BDF012074}"/>
          </ac:spMkLst>
        </pc:spChg>
        <pc:spChg chg="mod">
          <ac:chgData name="Hieu Do" userId="8091c26b-a61d-4e97-addd-a670c191ef7c" providerId="ADAL" clId="{3A3890DE-B205-1647-AE42-93A02252747C}" dt="2023-03-24T08:44:52.139" v="468" actId="20577"/>
          <ac:spMkLst>
            <pc:docMk/>
            <pc:sldMk cId="4040247897" sldId="630"/>
            <ac:spMk id="23" creationId="{BD325E8D-4235-98CE-6068-756BDF012074}"/>
          </ac:spMkLst>
        </pc:spChg>
      </pc:sldChg>
      <pc:sldChg chg="modSp mod">
        <pc:chgData name="Hieu Do" userId="8091c26b-a61d-4e97-addd-a670c191ef7c" providerId="ADAL" clId="{3A3890DE-B205-1647-AE42-93A02252747C}" dt="2023-03-24T08:47:39.594" v="511" actId="1037"/>
        <pc:sldMkLst>
          <pc:docMk/>
          <pc:sldMk cId="2912453535" sldId="648"/>
        </pc:sldMkLst>
        <pc:spChg chg="mod">
          <ac:chgData name="Hieu Do" userId="8091c26b-a61d-4e97-addd-a670c191ef7c" providerId="ADAL" clId="{3A3890DE-B205-1647-AE42-93A02252747C}" dt="2023-03-24T08:47:34.466" v="494" actId="1037"/>
          <ac:spMkLst>
            <pc:docMk/>
            <pc:sldMk cId="2912453535" sldId="648"/>
            <ac:spMk id="24" creationId="{00000000-0000-0000-0000-000000000000}"/>
          </ac:spMkLst>
        </pc:spChg>
        <pc:spChg chg="mod">
          <ac:chgData name="Hieu Do" userId="8091c26b-a61d-4e97-addd-a670c191ef7c" providerId="ADAL" clId="{3A3890DE-B205-1647-AE42-93A02252747C}" dt="2023-03-24T08:47:39.594" v="511" actId="1037"/>
          <ac:spMkLst>
            <pc:docMk/>
            <pc:sldMk cId="2912453535" sldId="648"/>
            <ac:spMk id="25" creationId="{00000000-0000-0000-0000-000000000000}"/>
          </ac:spMkLst>
        </pc:spChg>
      </pc:sldChg>
      <pc:sldChg chg="modSp">
        <pc:chgData name="Hieu Do" userId="8091c26b-a61d-4e97-addd-a670c191ef7c" providerId="ADAL" clId="{3A3890DE-B205-1647-AE42-93A02252747C}" dt="2023-03-24T08:48:18.818" v="512" actId="20577"/>
        <pc:sldMkLst>
          <pc:docMk/>
          <pc:sldMk cId="1313041100" sldId="649"/>
        </pc:sldMkLst>
        <pc:spChg chg="mod">
          <ac:chgData name="Hieu Do" userId="8091c26b-a61d-4e97-addd-a670c191ef7c" providerId="ADAL" clId="{3A3890DE-B205-1647-AE42-93A02252747C}" dt="2023-03-24T08:48:18.818" v="512" actId="20577"/>
          <ac:spMkLst>
            <pc:docMk/>
            <pc:sldMk cId="1313041100" sldId="649"/>
            <ac:spMk id="8" creationId="{BD325E8D-4235-98CE-6068-756BDF012074}"/>
          </ac:spMkLst>
        </pc:spChg>
      </pc:sldChg>
      <pc:sldChg chg="addSp modSp mod modAnim">
        <pc:chgData name="Hieu Do" userId="8091c26b-a61d-4e97-addd-a670c191ef7c" providerId="ADAL" clId="{3A3890DE-B205-1647-AE42-93A02252747C}" dt="2023-04-10T00:26:05.087" v="531" actId="20577"/>
        <pc:sldMkLst>
          <pc:docMk/>
          <pc:sldMk cId="174471045" sldId="655"/>
        </pc:sldMkLst>
        <pc:spChg chg="add mod">
          <ac:chgData name="Hieu Do" userId="8091c26b-a61d-4e97-addd-a670c191ef7c" providerId="ADAL" clId="{3A3890DE-B205-1647-AE42-93A02252747C}" dt="2023-03-24T07:52:11.203" v="225" actId="207"/>
          <ac:spMkLst>
            <pc:docMk/>
            <pc:sldMk cId="174471045" sldId="655"/>
            <ac:spMk id="2" creationId="{B2FB82B0-6B44-317F-E5AC-DE1742850852}"/>
          </ac:spMkLst>
        </pc:spChg>
        <pc:spChg chg="add mod">
          <ac:chgData name="Hieu Do" userId="8091c26b-a61d-4e97-addd-a670c191ef7c" providerId="ADAL" clId="{3A3890DE-B205-1647-AE42-93A02252747C}" dt="2023-04-10T00:26:05.087" v="531" actId="20577"/>
          <ac:spMkLst>
            <pc:docMk/>
            <pc:sldMk cId="174471045" sldId="655"/>
            <ac:spMk id="3" creationId="{9057625A-263D-7468-1031-6C14DCDE5C55}"/>
          </ac:spMkLst>
        </pc:spChg>
        <pc:spChg chg="mod">
          <ac:chgData name="Hieu Do" userId="8091c26b-a61d-4e97-addd-a670c191ef7c" providerId="ADAL" clId="{3A3890DE-B205-1647-AE42-93A02252747C}" dt="2023-03-24T07:51:38.356" v="221" actId="1076"/>
          <ac:spMkLst>
            <pc:docMk/>
            <pc:sldMk cId="174471045" sldId="655"/>
            <ac:spMk id="6" creationId="{34C2DDBC-AB4C-41C6-A14E-08D192561F3A}"/>
          </ac:spMkLst>
        </pc:spChg>
        <pc:spChg chg="mod">
          <ac:chgData name="Hieu Do" userId="8091c26b-a61d-4e97-addd-a670c191ef7c" providerId="ADAL" clId="{3A3890DE-B205-1647-AE42-93A02252747C}" dt="2023-03-24T07:47:26.674" v="138" actId="20577"/>
          <ac:spMkLst>
            <pc:docMk/>
            <pc:sldMk cId="174471045" sldId="655"/>
            <ac:spMk id="8" creationId="{DD4EAE06-CE75-4156-BA6D-B70597CE576E}"/>
          </ac:spMkLst>
        </pc:spChg>
        <pc:spChg chg="mod">
          <ac:chgData name="Hieu Do" userId="8091c26b-a61d-4e97-addd-a670c191ef7c" providerId="ADAL" clId="{3A3890DE-B205-1647-AE42-93A02252747C}" dt="2023-03-24T07:51:29.295" v="218" actId="20577"/>
          <ac:spMkLst>
            <pc:docMk/>
            <pc:sldMk cId="174471045" sldId="655"/>
            <ac:spMk id="9" creationId="{DD4EAE06-CE75-4156-BA6D-B70597CE576E}"/>
          </ac:spMkLst>
        </pc:spChg>
        <pc:spChg chg="mod">
          <ac:chgData name="Hieu Do" userId="8091c26b-a61d-4e97-addd-a670c191ef7c" providerId="ADAL" clId="{3A3890DE-B205-1647-AE42-93A02252747C}" dt="2023-03-24T07:51:18.028" v="213" actId="1076"/>
          <ac:spMkLst>
            <pc:docMk/>
            <pc:sldMk cId="174471045" sldId="655"/>
            <ac:spMk id="11" creationId="{34C2DDBC-AB4C-41C6-A14E-08D192561F3A}"/>
          </ac:spMkLst>
        </pc:spChg>
        <pc:spChg chg="mod">
          <ac:chgData name="Hieu Do" userId="8091c26b-a61d-4e97-addd-a670c191ef7c" providerId="ADAL" clId="{3A3890DE-B205-1647-AE42-93A02252747C}" dt="2023-03-24T07:51:32.397" v="220" actId="20577"/>
          <ac:spMkLst>
            <pc:docMk/>
            <pc:sldMk cId="174471045" sldId="655"/>
            <ac:spMk id="12" creationId="{DD4EAE06-CE75-4156-BA6D-B70597CE576E}"/>
          </ac:spMkLst>
        </pc:spChg>
        <pc:spChg chg="mod">
          <ac:chgData name="Hieu Do" userId="8091c26b-a61d-4e97-addd-a670c191ef7c" providerId="ADAL" clId="{3A3890DE-B205-1647-AE42-93A02252747C}" dt="2023-03-24T07:50:57.279" v="210" actId="1076"/>
          <ac:spMkLst>
            <pc:docMk/>
            <pc:sldMk cId="174471045" sldId="655"/>
            <ac:spMk id="13" creationId="{34C2DDBC-AB4C-41C6-A14E-08D192561F3A}"/>
          </ac:spMkLst>
        </pc:spChg>
        <pc:grpChg chg="add mod">
          <ac:chgData name="Hieu Do" userId="8091c26b-a61d-4e97-addd-a670c191ef7c" providerId="ADAL" clId="{3A3890DE-B205-1647-AE42-93A02252747C}" dt="2023-03-24T07:51:59.697" v="224" actId="164"/>
          <ac:grpSpMkLst>
            <pc:docMk/>
            <pc:sldMk cId="174471045" sldId="655"/>
            <ac:grpSpMk id="5" creationId="{C7C018B0-AD09-2EAE-F4C2-75F73E0A1EDD}"/>
          </ac:grpSpMkLst>
        </pc:grpChg>
        <pc:picChg chg="mod">
          <ac:chgData name="Hieu Do" userId="8091c26b-a61d-4e97-addd-a670c191ef7c" providerId="ADAL" clId="{3A3890DE-B205-1647-AE42-93A02252747C}" dt="2023-03-24T07:47:39.596" v="141" actId="1076"/>
          <ac:picMkLst>
            <pc:docMk/>
            <pc:sldMk cId="174471045" sldId="655"/>
            <ac:picMk id="7" creationId="{008BA823-FCDE-4EFB-ABE4-325EEB846844}"/>
          </ac:picMkLst>
        </pc:picChg>
      </pc:sldChg>
      <pc:sldChg chg="modSp mod">
        <pc:chgData name="Hieu Do" userId="8091c26b-a61d-4e97-addd-a670c191ef7c" providerId="ADAL" clId="{3A3890DE-B205-1647-AE42-93A02252747C}" dt="2023-04-10T00:59:58.031" v="534" actId="20577"/>
        <pc:sldMkLst>
          <pc:docMk/>
          <pc:sldMk cId="4289554433" sldId="668"/>
        </pc:sldMkLst>
        <pc:spChg chg="mod">
          <ac:chgData name="Hieu Do" userId="8091c26b-a61d-4e97-addd-a670c191ef7c" providerId="ADAL" clId="{3A3890DE-B205-1647-AE42-93A02252747C}" dt="2023-04-10T00:59:58.031" v="534" actId="20577"/>
          <ac:spMkLst>
            <pc:docMk/>
            <pc:sldMk cId="4289554433" sldId="668"/>
            <ac:spMk id="27" creationId="{8BF4D7D1-3D2F-4006-8346-25E58040CC63}"/>
          </ac:spMkLst>
        </pc:spChg>
      </pc:sldChg>
      <pc:sldChg chg="modSp">
        <pc:chgData name="Hieu Do" userId="8091c26b-a61d-4e97-addd-a670c191ef7c" providerId="ADAL" clId="{3A3890DE-B205-1647-AE42-93A02252747C}" dt="2023-04-11T08:56:27.154" v="540" actId="20577"/>
        <pc:sldMkLst>
          <pc:docMk/>
          <pc:sldMk cId="4030997349" sldId="669"/>
        </pc:sldMkLst>
        <pc:spChg chg="mod">
          <ac:chgData name="Hieu Do" userId="8091c26b-a61d-4e97-addd-a670c191ef7c" providerId="ADAL" clId="{3A3890DE-B205-1647-AE42-93A02252747C}" dt="2023-04-11T08:56:27.154" v="540" actId="20577"/>
          <ac:spMkLst>
            <pc:docMk/>
            <pc:sldMk cId="4030997349" sldId="669"/>
            <ac:spMk id="23" creationId="{23462F33-2623-443E-9CE1-CA160472A09E}"/>
          </ac:spMkLst>
        </pc:spChg>
      </pc:sldChg>
      <pc:sldChg chg="modSp">
        <pc:chgData name="Hieu Do" userId="8091c26b-a61d-4e97-addd-a670c191ef7c" providerId="ADAL" clId="{3A3890DE-B205-1647-AE42-93A02252747C}" dt="2023-04-10T01:00:03.427" v="536" actId="20577"/>
        <pc:sldMkLst>
          <pc:docMk/>
          <pc:sldMk cId="9047968" sldId="670"/>
        </pc:sldMkLst>
        <pc:spChg chg="mod">
          <ac:chgData name="Hieu Do" userId="8091c26b-a61d-4e97-addd-a670c191ef7c" providerId="ADAL" clId="{3A3890DE-B205-1647-AE42-93A02252747C}" dt="2023-04-10T01:00:03.427" v="536" actId="20577"/>
          <ac:spMkLst>
            <pc:docMk/>
            <pc:sldMk cId="9047968" sldId="670"/>
            <ac:spMk id="2" creationId="{00000000-0000-0000-0000-000000000000}"/>
          </ac:spMkLst>
        </pc:spChg>
      </pc:sldChg>
      <pc:sldChg chg="modSp mod">
        <pc:chgData name="Hieu Do" userId="8091c26b-a61d-4e97-addd-a670c191ef7c" providerId="ADAL" clId="{3A3890DE-B205-1647-AE42-93A02252747C}" dt="2023-03-24T07:54:44.531" v="254" actId="1076"/>
        <pc:sldMkLst>
          <pc:docMk/>
          <pc:sldMk cId="3403913622" sldId="671"/>
        </pc:sldMkLst>
        <pc:spChg chg="mod">
          <ac:chgData name="Hieu Do" userId="8091c26b-a61d-4e97-addd-a670c191ef7c" providerId="ADAL" clId="{3A3890DE-B205-1647-AE42-93A02252747C}" dt="2023-03-24T07:54:44.531" v="254" actId="1076"/>
          <ac:spMkLst>
            <pc:docMk/>
            <pc:sldMk cId="3403913622" sldId="671"/>
            <ac:spMk id="5" creationId="{F500CAC9-0878-C813-FE45-C5CE870111DC}"/>
          </ac:spMkLst>
        </pc:spChg>
      </pc:sldChg>
      <pc:sldChg chg="modSp mod">
        <pc:chgData name="Hieu Do" userId="8091c26b-a61d-4e97-addd-a670c191ef7c" providerId="ADAL" clId="{3A3890DE-B205-1647-AE42-93A02252747C}" dt="2023-03-24T07:00:53.355" v="3" actId="27636"/>
        <pc:sldMkLst>
          <pc:docMk/>
          <pc:sldMk cId="227808407" sldId="672"/>
        </pc:sldMkLst>
        <pc:spChg chg="mod">
          <ac:chgData name="Hieu Do" userId="8091c26b-a61d-4e97-addd-a670c191ef7c" providerId="ADAL" clId="{3A3890DE-B205-1647-AE42-93A02252747C}" dt="2023-03-24T07:00:53.355" v="3" actId="27636"/>
          <ac:spMkLst>
            <pc:docMk/>
            <pc:sldMk cId="227808407" sldId="672"/>
            <ac:spMk id="15" creationId="{8419AFB7-2A9A-49A4-A9B3-704D1B3C6718}"/>
          </ac:spMkLst>
        </pc:spChg>
      </pc:sldChg>
      <pc:sldChg chg="addSp delSp modSp mod modAnim">
        <pc:chgData name="Hieu Do" userId="8091c26b-a61d-4e97-addd-a670c191ef7c" providerId="ADAL" clId="{3A3890DE-B205-1647-AE42-93A02252747C}" dt="2023-03-24T08:43:57.553" v="464" actId="478"/>
        <pc:sldMkLst>
          <pc:docMk/>
          <pc:sldMk cId="1086763707" sldId="674"/>
        </pc:sldMkLst>
        <pc:spChg chg="add mod">
          <ac:chgData name="Hieu Do" userId="8091c26b-a61d-4e97-addd-a670c191ef7c" providerId="ADAL" clId="{3A3890DE-B205-1647-AE42-93A02252747C}" dt="2023-03-24T07:34:34.814" v="62" actId="1076"/>
          <ac:spMkLst>
            <pc:docMk/>
            <pc:sldMk cId="1086763707" sldId="674"/>
            <ac:spMk id="3" creationId="{D26BFCAF-33C4-9C11-8BDE-D890781EFCE8}"/>
          </ac:spMkLst>
        </pc:spChg>
        <pc:spChg chg="mod">
          <ac:chgData name="Hieu Do" userId="8091c26b-a61d-4e97-addd-a670c191ef7c" providerId="ADAL" clId="{3A3890DE-B205-1647-AE42-93A02252747C}" dt="2023-03-24T07:34:30.598" v="61" actId="1076"/>
          <ac:spMkLst>
            <pc:docMk/>
            <pc:sldMk cId="1086763707" sldId="674"/>
            <ac:spMk id="4" creationId="{00000000-0000-0000-0000-000000000000}"/>
          </ac:spMkLst>
        </pc:spChg>
        <pc:spChg chg="add mod">
          <ac:chgData name="Hieu Do" userId="8091c26b-a61d-4e97-addd-a670c191ef7c" providerId="ADAL" clId="{3A3890DE-B205-1647-AE42-93A02252747C}" dt="2023-03-24T07:34:38.001" v="63" actId="1076"/>
          <ac:spMkLst>
            <pc:docMk/>
            <pc:sldMk cId="1086763707" sldId="674"/>
            <ac:spMk id="6" creationId="{CB7FA653-8070-F8FF-A054-C8E7D101C458}"/>
          </ac:spMkLst>
        </pc:spChg>
        <pc:spChg chg="add mod">
          <ac:chgData name="Hieu Do" userId="8091c26b-a61d-4e97-addd-a670c191ef7c" providerId="ADAL" clId="{3A3890DE-B205-1647-AE42-93A02252747C}" dt="2023-03-24T07:34:43.038" v="64" actId="1076"/>
          <ac:spMkLst>
            <pc:docMk/>
            <pc:sldMk cId="1086763707" sldId="674"/>
            <ac:spMk id="8" creationId="{F4EFE6B1-497F-929E-6CBF-05E69A122EF3}"/>
          </ac:spMkLst>
        </pc:spChg>
        <pc:spChg chg="add mod">
          <ac:chgData name="Hieu Do" userId="8091c26b-a61d-4e97-addd-a670c191ef7c" providerId="ADAL" clId="{3A3890DE-B205-1647-AE42-93A02252747C}" dt="2023-03-24T07:34:49.005" v="65" actId="1076"/>
          <ac:spMkLst>
            <pc:docMk/>
            <pc:sldMk cId="1086763707" sldId="674"/>
            <ac:spMk id="10" creationId="{F9C57FC9-13AE-36EC-5876-5CD8AC9399CC}"/>
          </ac:spMkLst>
        </pc:spChg>
        <pc:spChg chg="add del mod">
          <ac:chgData name="Hieu Do" userId="8091c26b-a61d-4e97-addd-a670c191ef7c" providerId="ADAL" clId="{3A3890DE-B205-1647-AE42-93A02252747C}" dt="2023-03-24T08:43:57.553" v="464" actId="478"/>
          <ac:spMkLst>
            <pc:docMk/>
            <pc:sldMk cId="1086763707" sldId="674"/>
            <ac:spMk id="11" creationId="{9310B58C-1A10-3241-AAA4-98F2A6220DB7}"/>
          </ac:spMkLst>
        </pc:spChg>
      </pc:sldChg>
      <pc:sldChg chg="addSp delSp modSp add del mod delAnim modAnim">
        <pc:chgData name="Hieu Do" userId="8091c26b-a61d-4e97-addd-a670c191ef7c" providerId="ADAL" clId="{3A3890DE-B205-1647-AE42-93A02252747C}" dt="2023-03-24T08:26:50.338" v="433" actId="2696"/>
        <pc:sldMkLst>
          <pc:docMk/>
          <pc:sldMk cId="951724362" sldId="675"/>
        </pc:sldMkLst>
        <pc:spChg chg="add del">
          <ac:chgData name="Hieu Do" userId="8091c26b-a61d-4e97-addd-a670c191ef7c" providerId="ADAL" clId="{3A3890DE-B205-1647-AE42-93A02252747C}" dt="2023-03-24T08:12:17.749" v="264"/>
          <ac:spMkLst>
            <pc:docMk/>
            <pc:sldMk cId="951724362" sldId="675"/>
            <ac:spMk id="6" creationId="{87EBAAE2-AE56-9038-A152-D9DBAA5C5FE6}"/>
          </ac:spMkLst>
        </pc:spChg>
        <pc:spChg chg="add del">
          <ac:chgData name="Hieu Do" userId="8091c26b-a61d-4e97-addd-a670c191ef7c" providerId="ADAL" clId="{3A3890DE-B205-1647-AE42-93A02252747C}" dt="2023-03-24T08:12:17.749" v="264"/>
          <ac:spMkLst>
            <pc:docMk/>
            <pc:sldMk cId="951724362" sldId="675"/>
            <ac:spMk id="7" creationId="{0E488B7E-CD51-14EF-D898-38B02A6D5D57}"/>
          </ac:spMkLst>
        </pc:spChg>
        <pc:spChg chg="add del">
          <ac:chgData name="Hieu Do" userId="8091c26b-a61d-4e97-addd-a670c191ef7c" providerId="ADAL" clId="{3A3890DE-B205-1647-AE42-93A02252747C}" dt="2023-03-24T08:12:17.749" v="264"/>
          <ac:spMkLst>
            <pc:docMk/>
            <pc:sldMk cId="951724362" sldId="675"/>
            <ac:spMk id="8" creationId="{D8593B93-A116-CF36-D9B0-9A7D64546A4F}"/>
          </ac:spMkLst>
        </pc:spChg>
        <pc:spChg chg="add del">
          <ac:chgData name="Hieu Do" userId="8091c26b-a61d-4e97-addd-a670c191ef7c" providerId="ADAL" clId="{3A3890DE-B205-1647-AE42-93A02252747C}" dt="2023-03-24T08:12:17.749" v="264"/>
          <ac:spMkLst>
            <pc:docMk/>
            <pc:sldMk cId="951724362" sldId="675"/>
            <ac:spMk id="9" creationId="{4922C10A-8128-2ED7-ECA5-A1745C789E45}"/>
          </ac:spMkLst>
        </pc:spChg>
        <pc:spChg chg="add mod">
          <ac:chgData name="Hieu Do" userId="8091c26b-a61d-4e97-addd-a670c191ef7c" providerId="ADAL" clId="{3A3890DE-B205-1647-AE42-93A02252747C}" dt="2023-03-24T08:26:37.302" v="432" actId="20577"/>
          <ac:spMkLst>
            <pc:docMk/>
            <pc:sldMk cId="951724362" sldId="675"/>
            <ac:spMk id="10" creationId="{8CD5B835-5DC3-9FAF-4E18-491C4EA77BD7}"/>
          </ac:spMkLst>
        </pc:spChg>
        <pc:spChg chg="del">
          <ac:chgData name="Hieu Do" userId="8091c26b-a61d-4e97-addd-a670c191ef7c" providerId="ADAL" clId="{3A3890DE-B205-1647-AE42-93A02252747C}" dt="2023-03-24T08:11:14.427" v="257" actId="478"/>
          <ac:spMkLst>
            <pc:docMk/>
            <pc:sldMk cId="951724362" sldId="675"/>
            <ac:spMk id="12" creationId="{BD325E8D-4235-98CE-6068-756BDF012074}"/>
          </ac:spMkLst>
        </pc:spChg>
        <pc:spChg chg="del">
          <ac:chgData name="Hieu Do" userId="8091c26b-a61d-4e97-addd-a670c191ef7c" providerId="ADAL" clId="{3A3890DE-B205-1647-AE42-93A02252747C}" dt="2023-03-24T08:11:18.827" v="260" actId="478"/>
          <ac:spMkLst>
            <pc:docMk/>
            <pc:sldMk cId="951724362" sldId="675"/>
            <ac:spMk id="21" creationId="{BD325E8D-4235-98CE-6068-756BDF012074}"/>
          </ac:spMkLst>
        </pc:spChg>
        <pc:spChg chg="del">
          <ac:chgData name="Hieu Do" userId="8091c26b-a61d-4e97-addd-a670c191ef7c" providerId="ADAL" clId="{3A3890DE-B205-1647-AE42-93A02252747C}" dt="2023-03-24T08:11:17.962" v="259" actId="478"/>
          <ac:spMkLst>
            <pc:docMk/>
            <pc:sldMk cId="951724362" sldId="675"/>
            <ac:spMk id="23" creationId="{BD325E8D-4235-98CE-6068-756BDF012074}"/>
          </ac:spMkLst>
        </pc:spChg>
        <pc:spChg chg="del">
          <ac:chgData name="Hieu Do" userId="8091c26b-a61d-4e97-addd-a670c191ef7c" providerId="ADAL" clId="{3A3890DE-B205-1647-AE42-93A02252747C}" dt="2023-03-24T08:11:20.393" v="261" actId="478"/>
          <ac:spMkLst>
            <pc:docMk/>
            <pc:sldMk cId="951724362" sldId="675"/>
            <ac:spMk id="26" creationId="{BD325E8D-4235-98CE-6068-756BDF012074}"/>
          </ac:spMkLst>
        </pc:spChg>
        <pc:grpChg chg="del">
          <ac:chgData name="Hieu Do" userId="8091c26b-a61d-4e97-addd-a670c191ef7c" providerId="ADAL" clId="{3A3890DE-B205-1647-AE42-93A02252747C}" dt="2023-03-24T08:11:12.739" v="256" actId="478"/>
          <ac:grpSpMkLst>
            <pc:docMk/>
            <pc:sldMk cId="951724362" sldId="675"/>
            <ac:grpSpMk id="13" creationId="{00000000-0000-0000-0000-000000000000}"/>
          </ac:grpSpMkLst>
        </pc:grpChg>
        <pc:grpChg chg="del">
          <ac:chgData name="Hieu Do" userId="8091c26b-a61d-4e97-addd-a670c191ef7c" providerId="ADAL" clId="{3A3890DE-B205-1647-AE42-93A02252747C}" dt="2023-03-24T08:11:16.203" v="258" actId="478"/>
          <ac:grpSpMkLst>
            <pc:docMk/>
            <pc:sldMk cId="951724362" sldId="675"/>
            <ac:grpSpMk id="17" creationId="{00000000-0000-0000-0000-000000000000}"/>
          </ac:grpSpMkLst>
        </pc:grpChg>
        <pc:graphicFrameChg chg="add del">
          <ac:chgData name="Hieu Do" userId="8091c26b-a61d-4e97-addd-a670c191ef7c" providerId="ADAL" clId="{3A3890DE-B205-1647-AE42-93A02252747C}" dt="2023-03-24T08:12:17.749" v="264"/>
          <ac:graphicFrameMkLst>
            <pc:docMk/>
            <pc:sldMk cId="951724362" sldId="675"/>
            <ac:graphicFrameMk id="2" creationId="{68220618-364C-6A95-F682-9C3B9342AA5B}"/>
          </ac:graphicFrameMkLst>
        </pc:graphicFrameChg>
        <pc:graphicFrameChg chg="add del">
          <ac:chgData name="Hieu Do" userId="8091c26b-a61d-4e97-addd-a670c191ef7c" providerId="ADAL" clId="{3A3890DE-B205-1647-AE42-93A02252747C}" dt="2023-03-24T08:12:17.749" v="264"/>
          <ac:graphicFrameMkLst>
            <pc:docMk/>
            <pc:sldMk cId="951724362" sldId="675"/>
            <ac:graphicFrameMk id="3" creationId="{1518A6E1-B295-DE0D-AB42-1C18AC0ED330}"/>
          </ac:graphicFrameMkLst>
        </pc:graphicFrameChg>
        <pc:graphicFrameChg chg="add del">
          <ac:chgData name="Hieu Do" userId="8091c26b-a61d-4e97-addd-a670c191ef7c" providerId="ADAL" clId="{3A3890DE-B205-1647-AE42-93A02252747C}" dt="2023-03-24T08:12:17.749" v="264"/>
          <ac:graphicFrameMkLst>
            <pc:docMk/>
            <pc:sldMk cId="951724362" sldId="675"/>
            <ac:graphicFrameMk id="5" creationId="{F2EBC920-0C3F-CDC1-81A8-1D7E526FAE57}"/>
          </ac:graphicFrameMkLst>
        </pc:graphicFrameChg>
        <pc:graphicFrameChg chg="del">
          <ac:chgData name="Hieu Do" userId="8091c26b-a61d-4e97-addd-a670c191ef7c" providerId="ADAL" clId="{3A3890DE-B205-1647-AE42-93A02252747C}" dt="2023-03-24T08:11:21.177" v="262" actId="478"/>
          <ac:graphicFrameMkLst>
            <pc:docMk/>
            <pc:sldMk cId="951724362" sldId="675"/>
            <ac:graphicFrameMk id="33" creationId="{00000000-0000-0000-0000-000000000000}"/>
          </ac:graphicFrameMkLst>
        </pc:graphicFrameChg>
      </pc:sldChg>
      <pc:sldChg chg="addSp delSp modSp add mod delAnim modAnim">
        <pc:chgData name="Hieu Do" userId="8091c26b-a61d-4e97-addd-a670c191ef7c" providerId="ADAL" clId="{3A3890DE-B205-1647-AE42-93A02252747C}" dt="2023-04-04T09:22:05.318" v="529" actId="20577"/>
        <pc:sldMkLst>
          <pc:docMk/>
          <pc:sldMk cId="1320791528" sldId="676"/>
        </pc:sldMkLst>
        <pc:spChg chg="add del mod">
          <ac:chgData name="Hieu Do" userId="8091c26b-a61d-4e97-addd-a670c191ef7c" providerId="ADAL" clId="{3A3890DE-B205-1647-AE42-93A02252747C}" dt="2023-03-24T08:17:11.378" v="293"/>
          <ac:spMkLst>
            <pc:docMk/>
            <pc:sldMk cId="1320791528" sldId="676"/>
            <ac:spMk id="2" creationId="{27A84603-24AC-79C9-2BE6-1EB9522DA3AD}"/>
          </ac:spMkLst>
        </pc:spChg>
        <pc:spChg chg="add mod">
          <ac:chgData name="Hieu Do" userId="8091c26b-a61d-4e97-addd-a670c191ef7c" providerId="ADAL" clId="{3A3890DE-B205-1647-AE42-93A02252747C}" dt="2023-03-24T08:21:19.866" v="378" actId="1076"/>
          <ac:spMkLst>
            <pc:docMk/>
            <pc:sldMk cId="1320791528" sldId="676"/>
            <ac:spMk id="5" creationId="{9F932F3F-F058-D950-50DB-672194F5CD13}"/>
          </ac:spMkLst>
        </pc:spChg>
        <pc:spChg chg="add mod">
          <ac:chgData name="Hieu Do" userId="8091c26b-a61d-4e97-addd-a670c191ef7c" providerId="ADAL" clId="{3A3890DE-B205-1647-AE42-93A02252747C}" dt="2023-04-04T09:22:05.318" v="529" actId="20577"/>
          <ac:spMkLst>
            <pc:docMk/>
            <pc:sldMk cId="1320791528" sldId="676"/>
            <ac:spMk id="7" creationId="{A5BF5CCC-FB1C-CADF-88FC-08602FB75092}"/>
          </ac:spMkLst>
        </pc:spChg>
        <pc:spChg chg="del">
          <ac:chgData name="Hieu Do" userId="8091c26b-a61d-4e97-addd-a670c191ef7c" providerId="ADAL" clId="{3A3890DE-B205-1647-AE42-93A02252747C}" dt="2023-03-24T08:13:45.910" v="267" actId="478"/>
          <ac:spMkLst>
            <pc:docMk/>
            <pc:sldMk cId="1320791528" sldId="676"/>
            <ac:spMk id="21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13:53.691" v="272" actId="478"/>
          <ac:spMkLst>
            <pc:docMk/>
            <pc:sldMk cId="1320791528" sldId="676"/>
            <ac:spMk id="25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13:47.584" v="268" actId="478"/>
          <ac:spMkLst>
            <pc:docMk/>
            <pc:sldMk cId="1320791528" sldId="676"/>
            <ac:spMk id="26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13:49.580" v="269" actId="478"/>
          <ac:spMkLst>
            <pc:docMk/>
            <pc:sldMk cId="1320791528" sldId="676"/>
            <ac:spMk id="27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13:50.891" v="270" actId="478"/>
          <ac:spMkLst>
            <pc:docMk/>
            <pc:sldMk cId="1320791528" sldId="676"/>
            <ac:spMk id="28" creationId="{00000000-0000-0000-0000-000000000000}"/>
          </ac:spMkLst>
        </pc:spChg>
        <pc:graphicFrameChg chg="add del mod">
          <ac:chgData name="Hieu Do" userId="8091c26b-a61d-4e97-addd-a670c191ef7c" providerId="ADAL" clId="{3A3890DE-B205-1647-AE42-93A02252747C}" dt="2023-03-24T08:17:52.177" v="301" actId="478"/>
          <ac:graphicFrameMkLst>
            <pc:docMk/>
            <pc:sldMk cId="1320791528" sldId="676"/>
            <ac:graphicFrameMk id="3" creationId="{8A1D3506-FA58-68DE-CE06-F294BACDB249}"/>
          </ac:graphicFrameMkLst>
        </pc:graphicFrameChg>
        <pc:graphicFrameChg chg="del">
          <ac:chgData name="Hieu Do" userId="8091c26b-a61d-4e97-addd-a670c191ef7c" providerId="ADAL" clId="{3A3890DE-B205-1647-AE42-93A02252747C}" dt="2023-03-24T08:13:51.820" v="271" actId="478"/>
          <ac:graphicFrameMkLst>
            <pc:docMk/>
            <pc:sldMk cId="1320791528" sldId="676"/>
            <ac:graphicFrameMk id="29" creationId="{00000000-0000-0000-0000-000000000000}"/>
          </ac:graphicFrameMkLst>
        </pc:graphicFrameChg>
      </pc:sldChg>
      <pc:sldChg chg="delSp add del mod delAnim modAnim">
        <pc:chgData name="Hieu Do" userId="8091c26b-a61d-4e97-addd-a670c191ef7c" providerId="ADAL" clId="{3A3890DE-B205-1647-AE42-93A02252747C}" dt="2023-03-24T08:30:10.801" v="440" actId="2696"/>
        <pc:sldMkLst>
          <pc:docMk/>
          <pc:sldMk cId="3931858259" sldId="677"/>
        </pc:sldMkLst>
        <pc:spChg chg="del">
          <ac:chgData name="Hieu Do" userId="8091c26b-a61d-4e97-addd-a670c191ef7c" providerId="ADAL" clId="{3A3890DE-B205-1647-AE42-93A02252747C}" dt="2023-03-24T08:28:20.863" v="439" actId="478"/>
          <ac:spMkLst>
            <pc:docMk/>
            <pc:sldMk cId="3931858259" sldId="677"/>
            <ac:spMk id="7" creationId="{BD325E8D-4235-98CE-6068-756BDF012074}"/>
          </ac:spMkLst>
        </pc:spChg>
        <pc:spChg chg="del">
          <ac:chgData name="Hieu Do" userId="8091c26b-a61d-4e97-addd-a670c191ef7c" providerId="ADAL" clId="{3A3890DE-B205-1647-AE42-93A02252747C}" dt="2023-03-24T08:28:12.679" v="436" actId="478"/>
          <ac:spMkLst>
            <pc:docMk/>
            <pc:sldMk cId="3931858259" sldId="677"/>
            <ac:spMk id="15" creationId="{1D9D174B-B6EE-4544-BFB5-B108BEA9E91A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16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17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18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20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21" creationId="{00000000-0000-0000-0000-000000000000}"/>
          </ac:spMkLst>
        </pc:spChg>
        <pc:spChg chg="del">
          <ac:chgData name="Hieu Do" userId="8091c26b-a61d-4e97-addd-a670c191ef7c" providerId="ADAL" clId="{3A3890DE-B205-1647-AE42-93A02252747C}" dt="2023-03-24T08:28:18.119" v="438" actId="478"/>
          <ac:spMkLst>
            <pc:docMk/>
            <pc:sldMk cId="3931858259" sldId="677"/>
            <ac:spMk id="22" creationId="{00000000-0000-0000-0000-000000000000}"/>
          </ac:spMkLst>
        </pc:spChg>
        <pc:grpChg chg="del">
          <ac:chgData name="Hieu Do" userId="8091c26b-a61d-4e97-addd-a670c191ef7c" providerId="ADAL" clId="{3A3890DE-B205-1647-AE42-93A02252747C}" dt="2023-03-24T08:28:10.320" v="435" actId="478"/>
          <ac:grpSpMkLst>
            <pc:docMk/>
            <pc:sldMk cId="3931858259" sldId="677"/>
            <ac:grpSpMk id="8" creationId="{00000000-0000-0000-0000-000000000000}"/>
          </ac:grpSpMkLst>
        </pc:grpChg>
        <pc:grpChg chg="del">
          <ac:chgData name="Hieu Do" userId="8091c26b-a61d-4e97-addd-a670c191ef7c" providerId="ADAL" clId="{3A3890DE-B205-1647-AE42-93A02252747C}" dt="2023-03-24T08:28:14.045" v="437" actId="478"/>
          <ac:grpSpMkLst>
            <pc:docMk/>
            <pc:sldMk cId="3931858259" sldId="677"/>
            <ac:grpSpMk id="11" creationId="{00000000-0000-0000-0000-000000000000}"/>
          </ac:grpSpMkLst>
        </pc:grpChg>
      </pc:sldChg>
    </pc:docChg>
  </pc:docChgLst>
  <pc:docChgLst>
    <pc:chgData name="Hieu Do" userId="8091c26b-a61d-4e97-addd-a670c191ef7c" providerId="ADAL" clId="{D59A9351-4D50-B449-AAA9-203738144EA7}"/>
    <pc:docChg chg="undo redo custSel addSld delSld modSld">
      <pc:chgData name="Hieu Do" userId="8091c26b-a61d-4e97-addd-a670c191ef7c" providerId="ADAL" clId="{D59A9351-4D50-B449-AAA9-203738144EA7}" dt="2023-08-22T11:21:08.047" v="2654" actId="478"/>
      <pc:docMkLst>
        <pc:docMk/>
      </pc:docMkLst>
      <pc:sldChg chg="addSp delSp modSp mod addAnim delAnim modAnim">
        <pc:chgData name="Hieu Do" userId="8091c26b-a61d-4e97-addd-a670c191ef7c" providerId="ADAL" clId="{D59A9351-4D50-B449-AAA9-203738144EA7}" dt="2023-08-22T07:28:41.945" v="521" actId="478"/>
        <pc:sldMkLst>
          <pc:docMk/>
          <pc:sldMk cId="1632588312" sldId="534"/>
        </pc:sldMkLst>
        <pc:spChg chg="add del mod">
          <ac:chgData name="Hieu Do" userId="8091c26b-a61d-4e97-addd-a670c191ef7c" providerId="ADAL" clId="{D59A9351-4D50-B449-AAA9-203738144EA7}" dt="2023-08-22T07:23:04.425" v="10"/>
          <ac:spMkLst>
            <pc:docMk/>
            <pc:sldMk cId="1632588312" sldId="534"/>
            <ac:spMk id="2" creationId="{29C8AD35-A76F-ADB7-B36D-A1AE8DFAFB8F}"/>
          </ac:spMkLst>
        </pc:spChg>
        <pc:spChg chg="add del mod">
          <ac:chgData name="Hieu Do" userId="8091c26b-a61d-4e97-addd-a670c191ef7c" providerId="ADAL" clId="{D59A9351-4D50-B449-AAA9-203738144EA7}" dt="2023-08-22T07:23:04.425" v="10"/>
          <ac:spMkLst>
            <pc:docMk/>
            <pc:sldMk cId="1632588312" sldId="534"/>
            <ac:spMk id="7" creationId="{EDAE1408-7EC3-9390-B3D9-A95B1EBBDC14}"/>
          </ac:spMkLst>
        </pc:spChg>
        <pc:spChg chg="mod">
          <ac:chgData name="Hieu Do" userId="8091c26b-a61d-4e97-addd-a670c191ef7c" providerId="ADAL" clId="{D59A9351-4D50-B449-AAA9-203738144EA7}" dt="2023-08-22T07:22:56.320" v="9"/>
          <ac:spMkLst>
            <pc:docMk/>
            <pc:sldMk cId="1632588312" sldId="534"/>
            <ac:spMk id="15" creationId="{49741921-C647-38D2-8922-2BF2608E36BA}"/>
          </ac:spMkLst>
        </pc:spChg>
        <pc:spChg chg="add del mod">
          <ac:chgData name="Hieu Do" userId="8091c26b-a61d-4e97-addd-a670c191ef7c" providerId="ADAL" clId="{D59A9351-4D50-B449-AAA9-203738144EA7}" dt="2023-08-22T07:28:41.945" v="521" actId="478"/>
          <ac:spMkLst>
            <pc:docMk/>
            <pc:sldMk cId="1632588312" sldId="534"/>
            <ac:spMk id="18" creationId="{4142352F-FC7E-4B9F-9637-BBAFCD43BF79}"/>
          </ac:spMkLst>
        </pc:spChg>
        <pc:spChg chg="del topLvl">
          <ac:chgData name="Hieu Do" userId="8091c26b-a61d-4e97-addd-a670c191ef7c" providerId="ADAL" clId="{D59A9351-4D50-B449-AAA9-203738144EA7}" dt="2023-08-22T07:22:44.695" v="7" actId="478"/>
          <ac:spMkLst>
            <pc:docMk/>
            <pc:sldMk cId="1632588312" sldId="534"/>
            <ac:spMk id="21" creationId="{C1B4A1E5-53C3-25D4-5A76-854F627A0AD0}"/>
          </ac:spMkLst>
        </pc:spChg>
        <pc:spChg chg="del topLvl">
          <ac:chgData name="Hieu Do" userId="8091c26b-a61d-4e97-addd-a670c191ef7c" providerId="ADAL" clId="{D59A9351-4D50-B449-AAA9-203738144EA7}" dt="2023-08-22T07:22:42.636" v="6" actId="478"/>
          <ac:spMkLst>
            <pc:docMk/>
            <pc:sldMk cId="1632588312" sldId="534"/>
            <ac:spMk id="22" creationId="{7FD400CC-A0B8-6332-A206-3CD2046C5E93}"/>
          </ac:spMkLst>
        </pc:spChg>
        <pc:spChg chg="mod">
          <ac:chgData name="Hieu Do" userId="8091c26b-a61d-4e97-addd-a670c191ef7c" providerId="ADAL" clId="{D59A9351-4D50-B449-AAA9-203738144EA7}" dt="2023-08-22T07:22:56.320" v="9"/>
          <ac:spMkLst>
            <pc:docMk/>
            <pc:sldMk cId="1632588312" sldId="534"/>
            <ac:spMk id="25" creationId="{1D54A408-B501-621E-F495-E99A9B5B5594}"/>
          </ac:spMkLst>
        </pc:spChg>
        <pc:spChg chg="mod">
          <ac:chgData name="Hieu Do" userId="8091c26b-a61d-4e97-addd-a670c191ef7c" providerId="ADAL" clId="{D59A9351-4D50-B449-AAA9-203738144EA7}" dt="2023-08-22T07:22:56.320" v="9"/>
          <ac:spMkLst>
            <pc:docMk/>
            <pc:sldMk cId="1632588312" sldId="534"/>
            <ac:spMk id="27" creationId="{09FE8550-64AC-CE59-BAC6-3512E9102E41}"/>
          </ac:spMkLst>
        </pc:spChg>
        <pc:spChg chg="add mod">
          <ac:chgData name="Hieu Do" userId="8091c26b-a61d-4e97-addd-a670c191ef7c" providerId="ADAL" clId="{D59A9351-4D50-B449-AAA9-203738144EA7}" dt="2023-08-22T07:28:35.944" v="520" actId="6549"/>
          <ac:spMkLst>
            <pc:docMk/>
            <pc:sldMk cId="1632588312" sldId="534"/>
            <ac:spMk id="28" creationId="{D6B00C37-03E2-AA99-6499-A1FFFEE09396}"/>
          </ac:spMkLst>
        </pc:spChg>
        <pc:spChg chg="add mod">
          <ac:chgData name="Hieu Do" userId="8091c26b-a61d-4e97-addd-a670c191ef7c" providerId="ADAL" clId="{D59A9351-4D50-B449-AAA9-203738144EA7}" dt="2023-08-22T07:23:17.146" v="22" actId="1038"/>
          <ac:spMkLst>
            <pc:docMk/>
            <pc:sldMk cId="1632588312" sldId="534"/>
            <ac:spMk id="30" creationId="{83351DFD-108B-2713-FB72-6DB0A9CC35CE}"/>
          </ac:spMkLst>
        </pc:spChg>
        <pc:spChg chg="mod">
          <ac:chgData name="Hieu Do" userId="8091c26b-a61d-4e97-addd-a670c191ef7c" providerId="ADAL" clId="{D59A9351-4D50-B449-AAA9-203738144EA7}" dt="2023-08-22T07:23:17.146" v="22" actId="1038"/>
          <ac:spMkLst>
            <pc:docMk/>
            <pc:sldMk cId="1632588312" sldId="534"/>
            <ac:spMk id="37" creationId="{CE7B798E-3177-4772-0CD7-70527F77006B}"/>
          </ac:spMkLst>
        </pc:spChg>
        <pc:spChg chg="mod">
          <ac:chgData name="Hieu Do" userId="8091c26b-a61d-4e97-addd-a670c191ef7c" providerId="ADAL" clId="{D59A9351-4D50-B449-AAA9-203738144EA7}" dt="2023-08-22T07:23:17.146" v="22" actId="1038"/>
          <ac:spMkLst>
            <pc:docMk/>
            <pc:sldMk cId="1632588312" sldId="534"/>
            <ac:spMk id="39" creationId="{C7C57477-12D5-1AC9-2533-0F180895E009}"/>
          </ac:spMkLst>
        </pc:spChg>
        <pc:spChg chg="mod">
          <ac:chgData name="Hieu Do" userId="8091c26b-a61d-4e97-addd-a670c191ef7c" providerId="ADAL" clId="{D59A9351-4D50-B449-AAA9-203738144EA7}" dt="2023-08-22T07:23:17.146" v="22" actId="1038"/>
          <ac:spMkLst>
            <pc:docMk/>
            <pc:sldMk cId="1632588312" sldId="534"/>
            <ac:spMk id="41" creationId="{EA5088AF-E8D0-6638-A58E-AD4D2D8F2D2E}"/>
          </ac:spMkLst>
        </pc:spChg>
        <pc:grpChg chg="del">
          <ac:chgData name="Hieu Do" userId="8091c26b-a61d-4e97-addd-a670c191ef7c" providerId="ADAL" clId="{D59A9351-4D50-B449-AAA9-203738144EA7}" dt="2023-08-22T07:22:19.083" v="0" actId="478"/>
          <ac:grpSpMkLst>
            <pc:docMk/>
            <pc:sldMk cId="1632588312" sldId="534"/>
            <ac:grpSpMk id="3" creationId="{D94A9C77-4513-AFA0-EB9C-D10F1C0682BD}"/>
          </ac:grpSpMkLst>
        </pc:grpChg>
        <pc:grpChg chg="add del mod">
          <ac:chgData name="Hieu Do" userId="8091c26b-a61d-4e97-addd-a670c191ef7c" providerId="ADAL" clId="{D59A9351-4D50-B449-AAA9-203738144EA7}" dt="2023-08-22T07:23:04.425" v="10"/>
          <ac:grpSpMkLst>
            <pc:docMk/>
            <pc:sldMk cId="1632588312" sldId="534"/>
            <ac:grpSpMk id="8" creationId="{F0716DAB-1EE3-A016-A428-7FD01067F03D}"/>
          </ac:grpSpMkLst>
        </pc:grpChg>
        <pc:grpChg chg="mod">
          <ac:chgData name="Hieu Do" userId="8091c26b-a61d-4e97-addd-a670c191ef7c" providerId="ADAL" clId="{D59A9351-4D50-B449-AAA9-203738144EA7}" dt="2023-08-22T07:22:56.320" v="9"/>
          <ac:grpSpMkLst>
            <pc:docMk/>
            <pc:sldMk cId="1632588312" sldId="534"/>
            <ac:grpSpMk id="10" creationId="{05EFD671-D1F6-BB1A-C9FE-7D73D42BE9F1}"/>
          </ac:grpSpMkLst>
        </pc:grpChg>
        <pc:grpChg chg="mod">
          <ac:chgData name="Hieu Do" userId="8091c26b-a61d-4e97-addd-a670c191ef7c" providerId="ADAL" clId="{D59A9351-4D50-B449-AAA9-203738144EA7}" dt="2023-08-22T07:22:56.320" v="9"/>
          <ac:grpSpMkLst>
            <pc:docMk/>
            <pc:sldMk cId="1632588312" sldId="534"/>
            <ac:grpSpMk id="11" creationId="{B03681D2-C5B7-88E6-1E68-207534DAB856}"/>
          </ac:grpSpMkLst>
        </pc:grpChg>
        <pc:grpChg chg="mod">
          <ac:chgData name="Hieu Do" userId="8091c26b-a61d-4e97-addd-a670c191ef7c" providerId="ADAL" clId="{D59A9351-4D50-B449-AAA9-203738144EA7}" dt="2023-08-22T07:22:56.320" v="9"/>
          <ac:grpSpMkLst>
            <pc:docMk/>
            <pc:sldMk cId="1632588312" sldId="534"/>
            <ac:grpSpMk id="12" creationId="{9F601358-9F41-F867-52AD-346256A1B41D}"/>
          </ac:grpSpMkLst>
        </pc:grpChg>
        <pc:grpChg chg="add del">
          <ac:chgData name="Hieu Do" userId="8091c26b-a61d-4e97-addd-a670c191ef7c" providerId="ADAL" clId="{D59A9351-4D50-B449-AAA9-203738144EA7}" dt="2023-08-22T07:22:42.636" v="6" actId="478"/>
          <ac:grpSpMkLst>
            <pc:docMk/>
            <pc:sldMk cId="1632588312" sldId="534"/>
            <ac:grpSpMk id="20" creationId="{144AEB6E-D746-0532-F10C-0D576FA323AF}"/>
          </ac:grpSpMkLst>
        </pc:grpChg>
        <pc:grpChg chg="add mod">
          <ac:chgData name="Hieu Do" userId="8091c26b-a61d-4e97-addd-a670c191ef7c" providerId="ADAL" clId="{D59A9351-4D50-B449-AAA9-203738144EA7}" dt="2023-08-22T07:23:17.146" v="22" actId="1038"/>
          <ac:grpSpMkLst>
            <pc:docMk/>
            <pc:sldMk cId="1632588312" sldId="534"/>
            <ac:grpSpMk id="31" creationId="{7A62DA3B-3942-1FE1-06AD-0DAD18963E69}"/>
          </ac:grpSpMkLst>
        </pc:grpChg>
        <pc:grpChg chg="mod">
          <ac:chgData name="Hieu Do" userId="8091c26b-a61d-4e97-addd-a670c191ef7c" providerId="ADAL" clId="{D59A9351-4D50-B449-AAA9-203738144EA7}" dt="2023-08-22T07:23:17.146" v="22" actId="1038"/>
          <ac:grpSpMkLst>
            <pc:docMk/>
            <pc:sldMk cId="1632588312" sldId="534"/>
            <ac:grpSpMk id="33" creationId="{2C33E6E6-0063-6B72-F3A0-3FC2C3556697}"/>
          </ac:grpSpMkLst>
        </pc:grpChg>
        <pc:grpChg chg="mod">
          <ac:chgData name="Hieu Do" userId="8091c26b-a61d-4e97-addd-a670c191ef7c" providerId="ADAL" clId="{D59A9351-4D50-B449-AAA9-203738144EA7}" dt="2023-08-22T07:23:17.146" v="22" actId="1038"/>
          <ac:grpSpMkLst>
            <pc:docMk/>
            <pc:sldMk cId="1632588312" sldId="534"/>
            <ac:grpSpMk id="34" creationId="{F11B3AE3-F032-E13C-A643-84D0138356C9}"/>
          </ac:grpSpMkLst>
        </pc:grpChg>
        <pc:grpChg chg="mod">
          <ac:chgData name="Hieu Do" userId="8091c26b-a61d-4e97-addd-a670c191ef7c" providerId="ADAL" clId="{D59A9351-4D50-B449-AAA9-203738144EA7}" dt="2023-08-22T07:23:17.146" v="22" actId="1038"/>
          <ac:grpSpMkLst>
            <pc:docMk/>
            <pc:sldMk cId="1632588312" sldId="534"/>
            <ac:grpSpMk id="35" creationId="{48A859C9-A483-D403-8CAE-F1C8158A8E1A}"/>
          </ac:grpSpMkLst>
        </pc:grpChg>
        <pc:picChg chg="del">
          <ac:chgData name="Hieu Do" userId="8091c26b-a61d-4e97-addd-a670c191ef7c" providerId="ADAL" clId="{D59A9351-4D50-B449-AAA9-203738144EA7}" dt="2023-08-22T07:22:20.896" v="1" actId="478"/>
          <ac:picMkLst>
            <pc:docMk/>
            <pc:sldMk cId="1632588312" sldId="534"/>
            <ac:picMk id="5" creationId="{00000000-0000-0000-0000-000000000000}"/>
          </ac:picMkLst>
        </pc:picChg>
        <pc:picChg chg="add del mod">
          <ac:chgData name="Hieu Do" userId="8091c26b-a61d-4e97-addd-a670c191ef7c" providerId="ADAL" clId="{D59A9351-4D50-B449-AAA9-203738144EA7}" dt="2023-08-22T07:23:04.425" v="10"/>
          <ac:picMkLst>
            <pc:docMk/>
            <pc:sldMk cId="1632588312" sldId="534"/>
            <ac:picMk id="6" creationId="{A4B5902D-994B-8241-7D47-F753865915FE}"/>
          </ac:picMkLst>
        </pc:picChg>
        <pc:picChg chg="mod">
          <ac:chgData name="Hieu Do" userId="8091c26b-a61d-4e97-addd-a670c191ef7c" providerId="ADAL" clId="{D59A9351-4D50-B449-AAA9-203738144EA7}" dt="2023-08-22T07:22:56.320" v="9"/>
          <ac:picMkLst>
            <pc:docMk/>
            <pc:sldMk cId="1632588312" sldId="534"/>
            <ac:picMk id="9" creationId="{35B84E0B-1501-91DF-852C-567C7EBAA5AC}"/>
          </ac:picMkLst>
        </pc:picChg>
        <pc:picChg chg="mod">
          <ac:chgData name="Hieu Do" userId="8091c26b-a61d-4e97-addd-a670c191ef7c" providerId="ADAL" clId="{D59A9351-4D50-B449-AAA9-203738144EA7}" dt="2023-08-22T07:22:56.320" v="9"/>
          <ac:picMkLst>
            <pc:docMk/>
            <pc:sldMk cId="1632588312" sldId="534"/>
            <ac:picMk id="13" creationId="{58B73AF5-EFFA-6D51-6CB6-95F9A0DECBF8}"/>
          </ac:picMkLst>
        </pc:picChg>
        <pc:picChg chg="mod">
          <ac:chgData name="Hieu Do" userId="8091c26b-a61d-4e97-addd-a670c191ef7c" providerId="ADAL" clId="{D59A9351-4D50-B449-AAA9-203738144EA7}" dt="2023-08-22T07:22:56.320" v="9"/>
          <ac:picMkLst>
            <pc:docMk/>
            <pc:sldMk cId="1632588312" sldId="534"/>
            <ac:picMk id="23" creationId="{4F9025EE-C513-F9D4-7D39-4F48EF2E88C9}"/>
          </ac:picMkLst>
        </pc:picChg>
        <pc:picChg chg="mod">
          <ac:chgData name="Hieu Do" userId="8091c26b-a61d-4e97-addd-a670c191ef7c" providerId="ADAL" clId="{D59A9351-4D50-B449-AAA9-203738144EA7}" dt="2023-08-22T07:22:56.320" v="9"/>
          <ac:picMkLst>
            <pc:docMk/>
            <pc:sldMk cId="1632588312" sldId="534"/>
            <ac:picMk id="26" creationId="{7306CD53-E2C1-C030-4B55-FAC2D8CAD642}"/>
          </ac:picMkLst>
        </pc:picChg>
        <pc:picChg chg="add mod">
          <ac:chgData name="Hieu Do" userId="8091c26b-a61d-4e97-addd-a670c191ef7c" providerId="ADAL" clId="{D59A9351-4D50-B449-AAA9-203738144EA7}" dt="2023-08-22T07:23:17.146" v="22" actId="1038"/>
          <ac:picMkLst>
            <pc:docMk/>
            <pc:sldMk cId="1632588312" sldId="534"/>
            <ac:picMk id="29" creationId="{54A3772A-A2EF-6CA1-CBCA-F6440E91EB9C}"/>
          </ac:picMkLst>
        </pc:picChg>
        <pc:picChg chg="mod">
          <ac:chgData name="Hieu Do" userId="8091c26b-a61d-4e97-addd-a670c191ef7c" providerId="ADAL" clId="{D59A9351-4D50-B449-AAA9-203738144EA7}" dt="2023-08-22T07:23:17.146" v="22" actId="1038"/>
          <ac:picMkLst>
            <pc:docMk/>
            <pc:sldMk cId="1632588312" sldId="534"/>
            <ac:picMk id="32" creationId="{CC89AB66-8663-CB34-FEC4-D85FCBFE648C}"/>
          </ac:picMkLst>
        </pc:picChg>
        <pc:picChg chg="mod">
          <ac:chgData name="Hieu Do" userId="8091c26b-a61d-4e97-addd-a670c191ef7c" providerId="ADAL" clId="{D59A9351-4D50-B449-AAA9-203738144EA7}" dt="2023-08-22T07:23:17.146" v="22" actId="1038"/>
          <ac:picMkLst>
            <pc:docMk/>
            <pc:sldMk cId="1632588312" sldId="534"/>
            <ac:picMk id="36" creationId="{27B36C7E-1140-D1FA-9B15-93EFCBE5F105}"/>
          </ac:picMkLst>
        </pc:picChg>
        <pc:picChg chg="mod">
          <ac:chgData name="Hieu Do" userId="8091c26b-a61d-4e97-addd-a670c191ef7c" providerId="ADAL" clId="{D59A9351-4D50-B449-AAA9-203738144EA7}" dt="2023-08-22T07:23:17.146" v="22" actId="1038"/>
          <ac:picMkLst>
            <pc:docMk/>
            <pc:sldMk cId="1632588312" sldId="534"/>
            <ac:picMk id="38" creationId="{97F87641-D6B0-3A0D-5075-26E6AE4EE106}"/>
          </ac:picMkLst>
        </pc:picChg>
        <pc:picChg chg="mod">
          <ac:chgData name="Hieu Do" userId="8091c26b-a61d-4e97-addd-a670c191ef7c" providerId="ADAL" clId="{D59A9351-4D50-B449-AAA9-203738144EA7}" dt="2023-08-22T07:23:17.146" v="22" actId="1038"/>
          <ac:picMkLst>
            <pc:docMk/>
            <pc:sldMk cId="1632588312" sldId="534"/>
            <ac:picMk id="40" creationId="{97EE1EED-270E-80D8-0595-3EE0472F4508}"/>
          </ac:picMkLst>
        </pc:picChg>
      </pc:sldChg>
      <pc:sldChg chg="addSp delSp modSp mod delAnim modAnim">
        <pc:chgData name="Hieu Do" userId="8091c26b-a61d-4e97-addd-a670c191ef7c" providerId="ADAL" clId="{D59A9351-4D50-B449-AAA9-203738144EA7}" dt="2023-08-22T08:08:01.463" v="982" actId="1076"/>
        <pc:sldMkLst>
          <pc:docMk/>
          <pc:sldMk cId="3797559898" sldId="535"/>
        </pc:sldMkLst>
        <pc:spChg chg="del">
          <ac:chgData name="Hieu Do" userId="8091c26b-a61d-4e97-addd-a670c191ef7c" providerId="ADAL" clId="{D59A9351-4D50-B449-AAA9-203738144EA7}" dt="2023-08-22T07:48:23.632" v="523" actId="478"/>
          <ac:spMkLst>
            <pc:docMk/>
            <pc:sldMk cId="3797559898" sldId="535"/>
            <ac:spMk id="5" creationId="{7973F630-03A2-FA95-93B6-0BB8312D901D}"/>
          </ac:spMkLst>
        </pc:spChg>
        <pc:spChg chg="mod">
          <ac:chgData name="Hieu Do" userId="8091c26b-a61d-4e97-addd-a670c191ef7c" providerId="ADAL" clId="{D59A9351-4D50-B449-AAA9-203738144EA7}" dt="2023-08-22T08:06:23.097" v="859" actId="20577"/>
          <ac:spMkLst>
            <pc:docMk/>
            <pc:sldMk cId="3797559898" sldId="535"/>
            <ac:spMk id="7" creationId="{851331A3-0E38-6966-B7F9-5A94F8F1B5C6}"/>
          </ac:spMkLst>
        </pc:spChg>
        <pc:spChg chg="mod">
          <ac:chgData name="Hieu Do" userId="8091c26b-a61d-4e97-addd-a670c191ef7c" providerId="ADAL" clId="{D59A9351-4D50-B449-AAA9-203738144EA7}" dt="2023-08-22T08:05:32.783" v="764" actId="20577"/>
          <ac:spMkLst>
            <pc:docMk/>
            <pc:sldMk cId="3797559898" sldId="535"/>
            <ac:spMk id="8" creationId="{166B1B53-ED3E-D57A-7841-5DB3FB68DD7A}"/>
          </ac:spMkLst>
        </pc:spChg>
        <pc:spChg chg="mod">
          <ac:chgData name="Hieu Do" userId="8091c26b-a61d-4e97-addd-a670c191ef7c" providerId="ADAL" clId="{D59A9351-4D50-B449-AAA9-203738144EA7}" dt="2023-08-22T08:06:11.643" v="834" actId="1038"/>
          <ac:spMkLst>
            <pc:docMk/>
            <pc:sldMk cId="3797559898" sldId="535"/>
            <ac:spMk id="10" creationId="{D4A07BD5-FA86-5B02-FCD6-5E285348F757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11" creationId="{E4839DEF-8591-A26A-DFA4-C9AC19FAED8E}"/>
          </ac:spMkLst>
        </pc:spChg>
        <pc:spChg chg="mod">
          <ac:chgData name="Hieu Do" userId="8091c26b-a61d-4e97-addd-a670c191ef7c" providerId="ADAL" clId="{D59A9351-4D50-B449-AAA9-203738144EA7}" dt="2023-08-22T08:05:22.656" v="738" actId="20577"/>
          <ac:spMkLst>
            <pc:docMk/>
            <pc:sldMk cId="3797559898" sldId="535"/>
            <ac:spMk id="12" creationId="{F94D7DCD-A667-3ABA-AC7D-B3CE5E16A0C8}"/>
          </ac:spMkLst>
        </pc:spChg>
        <pc:spChg chg="add del mod">
          <ac:chgData name="Hieu Do" userId="8091c26b-a61d-4e97-addd-a670c191ef7c" providerId="ADAL" clId="{D59A9351-4D50-B449-AAA9-203738144EA7}" dt="2023-08-22T08:07:56.493" v="981" actId="478"/>
          <ac:spMkLst>
            <pc:docMk/>
            <pc:sldMk cId="3797559898" sldId="535"/>
            <ac:spMk id="13" creationId="{0C5133B3-8DB0-3B89-CC8B-D617032AC1E8}"/>
          </ac:spMkLst>
        </pc:spChg>
        <pc:spChg chg="mod">
          <ac:chgData name="Hieu Do" userId="8091c26b-a61d-4e97-addd-a670c191ef7c" providerId="ADAL" clId="{D59A9351-4D50-B449-AAA9-203738144EA7}" dt="2023-08-22T08:07:15.924" v="978" actId="20577"/>
          <ac:spMkLst>
            <pc:docMk/>
            <pc:sldMk cId="3797559898" sldId="535"/>
            <ac:spMk id="16" creationId="{80689F70-BE00-BCDC-68C3-E4C48FFE24E4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17" creationId="{6862CE32-E592-E657-1BF2-8B1B686A0596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20" creationId="{62F8D2A7-1661-B534-75CB-85C7543D3C82}"/>
          </ac:spMkLst>
        </pc:spChg>
        <pc:spChg chg="add 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21" creationId="{D8E6D90A-5846-31D9-9E79-752E500BD588}"/>
          </ac:spMkLst>
        </pc:spChg>
        <pc:spChg chg="mod">
          <ac:chgData name="Hieu Do" userId="8091c26b-a61d-4e97-addd-a670c191ef7c" providerId="ADAL" clId="{D59A9351-4D50-B449-AAA9-203738144EA7}" dt="2023-08-22T07:49:03.939" v="572" actId="20577"/>
          <ac:spMkLst>
            <pc:docMk/>
            <pc:sldMk cId="3797559898" sldId="535"/>
            <ac:spMk id="24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25" creationId="{8A25B2F9-679F-1878-D654-E9B7AB76F363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29" creationId="{CBAC252C-9620-E56E-644E-F483744DF18F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30" creationId="{668E23AF-AE8E-1108-D633-9F0B6A5A2636}"/>
          </ac:spMkLst>
        </pc:spChg>
        <pc:spChg chg="del">
          <ac:chgData name="Hieu Do" userId="8091c26b-a61d-4e97-addd-a670c191ef7c" providerId="ADAL" clId="{D59A9351-4D50-B449-AAA9-203738144EA7}" dt="2023-08-22T07:48:42.800" v="530" actId="478"/>
          <ac:spMkLst>
            <pc:docMk/>
            <pc:sldMk cId="3797559898" sldId="535"/>
            <ac:spMk id="31" creationId="{646D59AA-8AFE-4C17-6E03-B3CE9322A37B}"/>
          </ac:spMkLst>
        </pc:spChg>
        <pc:spChg chg="del">
          <ac:chgData name="Hieu Do" userId="8091c26b-a61d-4e97-addd-a670c191ef7c" providerId="ADAL" clId="{D59A9351-4D50-B449-AAA9-203738144EA7}" dt="2023-08-22T07:48:48.874" v="533" actId="478"/>
          <ac:spMkLst>
            <pc:docMk/>
            <pc:sldMk cId="3797559898" sldId="535"/>
            <ac:spMk id="32" creationId="{39DD70B6-5482-5BC2-442A-CFFA70B298DC}"/>
          </ac:spMkLst>
        </pc:spChg>
        <pc:spChg chg="del">
          <ac:chgData name="Hieu Do" userId="8091c26b-a61d-4e97-addd-a670c191ef7c" providerId="ADAL" clId="{D59A9351-4D50-B449-AAA9-203738144EA7}" dt="2023-08-22T07:48:37.296" v="528" actId="478"/>
          <ac:spMkLst>
            <pc:docMk/>
            <pc:sldMk cId="3797559898" sldId="535"/>
            <ac:spMk id="33" creationId="{84CE4ADA-51C9-9742-C5F2-6D19D9EB2C4A}"/>
          </ac:spMkLst>
        </pc:spChg>
        <pc:spChg chg="del">
          <ac:chgData name="Hieu Do" userId="8091c26b-a61d-4e97-addd-a670c191ef7c" providerId="ADAL" clId="{D59A9351-4D50-B449-AAA9-203738144EA7}" dt="2023-08-22T07:48:40.441" v="529" actId="478"/>
          <ac:spMkLst>
            <pc:docMk/>
            <pc:sldMk cId="3797559898" sldId="535"/>
            <ac:spMk id="34" creationId="{7CF03BC4-118A-D897-090D-9ACF1AF61AC0}"/>
          </ac:spMkLst>
        </pc:spChg>
        <pc:spChg chg="del">
          <ac:chgData name="Hieu Do" userId="8091c26b-a61d-4e97-addd-a670c191ef7c" providerId="ADAL" clId="{D59A9351-4D50-B449-AAA9-203738144EA7}" dt="2023-08-22T07:48:37.296" v="528" actId="478"/>
          <ac:spMkLst>
            <pc:docMk/>
            <pc:sldMk cId="3797559898" sldId="535"/>
            <ac:spMk id="35" creationId="{CD2802EC-A415-3A50-53B1-6831FB7E8C7D}"/>
          </ac:spMkLst>
        </pc:spChg>
        <pc:spChg chg="del">
          <ac:chgData name="Hieu Do" userId="8091c26b-a61d-4e97-addd-a670c191ef7c" providerId="ADAL" clId="{D59A9351-4D50-B449-AAA9-203738144EA7}" dt="2023-08-22T07:48:46.802" v="532" actId="478"/>
          <ac:spMkLst>
            <pc:docMk/>
            <pc:sldMk cId="3797559898" sldId="535"/>
            <ac:spMk id="36" creationId="{9A7B540D-8DBB-FCDE-94FE-E578E56354A8}"/>
          </ac:spMkLst>
        </pc:spChg>
        <pc:spChg chg="del">
          <ac:chgData name="Hieu Do" userId="8091c26b-a61d-4e97-addd-a670c191ef7c" providerId="ADAL" clId="{D59A9351-4D50-B449-AAA9-203738144EA7}" dt="2023-08-22T07:48:27.131" v="524" actId="478"/>
          <ac:spMkLst>
            <pc:docMk/>
            <pc:sldMk cId="3797559898" sldId="535"/>
            <ac:spMk id="40" creationId="{307A7965-6DF8-FD7E-BE14-5025FABB28A1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41" creationId="{728176EB-0AC5-8F53-0D0A-C0D7578895AE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42" creationId="{10420A29-354F-4AFA-95BB-3E70ABC5EFC0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47" creationId="{E0BAD544-14D0-7498-BA3A-8CB2CE55F2E9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48" creationId="{33218272-4AF1-DBCE-1E4F-762162854AE4}"/>
          </ac:spMkLst>
        </pc:spChg>
        <pc:spChg chg="mod">
          <ac:chgData name="Hieu Do" userId="8091c26b-a61d-4e97-addd-a670c191ef7c" providerId="ADAL" clId="{D59A9351-4D50-B449-AAA9-203738144EA7}" dt="2023-08-22T07:49:07.678" v="573"/>
          <ac:spMkLst>
            <pc:docMk/>
            <pc:sldMk cId="3797559898" sldId="535"/>
            <ac:spMk id="49" creationId="{7E11B1CE-DE2E-C019-7921-62DDC84E369B}"/>
          </ac:spMkLst>
        </pc:spChg>
        <pc:spChg chg="add mod">
          <ac:chgData name="Hieu Do" userId="8091c26b-a61d-4e97-addd-a670c191ef7c" providerId="ADAL" clId="{D59A9351-4D50-B449-AAA9-203738144EA7}" dt="2023-08-22T08:08:01.463" v="982" actId="1076"/>
          <ac:spMkLst>
            <pc:docMk/>
            <pc:sldMk cId="3797559898" sldId="535"/>
            <ac:spMk id="54" creationId="{9E0CE42F-7E89-07FE-6191-A097C5B38F58}"/>
          </ac:spMkLst>
        </pc:spChg>
        <pc:grpChg chg="add 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2" creationId="{99C6630F-DA4C-88EA-4C3D-A011AFD03CFF}"/>
          </ac:grpSpMkLst>
        </pc:grpChg>
        <pc:grpChg chg="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3" creationId="{721F1993-1999-3912-242D-60EF0A8E4798}"/>
          </ac:grpSpMkLst>
        </pc:grpChg>
        <pc:grpChg chg="add 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15" creationId="{1F65B8C1-083C-62CA-286D-D9A96928C2A5}"/>
          </ac:grpSpMkLst>
        </pc:grpChg>
        <pc:grpChg chg="add 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22" creationId="{B98C3486-DD74-8B16-721F-333B7777A7C8}"/>
          </ac:grpSpMkLst>
        </pc:grpChg>
        <pc:grpChg chg="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23" creationId="{7FCB85C0-D0C7-9D96-AC4C-E9E0EDF7D37C}"/>
          </ac:grpSpMkLst>
        </pc:grpChg>
        <pc:grpChg chg="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26" creationId="{441C56C5-09E6-359C-0E75-73092551F4C0}"/>
          </ac:grpSpMkLst>
        </pc:grpChg>
        <pc:grpChg chg="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43" creationId="{80D8D353-FDAA-90B6-6A49-F44F1AE705B6}"/>
          </ac:grpSpMkLst>
        </pc:grpChg>
        <pc:grpChg chg="mod">
          <ac:chgData name="Hieu Do" userId="8091c26b-a61d-4e97-addd-a670c191ef7c" providerId="ADAL" clId="{D59A9351-4D50-B449-AAA9-203738144EA7}" dt="2023-08-22T07:49:07.678" v="573"/>
          <ac:grpSpMkLst>
            <pc:docMk/>
            <pc:sldMk cId="3797559898" sldId="535"/>
            <ac:grpSpMk id="44" creationId="{D093F9C3-7F74-1F64-923E-9F122D376515}"/>
          </ac:grpSpMkLst>
        </pc:grpChg>
        <pc:picChg chg="del">
          <ac:chgData name="Hieu Do" userId="8091c26b-a61d-4e97-addd-a670c191ef7c" providerId="ADAL" clId="{D59A9351-4D50-B449-AAA9-203738144EA7}" dt="2023-08-22T07:48:28.756" v="525" actId="478"/>
          <ac:picMkLst>
            <pc:docMk/>
            <pc:sldMk cId="3797559898" sldId="535"/>
            <ac:picMk id="18" creationId="{C1AFF280-B24B-08C6-6806-A36E2BA1EE1A}"/>
          </ac:picMkLst>
        </pc:picChg>
        <pc:picChg chg="del">
          <ac:chgData name="Hieu Do" userId="8091c26b-a61d-4e97-addd-a670c191ef7c" providerId="ADAL" clId="{D59A9351-4D50-B449-AAA9-203738144EA7}" dt="2023-08-22T07:48:32.794" v="527" actId="478"/>
          <ac:picMkLst>
            <pc:docMk/>
            <pc:sldMk cId="3797559898" sldId="535"/>
            <ac:picMk id="37" creationId="{DC1E7BEC-F529-EDF4-1BBD-12B31BDDF316}"/>
          </ac:picMkLst>
        </pc:picChg>
        <pc:picChg chg="del">
          <ac:chgData name="Hieu Do" userId="8091c26b-a61d-4e97-addd-a670c191ef7c" providerId="ADAL" clId="{D59A9351-4D50-B449-AAA9-203738144EA7}" dt="2023-08-22T07:48:31.156" v="526" actId="478"/>
          <ac:picMkLst>
            <pc:docMk/>
            <pc:sldMk cId="3797559898" sldId="535"/>
            <ac:picMk id="38" creationId="{24CFF1C5-3628-1AB3-9196-84B86CE2DC6C}"/>
          </ac:picMkLst>
        </pc:picChg>
        <pc:picChg chg="del">
          <ac:chgData name="Hieu Do" userId="8091c26b-a61d-4e97-addd-a670c191ef7c" providerId="ADAL" clId="{D59A9351-4D50-B449-AAA9-203738144EA7}" dt="2023-08-22T07:48:44.601" v="531" actId="478"/>
          <ac:picMkLst>
            <pc:docMk/>
            <pc:sldMk cId="3797559898" sldId="535"/>
            <ac:picMk id="39" creationId="{61F630AB-164B-46B7-7C1E-F4D073989D10}"/>
          </ac:picMkLst>
        </pc:pic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6" creationId="{6B89A7B8-E1E6-E1E3-AEB7-311485B9A4EB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9" creationId="{E1A39308-DB18-0A12-4E1E-07C0C4C9A510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27" creationId="{BBC7040C-FF90-D9AE-86B7-62B60E27F5F2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28" creationId="{05849926-4146-538C-4C78-80069FD80530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45" creationId="{F760F1C9-7DAB-2475-52FB-C1740BE0A75F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46" creationId="{EFA6A193-FC85-18A2-D1B8-B7E7C519E0C2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50" creationId="{24492886-968A-BF66-D65D-EEB7C6DE774B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51" creationId="{5F6C3869-6B98-A51D-3453-FC66AA45C1BD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52" creationId="{373C6491-2811-4628-4BF6-E1095AE5F21C}"/>
          </ac:cxnSpMkLst>
        </pc:cxnChg>
        <pc:cxnChg chg="mod">
          <ac:chgData name="Hieu Do" userId="8091c26b-a61d-4e97-addd-a670c191ef7c" providerId="ADAL" clId="{D59A9351-4D50-B449-AAA9-203738144EA7}" dt="2023-08-22T07:49:07.678" v="573"/>
          <ac:cxnSpMkLst>
            <pc:docMk/>
            <pc:sldMk cId="3797559898" sldId="535"/>
            <ac:cxnSpMk id="53" creationId="{B11BDA2D-3F15-C496-9FC7-C7C12A31A7A4}"/>
          </ac:cxnSpMkLst>
        </pc:cxnChg>
      </pc:sldChg>
      <pc:sldChg chg="delSp modSp mod delAnim">
        <pc:chgData name="Hieu Do" userId="8091c26b-a61d-4e97-addd-a670c191ef7c" providerId="ADAL" clId="{D59A9351-4D50-B449-AAA9-203738144EA7}" dt="2023-08-22T08:29:24.675" v="1231" actId="1076"/>
        <pc:sldMkLst>
          <pc:docMk/>
          <pc:sldMk cId="2341170634" sldId="608"/>
        </pc:sldMkLst>
        <pc:spChg chg="del">
          <ac:chgData name="Hieu Do" userId="8091c26b-a61d-4e97-addd-a670c191ef7c" providerId="ADAL" clId="{D59A9351-4D50-B449-AAA9-203738144EA7}" dt="2023-08-22T08:27:26.921" v="1171" actId="478"/>
          <ac:spMkLst>
            <pc:docMk/>
            <pc:sldMk cId="2341170634" sldId="608"/>
            <ac:spMk id="2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08:28:29.293" v="1220" actId="1076"/>
          <ac:spMkLst>
            <pc:docMk/>
            <pc:sldMk cId="2341170634" sldId="608"/>
            <ac:spMk id="20" creationId="{970DC2B5-CDC0-F4BD-4163-66395A797FB2}"/>
          </ac:spMkLst>
        </pc:spChg>
        <pc:spChg chg="mod">
          <ac:chgData name="Hieu Do" userId="8091c26b-a61d-4e97-addd-a670c191ef7c" providerId="ADAL" clId="{D59A9351-4D50-B449-AAA9-203738144EA7}" dt="2023-08-22T08:28:37.245" v="1222" actId="1076"/>
          <ac:spMkLst>
            <pc:docMk/>
            <pc:sldMk cId="2341170634" sldId="608"/>
            <ac:spMk id="21" creationId="{615C8617-D8CE-4AD2-A900-79089A7E0C91}"/>
          </ac:spMkLst>
        </pc:spChg>
        <pc:spChg chg="del">
          <ac:chgData name="Hieu Do" userId="8091c26b-a61d-4e97-addd-a670c191ef7c" providerId="ADAL" clId="{D59A9351-4D50-B449-AAA9-203738144EA7}" dt="2023-08-22T08:27:22.316" v="1169" actId="478"/>
          <ac:spMkLst>
            <pc:docMk/>
            <pc:sldMk cId="2341170634" sldId="608"/>
            <ac:spMk id="22" creationId="{D1E785F1-2665-36D1-1706-2AFD63D2F528}"/>
          </ac:spMkLst>
        </pc:spChg>
        <pc:spChg chg="mod">
          <ac:chgData name="Hieu Do" userId="8091c26b-a61d-4e97-addd-a670c191ef7c" providerId="ADAL" clId="{D59A9351-4D50-B449-AAA9-203738144EA7}" dt="2023-08-22T08:27:40.042" v="1172" actId="1076"/>
          <ac:spMkLst>
            <pc:docMk/>
            <pc:sldMk cId="2341170634" sldId="608"/>
            <ac:spMk id="23" creationId="{8B198442-792D-035E-73A1-C5FC8B4108FF}"/>
          </ac:spMkLst>
        </pc:spChg>
        <pc:spChg chg="mod">
          <ac:chgData name="Hieu Do" userId="8091c26b-a61d-4e97-addd-a670c191ef7c" providerId="ADAL" clId="{D59A9351-4D50-B449-AAA9-203738144EA7}" dt="2023-08-22T08:27:51.382" v="1217" actId="20577"/>
          <ac:spMkLst>
            <pc:docMk/>
            <pc:sldMk cId="2341170634" sldId="608"/>
            <ac:spMk id="24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08:29:02.042" v="1226" actId="1076"/>
          <ac:spMkLst>
            <pc:docMk/>
            <pc:sldMk cId="2341170634" sldId="608"/>
            <ac:spMk id="27" creationId="{5A2C1134-B64D-AD2B-2761-81B26939FB9E}"/>
          </ac:spMkLst>
        </pc:spChg>
        <pc:spChg chg="mod">
          <ac:chgData name="Hieu Do" userId="8091c26b-a61d-4e97-addd-a670c191ef7c" providerId="ADAL" clId="{D59A9351-4D50-B449-AAA9-203738144EA7}" dt="2023-08-22T08:29:12.561" v="1229" actId="1076"/>
          <ac:spMkLst>
            <pc:docMk/>
            <pc:sldMk cId="2341170634" sldId="608"/>
            <ac:spMk id="28" creationId="{BB93290F-1F73-7AA7-AF77-07192819D19D}"/>
          </ac:spMkLst>
        </pc:spChg>
        <pc:spChg chg="mod">
          <ac:chgData name="Hieu Do" userId="8091c26b-a61d-4e97-addd-a670c191ef7c" providerId="ADAL" clId="{D59A9351-4D50-B449-AAA9-203738144EA7}" dt="2023-08-22T08:29:17.968" v="1230" actId="1076"/>
          <ac:spMkLst>
            <pc:docMk/>
            <pc:sldMk cId="2341170634" sldId="608"/>
            <ac:spMk id="30" creationId="{625898DD-89F5-4F44-D8DD-60EC19FBAE57}"/>
          </ac:spMkLst>
        </pc:spChg>
        <pc:spChg chg="mod">
          <ac:chgData name="Hieu Do" userId="8091c26b-a61d-4e97-addd-a670c191ef7c" providerId="ADAL" clId="{D59A9351-4D50-B449-AAA9-203738144EA7}" dt="2023-08-22T08:29:24.675" v="1231" actId="1076"/>
          <ac:spMkLst>
            <pc:docMk/>
            <pc:sldMk cId="2341170634" sldId="608"/>
            <ac:spMk id="41" creationId="{87F4A452-6B44-5516-9329-12F8C830129F}"/>
          </ac:spMkLst>
        </pc:spChg>
        <pc:picChg chg="mod">
          <ac:chgData name="Hieu Do" userId="8091c26b-a61d-4e97-addd-a670c191ef7c" providerId="ADAL" clId="{D59A9351-4D50-B449-AAA9-203738144EA7}" dt="2023-08-22T08:28:17.827" v="1219" actId="14100"/>
          <ac:picMkLst>
            <pc:docMk/>
            <pc:sldMk cId="2341170634" sldId="608"/>
            <ac:picMk id="25" creationId="{65A8B654-8E21-3B22-22E6-BEA65B19C173}"/>
          </ac:picMkLst>
        </pc:picChg>
        <pc:picChg chg="mod">
          <ac:chgData name="Hieu Do" userId="8091c26b-a61d-4e97-addd-a670c191ef7c" providerId="ADAL" clId="{D59A9351-4D50-B449-AAA9-203738144EA7}" dt="2023-08-22T08:28:50.330" v="1225" actId="1076"/>
          <ac:picMkLst>
            <pc:docMk/>
            <pc:sldMk cId="2341170634" sldId="608"/>
            <ac:picMk id="26" creationId="{BAD94222-C712-4232-F0DA-5D7020DBDF8D}"/>
          </ac:picMkLst>
        </pc:picChg>
        <pc:picChg chg="del">
          <ac:chgData name="Hieu Do" userId="8091c26b-a61d-4e97-addd-a670c191ef7c" providerId="ADAL" clId="{D59A9351-4D50-B449-AAA9-203738144EA7}" dt="2023-08-22T08:27:23.770" v="1170" actId="478"/>
          <ac:picMkLst>
            <pc:docMk/>
            <pc:sldMk cId="2341170634" sldId="608"/>
            <ac:picMk id="29" creationId="{ADE68638-4BF2-3FA9-7FDF-D4D6BB92C249}"/>
          </ac:picMkLst>
        </pc:picChg>
      </pc:sldChg>
      <pc:sldChg chg="addSp delSp modSp mod delAnim modAnim">
        <pc:chgData name="Hieu Do" userId="8091c26b-a61d-4e97-addd-a670c191ef7c" providerId="ADAL" clId="{D59A9351-4D50-B449-AAA9-203738144EA7}" dt="2023-08-22T08:35:36.387" v="1331" actId="1076"/>
        <pc:sldMkLst>
          <pc:docMk/>
          <pc:sldMk cId="2282080089" sldId="610"/>
        </pc:sldMkLst>
        <pc:spChg chg="del">
          <ac:chgData name="Hieu Do" userId="8091c26b-a61d-4e97-addd-a670c191ef7c" providerId="ADAL" clId="{D59A9351-4D50-B449-AAA9-203738144EA7}" dt="2023-08-22T08:31:33.990" v="1249" actId="478"/>
          <ac:spMkLst>
            <pc:docMk/>
            <pc:sldMk cId="2282080089" sldId="610"/>
            <ac:spMk id="2" creationId="{2E23D905-1C27-3E93-7842-0FCC1C6BCDBA}"/>
          </ac:spMkLst>
        </pc:spChg>
        <pc:spChg chg="mod">
          <ac:chgData name="Hieu Do" userId="8091c26b-a61d-4e97-addd-a670c191ef7c" providerId="ADAL" clId="{D59A9351-4D50-B449-AAA9-203738144EA7}" dt="2023-08-22T08:33:56.820" v="1304" actId="1076"/>
          <ac:spMkLst>
            <pc:docMk/>
            <pc:sldMk cId="2282080089" sldId="610"/>
            <ac:spMk id="6" creationId="{1B66F422-3920-1D01-BC02-313654382883}"/>
          </ac:spMkLst>
        </pc:spChg>
        <pc:spChg chg="add mod">
          <ac:chgData name="Hieu Do" userId="8091c26b-a61d-4e97-addd-a670c191ef7c" providerId="ADAL" clId="{D59A9351-4D50-B449-AAA9-203738144EA7}" dt="2023-08-22T08:35:36.387" v="1331" actId="1076"/>
          <ac:spMkLst>
            <pc:docMk/>
            <pc:sldMk cId="2282080089" sldId="610"/>
            <ac:spMk id="7" creationId="{B4E2BA10-4644-B372-406E-075158F1E992}"/>
          </ac:spMkLst>
        </pc:spChg>
        <pc:spChg chg="del">
          <ac:chgData name="Hieu Do" userId="8091c26b-a61d-4e97-addd-a670c191ef7c" providerId="ADAL" clId="{D59A9351-4D50-B449-AAA9-203738144EA7}" dt="2023-08-22T08:31:29.912" v="1247" actId="478"/>
          <ac:spMkLst>
            <pc:docMk/>
            <pc:sldMk cId="2282080089" sldId="610"/>
            <ac:spMk id="8" creationId="{ABC86393-FBA1-EDAF-4B57-D6E9F1739C5F}"/>
          </ac:spMkLst>
        </pc:spChg>
        <pc:spChg chg="del">
          <ac:chgData name="Hieu Do" userId="8091c26b-a61d-4e97-addd-a670c191ef7c" providerId="ADAL" clId="{D59A9351-4D50-B449-AAA9-203738144EA7}" dt="2023-08-22T08:31:31.853" v="1248" actId="478"/>
          <ac:spMkLst>
            <pc:docMk/>
            <pc:sldMk cId="2282080089" sldId="610"/>
            <ac:spMk id="9" creationId="{04B52EAB-89EF-420F-003B-4F81EEAFC96A}"/>
          </ac:spMkLst>
        </pc:spChg>
        <pc:spChg chg="add mod">
          <ac:chgData name="Hieu Do" userId="8091c26b-a61d-4e97-addd-a670c191ef7c" providerId="ADAL" clId="{D59A9351-4D50-B449-AAA9-203738144EA7}" dt="2023-08-22T08:35:30.824" v="1330" actId="14100"/>
          <ac:spMkLst>
            <pc:docMk/>
            <pc:sldMk cId="2282080089" sldId="610"/>
            <ac:spMk id="10" creationId="{8365C361-D03B-B904-A8A1-807F87810730}"/>
          </ac:spMkLst>
        </pc:spChg>
        <pc:picChg chg="add mod">
          <ac:chgData name="Hieu Do" userId="8091c26b-a61d-4e97-addd-a670c191ef7c" providerId="ADAL" clId="{D59A9351-4D50-B449-AAA9-203738144EA7}" dt="2023-08-22T08:34:01.945" v="1318" actId="1035"/>
          <ac:picMkLst>
            <pc:docMk/>
            <pc:sldMk cId="2282080089" sldId="610"/>
            <ac:picMk id="3" creationId="{13486800-2CD7-77E1-72C1-71EDF5F6F04C}"/>
          </ac:picMkLst>
        </pc:picChg>
        <pc:picChg chg="add mod">
          <ac:chgData name="Hieu Do" userId="8091c26b-a61d-4e97-addd-a670c191ef7c" providerId="ADAL" clId="{D59A9351-4D50-B449-AAA9-203738144EA7}" dt="2023-08-22T08:34:01.945" v="1318" actId="1035"/>
          <ac:picMkLst>
            <pc:docMk/>
            <pc:sldMk cId="2282080089" sldId="610"/>
            <ac:picMk id="5" creationId="{AB4985F0-752A-68C5-9DBD-A0690FD33E96}"/>
          </ac:picMkLst>
        </pc:picChg>
      </pc:sldChg>
      <pc:sldChg chg="del">
        <pc:chgData name="Hieu Do" userId="8091c26b-a61d-4e97-addd-a670c191ef7c" providerId="ADAL" clId="{D59A9351-4D50-B449-AAA9-203738144EA7}" dt="2023-08-22T08:44:54.558" v="1882" actId="2696"/>
        <pc:sldMkLst>
          <pc:docMk/>
          <pc:sldMk cId="2638024342" sldId="612"/>
        </pc:sldMkLst>
      </pc:sldChg>
      <pc:sldChg chg="del">
        <pc:chgData name="Hieu Do" userId="8091c26b-a61d-4e97-addd-a670c191ef7c" providerId="ADAL" clId="{D59A9351-4D50-B449-AAA9-203738144EA7}" dt="2023-08-22T08:48:32.464" v="2095" actId="2696"/>
        <pc:sldMkLst>
          <pc:docMk/>
          <pc:sldMk cId="3753655941" sldId="617"/>
        </pc:sldMkLst>
      </pc:sldChg>
      <pc:sldChg chg="addSp delSp modSp mod modAnim">
        <pc:chgData name="Hieu Do" userId="8091c26b-a61d-4e97-addd-a670c191ef7c" providerId="ADAL" clId="{D59A9351-4D50-B449-AAA9-203738144EA7}" dt="2023-08-22T10:53:30.505" v="2289"/>
        <pc:sldMkLst>
          <pc:docMk/>
          <pc:sldMk cId="3499738571" sldId="624"/>
        </pc:sldMkLst>
        <pc:spChg chg="add mod">
          <ac:chgData name="Hieu Do" userId="8091c26b-a61d-4e97-addd-a670c191ef7c" providerId="ADAL" clId="{D59A9351-4D50-B449-AAA9-203738144EA7}" dt="2023-08-22T10:50:51.829" v="2256" actId="1076"/>
          <ac:spMkLst>
            <pc:docMk/>
            <pc:sldMk cId="3499738571" sldId="624"/>
            <ac:spMk id="3" creationId="{6061FCC2-9C6D-5619-38B3-0E4B25C650F9}"/>
          </ac:spMkLst>
        </pc:spChg>
        <pc:spChg chg="add mod">
          <ac:chgData name="Hieu Do" userId="8091c26b-a61d-4e97-addd-a670c191ef7c" providerId="ADAL" clId="{D59A9351-4D50-B449-AAA9-203738144EA7}" dt="2023-08-22T10:51:51.743" v="2270" actId="207"/>
          <ac:spMkLst>
            <pc:docMk/>
            <pc:sldMk cId="3499738571" sldId="624"/>
            <ac:spMk id="6" creationId="{C618D714-4B87-0258-D32E-20228AD09211}"/>
          </ac:spMkLst>
        </pc:spChg>
        <pc:spChg chg="mod">
          <ac:chgData name="Hieu Do" userId="8091c26b-a61d-4e97-addd-a670c191ef7c" providerId="ADAL" clId="{D59A9351-4D50-B449-AAA9-203738144EA7}" dt="2023-08-22T10:50:46.241" v="2255" actId="207"/>
          <ac:spMkLst>
            <pc:docMk/>
            <pc:sldMk cId="3499738571" sldId="624"/>
            <ac:spMk id="9" creationId="{2586C662-11B1-5248-C16F-A95D19BD75CC}"/>
          </ac:spMkLst>
        </pc:spChg>
        <pc:spChg chg="mod">
          <ac:chgData name="Hieu Do" userId="8091c26b-a61d-4e97-addd-a670c191ef7c" providerId="ADAL" clId="{D59A9351-4D50-B449-AAA9-203738144EA7}" dt="2023-08-22T10:47:51.592" v="2162" actId="1076"/>
          <ac:spMkLst>
            <pc:docMk/>
            <pc:sldMk cId="3499738571" sldId="624"/>
            <ac:spMk id="10" creationId="{9C2F123A-3CFC-C145-9997-B6E927BC9CDA}"/>
          </ac:spMkLst>
        </pc:spChg>
        <pc:spChg chg="mod">
          <ac:chgData name="Hieu Do" userId="8091c26b-a61d-4e97-addd-a670c191ef7c" providerId="ADAL" clId="{D59A9351-4D50-B449-AAA9-203738144EA7}" dt="2023-08-22T10:47:54.841" v="2163" actId="1076"/>
          <ac:spMkLst>
            <pc:docMk/>
            <pc:sldMk cId="3499738571" sldId="624"/>
            <ac:spMk id="11" creationId="{7EAAC46A-BB22-1402-F8F4-DD1DA8C61980}"/>
          </ac:spMkLst>
        </pc:spChg>
        <pc:spChg chg="mod">
          <ac:chgData name="Hieu Do" userId="8091c26b-a61d-4e97-addd-a670c191ef7c" providerId="ADAL" clId="{D59A9351-4D50-B449-AAA9-203738144EA7}" dt="2023-08-22T10:49:52.771" v="2188" actId="1076"/>
          <ac:spMkLst>
            <pc:docMk/>
            <pc:sldMk cId="3499738571" sldId="624"/>
            <ac:spMk id="12" creationId="{C434B569-F224-E26C-2DC1-51EE58902CCF}"/>
          </ac:spMkLst>
        </pc:spChg>
        <pc:spChg chg="mod">
          <ac:chgData name="Hieu Do" userId="8091c26b-a61d-4e97-addd-a670c191ef7c" providerId="ADAL" clId="{D59A9351-4D50-B449-AAA9-203738144EA7}" dt="2023-08-22T10:49:23.172" v="2181" actId="1076"/>
          <ac:spMkLst>
            <pc:docMk/>
            <pc:sldMk cId="3499738571" sldId="624"/>
            <ac:spMk id="13" creationId="{90DBB5E1-BF26-D409-2B6F-B40E0A109A88}"/>
          </ac:spMkLst>
        </pc:spChg>
        <pc:spChg chg="mod">
          <ac:chgData name="Hieu Do" userId="8091c26b-a61d-4e97-addd-a670c191ef7c" providerId="ADAL" clId="{D59A9351-4D50-B449-AAA9-203738144EA7}" dt="2023-08-22T10:49:05.640" v="2178" actId="1076"/>
          <ac:spMkLst>
            <pc:docMk/>
            <pc:sldMk cId="3499738571" sldId="624"/>
            <ac:spMk id="16" creationId="{38994A9D-FFE6-F990-8CF6-1D7ADDDA1D89}"/>
          </ac:spMkLst>
        </pc:spChg>
        <pc:spChg chg="mod">
          <ac:chgData name="Hieu Do" userId="8091c26b-a61d-4e97-addd-a670c191ef7c" providerId="ADAL" clId="{D59A9351-4D50-B449-AAA9-203738144EA7}" dt="2023-08-22T10:52:12.005" v="2273" actId="207"/>
          <ac:spMkLst>
            <pc:docMk/>
            <pc:sldMk cId="3499738571" sldId="624"/>
            <ac:spMk id="17" creationId="{F1AB8614-D855-E248-0792-8BA21F7B1351}"/>
          </ac:spMkLst>
        </pc:spChg>
        <pc:spChg chg="mod">
          <ac:chgData name="Hieu Do" userId="8091c26b-a61d-4e97-addd-a670c191ef7c" providerId="ADAL" clId="{D59A9351-4D50-B449-AAA9-203738144EA7}" dt="2023-08-22T10:49:05.640" v="2178" actId="1076"/>
          <ac:spMkLst>
            <pc:docMk/>
            <pc:sldMk cId="3499738571" sldId="624"/>
            <ac:spMk id="18" creationId="{D1765337-ACC6-83CF-6D11-782738F71F6E}"/>
          </ac:spMkLst>
        </pc:spChg>
        <pc:spChg chg="mod">
          <ac:chgData name="Hieu Do" userId="8091c26b-a61d-4e97-addd-a670c191ef7c" providerId="ADAL" clId="{D59A9351-4D50-B449-AAA9-203738144EA7}" dt="2023-08-22T10:49:05.640" v="2178" actId="1076"/>
          <ac:spMkLst>
            <pc:docMk/>
            <pc:sldMk cId="3499738571" sldId="624"/>
            <ac:spMk id="20" creationId="{80C751C4-5E93-2CF9-A86C-C064483FBF50}"/>
          </ac:spMkLst>
        </pc:spChg>
        <pc:spChg chg="del mod">
          <ac:chgData name="Hieu Do" userId="8091c26b-a61d-4e97-addd-a670c191ef7c" providerId="ADAL" clId="{D59A9351-4D50-B449-AAA9-203738144EA7}" dt="2023-08-22T10:48:05.834" v="2167" actId="478"/>
          <ac:spMkLst>
            <pc:docMk/>
            <pc:sldMk cId="3499738571" sldId="624"/>
            <ac:spMk id="21" creationId="{90DBB5E1-BF26-D409-2B6F-B40E0A109A88}"/>
          </ac:spMkLst>
        </pc:spChg>
        <pc:grpChg chg="mod">
          <ac:chgData name="Hieu Do" userId="8091c26b-a61d-4e97-addd-a670c191ef7c" providerId="ADAL" clId="{D59A9351-4D50-B449-AAA9-203738144EA7}" dt="2023-08-22T10:49:05.640" v="2178" actId="1076"/>
          <ac:grpSpMkLst>
            <pc:docMk/>
            <pc:sldMk cId="3499738571" sldId="624"/>
            <ac:grpSpMk id="15" creationId="{00000000-0000-0000-0000-000000000000}"/>
          </ac:grpSpMkLst>
        </pc:grpChg>
        <pc:picChg chg="add mod">
          <ac:chgData name="Hieu Do" userId="8091c26b-a61d-4e97-addd-a670c191ef7c" providerId="ADAL" clId="{D59A9351-4D50-B449-AAA9-203738144EA7}" dt="2023-08-22T10:51:05.766" v="2259" actId="14100"/>
          <ac:picMkLst>
            <pc:docMk/>
            <pc:sldMk cId="3499738571" sldId="624"/>
            <ac:picMk id="2" creationId="{F97F306C-F171-7D52-661E-07EB8FCB279D}"/>
          </ac:picMkLst>
        </pc:picChg>
        <pc:picChg chg="add mod">
          <ac:chgData name="Hieu Do" userId="8091c26b-a61d-4e97-addd-a670c191ef7c" providerId="ADAL" clId="{D59A9351-4D50-B449-AAA9-203738144EA7}" dt="2023-08-22T10:51:18.720" v="2261" actId="1076"/>
          <ac:picMkLst>
            <pc:docMk/>
            <pc:sldMk cId="3499738571" sldId="624"/>
            <ac:picMk id="5" creationId="{17E5119B-86BE-4F0A-ECA2-943EB62D9E9D}"/>
          </ac:picMkLst>
        </pc:picChg>
      </pc:sldChg>
      <pc:sldChg chg="modSp mod">
        <pc:chgData name="Hieu Do" userId="8091c26b-a61d-4e97-addd-a670c191ef7c" providerId="ADAL" clId="{D59A9351-4D50-B449-AAA9-203738144EA7}" dt="2023-08-22T10:55:44.291" v="2338" actId="20577"/>
        <pc:sldMkLst>
          <pc:docMk/>
          <pc:sldMk cId="979701361" sldId="632"/>
        </pc:sldMkLst>
        <pc:spChg chg="mod">
          <ac:chgData name="Hieu Do" userId="8091c26b-a61d-4e97-addd-a670c191ef7c" providerId="ADAL" clId="{D59A9351-4D50-B449-AAA9-203738144EA7}" dt="2023-08-22T10:55:44.291" v="2338" actId="20577"/>
          <ac:spMkLst>
            <pc:docMk/>
            <pc:sldMk cId="979701361" sldId="632"/>
            <ac:spMk id="24" creationId="{00000000-0000-0000-0000-000000000000}"/>
          </ac:spMkLst>
        </pc:spChg>
      </pc:sldChg>
      <pc:sldChg chg="addSp modSp mod">
        <pc:chgData name="Hieu Do" userId="8091c26b-a61d-4e97-addd-a670c191ef7c" providerId="ADAL" clId="{D59A9351-4D50-B449-AAA9-203738144EA7}" dt="2023-08-22T11:03:22.955" v="2348" actId="1076"/>
        <pc:sldMkLst>
          <pc:docMk/>
          <pc:sldMk cId="2241089253" sldId="651"/>
        </pc:sldMkLst>
        <pc:spChg chg="mod">
          <ac:chgData name="Hieu Do" userId="8091c26b-a61d-4e97-addd-a670c191ef7c" providerId="ADAL" clId="{D59A9351-4D50-B449-AAA9-203738144EA7}" dt="2023-08-22T11:02:53.467" v="2342" actId="404"/>
          <ac:spMkLst>
            <pc:docMk/>
            <pc:sldMk cId="2241089253" sldId="651"/>
            <ac:spMk id="3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11:03:22.955" v="2348" actId="1076"/>
          <ac:spMkLst>
            <pc:docMk/>
            <pc:sldMk cId="2241089253" sldId="651"/>
            <ac:spMk id="5" creationId="{00000000-0000-0000-0000-000000000000}"/>
          </ac:spMkLst>
        </pc:spChg>
        <pc:picChg chg="add mod">
          <ac:chgData name="Hieu Do" userId="8091c26b-a61d-4e97-addd-a670c191ef7c" providerId="ADAL" clId="{D59A9351-4D50-B449-AAA9-203738144EA7}" dt="2023-08-22T11:03:14.455" v="2347" actId="1076"/>
          <ac:picMkLst>
            <pc:docMk/>
            <pc:sldMk cId="2241089253" sldId="651"/>
            <ac:picMk id="2" creationId="{74C3D0EA-5540-ED7B-EC33-CBFC65FE5296}"/>
          </ac:picMkLst>
        </pc:picChg>
      </pc:sldChg>
      <pc:sldChg chg="addSp delSp modSp mod delAnim modAnim">
        <pc:chgData name="Hieu Do" userId="8091c26b-a61d-4e97-addd-a670c191ef7c" providerId="ADAL" clId="{D59A9351-4D50-B449-AAA9-203738144EA7}" dt="2023-08-22T11:21:08.047" v="2654" actId="478"/>
        <pc:sldMkLst>
          <pc:docMk/>
          <pc:sldMk cId="2057932390" sldId="666"/>
        </pc:sldMkLst>
        <pc:spChg chg="add mod">
          <ac:chgData name="Hieu Do" userId="8091c26b-a61d-4e97-addd-a670c191ef7c" providerId="ADAL" clId="{D59A9351-4D50-B449-AAA9-203738144EA7}" dt="2023-08-22T11:18:53.729" v="2516" actId="20577"/>
          <ac:spMkLst>
            <pc:docMk/>
            <pc:sldMk cId="2057932390" sldId="666"/>
            <ac:spMk id="2" creationId="{D8CC02B1-8FEB-ADF6-7602-7785C18C3361}"/>
          </ac:spMkLst>
        </pc:spChg>
        <pc:spChg chg="add mod">
          <ac:chgData name="Hieu Do" userId="8091c26b-a61d-4e97-addd-a670c191ef7c" providerId="ADAL" clId="{D59A9351-4D50-B449-AAA9-203738144EA7}" dt="2023-08-22T11:20:04.924" v="2562" actId="20577"/>
          <ac:spMkLst>
            <pc:docMk/>
            <pc:sldMk cId="2057932390" sldId="666"/>
            <ac:spMk id="3" creationId="{1967F06F-A3BA-24E7-2C59-688119A6BD52}"/>
          </ac:spMkLst>
        </pc:spChg>
        <pc:spChg chg="add mod">
          <ac:chgData name="Hieu Do" userId="8091c26b-a61d-4e97-addd-a670c191ef7c" providerId="ADAL" clId="{D59A9351-4D50-B449-AAA9-203738144EA7}" dt="2023-08-22T11:16:56.833" v="2448" actId="20577"/>
          <ac:spMkLst>
            <pc:docMk/>
            <pc:sldMk cId="2057932390" sldId="666"/>
            <ac:spMk id="5" creationId="{04686701-89D7-EED9-A855-E46159F50338}"/>
          </ac:spMkLst>
        </pc:spChg>
        <pc:spChg chg="add mod">
          <ac:chgData name="Hieu Do" userId="8091c26b-a61d-4e97-addd-a670c191ef7c" providerId="ADAL" clId="{D59A9351-4D50-B449-AAA9-203738144EA7}" dt="2023-08-22T11:21:04.324" v="2653" actId="20577"/>
          <ac:spMkLst>
            <pc:docMk/>
            <pc:sldMk cId="2057932390" sldId="666"/>
            <ac:spMk id="6" creationId="{C98E3C7B-A8AC-635E-AD17-C57B2E5A7E81}"/>
          </ac:spMkLst>
        </pc:spChg>
        <pc:spChg chg="mod">
          <ac:chgData name="Hieu Do" userId="8091c26b-a61d-4e97-addd-a670c191ef7c" providerId="ADAL" clId="{D59A9351-4D50-B449-AAA9-203738144EA7}" dt="2023-08-22T11:15:39.837" v="2362"/>
          <ac:spMkLst>
            <pc:docMk/>
            <pc:sldMk cId="2057932390" sldId="666"/>
            <ac:spMk id="10" creationId="{8B4BE1D5-6DCA-503B-8C17-737AF50772DA}"/>
          </ac:spMkLst>
        </pc:spChg>
        <pc:spChg chg="mod">
          <ac:chgData name="Hieu Do" userId="8091c26b-a61d-4e97-addd-a670c191ef7c" providerId="ADAL" clId="{D59A9351-4D50-B449-AAA9-203738144EA7}" dt="2023-08-22T11:15:39.837" v="2362"/>
          <ac:spMkLst>
            <pc:docMk/>
            <pc:sldMk cId="2057932390" sldId="666"/>
            <ac:spMk id="11" creationId="{AA3C8C15-8F5A-8B17-C7B1-93A5716E6965}"/>
          </ac:spMkLst>
        </pc:spChg>
        <pc:spChg chg="add del mod">
          <ac:chgData name="Hieu Do" userId="8091c26b-a61d-4e97-addd-a670c191ef7c" providerId="ADAL" clId="{D59A9351-4D50-B449-AAA9-203738144EA7}" dt="2023-08-22T11:16:08.644" v="2383" actId="1076"/>
          <ac:spMkLst>
            <pc:docMk/>
            <pc:sldMk cId="2057932390" sldId="666"/>
            <ac:spMk id="16" creationId="{5336D208-109C-4290-82A5-BDF696A7B7A7}"/>
          </ac:spMkLst>
        </pc:spChg>
        <pc:spChg chg="del mod">
          <ac:chgData name="Hieu Do" userId="8091c26b-a61d-4e97-addd-a670c191ef7c" providerId="ADAL" clId="{D59A9351-4D50-B449-AAA9-203738144EA7}" dt="2023-08-22T11:14:31.168" v="2354" actId="478"/>
          <ac:spMkLst>
            <pc:docMk/>
            <pc:sldMk cId="2057932390" sldId="666"/>
            <ac:spMk id="17" creationId="{5336D208-109C-4290-82A5-BDF696A7B7A7}"/>
          </ac:spMkLst>
        </pc:spChg>
        <pc:spChg chg="del">
          <ac:chgData name="Hieu Do" userId="8091c26b-a61d-4e97-addd-a670c191ef7c" providerId="ADAL" clId="{D59A9351-4D50-B449-AAA9-203738144EA7}" dt="2023-08-22T11:17:01.040" v="2449" actId="478"/>
          <ac:spMkLst>
            <pc:docMk/>
            <pc:sldMk cId="2057932390" sldId="666"/>
            <ac:spMk id="18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11:21:08.047" v="2654" actId="478"/>
          <ac:spMkLst>
            <pc:docMk/>
            <pc:sldMk cId="2057932390" sldId="666"/>
            <ac:spMk id="20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11:15:38.375" v="2361" actId="478"/>
          <ac:spMkLst>
            <pc:docMk/>
            <pc:sldMk cId="2057932390" sldId="666"/>
            <ac:spMk id="21" creationId="{00000000-0000-0000-0000-000000000000}"/>
          </ac:spMkLst>
        </pc:spChg>
        <pc:grpChg chg="add mod">
          <ac:chgData name="Hieu Do" userId="8091c26b-a61d-4e97-addd-a670c191ef7c" providerId="ADAL" clId="{D59A9351-4D50-B449-AAA9-203738144EA7}" dt="2023-08-22T11:15:56.666" v="2380" actId="1076"/>
          <ac:grpSpMkLst>
            <pc:docMk/>
            <pc:sldMk cId="2057932390" sldId="666"/>
            <ac:grpSpMk id="7" creationId="{243E06A7-78F6-EDB2-E2B9-FC9FFCABF5B2}"/>
          </ac:grpSpMkLst>
        </pc:grpChg>
        <pc:graphicFrameChg chg="del">
          <ac:chgData name="Hieu Do" userId="8091c26b-a61d-4e97-addd-a670c191ef7c" providerId="ADAL" clId="{D59A9351-4D50-B449-AAA9-203738144EA7}" dt="2023-08-22T11:13:44.397" v="2349" actId="478"/>
          <ac:graphicFrameMkLst>
            <pc:docMk/>
            <pc:sldMk cId="2057932390" sldId="666"/>
            <ac:graphicFrameMk id="15" creationId="{90DEFBBE-2532-465C-981D-03AAC6130DEA}"/>
          </ac:graphicFrameMkLst>
        </pc:graphicFrameChg>
        <pc:cxnChg chg="mod">
          <ac:chgData name="Hieu Do" userId="8091c26b-a61d-4e97-addd-a670c191ef7c" providerId="ADAL" clId="{D59A9351-4D50-B449-AAA9-203738144EA7}" dt="2023-08-22T11:15:39.837" v="2362"/>
          <ac:cxnSpMkLst>
            <pc:docMk/>
            <pc:sldMk cId="2057932390" sldId="666"/>
            <ac:cxnSpMk id="8" creationId="{EF37C511-B0A4-A8E2-E887-D382EDF51998}"/>
          </ac:cxnSpMkLst>
        </pc:cxnChg>
        <pc:cxnChg chg="mod">
          <ac:chgData name="Hieu Do" userId="8091c26b-a61d-4e97-addd-a670c191ef7c" providerId="ADAL" clId="{D59A9351-4D50-B449-AAA9-203738144EA7}" dt="2023-08-22T11:15:39.837" v="2362"/>
          <ac:cxnSpMkLst>
            <pc:docMk/>
            <pc:sldMk cId="2057932390" sldId="666"/>
            <ac:cxnSpMk id="9" creationId="{88026A40-A931-D436-1E50-6051D94E4A9C}"/>
          </ac:cxnSpMkLst>
        </pc:cxnChg>
      </pc:sldChg>
      <pc:sldChg chg="addSp delSp modSp add mod addAnim delAnim modAnim">
        <pc:chgData name="Hieu Do" userId="8091c26b-a61d-4e97-addd-a670c191ef7c" providerId="ADAL" clId="{D59A9351-4D50-B449-AAA9-203738144EA7}" dt="2023-08-22T08:27:07.976" v="1168" actId="478"/>
        <pc:sldMkLst>
          <pc:docMk/>
          <pc:sldMk cId="1836256041" sldId="677"/>
        </pc:sldMkLst>
        <pc:spChg chg="add mod">
          <ac:chgData name="Hieu Do" userId="8091c26b-a61d-4e97-addd-a670c191ef7c" providerId="ADAL" clId="{D59A9351-4D50-B449-AAA9-203738144EA7}" dt="2023-08-22T08:26:22.976" v="1152" actId="1076"/>
          <ac:spMkLst>
            <pc:docMk/>
            <pc:sldMk cId="1836256041" sldId="677"/>
            <ac:spMk id="2" creationId="{66F41E99-8E04-7314-6AE6-778197B4559D}"/>
          </ac:spMkLst>
        </pc:spChg>
        <pc:spChg chg="del">
          <ac:chgData name="Hieu Do" userId="8091c26b-a61d-4e97-addd-a670c191ef7c" providerId="ADAL" clId="{D59A9351-4D50-B449-AAA9-203738144EA7}" dt="2023-08-22T08:08:40.926" v="983" actId="478"/>
          <ac:spMkLst>
            <pc:docMk/>
            <pc:sldMk cId="1836256041" sldId="677"/>
            <ac:spMk id="5" creationId="{7973F630-03A2-FA95-93B6-0BB8312D901D}"/>
          </ac:spMkLst>
        </pc:spChg>
        <pc:spChg chg="add mod">
          <ac:chgData name="Hieu Do" userId="8091c26b-a61d-4e97-addd-a670c191ef7c" providerId="ADAL" clId="{D59A9351-4D50-B449-AAA9-203738144EA7}" dt="2023-08-22T08:25:29.275" v="1136" actId="1076"/>
          <ac:spMkLst>
            <pc:docMk/>
            <pc:sldMk cId="1836256041" sldId="677"/>
            <ac:spMk id="7" creationId="{73B82B7E-9511-DB48-BA4F-A23051895DC3}"/>
          </ac:spMkLst>
        </pc:spChg>
        <pc:spChg chg="mod">
          <ac:chgData name="Hieu Do" userId="8091c26b-a61d-4e97-addd-a670c191ef7c" providerId="ADAL" clId="{D59A9351-4D50-B449-AAA9-203738144EA7}" dt="2023-08-22T08:09:24.803" v="1078" actId="20577"/>
          <ac:spMkLst>
            <pc:docMk/>
            <pc:sldMk cId="1836256041" sldId="677"/>
            <ac:spMk id="24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08:11:22.756" v="1106" actId="1036"/>
          <ac:spMkLst>
            <pc:docMk/>
            <pc:sldMk cId="1836256041" sldId="677"/>
            <ac:spMk id="31" creationId="{646D59AA-8AFE-4C17-6E03-B3CE9322A37B}"/>
          </ac:spMkLst>
        </pc:spChg>
        <pc:spChg chg="mod">
          <ac:chgData name="Hieu Do" userId="8091c26b-a61d-4e97-addd-a670c191ef7c" providerId="ADAL" clId="{D59A9351-4D50-B449-AAA9-203738144EA7}" dt="2023-08-22T08:12:57.925" v="1125" actId="1038"/>
          <ac:spMkLst>
            <pc:docMk/>
            <pc:sldMk cId="1836256041" sldId="677"/>
            <ac:spMk id="32" creationId="{39DD70B6-5482-5BC2-442A-CFFA70B298DC}"/>
          </ac:spMkLst>
        </pc:spChg>
        <pc:spChg chg="mod">
          <ac:chgData name="Hieu Do" userId="8091c26b-a61d-4e97-addd-a670c191ef7c" providerId="ADAL" clId="{D59A9351-4D50-B449-AAA9-203738144EA7}" dt="2023-08-22T08:11:22.756" v="1106" actId="1036"/>
          <ac:spMkLst>
            <pc:docMk/>
            <pc:sldMk cId="1836256041" sldId="677"/>
            <ac:spMk id="33" creationId="{84CE4ADA-51C9-9742-C5F2-6D19D9EB2C4A}"/>
          </ac:spMkLst>
        </pc:spChg>
        <pc:spChg chg="mod">
          <ac:chgData name="Hieu Do" userId="8091c26b-a61d-4e97-addd-a670c191ef7c" providerId="ADAL" clId="{D59A9351-4D50-B449-AAA9-203738144EA7}" dt="2023-08-22T08:11:22.756" v="1106" actId="1036"/>
          <ac:spMkLst>
            <pc:docMk/>
            <pc:sldMk cId="1836256041" sldId="677"/>
            <ac:spMk id="34" creationId="{7CF03BC4-118A-D897-090D-9ACF1AF61AC0}"/>
          </ac:spMkLst>
        </pc:spChg>
        <pc:spChg chg="mod">
          <ac:chgData name="Hieu Do" userId="8091c26b-a61d-4e97-addd-a670c191ef7c" providerId="ADAL" clId="{D59A9351-4D50-B449-AAA9-203738144EA7}" dt="2023-08-22T08:11:22.756" v="1106" actId="1036"/>
          <ac:spMkLst>
            <pc:docMk/>
            <pc:sldMk cId="1836256041" sldId="677"/>
            <ac:spMk id="35" creationId="{CD2802EC-A415-3A50-53B1-6831FB7E8C7D}"/>
          </ac:spMkLst>
        </pc:spChg>
        <pc:spChg chg="mod">
          <ac:chgData name="Hieu Do" userId="8091c26b-a61d-4e97-addd-a670c191ef7c" providerId="ADAL" clId="{D59A9351-4D50-B449-AAA9-203738144EA7}" dt="2023-08-22T08:12:37.354" v="1117" actId="1076"/>
          <ac:spMkLst>
            <pc:docMk/>
            <pc:sldMk cId="1836256041" sldId="677"/>
            <ac:spMk id="36" creationId="{9A7B540D-8DBB-FCDE-94FE-E578E56354A8}"/>
          </ac:spMkLst>
        </pc:spChg>
        <pc:spChg chg="mod">
          <ac:chgData name="Hieu Do" userId="8091c26b-a61d-4e97-addd-a670c191ef7c" providerId="ADAL" clId="{D59A9351-4D50-B449-AAA9-203738144EA7}" dt="2023-08-22T08:09:14.910" v="1040" actId="1035"/>
          <ac:spMkLst>
            <pc:docMk/>
            <pc:sldMk cId="1836256041" sldId="677"/>
            <ac:spMk id="40" creationId="{307A7965-6DF8-FD7E-BE14-5025FABB28A1}"/>
          </ac:spMkLst>
        </pc:spChg>
        <pc:picChg chg="add mod">
          <ac:chgData name="Hieu Do" userId="8091c26b-a61d-4e97-addd-a670c191ef7c" providerId="ADAL" clId="{D59A9351-4D50-B449-AAA9-203738144EA7}" dt="2023-08-22T08:24:53.214" v="1127" actId="1076"/>
          <ac:picMkLst>
            <pc:docMk/>
            <pc:sldMk cId="1836256041" sldId="677"/>
            <ac:picMk id="3" creationId="{ACEEF307-4385-A25C-3464-0EA6978D2E9C}"/>
          </ac:picMkLst>
        </pc:picChg>
        <pc:picChg chg="add del mod">
          <ac:chgData name="Hieu Do" userId="8091c26b-a61d-4e97-addd-a670c191ef7c" providerId="ADAL" clId="{D59A9351-4D50-B449-AAA9-203738144EA7}" dt="2023-08-22T08:27:05.267" v="1165"/>
          <ac:picMkLst>
            <pc:docMk/>
            <pc:sldMk cId="1836256041" sldId="677"/>
            <ac:picMk id="8" creationId="{FBE3B706-94D1-83F9-6BA4-710A1819E989}"/>
          </ac:picMkLst>
        </pc:picChg>
        <pc:picChg chg="del">
          <ac:chgData name="Hieu Do" userId="8091c26b-a61d-4e97-addd-a670c191ef7c" providerId="ADAL" clId="{D59A9351-4D50-B449-AAA9-203738144EA7}" dt="2023-08-22T08:08:42.847" v="984" actId="478"/>
          <ac:picMkLst>
            <pc:docMk/>
            <pc:sldMk cId="1836256041" sldId="677"/>
            <ac:picMk id="18" creationId="{C1AFF280-B24B-08C6-6806-A36E2BA1EE1A}"/>
          </ac:picMkLst>
        </pc:picChg>
        <pc:picChg chg="add del mod">
          <ac:chgData name="Hieu Do" userId="8091c26b-a61d-4e97-addd-a670c191ef7c" providerId="ADAL" clId="{D59A9351-4D50-B449-AAA9-203738144EA7}" dt="2023-08-22T08:27:06.989" v="1167" actId="478"/>
          <ac:picMkLst>
            <pc:docMk/>
            <pc:sldMk cId="1836256041" sldId="677"/>
            <ac:picMk id="37" creationId="{DC1E7BEC-F529-EDF4-1BBD-12B31BDDF316}"/>
          </ac:picMkLst>
        </pc:picChg>
        <pc:picChg chg="add del mod">
          <ac:chgData name="Hieu Do" userId="8091c26b-a61d-4e97-addd-a670c191ef7c" providerId="ADAL" clId="{D59A9351-4D50-B449-AAA9-203738144EA7}" dt="2023-08-22T08:27:07.976" v="1168" actId="478"/>
          <ac:picMkLst>
            <pc:docMk/>
            <pc:sldMk cId="1836256041" sldId="677"/>
            <ac:picMk id="38" creationId="{24CFF1C5-3628-1AB3-9196-84B86CE2DC6C}"/>
          </ac:picMkLst>
        </pc:picChg>
        <pc:picChg chg="add del mod">
          <ac:chgData name="Hieu Do" userId="8091c26b-a61d-4e97-addd-a670c191ef7c" providerId="ADAL" clId="{D59A9351-4D50-B449-AAA9-203738144EA7}" dt="2023-08-22T08:27:06.048" v="1166" actId="478"/>
          <ac:picMkLst>
            <pc:docMk/>
            <pc:sldMk cId="1836256041" sldId="677"/>
            <ac:picMk id="39" creationId="{61F630AB-164B-46B7-7C1E-F4D073989D10}"/>
          </ac:picMkLst>
        </pc:picChg>
      </pc:sldChg>
      <pc:sldChg chg="add del">
        <pc:chgData name="Hieu Do" userId="8091c26b-a61d-4e97-addd-a670c191ef7c" providerId="ADAL" clId="{D59A9351-4D50-B449-AAA9-203738144EA7}" dt="2023-08-22T08:36:06.710" v="1332" actId="2696"/>
        <pc:sldMkLst>
          <pc:docMk/>
          <pc:sldMk cId="1156985969" sldId="678"/>
        </pc:sldMkLst>
      </pc:sldChg>
      <pc:sldChg chg="addSp delSp modSp add mod delAnim modAnim">
        <pc:chgData name="Hieu Do" userId="8091c26b-a61d-4e97-addd-a670c191ef7c" providerId="ADAL" clId="{D59A9351-4D50-B449-AAA9-203738144EA7}" dt="2023-08-22T10:41:56.314" v="2099" actId="14100"/>
        <pc:sldMkLst>
          <pc:docMk/>
          <pc:sldMk cId="1987049048" sldId="678"/>
        </pc:sldMkLst>
        <pc:spChg chg="del">
          <ac:chgData name="Hieu Do" userId="8091c26b-a61d-4e97-addd-a670c191ef7c" providerId="ADAL" clId="{D59A9351-4D50-B449-AAA9-203738144EA7}" dt="2023-08-22T08:46:39.309" v="2062" actId="478"/>
          <ac:spMkLst>
            <pc:docMk/>
            <pc:sldMk cId="1987049048" sldId="678"/>
            <ac:spMk id="4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08:38:16.732" v="1334" actId="478"/>
          <ac:spMkLst>
            <pc:docMk/>
            <pc:sldMk cId="1987049048" sldId="678"/>
            <ac:spMk id="6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08:38:21.721" v="1336" actId="478"/>
          <ac:spMkLst>
            <pc:docMk/>
            <pc:sldMk cId="1987049048" sldId="678"/>
            <ac:spMk id="7" creationId="{00000000-0000-0000-0000-000000000000}"/>
          </ac:spMkLst>
        </pc:spChg>
        <pc:spChg chg="mod">
          <ac:chgData name="Hieu Do" userId="8091c26b-a61d-4e97-addd-a670c191ef7c" providerId="ADAL" clId="{D59A9351-4D50-B449-AAA9-203738144EA7}" dt="2023-08-22T08:44:29.385" v="1875" actId="207"/>
          <ac:spMkLst>
            <pc:docMk/>
            <pc:sldMk cId="1987049048" sldId="678"/>
            <ac:spMk id="12" creationId="{D7205D36-5EC2-DAE1-3D1C-F6DB6E58F37F}"/>
          </ac:spMkLst>
        </pc:spChg>
        <pc:spChg chg="mod">
          <ac:chgData name="Hieu Do" userId="8091c26b-a61d-4e97-addd-a670c191ef7c" providerId="ADAL" clId="{D59A9351-4D50-B449-AAA9-203738144EA7}" dt="2023-08-22T08:44:03.041" v="1872" actId="1076"/>
          <ac:spMkLst>
            <pc:docMk/>
            <pc:sldMk cId="1987049048" sldId="678"/>
            <ac:spMk id="15" creationId="{BE356173-E962-A2CE-A029-76A867E8B8F5}"/>
          </ac:spMkLst>
        </pc:spChg>
        <pc:spChg chg="mod">
          <ac:chgData name="Hieu Do" userId="8091c26b-a61d-4e97-addd-a670c191ef7c" providerId="ADAL" clId="{D59A9351-4D50-B449-AAA9-203738144EA7}" dt="2023-08-22T08:44:03.041" v="1872" actId="1076"/>
          <ac:spMkLst>
            <pc:docMk/>
            <pc:sldMk cId="1987049048" sldId="678"/>
            <ac:spMk id="17" creationId="{60AE27C5-01A9-8849-99FF-E4BFED0491B3}"/>
          </ac:spMkLst>
        </pc:spChg>
        <pc:spChg chg="add mod">
          <ac:chgData name="Hieu Do" userId="8091c26b-a61d-4e97-addd-a670c191ef7c" providerId="ADAL" clId="{D59A9351-4D50-B449-AAA9-203738144EA7}" dt="2023-08-22T10:41:46.617" v="2098" actId="20577"/>
          <ac:spMkLst>
            <pc:docMk/>
            <pc:sldMk cId="1987049048" sldId="678"/>
            <ac:spMk id="18" creationId="{A152DB07-31C1-C9C6-7BA2-4D2C2CAE6D5A}"/>
          </ac:spMkLst>
        </pc:spChg>
        <pc:spChg chg="add mod">
          <ac:chgData name="Hieu Do" userId="8091c26b-a61d-4e97-addd-a670c191ef7c" providerId="ADAL" clId="{D59A9351-4D50-B449-AAA9-203738144EA7}" dt="2023-08-22T08:44:09.889" v="1873" actId="1076"/>
          <ac:spMkLst>
            <pc:docMk/>
            <pc:sldMk cId="1987049048" sldId="678"/>
            <ac:spMk id="21" creationId="{6BB26D28-AA81-97D6-02CD-3026701F894F}"/>
          </ac:spMkLst>
        </pc:spChg>
        <pc:spChg chg="add mod">
          <ac:chgData name="Hieu Do" userId="8091c26b-a61d-4e97-addd-a670c191ef7c" providerId="ADAL" clId="{D59A9351-4D50-B449-AAA9-203738144EA7}" dt="2023-08-22T08:47:09.443" v="2066" actId="1076"/>
          <ac:spMkLst>
            <pc:docMk/>
            <pc:sldMk cId="1987049048" sldId="678"/>
            <ac:spMk id="22" creationId="{3119F640-B5F5-AAAE-5AC0-D4C179296DB2}"/>
          </ac:spMkLst>
        </pc:spChg>
        <pc:spChg chg="add mod">
          <ac:chgData name="Hieu Do" userId="8091c26b-a61d-4e97-addd-a670c191ef7c" providerId="ADAL" clId="{D59A9351-4D50-B449-AAA9-203738144EA7}" dt="2023-08-22T08:46:53.801" v="2064" actId="1076"/>
          <ac:spMkLst>
            <pc:docMk/>
            <pc:sldMk cId="1987049048" sldId="678"/>
            <ac:spMk id="23" creationId="{D0627963-D29C-D15A-4D6C-DE16796FE778}"/>
          </ac:spMkLst>
        </pc:spChg>
        <pc:spChg chg="mod">
          <ac:chgData name="Hieu Do" userId="8091c26b-a61d-4e97-addd-a670c191ef7c" providerId="ADAL" clId="{D59A9351-4D50-B449-AAA9-203738144EA7}" dt="2023-08-22T08:40:12.616" v="1504" actId="20577"/>
          <ac:spMkLst>
            <pc:docMk/>
            <pc:sldMk cId="1987049048" sldId="678"/>
            <ac:spMk id="24" creationId="{00000000-0000-0000-0000-000000000000}"/>
          </ac:spMkLst>
        </pc:spChg>
        <pc:spChg chg="add mod">
          <ac:chgData name="Hieu Do" userId="8091c26b-a61d-4e97-addd-a670c191ef7c" providerId="ADAL" clId="{D59A9351-4D50-B449-AAA9-203738144EA7}" dt="2023-08-22T08:46:45.830" v="2063" actId="1076"/>
          <ac:spMkLst>
            <pc:docMk/>
            <pc:sldMk cId="1987049048" sldId="678"/>
            <ac:spMk id="25" creationId="{AE5FF7E3-31D0-91A1-16C6-9A1A5291594C}"/>
          </ac:spMkLst>
        </pc:spChg>
        <pc:grpChg chg="del">
          <ac:chgData name="Hieu Do" userId="8091c26b-a61d-4e97-addd-a670c191ef7c" providerId="ADAL" clId="{D59A9351-4D50-B449-AAA9-203738144EA7}" dt="2023-08-22T08:38:18.817" v="1335" actId="478"/>
          <ac:grpSpMkLst>
            <pc:docMk/>
            <pc:sldMk cId="1987049048" sldId="678"/>
            <ac:grpSpMk id="5" creationId="{00000000-0000-0000-0000-000000000000}"/>
          </ac:grpSpMkLst>
        </pc:grpChg>
        <pc:grpChg chg="add mod">
          <ac:chgData name="Hieu Do" userId="8091c26b-a61d-4e97-addd-a670c191ef7c" providerId="ADAL" clId="{D59A9351-4D50-B449-AAA9-203738144EA7}" dt="2023-08-22T08:42:58.858" v="1810" actId="1036"/>
          <ac:grpSpMkLst>
            <pc:docMk/>
            <pc:sldMk cId="1987049048" sldId="678"/>
            <ac:grpSpMk id="9" creationId="{FB3ADA38-8360-657D-36DC-6CEBE56CD9D8}"/>
          </ac:grpSpMkLst>
        </pc:grpChg>
        <pc:grpChg chg="mod">
          <ac:chgData name="Hieu Do" userId="8091c26b-a61d-4e97-addd-a670c191ef7c" providerId="ADAL" clId="{D59A9351-4D50-B449-AAA9-203738144EA7}" dt="2023-08-22T08:38:23.328" v="1337"/>
          <ac:grpSpMkLst>
            <pc:docMk/>
            <pc:sldMk cId="1987049048" sldId="678"/>
            <ac:grpSpMk id="13" creationId="{41949204-D8E8-B78A-AE51-747C7348CE22}"/>
          </ac:grpSpMkLst>
        </pc:grpChg>
        <pc:picChg chg="mod">
          <ac:chgData name="Hieu Do" userId="8091c26b-a61d-4e97-addd-a670c191ef7c" providerId="ADAL" clId="{D59A9351-4D50-B449-AAA9-203738144EA7}" dt="2023-08-22T08:44:03.041" v="1872" actId="1076"/>
          <ac:picMkLst>
            <pc:docMk/>
            <pc:sldMk cId="1987049048" sldId="678"/>
            <ac:picMk id="16" creationId="{AB8F6604-5DAA-E81D-E3CF-762AEE1DEF1A}"/>
          </ac:picMkLst>
        </pc:picChg>
        <pc:picChg chg="add mod">
          <ac:chgData name="Hieu Do" userId="8091c26b-a61d-4e97-addd-a670c191ef7c" providerId="ADAL" clId="{D59A9351-4D50-B449-AAA9-203738144EA7}" dt="2023-08-22T08:47:23.641" v="2091" actId="1038"/>
          <ac:picMkLst>
            <pc:docMk/>
            <pc:sldMk cId="1987049048" sldId="678"/>
            <ac:picMk id="20" creationId="{884CED24-0317-E171-1C2B-EF380761C986}"/>
          </ac:picMkLst>
        </pc:picChg>
        <pc:picChg chg="add mod">
          <ac:chgData name="Hieu Do" userId="8091c26b-a61d-4e97-addd-a670c191ef7c" providerId="ADAL" clId="{D59A9351-4D50-B449-AAA9-203738144EA7}" dt="2023-08-22T08:46:32.537" v="2061" actId="1076"/>
          <ac:picMkLst>
            <pc:docMk/>
            <pc:sldMk cId="1987049048" sldId="678"/>
            <ac:picMk id="26" creationId="{345A4DDB-F796-F952-BB99-EA6CDEAE80B2}"/>
          </ac:picMkLst>
        </pc:picChg>
        <pc:cxnChg chg="add mod">
          <ac:chgData name="Hieu Do" userId="8091c26b-a61d-4e97-addd-a670c191ef7c" providerId="ADAL" clId="{D59A9351-4D50-B449-AAA9-203738144EA7}" dt="2023-08-22T10:41:56.314" v="2099" actId="14100"/>
          <ac:cxnSpMkLst>
            <pc:docMk/>
            <pc:sldMk cId="1987049048" sldId="678"/>
            <ac:cxnSpMk id="28" creationId="{CDF960E1-7F30-7419-647F-BB126E62AD35}"/>
          </ac:cxnSpMkLst>
        </pc:cxnChg>
      </pc:sldChg>
      <pc:sldChg chg="addSp delSp modSp add mod delAnim modAnim">
        <pc:chgData name="Hieu Do" userId="8091c26b-a61d-4e97-addd-a670c191ef7c" providerId="ADAL" clId="{D59A9351-4D50-B449-AAA9-203738144EA7}" dt="2023-08-22T10:44:23.076" v="2161"/>
        <pc:sldMkLst>
          <pc:docMk/>
          <pc:sldMk cId="1589765062" sldId="679"/>
        </pc:sldMkLst>
        <pc:spChg chg="mod">
          <ac:chgData name="Hieu Do" userId="8091c26b-a61d-4e97-addd-a670c191ef7c" providerId="ADAL" clId="{D59A9351-4D50-B449-AAA9-203738144EA7}" dt="2023-08-22T10:43:32.030" v="2103" actId="1076"/>
          <ac:spMkLst>
            <pc:docMk/>
            <pc:sldMk cId="1589765062" sldId="679"/>
            <ac:spMk id="14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0" creationId="{CA352351-AE3C-2765-A2DC-20A19222C3B5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1" creationId="{0B56CE15-8D52-11D4-4E40-2733F2CB3140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2" creationId="{032F834D-160E-1530-50A5-76737922F94B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3" creationId="{4666A239-9134-2D66-ACAA-6E7D751A2875}"/>
          </ac:spMkLst>
        </pc:spChg>
        <pc:spChg chg="mod">
          <ac:chgData name="Hieu Do" userId="8091c26b-a61d-4e97-addd-a670c191ef7c" providerId="ADAL" clId="{D59A9351-4D50-B449-AAA9-203738144EA7}" dt="2023-08-22T10:44:00.787" v="2160" actId="20577"/>
          <ac:spMkLst>
            <pc:docMk/>
            <pc:sldMk cId="1589765062" sldId="679"/>
            <ac:spMk id="24" creationId="{00000000-0000-0000-0000-000000000000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5" creationId="{69349EA6-759A-BD82-D927-0FFF0384DB94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6" creationId="{43BA805D-DC3A-79D2-6606-E77F5CCB79F0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7" creationId="{92340D46-760B-CB87-05E1-0C69A778F343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8" creationId="{649D3480-80E2-392B-1E80-B46DD96A4544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29" creationId="{7470066E-59C0-B19A-D49A-F5169E8CE88E}"/>
          </ac:spMkLst>
        </pc:spChg>
        <pc:spChg chg="del">
          <ac:chgData name="Hieu Do" userId="8091c26b-a61d-4e97-addd-a670c191ef7c" providerId="ADAL" clId="{D59A9351-4D50-B449-AAA9-203738144EA7}" dt="2023-08-22T10:43:28.352" v="2101" actId="478"/>
          <ac:spMkLst>
            <pc:docMk/>
            <pc:sldMk cId="1589765062" sldId="679"/>
            <ac:spMk id="30" creationId="{DBEAAD64-DE8B-4799-BCE5-37EEF078C255}"/>
          </ac:spMkLst>
        </pc:spChg>
        <pc:picChg chg="add mod">
          <ac:chgData name="Hieu Do" userId="8091c26b-a61d-4e97-addd-a670c191ef7c" providerId="ADAL" clId="{D59A9351-4D50-B449-AAA9-203738144EA7}" dt="2023-08-22T10:44:23.076" v="2161"/>
          <ac:picMkLst>
            <pc:docMk/>
            <pc:sldMk cId="1589765062" sldId="679"/>
            <ac:picMk id="2" creationId="{2BB68E89-812D-9E4B-19E1-CE07894E21F3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86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28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56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4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40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97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9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6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27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70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07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98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6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83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56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96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59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28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63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5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03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21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00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22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173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571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063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050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43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049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630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007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83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620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786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997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063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844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619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0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600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024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87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573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961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53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8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055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822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704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703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56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961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5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094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885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339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946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954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537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82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810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8277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0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4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png"/><Relationship Id="rId4" Type="http://schemas.openxmlformats.org/officeDocument/2006/relationships/image" Target="../media/image2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notesSlide" Target="../notesSlides/notesSlide32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2.png"/><Relationship Id="rId5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70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42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4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1.wmf"/><Relationship Id="rId11" Type="http://schemas.openxmlformats.org/officeDocument/2006/relationships/image" Target="../media/image92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2.wmf"/><Relationship Id="rId4" Type="http://schemas.openxmlformats.org/officeDocument/2006/relationships/image" Target="../media/image89.png"/><Relationship Id="rId9" Type="http://schemas.openxmlformats.org/officeDocument/2006/relationships/oleObject" Target="../embeddings/oleObject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4.png"/><Relationship Id="rId5" Type="http://schemas.openxmlformats.org/officeDocument/2006/relationships/image" Target="../media/image73.wmf"/><Relationship Id="rId4" Type="http://schemas.openxmlformats.org/officeDocument/2006/relationships/oleObject" Target="../embeddings/oleObject7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notesSlide" Target="../notesSlides/notesSlide54.xml"/><Relationship Id="rId7" Type="http://schemas.openxmlformats.org/officeDocument/2006/relationships/image" Target="../media/image8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6.png"/><Relationship Id="rId9" Type="http://schemas.openxmlformats.org/officeDocument/2006/relationships/image" Target="../media/image8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jpeg"/><Relationship Id="rId4" Type="http://schemas.openxmlformats.org/officeDocument/2006/relationships/image" Target="../media/image89.gi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3.png"/><Relationship Id="rId4" Type="http://schemas.openxmlformats.org/officeDocument/2006/relationships/image" Target="../media/image11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4" Type="http://schemas.openxmlformats.org/officeDocument/2006/relationships/image" Target="../media/image116.png"/><Relationship Id="rId9" Type="http://schemas.openxmlformats.org/officeDocument/2006/relationships/image" Target="../media/image11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02.png"/><Relationship Id="rId4" Type="http://schemas.openxmlformats.org/officeDocument/2006/relationships/image" Target="../media/image12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4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Nhiệt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Hóa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Học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480213" y="1776333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1191512" y="967717"/>
            <a:ext cx="9714519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2.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4. Enthalpy (∆H)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5.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Hess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6. Entropy (∆S)</a:t>
            </a:r>
            <a:endParaRPr lang="en-US" sz="3600" i="1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7.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Gibbs(∆G)</a:t>
            </a:r>
          </a:p>
        </p:txBody>
      </p:sp>
    </p:spTree>
    <p:extLst>
      <p:ext uri="{BB962C8B-B14F-4D97-AF65-F5344CB8AC3E}">
        <p14:creationId xmlns:p14="http://schemas.microsoft.com/office/powerpoint/2010/main" val="41700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4">
            <a:extLst>
              <a:ext uri="{FF2B5EF4-FFF2-40B4-BE49-F238E27FC236}">
                <a16:creationId xmlns:a16="http://schemas.microsoft.com/office/drawing/2014/main" id="{D6B00C37-03E2-AA99-6499-A1FFFEE09396}"/>
              </a:ext>
            </a:extLst>
          </p:cNvPr>
          <p:cNvSpPr/>
          <p:nvPr/>
        </p:nvSpPr>
        <p:spPr>
          <a:xfrm>
            <a:off x="351424" y="4807001"/>
            <a:ext cx="11300026" cy="1953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 algn="just">
              <a:lnSpc>
                <a:spcPct val="150000"/>
              </a:lnSpc>
            </a:pP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Nhiệt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Học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cứu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luật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sự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qua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lại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giữa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nhiệt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công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hay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sự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QTHH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luật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nhiệt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4A3772A-A2EF-6CA1-CBCA-F6440E91E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4" y="1111243"/>
            <a:ext cx="3519659" cy="2019202"/>
          </a:xfrm>
          <a:prstGeom prst="rect">
            <a:avLst/>
          </a:prstGeom>
        </p:spPr>
      </p:pic>
      <p:sp>
        <p:nvSpPr>
          <p:cNvPr id="30" name="Rectangle 2">
            <a:extLst>
              <a:ext uri="{FF2B5EF4-FFF2-40B4-BE49-F238E27FC236}">
                <a16:creationId xmlns:a16="http://schemas.microsoft.com/office/drawing/2014/main" id="{83351DFD-108B-2713-FB72-6DB0A9CC35CE}"/>
              </a:ext>
            </a:extLst>
          </p:cNvPr>
          <p:cNvSpPr txBox="1">
            <a:spLocks noChangeArrowheads="1"/>
          </p:cNvSpPr>
          <p:nvPr/>
        </p:nvSpPr>
        <p:spPr>
          <a:xfrm>
            <a:off x="71440" y="3130445"/>
            <a:ext cx="4056336" cy="1088522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Steam Engine </a:t>
            </a:r>
          </a:p>
          <a:p>
            <a:pPr algn="ctr">
              <a:lnSpc>
                <a:spcPct val="100000"/>
              </a:lnSpc>
              <a:defRPr/>
            </a:pPr>
            <a:r>
              <a:rPr 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the greatest inventions</a:t>
            </a:r>
            <a:endParaRPr 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A62DA3B-3942-1FE1-06AD-0DAD18963E69}"/>
              </a:ext>
            </a:extLst>
          </p:cNvPr>
          <p:cNvGrpSpPr/>
          <p:nvPr/>
        </p:nvGrpSpPr>
        <p:grpSpPr>
          <a:xfrm>
            <a:off x="4285864" y="988558"/>
            <a:ext cx="7365586" cy="3639368"/>
            <a:chOff x="4214424" y="917118"/>
            <a:chExt cx="7365586" cy="3639368"/>
          </a:xfrm>
        </p:grpSpPr>
        <p:pic>
          <p:nvPicPr>
            <p:cNvPr id="32" name="Picture 8" descr="Free vector nuclear power plant and energy production">
              <a:extLst>
                <a:ext uri="{FF2B5EF4-FFF2-40B4-BE49-F238E27FC236}">
                  <a16:creationId xmlns:a16="http://schemas.microsoft.com/office/drawing/2014/main" id="{CC89AB66-8663-CB34-FEC4-D85FCBFE64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9352" y="2961689"/>
              <a:ext cx="2793807" cy="1594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C33E6E6-0063-6B72-F3A0-3FC2C3556697}"/>
                </a:ext>
              </a:extLst>
            </p:cNvPr>
            <p:cNvGrpSpPr/>
            <p:nvPr/>
          </p:nvGrpSpPr>
          <p:grpSpPr>
            <a:xfrm>
              <a:off x="4214424" y="1003808"/>
              <a:ext cx="2698440" cy="2153692"/>
              <a:chOff x="4599184" y="976315"/>
              <a:chExt cx="2698440" cy="2153692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97EE1EED-270E-80D8-0595-3EE0472F45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9184" y="976315"/>
                <a:ext cx="2698440" cy="1815138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A5088AF-E8D0-6638-A58E-AD4D2D8F2D2E}"/>
                  </a:ext>
                </a:extLst>
              </p:cNvPr>
              <p:cNvSpPr txBox="1"/>
              <p:nvPr/>
            </p:nvSpPr>
            <p:spPr>
              <a:xfrm>
                <a:off x="5030493" y="2791453"/>
                <a:ext cx="202767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Electrical Power Plant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1B3AE3-F032-E13C-A643-84D0138356C9}"/>
                </a:ext>
              </a:extLst>
            </p:cNvPr>
            <p:cNvGrpSpPr/>
            <p:nvPr/>
          </p:nvGrpSpPr>
          <p:grpSpPr>
            <a:xfrm>
              <a:off x="10373269" y="3157500"/>
              <a:ext cx="1206741" cy="1341900"/>
              <a:chOff x="10704935" y="1245299"/>
              <a:chExt cx="1206741" cy="1341900"/>
            </a:xfrm>
          </p:grpSpPr>
          <p:pic>
            <p:nvPicPr>
              <p:cNvPr id="38" name="Picture 2" descr="5 Best Mini Fridges 2023 Reviewed | Shopping : Food Network | Food Network">
                <a:extLst>
                  <a:ext uri="{FF2B5EF4-FFF2-40B4-BE49-F238E27FC236}">
                    <a16:creationId xmlns:a16="http://schemas.microsoft.com/office/drawing/2014/main" id="{97F87641-D6B0-3A0D-5075-26E6AE4EE1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96466" y="1245299"/>
                <a:ext cx="823677" cy="9816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7C57477-12D5-1AC9-2533-0F180895E009}"/>
                  </a:ext>
                </a:extLst>
              </p:cNvPr>
              <p:cNvSpPr txBox="1"/>
              <p:nvPr/>
            </p:nvSpPr>
            <p:spPr>
              <a:xfrm>
                <a:off x="10704935" y="2248645"/>
                <a:ext cx="12067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Refrigerator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8A859C9-A483-D403-8CAE-F1C8158A8E1A}"/>
                </a:ext>
              </a:extLst>
            </p:cNvPr>
            <p:cNvGrpSpPr/>
            <p:nvPr/>
          </p:nvGrpSpPr>
          <p:grpSpPr>
            <a:xfrm>
              <a:off x="8369421" y="917118"/>
              <a:ext cx="2876524" cy="1949081"/>
              <a:chOff x="8387176" y="783651"/>
              <a:chExt cx="2876524" cy="1949081"/>
            </a:xfrm>
          </p:grpSpPr>
          <p:pic>
            <p:nvPicPr>
              <p:cNvPr id="36" name="Picture 10" descr="International Space Station to receive major 120-kW solar array upgrade -  Engineers Ireland">
                <a:extLst>
                  <a:ext uri="{FF2B5EF4-FFF2-40B4-BE49-F238E27FC236}">
                    <a16:creationId xmlns:a16="http://schemas.microsoft.com/office/drawing/2014/main" id="{27B36C7E-1140-D1FA-9B15-93EFCBE5F1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7176" y="783651"/>
                <a:ext cx="2876524" cy="16198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E7B798E-3177-4772-0CD7-70527F77006B}"/>
                  </a:ext>
                </a:extLst>
              </p:cNvPr>
              <p:cNvSpPr txBox="1"/>
              <p:nvPr/>
            </p:nvSpPr>
            <p:spPr>
              <a:xfrm>
                <a:off x="8579263" y="2394178"/>
                <a:ext cx="24923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International Space Station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25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6630F-DA4C-88EA-4C3D-A011AFD03CFF}"/>
              </a:ext>
            </a:extLst>
          </p:cNvPr>
          <p:cNvGrpSpPr/>
          <p:nvPr/>
        </p:nvGrpSpPr>
        <p:grpSpPr>
          <a:xfrm>
            <a:off x="8648284" y="4137765"/>
            <a:ext cx="3518936" cy="2448810"/>
            <a:chOff x="8569581" y="893717"/>
            <a:chExt cx="3518936" cy="244881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1F1993-1999-3912-242D-60EF0A8E4798}"/>
                </a:ext>
              </a:extLst>
            </p:cNvPr>
            <p:cNvGrpSpPr/>
            <p:nvPr/>
          </p:nvGrpSpPr>
          <p:grpSpPr>
            <a:xfrm>
              <a:off x="8569581" y="893717"/>
              <a:ext cx="3518936" cy="2448810"/>
              <a:chOff x="717259" y="3613212"/>
              <a:chExt cx="3970151" cy="2846573"/>
            </a:xfrm>
          </p:grpSpPr>
          <p:sp>
            <p:nvSpPr>
              <p:cNvPr id="11" name="Flowchart: Alternate Process 1">
                <a:extLst>
                  <a:ext uri="{FF2B5EF4-FFF2-40B4-BE49-F238E27FC236}">
                    <a16:creationId xmlns:a16="http://schemas.microsoft.com/office/drawing/2014/main" id="{E4839DEF-8591-A26A-DFA4-C9AC19FAED8E}"/>
                  </a:ext>
                </a:extLst>
              </p:cNvPr>
              <p:cNvSpPr/>
              <p:nvPr/>
            </p:nvSpPr>
            <p:spPr>
              <a:xfrm>
                <a:off x="717259" y="3613212"/>
                <a:ext cx="3970151" cy="2846573"/>
              </a:xfrm>
              <a:prstGeom prst="flowChartAlternateProcess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52400" h="508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94D7DCD-A667-3ABA-AC7D-B3CE5E16A0C8}"/>
                  </a:ext>
                </a:extLst>
              </p:cNvPr>
              <p:cNvSpPr/>
              <p:nvPr/>
            </p:nvSpPr>
            <p:spPr>
              <a:xfrm>
                <a:off x="1401754" y="4400954"/>
                <a:ext cx="2601159" cy="1271088"/>
              </a:xfrm>
              <a:prstGeom prst="ellipse">
                <a:avLst/>
              </a:prstGeom>
              <a:solidFill>
                <a:srgbClr val="FFFF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ln w="0"/>
                    <a:solidFill>
                      <a:srgbClr val="00B05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Hệ</a:t>
                </a:r>
                <a:r>
                  <a:rPr lang="en-US" b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(n</a:t>
                </a:r>
                <a:r>
                  <a:rPr lang="en-US" b="1" baseline="-25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,n</a:t>
                </a:r>
                <a:r>
                  <a:rPr lang="en-US" b="1" baseline="-25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b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,.., T, P, V)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B89A7B8-E1E6-E1E3-AEB7-311485B9A4EB}"/>
                </a:ext>
              </a:extLst>
            </p:cNvPr>
            <p:cNvCxnSpPr/>
            <p:nvPr/>
          </p:nvCxnSpPr>
          <p:spPr>
            <a:xfrm flipV="1">
              <a:off x="9120627" y="2457909"/>
              <a:ext cx="213523" cy="3938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1331A3-0E38-6966-B7F9-5A94F8F1B5C6}"/>
                </a:ext>
              </a:extLst>
            </p:cNvPr>
            <p:cNvSpPr txBox="1"/>
            <p:nvPr/>
          </p:nvSpPr>
          <p:spPr>
            <a:xfrm>
              <a:off x="8615181" y="2815204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Vùng</a:t>
              </a: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biên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6B1B53-ED3E-D57A-7841-5DB3FB68DD7A}"/>
                </a:ext>
              </a:extLst>
            </p:cNvPr>
            <p:cNvSpPr txBox="1"/>
            <p:nvPr/>
          </p:nvSpPr>
          <p:spPr>
            <a:xfrm>
              <a:off x="8676341" y="1024554"/>
              <a:ext cx="1425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Môi</a:t>
              </a:r>
              <a:r>
                <a:rPr lang="en-US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trường</a:t>
              </a:r>
              <a:endParaRPr lang="en-US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1A39308-DB18-0A12-4E1E-07C0C4C9A510}"/>
                </a:ext>
              </a:extLst>
            </p:cNvPr>
            <p:cNvCxnSpPr/>
            <p:nvPr/>
          </p:nvCxnSpPr>
          <p:spPr>
            <a:xfrm>
              <a:off x="10946167" y="2379213"/>
              <a:ext cx="0" cy="492948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A07BD5-FA86-5B02-FCD6-5E285348F757}"/>
                </a:ext>
              </a:extLst>
            </p:cNvPr>
            <p:cNvSpPr txBox="1"/>
            <p:nvPr/>
          </p:nvSpPr>
          <p:spPr>
            <a:xfrm>
              <a:off x="10242591" y="2819027"/>
              <a:ext cx="1595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</a:t>
              </a:r>
              <a:r>
                <a:rPr lang="en-US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vật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chất</a:t>
              </a:r>
              <a:endPara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65B8C1-083C-62CA-286D-D9A96928C2A5}"/>
              </a:ext>
            </a:extLst>
          </p:cNvPr>
          <p:cNvGrpSpPr/>
          <p:nvPr/>
        </p:nvGrpSpPr>
        <p:grpSpPr>
          <a:xfrm>
            <a:off x="37130" y="4228443"/>
            <a:ext cx="8425711" cy="2630977"/>
            <a:chOff x="31443" y="4161537"/>
            <a:chExt cx="9922348" cy="263097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689F70-BE00-BCDC-68C3-E4C48FFE24E4}"/>
                </a:ext>
              </a:extLst>
            </p:cNvPr>
            <p:cNvSpPr/>
            <p:nvPr/>
          </p:nvSpPr>
          <p:spPr>
            <a:xfrm>
              <a:off x="31443" y="4161537"/>
              <a:ext cx="9922348" cy="2630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42875" indent="395288" algn="just"/>
              <a:r>
                <a:rPr lang="en-US" altLang="zh-TW" sz="3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Hệ</a:t>
              </a:r>
              <a:r>
                <a:rPr lang="en-US" altLang="zh-TW" sz="3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nhiệt</a:t>
              </a:r>
              <a:r>
                <a:rPr lang="en-US" altLang="zh-TW" sz="3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động</a:t>
              </a:r>
              <a:r>
                <a:rPr lang="en-US" altLang="zh-TW" sz="3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là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một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vật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thể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hay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nhóm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vật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thể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nghiên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cứu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</a:t>
              </a:r>
              <a:r>
                <a:rPr lang="en-US" altLang="zh-TW" sz="2800" b="1" dirty="0">
                  <a:solidFill>
                    <a:srgbClr val="30F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System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),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phần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còn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lại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bao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quanh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hệ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là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môi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trường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Surrounding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).</a:t>
              </a:r>
            </a:p>
            <a:p>
              <a:pPr marL="2185988" indent="354013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zh-TW" sz="28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Hệ</a:t>
              </a:r>
              <a:endParaRPr lang="en-US" altLang="zh-TW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  <a:p>
              <a:pPr marL="2185988" indent="354013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zh-TW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Môi</a:t>
              </a:r>
              <a:r>
                <a:rPr lang="en-US" altLang="zh-TW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trường</a:t>
              </a:r>
              <a:endParaRPr lang="en-US" altLang="zh-TW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6862CE32-E592-E657-1BF2-8B1B686A0596}"/>
                </a:ext>
              </a:extLst>
            </p:cNvPr>
            <p:cNvSpPr/>
            <p:nvPr/>
          </p:nvSpPr>
          <p:spPr>
            <a:xfrm>
              <a:off x="5296645" y="5731403"/>
              <a:ext cx="408373" cy="103404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F8D2A7-1661-B534-75CB-85C7543D3C82}"/>
                </a:ext>
              </a:extLst>
            </p:cNvPr>
            <p:cNvSpPr txBox="1"/>
            <p:nvPr/>
          </p:nvSpPr>
          <p:spPr>
            <a:xfrm>
              <a:off x="5705018" y="6001614"/>
              <a:ext cx="18389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“universe”</a:t>
              </a:r>
              <a:endParaRPr lang="en-US" sz="2800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6D90A-5846-31D9-9E79-752E500BD588}"/>
              </a:ext>
            </a:extLst>
          </p:cNvPr>
          <p:cNvSpPr/>
          <p:nvPr/>
        </p:nvSpPr>
        <p:spPr>
          <a:xfrm>
            <a:off x="4233356" y="1051602"/>
            <a:ext cx="6793335" cy="7018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58775" algn="just">
              <a:lnSpc>
                <a:spcPct val="150000"/>
              </a:lnSpc>
            </a:pPr>
            <a:r>
              <a:rPr lang="en-US" altLang="zh-TW" sz="30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Chemical Thermodynamics deal with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98C3486-DD74-8B16-721F-333B7777A7C8}"/>
              </a:ext>
            </a:extLst>
          </p:cNvPr>
          <p:cNvGrpSpPr/>
          <p:nvPr/>
        </p:nvGrpSpPr>
        <p:grpSpPr>
          <a:xfrm>
            <a:off x="1184595" y="687554"/>
            <a:ext cx="3496948" cy="3581040"/>
            <a:chOff x="530812" y="1163679"/>
            <a:chExt cx="4181449" cy="562097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FCB85C0-D0C7-9D96-AC4C-E9E0EDF7D37C}"/>
                </a:ext>
              </a:extLst>
            </p:cNvPr>
            <p:cNvGrpSpPr/>
            <p:nvPr/>
          </p:nvGrpSpPr>
          <p:grpSpPr>
            <a:xfrm>
              <a:off x="530812" y="1624128"/>
              <a:ext cx="3650443" cy="5160530"/>
              <a:chOff x="530812" y="1624128"/>
              <a:chExt cx="3650443" cy="516053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41C56C5-09E6-359C-0E75-73092551F4C0}"/>
                  </a:ext>
                </a:extLst>
              </p:cNvPr>
              <p:cNvGrpSpPr/>
              <p:nvPr/>
            </p:nvGrpSpPr>
            <p:grpSpPr>
              <a:xfrm>
                <a:off x="530812" y="2039813"/>
                <a:ext cx="3645533" cy="4744845"/>
                <a:chOff x="530812" y="2039813"/>
                <a:chExt cx="3645533" cy="4744845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0420A29-354F-4AFA-95BB-3E70ABC5EFC0}"/>
                    </a:ext>
                  </a:extLst>
                </p:cNvPr>
                <p:cNvSpPr txBox="1"/>
                <p:nvPr/>
              </p:nvSpPr>
              <p:spPr>
                <a:xfrm>
                  <a:off x="1753924" y="6415326"/>
                  <a:ext cx="1884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Reaction progress</a:t>
                  </a:r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80D8D353-FDAA-90B6-6A49-F44F1AE705B6}"/>
                    </a:ext>
                  </a:extLst>
                </p:cNvPr>
                <p:cNvGrpSpPr/>
                <p:nvPr/>
              </p:nvGrpSpPr>
              <p:grpSpPr>
                <a:xfrm>
                  <a:off x="530812" y="2039813"/>
                  <a:ext cx="3645533" cy="4377204"/>
                  <a:chOff x="530812" y="2039813"/>
                  <a:chExt cx="3645533" cy="4377204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D093F9C3-7F74-1F64-923E-9F122D376515}"/>
                      </a:ext>
                    </a:extLst>
                  </p:cNvPr>
                  <p:cNvGrpSpPr/>
                  <p:nvPr/>
                </p:nvGrpSpPr>
                <p:grpSpPr>
                  <a:xfrm>
                    <a:off x="1204545" y="2039813"/>
                    <a:ext cx="2926082" cy="4058050"/>
                    <a:chOff x="4958862" y="1728089"/>
                    <a:chExt cx="3326075" cy="4589584"/>
                  </a:xfrm>
                </p:grpSpPr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33218272-4AF1-DBCE-1E4F-762162854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8862" y="1745674"/>
                      <a:ext cx="3326075" cy="4571999"/>
                    </a:xfrm>
                    <a:prstGeom prst="rect">
                      <a:avLst/>
                    </a:prstGeom>
                    <a:scene3d>
                      <a:camera prst="orthographicFront"/>
                      <a:lightRig rig="threePt" dir="t"/>
                    </a:scene3d>
                    <a:sp3d>
                      <a:bevelT prst="angle"/>
                    </a:sp3d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9" name="Rectangle 48">
                      <a:extLst>
                        <a:ext uri="{FF2B5EF4-FFF2-40B4-BE49-F238E27FC236}">
                          <a16:creationId xmlns:a16="http://schemas.microsoft.com/office/drawing/2014/main" id="{7E11B1CE-DE2E-C019-7921-62DDC84E36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8260" y="1756768"/>
                      <a:ext cx="1247278" cy="4488074"/>
                    </a:xfrm>
                    <a:prstGeom prst="rect">
                      <a:avLst/>
                    </a:prstGeom>
                    <a:ln w="38100">
                      <a:noFill/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id="{24492886-968A-BF66-D65D-EEB7C6DE774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010473" y="1728089"/>
                      <a:ext cx="2922" cy="4514451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Straight Connector 50">
                      <a:extLst>
                        <a:ext uri="{FF2B5EF4-FFF2-40B4-BE49-F238E27FC236}">
                          <a16:creationId xmlns:a16="http://schemas.microsoft.com/office/drawing/2014/main" id="{5F6C3869-6B98-A51D-3453-FC66AA45C1B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15926" y="1736881"/>
                      <a:ext cx="18638" cy="4505658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>
                      <a:extLst>
                        <a:ext uri="{FF2B5EF4-FFF2-40B4-BE49-F238E27FC236}">
                          <a16:creationId xmlns:a16="http://schemas.microsoft.com/office/drawing/2014/main" id="{373C6491-2811-4628-4BF6-E1095AE5F21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068719" y="4840063"/>
                      <a:ext cx="935458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B11BDA2D-3F15-C496-9FC7-C7C12A31A7A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235475" y="5696997"/>
                      <a:ext cx="935458" cy="5861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F760F1C9-7DAB-2475-52FB-C1740BE0A75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58825" y="6415326"/>
                    <a:ext cx="3017520" cy="169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>
                    <a:extLst>
                      <a:ext uri="{FF2B5EF4-FFF2-40B4-BE49-F238E27FC236}">
                        <a16:creationId xmlns:a16="http://schemas.microsoft.com/office/drawing/2014/main" id="{EFA6A193-FC85-18A2-D1B8-B7E7C519E0C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06232" y="2070985"/>
                    <a:ext cx="623" cy="3960446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0BAD544-14D0-7498-BA3A-8CB2CE55F2E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99082" y="3864653"/>
                    <a:ext cx="8327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/>
                      <a:t>Energy</a:t>
                    </a:r>
                  </a:p>
                </p:txBody>
              </p:sp>
            </p:grpSp>
          </p:grp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BC7040C-FF90-D9AE-86B7-62B60E27F5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80243" y="1635566"/>
                <a:ext cx="167813" cy="44722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5849926-4146-538C-4C78-80069FD805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18853" y="1624128"/>
                <a:ext cx="269645" cy="4234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BAC252C-9620-E56E-644E-F483744DF18F}"/>
                  </a:ext>
                </a:extLst>
              </p:cNvPr>
              <p:cNvSpPr/>
              <p:nvPr/>
            </p:nvSpPr>
            <p:spPr>
              <a:xfrm>
                <a:off x="2154115" y="2858106"/>
                <a:ext cx="1046285" cy="2689833"/>
              </a:xfrm>
              <a:custGeom>
                <a:avLst/>
                <a:gdLst>
                  <a:gd name="connsiteX0" fmla="*/ 0 w 1046285"/>
                  <a:gd name="connsiteY0" fmla="*/ 1942487 h 2689833"/>
                  <a:gd name="connsiteX1" fmla="*/ 316523 w 1046285"/>
                  <a:gd name="connsiteY1" fmla="*/ 254364 h 2689833"/>
                  <a:gd name="connsiteX2" fmla="*/ 641839 w 1046285"/>
                  <a:gd name="connsiteY2" fmla="*/ 263156 h 2689833"/>
                  <a:gd name="connsiteX3" fmla="*/ 1046285 w 1046285"/>
                  <a:gd name="connsiteY3" fmla="*/ 2689833 h 2689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285" h="2689833">
                    <a:moveTo>
                      <a:pt x="0" y="1942487"/>
                    </a:moveTo>
                    <a:cubicBezTo>
                      <a:pt x="104775" y="1238369"/>
                      <a:pt x="209550" y="534252"/>
                      <a:pt x="316523" y="254364"/>
                    </a:cubicBezTo>
                    <a:cubicBezTo>
                      <a:pt x="423496" y="-25524"/>
                      <a:pt x="520212" y="-142755"/>
                      <a:pt x="641839" y="263156"/>
                    </a:cubicBezTo>
                    <a:cubicBezTo>
                      <a:pt x="763466" y="669067"/>
                      <a:pt x="904875" y="1679450"/>
                      <a:pt x="1046285" y="2689833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8E23AF-AE8E-1108-D633-9F0B6A5A2636}"/>
                  </a:ext>
                </a:extLst>
              </p:cNvPr>
              <p:cNvSpPr txBox="1"/>
              <p:nvPr/>
            </p:nvSpPr>
            <p:spPr>
              <a:xfrm>
                <a:off x="1092650" y="4296084"/>
                <a:ext cx="1168782" cy="555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Reactants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28176EB-0AC5-8F53-0D0A-C0D7578895AE}"/>
                  </a:ext>
                </a:extLst>
              </p:cNvPr>
              <p:cNvSpPr txBox="1"/>
              <p:nvPr/>
            </p:nvSpPr>
            <p:spPr>
              <a:xfrm>
                <a:off x="3105902" y="5031831"/>
                <a:ext cx="1075353" cy="555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Products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25B2F9-679F-1878-D654-E9B7AB76F363}"/>
                </a:ext>
              </a:extLst>
            </p:cNvPr>
            <p:cNvSpPr txBox="1"/>
            <p:nvPr/>
          </p:nvSpPr>
          <p:spPr>
            <a:xfrm>
              <a:off x="778791" y="1163679"/>
              <a:ext cx="3933470" cy="579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Domain of thermodynamics</a:t>
              </a:r>
            </a:p>
          </p:txBody>
        </p:sp>
      </p:grpSp>
      <p:sp>
        <p:nvSpPr>
          <p:cNvPr id="54" name="矩形 4">
            <a:extLst>
              <a:ext uri="{FF2B5EF4-FFF2-40B4-BE49-F238E27FC236}">
                <a16:creationId xmlns:a16="http://schemas.microsoft.com/office/drawing/2014/main" id="{9E0CE42F-7E89-07FE-6191-A097C5B38F58}"/>
              </a:ext>
            </a:extLst>
          </p:cNvPr>
          <p:cNvSpPr/>
          <p:nvPr/>
        </p:nvSpPr>
        <p:spPr>
          <a:xfrm>
            <a:off x="4513071" y="1853742"/>
            <a:ext cx="7276853" cy="1953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341313" algn="just">
              <a:lnSpc>
                <a:spcPct val="150000"/>
              </a:lnSpc>
              <a:buFontTx/>
              <a:buChar char="-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trao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Nhiệt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&amp;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);</a:t>
            </a:r>
          </a:p>
          <a:p>
            <a:pPr marL="457200" indent="341313" algn="just">
              <a:lnSpc>
                <a:spcPct val="150000"/>
              </a:lnSpc>
              <a:buFontTx/>
              <a:buChar char="-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Enthalpy, Entropy,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Gibbs;</a:t>
            </a:r>
          </a:p>
          <a:p>
            <a:pPr marL="457200" indent="341313" algn="just">
              <a:lnSpc>
                <a:spcPct val="150000"/>
              </a:lnSpc>
              <a:buFontTx/>
              <a:buChar char="-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Chiều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phát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755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646D59AA-8AFE-4C17-6E03-B3CE9322A37B}"/>
              </a:ext>
            </a:extLst>
          </p:cNvPr>
          <p:cNvSpPr txBox="1">
            <a:spLocks noChangeArrowheads="1"/>
          </p:cNvSpPr>
          <p:nvPr/>
        </p:nvSpPr>
        <p:spPr>
          <a:xfrm>
            <a:off x="151680" y="4029784"/>
            <a:ext cx="1941429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a) </a:t>
            </a:r>
            <a:r>
              <a:rPr lang="en-US" sz="2800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endParaRPr lang="en-US" sz="2800" b="1" u="sng" dirty="0">
              <a:solidFill>
                <a:srgbClr val="00B05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39DD70B6-5482-5BC2-442A-CFFA70B29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5" y="4703355"/>
            <a:ext cx="194143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endParaRPr lang="en-US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84CE4ADA-51C9-9742-C5F2-6D19D9EB2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426" y="4730215"/>
            <a:ext cx="194143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endParaRPr lang="en-US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7CF03BC4-118A-D897-090D-9ACF1AF61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306" y="4730215"/>
            <a:ext cx="173723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vi-V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endParaRPr lang="en-US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CD2802EC-A415-3A50-53B1-6831FB7E8C7D}"/>
              </a:ext>
            </a:extLst>
          </p:cNvPr>
          <p:cNvSpPr txBox="1">
            <a:spLocks noChangeArrowheads="1"/>
          </p:cNvSpPr>
          <p:nvPr/>
        </p:nvSpPr>
        <p:spPr>
          <a:xfrm>
            <a:off x="3258057" y="4064948"/>
            <a:ext cx="2058799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28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endParaRPr lang="en-US" sz="2800" b="1" u="sng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9A7B540D-8DBB-FCDE-94FE-E578E56354A8}"/>
              </a:ext>
            </a:extLst>
          </p:cNvPr>
          <p:cNvSpPr txBox="1">
            <a:spLocks noChangeArrowheads="1"/>
          </p:cNvSpPr>
          <p:nvPr/>
        </p:nvSpPr>
        <p:spPr>
          <a:xfrm>
            <a:off x="5590089" y="4064947"/>
            <a:ext cx="2601329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c) </a:t>
            </a:r>
            <a:r>
              <a:rPr lang="en-US" sz="2800" b="1" u="sng" dirty="0" err="1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800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endParaRPr lang="en-US" sz="2800" b="1" u="sng" dirty="0">
              <a:solidFill>
                <a:srgbClr val="7030A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C1E7BEC-F529-EDF4-1BBD-12B31BDD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1626112"/>
            <a:ext cx="1881442" cy="23135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4CFF1C5-3628-1AB3-9196-84B86CE2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825" y="1710494"/>
            <a:ext cx="1903404" cy="231354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1F630AB-164B-46B7-7C1E-F4D073989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559" y="1710494"/>
            <a:ext cx="1517566" cy="23135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07A7965-6DF8-FD7E-BE14-5025FABB28A1}"/>
              </a:ext>
            </a:extLst>
          </p:cNvPr>
          <p:cNvSpPr txBox="1"/>
          <p:nvPr/>
        </p:nvSpPr>
        <p:spPr>
          <a:xfrm>
            <a:off x="717259" y="787904"/>
            <a:ext cx="9451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theo trao đổi chất và năng lượng với môi trường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6F41E99-8E04-7314-6AE6-778197B4559D}"/>
              </a:ext>
            </a:extLst>
          </p:cNvPr>
          <p:cNvSpPr txBox="1">
            <a:spLocks noChangeArrowheads="1"/>
          </p:cNvSpPr>
          <p:nvPr/>
        </p:nvSpPr>
        <p:spPr>
          <a:xfrm>
            <a:off x="9329090" y="4630226"/>
            <a:ext cx="2359308" cy="2227774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song </a:t>
            </a: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EF307-4385-A25C-3464-0EA6978D2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175" y="1745349"/>
            <a:ext cx="2161817" cy="2095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B82B7E-9511-DB48-BA4F-A23051895DC3}"/>
              </a:ext>
            </a:extLst>
          </p:cNvPr>
          <p:cNvSpPr txBox="1"/>
          <p:nvPr/>
        </p:nvSpPr>
        <p:spPr>
          <a:xfrm>
            <a:off x="8854115" y="4090007"/>
            <a:ext cx="2952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e) </a:t>
            </a:r>
            <a:r>
              <a:rPr lang="en-US" sz="28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VN" sz="2800" dirty="0"/>
          </a:p>
        </p:txBody>
      </p:sp>
    </p:spTree>
    <p:extLst>
      <p:ext uri="{BB962C8B-B14F-4D97-AF65-F5344CB8AC3E}">
        <p14:creationId xmlns:p14="http://schemas.microsoft.com/office/powerpoint/2010/main" val="183625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40" grpId="0"/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70DC2B5-CDC0-F4BD-4163-66395A797FB2}"/>
              </a:ext>
            </a:extLst>
          </p:cNvPr>
          <p:cNvSpPr txBox="1">
            <a:spLocks noChangeArrowheads="1"/>
          </p:cNvSpPr>
          <p:nvPr/>
        </p:nvSpPr>
        <p:spPr>
          <a:xfrm>
            <a:off x="63543" y="4562255"/>
            <a:ext cx="2919423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f) </a:t>
            </a:r>
            <a:r>
              <a:rPr lang="en-US" sz="2800" b="1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b="1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2800" b="1" dirty="0">
              <a:solidFill>
                <a:srgbClr val="FF66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615C8617-D8CE-4AD2-A900-79089A7E0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20" y="5323544"/>
            <a:ext cx="224784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endParaRPr lang="en-US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198442-792D-035E-73A1-C5FC8B4108FF}"/>
              </a:ext>
            </a:extLst>
          </p:cNvPr>
          <p:cNvSpPr txBox="1"/>
          <p:nvPr/>
        </p:nvSpPr>
        <p:spPr>
          <a:xfrm>
            <a:off x="246025" y="934291"/>
            <a:ext cx="6283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x-none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theo tính chất trong hệ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5A8B654-8E21-3B22-22E6-BEA65B19C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16" y="2015282"/>
            <a:ext cx="1638147" cy="22884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D94222-C712-4232-F0DA-5D7020DBD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679" y="2050783"/>
            <a:ext cx="1638147" cy="2293384"/>
          </a:xfrm>
          <a:prstGeom prst="rect">
            <a:avLst/>
          </a:prstGeom>
        </p:spPr>
      </p:pic>
      <p:sp>
        <p:nvSpPr>
          <p:cNvPr id="27" name="Rectangle 2">
            <a:extLst>
              <a:ext uri="{FF2B5EF4-FFF2-40B4-BE49-F238E27FC236}">
                <a16:creationId xmlns:a16="http://schemas.microsoft.com/office/drawing/2014/main" id="{5A2C1134-B64D-AD2B-2761-81B26939FB9E}"/>
              </a:ext>
            </a:extLst>
          </p:cNvPr>
          <p:cNvSpPr txBox="1">
            <a:spLocks noChangeArrowheads="1"/>
          </p:cNvSpPr>
          <p:nvPr/>
        </p:nvSpPr>
        <p:spPr>
          <a:xfrm>
            <a:off x="3852246" y="4584162"/>
            <a:ext cx="2247842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g) </a:t>
            </a:r>
            <a:r>
              <a:rPr lang="en-US" sz="2800" b="1" dirty="0" err="1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2800" b="1" dirty="0">
              <a:solidFill>
                <a:srgbClr val="CC00CC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BB93290F-1F73-7AA7-AF77-07192819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992" y="5407600"/>
            <a:ext cx="249951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endParaRPr lang="en-US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625898DD-89F5-4F44-D8DD-60EC19FBAE57}"/>
              </a:ext>
            </a:extLst>
          </p:cNvPr>
          <p:cNvSpPr txBox="1">
            <a:spLocks noChangeArrowheads="1"/>
          </p:cNvSpPr>
          <p:nvPr/>
        </p:nvSpPr>
        <p:spPr>
          <a:xfrm>
            <a:off x="7666099" y="1759061"/>
            <a:ext cx="3108705" cy="58344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h)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800" b="1" dirty="0">
              <a:solidFill>
                <a:srgbClr val="00B05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87F4A452-6B44-5516-9329-12F8C8301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38" y="2492000"/>
            <a:ext cx="4370842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Char char="-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117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7" grpId="0"/>
      <p:bldP spid="28" grpId="0"/>
      <p:bldP spid="3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1B66F422-3920-1D01-BC02-313654382883}"/>
              </a:ext>
            </a:extLst>
          </p:cNvPr>
          <p:cNvSpPr/>
          <p:nvPr/>
        </p:nvSpPr>
        <p:spPr>
          <a:xfrm>
            <a:off x="196639" y="1487179"/>
            <a:ext cx="14539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Pha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BCEE2-B963-A973-F8F5-E840186B261C}"/>
              </a:ext>
            </a:extLst>
          </p:cNvPr>
          <p:cNvSpPr/>
          <p:nvPr/>
        </p:nvSpPr>
        <p:spPr>
          <a:xfrm>
            <a:off x="1980307" y="830799"/>
            <a:ext cx="8357937" cy="2107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tập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những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phần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đồng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58775" indent="-215900" algn="just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Giống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thành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phần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58775" indent="-215900" algn="just">
              <a:lnSpc>
                <a:spcPct val="150000"/>
              </a:lnSpc>
              <a:spcAft>
                <a:spcPts val="600"/>
              </a:spcAft>
              <a:buFontTx/>
              <a:buChar char="-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bởi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bề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mặt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chia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76775" y="3130818"/>
            <a:ext cx="10716200" cy="652486"/>
            <a:chOff x="-745274" y="3232130"/>
            <a:chExt cx="10716200" cy="652486"/>
          </a:xfrm>
        </p:grpSpPr>
        <p:sp>
          <p:nvSpPr>
            <p:cNvPr id="8" name="Curved Right Arrow 7">
              <a:extLst>
                <a:ext uri="{FF2B5EF4-FFF2-40B4-BE49-F238E27FC236}">
                  <a16:creationId xmlns:a16="http://schemas.microsoft.com/office/drawing/2014/main" id="{52932B2B-B58B-FF28-8FC9-9844E29D5953}"/>
                </a:ext>
              </a:extLst>
            </p:cNvPr>
            <p:cNvSpPr/>
            <p:nvPr/>
          </p:nvSpPr>
          <p:spPr>
            <a:xfrm rot="20896158">
              <a:off x="-745274" y="3241999"/>
              <a:ext cx="461220" cy="502477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1">
              <a:extLst>
                <a:ext uri="{FF2B5EF4-FFF2-40B4-BE49-F238E27FC236}">
                  <a16:creationId xmlns:a16="http://schemas.microsoft.com/office/drawing/2014/main" id="{4C54A19A-FB13-5CFA-E0D0-F4465E61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2477" y="3232130"/>
              <a:ext cx="10033403" cy="6524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>
                  <a:schemeClr val="tx1"/>
                </a:buClr>
                <a:buNone/>
                <a:defRPr/>
              </a:pPr>
              <a:r>
                <a:rPr lang="en-US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 ĐỒNG THỂ: </a:t>
              </a:r>
              <a:r>
                <a:rPr lang="en-US" alt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 </a:t>
              </a:r>
              <a:r>
                <a:rPr lang="en-US" alt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</a:t>
              </a:r>
              <a:r>
                <a:rPr lang="en-US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vs. 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 DỊ THỂ: h</a:t>
              </a:r>
              <a:r>
                <a:rPr lang="vi-V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ệ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US" alt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trở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lên</a:t>
              </a:r>
              <a:r>
                <a:rPr lang="en-US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72A9EE7B-7BB9-574A-1851-AA5CDD74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680" y="4154367"/>
            <a:ext cx="1765728" cy="1622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7908E-555B-F84D-2B37-2380AC663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964" y="4154367"/>
            <a:ext cx="1765728" cy="16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9DDC5B-891E-8416-49B6-F0900EB250E1}"/>
              </a:ext>
            </a:extLst>
          </p:cNvPr>
          <p:cNvSpPr txBox="1"/>
          <p:nvPr/>
        </p:nvSpPr>
        <p:spPr>
          <a:xfrm>
            <a:off x="151680" y="5960049"/>
            <a:ext cx="1496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 nước lỏng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E0006-E332-F7D8-C830-1AE191E7BF68}"/>
              </a:ext>
            </a:extLst>
          </p:cNvPr>
          <p:cNvSpPr txBox="1"/>
          <p:nvPr/>
        </p:nvSpPr>
        <p:spPr>
          <a:xfrm>
            <a:off x="1950830" y="5977762"/>
            <a:ext cx="1741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pha: nước lỏng + đá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79A1B-E419-989E-617B-850F00616001}"/>
              </a:ext>
            </a:extLst>
          </p:cNvPr>
          <p:cNvSpPr txBox="1"/>
          <p:nvPr/>
        </p:nvSpPr>
        <p:spPr>
          <a:xfrm>
            <a:off x="3934654" y="4201290"/>
            <a:ext cx="4784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lang="vi-V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 </a:t>
            </a:r>
            <a:r>
              <a:rPr lang="vi-V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CaO(r)  + CO</a:t>
            </a:r>
            <a:r>
              <a:rPr lang="vi-V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(k) 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83056-6BBC-ED2A-DD1C-0AE79E7012B7}"/>
              </a:ext>
            </a:extLst>
          </p:cNvPr>
          <p:cNvSpPr txBox="1"/>
          <p:nvPr/>
        </p:nvSpPr>
        <p:spPr>
          <a:xfrm>
            <a:off x="11061046" y="4250331"/>
            <a:ext cx="1166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C42EA-B8E3-FE02-349C-02B617ACDB3A}"/>
              </a:ext>
            </a:extLst>
          </p:cNvPr>
          <p:cNvSpPr txBox="1"/>
          <p:nvPr/>
        </p:nvSpPr>
        <p:spPr>
          <a:xfrm>
            <a:off x="3934654" y="4908334"/>
            <a:ext cx="4400443" cy="53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2800" b="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 +  3H</a:t>
            </a:r>
            <a:r>
              <a:rPr lang="vi-VN" sz="2800" b="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</a:t>
            </a: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2NH</a:t>
            </a:r>
            <a:r>
              <a:rPr lang="vi-VN" sz="2800" b="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(k)</a:t>
            </a:r>
            <a:r>
              <a:rPr lang="vi-VN" sz="28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F7CD2-B5BA-4C95-A8D5-98BCBC582AAB}"/>
              </a:ext>
            </a:extLst>
          </p:cNvPr>
          <p:cNvSpPr txBox="1"/>
          <p:nvPr/>
        </p:nvSpPr>
        <p:spPr>
          <a:xfrm>
            <a:off x="11036065" y="4923639"/>
            <a:ext cx="1166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pha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296F27-AF50-7BA4-BFB5-036722155E0B}"/>
              </a:ext>
            </a:extLst>
          </p:cNvPr>
          <p:cNvSpPr txBox="1"/>
          <p:nvPr/>
        </p:nvSpPr>
        <p:spPr>
          <a:xfrm>
            <a:off x="3914853" y="5586091"/>
            <a:ext cx="7121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AgNO</a:t>
            </a:r>
            <a:r>
              <a:rPr lang="vi-VN" sz="2800" b="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8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(dd)  + 2HCl (dd) = AgCl(r) + HNO</a:t>
            </a:r>
            <a:r>
              <a:rPr lang="vi-VN" sz="2800" b="0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8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(dd)</a:t>
            </a:r>
            <a:endParaRPr lang="en-US" sz="2800" b="0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1AFA6-FE4B-2057-E520-EBADE51C9950}"/>
              </a:ext>
            </a:extLst>
          </p:cNvPr>
          <p:cNvSpPr txBox="1"/>
          <p:nvPr/>
        </p:nvSpPr>
        <p:spPr>
          <a:xfrm>
            <a:off x="3934654" y="6285539"/>
            <a:ext cx="6365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NaOH(dd) + HCl(dd) = NaCl(</a:t>
            </a:r>
            <a:r>
              <a:rPr lang="en-US" sz="2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vi-VN" sz="2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H</a:t>
            </a:r>
            <a:r>
              <a:rPr lang="vi-VN" sz="2800" b="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04FFB-FD24-1467-383F-0A338ADB253E}"/>
              </a:ext>
            </a:extLst>
          </p:cNvPr>
          <p:cNvSpPr txBox="1"/>
          <p:nvPr/>
        </p:nvSpPr>
        <p:spPr>
          <a:xfrm>
            <a:off x="11061046" y="5586091"/>
            <a:ext cx="1039552" cy="53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pha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EAF71-6F4D-07D8-36DD-A94B73EB1D0C}"/>
              </a:ext>
            </a:extLst>
          </p:cNvPr>
          <p:cNvSpPr txBox="1"/>
          <p:nvPr/>
        </p:nvSpPr>
        <p:spPr>
          <a:xfrm>
            <a:off x="11061046" y="6263403"/>
            <a:ext cx="989589" cy="53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pha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Left Brace 2"/>
          <p:cNvSpPr/>
          <p:nvPr/>
        </p:nvSpPr>
        <p:spPr>
          <a:xfrm>
            <a:off x="1836864" y="1049865"/>
            <a:ext cx="367966" cy="18548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5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680" y="848652"/>
            <a:ext cx="115885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3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3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3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3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BFCAF-33C4-9C11-8BDE-D890781EFCE8}"/>
              </a:ext>
            </a:extLst>
          </p:cNvPr>
          <p:cNvSpPr txBox="1"/>
          <p:nvPr/>
        </p:nvSpPr>
        <p:spPr>
          <a:xfrm>
            <a:off x="483341" y="1577104"/>
            <a:ext cx="11233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Trộn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 ml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dung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KI 0,1M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 ml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dung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AgNO</a:t>
            </a:r>
            <a:r>
              <a:rPr lang="fr-FR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0,1M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25</a:t>
            </a:r>
            <a:r>
              <a:rPr lang="fr-FR" sz="28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ống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nghiệm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hở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dị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FA653-8070-F8FF-A054-C8E7D101C458}"/>
              </a:ext>
            </a:extLst>
          </p:cNvPr>
          <p:cNvSpPr txBox="1"/>
          <p:nvPr/>
        </p:nvSpPr>
        <p:spPr>
          <a:xfrm>
            <a:off x="473679" y="2675498"/>
            <a:ext cx="112334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Phản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ứng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100 ml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dung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HCl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1M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100 ml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dung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NaOH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1M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nhiệt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là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cô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đồng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FE6B1-497F-929E-6CBF-05E69A122EF3}"/>
              </a:ext>
            </a:extLst>
          </p:cNvPr>
          <p:cNvSpPr txBox="1"/>
          <p:nvPr/>
        </p:nvSpPr>
        <p:spPr>
          <a:xfrm>
            <a:off x="473679" y="3801850"/>
            <a:ext cx="112334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NaCl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bình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kín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chứa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 ml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nước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30</a:t>
            </a:r>
            <a:r>
              <a:rPr lang="fr-FR" sz="2800" baseline="300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solidFill>
                  <a:srgbClr val="9933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ta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kín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đồng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Cho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30</a:t>
            </a:r>
            <a:r>
              <a:rPr lang="fr-FR" sz="28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NaCl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là 36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/100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fr-FR" sz="28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57FC9-13AE-36EC-5876-5CD8AC9399CC}"/>
              </a:ext>
            </a:extLst>
          </p:cNvPr>
          <p:cNvSpPr txBox="1"/>
          <p:nvPr/>
        </p:nvSpPr>
        <p:spPr>
          <a:xfrm>
            <a:off x="473679" y="4928202"/>
            <a:ext cx="11411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100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đường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saccarose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bình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kín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chứa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50 ml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nước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50</a:t>
            </a:r>
            <a:r>
              <a:rPr lang="fr-FR" sz="2800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nguội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nhiệt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là 30</a:t>
            </a:r>
            <a:r>
              <a:rPr lang="fr-FR" sz="2800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kín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đồng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Cho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đường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saccarose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50</a:t>
            </a:r>
            <a:r>
              <a:rPr lang="fr-FR" sz="28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 là 260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/100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fr-FR" sz="28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30</a:t>
            </a:r>
            <a:r>
              <a:rPr lang="fr-FR" sz="28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 là 204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/100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gam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fr-FR" sz="28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O.</a:t>
            </a:r>
            <a:endParaRPr lang="en-VN" sz="2800" dirty="0"/>
          </a:p>
        </p:txBody>
      </p:sp>
    </p:spTree>
    <p:extLst>
      <p:ext uri="{BB962C8B-B14F-4D97-AF65-F5344CB8AC3E}">
        <p14:creationId xmlns:p14="http://schemas.microsoft.com/office/powerpoint/2010/main" val="108676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1B66F422-3920-1D01-BC02-313654382883}"/>
              </a:ext>
            </a:extLst>
          </p:cNvPr>
          <p:cNvSpPr/>
          <p:nvPr/>
        </p:nvSpPr>
        <p:spPr>
          <a:xfrm>
            <a:off x="151680" y="634879"/>
            <a:ext cx="11787185" cy="1481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Tập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thông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biểu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diễn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T, P, V,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86800-2CD7-77E1-72C1-71EDF5F6F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24" y="2183870"/>
            <a:ext cx="2421636" cy="1858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985F0-752A-68C5-9DBD-A0690FD3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872" y="2061314"/>
            <a:ext cx="4350704" cy="1981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E2BA10-4644-B372-406E-075158F1E992}"/>
              </a:ext>
            </a:extLst>
          </p:cNvPr>
          <p:cNvSpPr/>
          <p:nvPr/>
        </p:nvSpPr>
        <p:spPr>
          <a:xfrm>
            <a:off x="771526" y="4115249"/>
            <a:ext cx="110349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indent="347663" algn="just">
              <a:spcAft>
                <a:spcPts val="600"/>
              </a:spcAft>
              <a:buFontTx/>
              <a:buChar char="-"/>
            </a:pP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cân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bằng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ở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mọi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điểm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theo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thời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gian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5C361-D03B-B904-A8A1-807F87810730}"/>
              </a:ext>
            </a:extLst>
          </p:cNvPr>
          <p:cNvSpPr/>
          <p:nvPr/>
        </p:nvSpPr>
        <p:spPr>
          <a:xfrm>
            <a:off x="771526" y="5195292"/>
            <a:ext cx="10650328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9250" indent="-349250" algn="just">
              <a:spcAft>
                <a:spcPts val="600"/>
              </a:spcAft>
              <a:buFontTx/>
              <a:buChar char="-"/>
            </a:pP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tiêu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chuẩn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 P = 1atm;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</a:t>
            </a:r>
            <a:r>
              <a:rPr lang="en-US" altLang="zh-TW" sz="28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25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</a:t>
            </a:r>
          </a:p>
          <a:p>
            <a:pPr marL="142875" algn="just">
              <a:spcAft>
                <a:spcPts val="600"/>
              </a:spcAft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                     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Dung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dịch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nồng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1M</a:t>
            </a:r>
          </a:p>
          <a:p>
            <a:pPr marL="142875" algn="just">
              <a:spcAft>
                <a:spcPts val="600"/>
              </a:spcAft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                     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suất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riêng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phần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1atm</a:t>
            </a:r>
          </a:p>
        </p:txBody>
      </p:sp>
    </p:spTree>
    <p:extLst>
      <p:ext uri="{BB962C8B-B14F-4D97-AF65-F5344CB8AC3E}">
        <p14:creationId xmlns:p14="http://schemas.microsoft.com/office/powerpoint/2010/main" val="228208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5C8CDCA0-D4A9-ED2C-29C7-DEBEAA188095}"/>
              </a:ext>
            </a:extLst>
          </p:cNvPr>
          <p:cNvSpPr/>
          <p:nvPr/>
        </p:nvSpPr>
        <p:spPr>
          <a:xfrm>
            <a:off x="160822" y="728253"/>
            <a:ext cx="11645691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Hàm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hàm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thông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mỗi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E74A9-2598-C0AB-4D76-6A3A6323A7A1}"/>
              </a:ext>
            </a:extLst>
          </p:cNvPr>
          <p:cNvSpPr/>
          <p:nvPr/>
        </p:nvSpPr>
        <p:spPr>
          <a:xfrm>
            <a:off x="408756" y="2119698"/>
            <a:ext cx="81994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Xét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phương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tưởng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PV =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nRT</a:t>
            </a:r>
            <a:endParaRPr lang="en-US" altLang="zh-TW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0F0748-233A-F343-A6A6-9A5219364B8D}"/>
                  </a:ext>
                </a:extLst>
              </p:cNvPr>
              <p:cNvSpPr/>
              <p:nvPr/>
            </p:nvSpPr>
            <p:spPr>
              <a:xfrm>
                <a:off x="1457602" y="2569708"/>
                <a:ext cx="4075151" cy="15522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42875" algn="just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altLang="zh-TW" sz="320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𝑃</m:t>
                      </m:r>
                      <m:r>
                        <a:rPr lang="vi-VN" altLang="zh-TW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=</m:t>
                      </m:r>
                      <m:f>
                        <m:fPr>
                          <m:ctrlPr>
                            <a:rPr lang="vi-VN" altLang="zh-TW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Permanent Marker"/>
                            </a:rPr>
                          </m:ctrlPr>
                        </m:fPr>
                        <m:num>
                          <m:r>
                            <a:rPr lang="vi-VN" altLang="zh-TW" sz="32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Permanent Marker"/>
                            </a:rPr>
                            <m:t>𝑛𝑅𝑇</m:t>
                          </m:r>
                        </m:num>
                        <m:den>
                          <m:r>
                            <a:rPr lang="vi-VN" altLang="zh-TW" sz="32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Permanent Marker"/>
                            </a:rPr>
                            <m:t>𝑉</m:t>
                          </m:r>
                        </m:den>
                      </m:f>
                      <m:r>
                        <a:rPr lang="vi-VN" altLang="zh-TW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=</m:t>
                      </m:r>
                      <m:r>
                        <a:rPr lang="vi-VN" altLang="zh-TW" sz="32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𝑓</m:t>
                      </m:r>
                      <m:r>
                        <a:rPr lang="vi-VN" altLang="zh-TW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(</m:t>
                      </m:r>
                      <m:r>
                        <a:rPr lang="vi-VN" altLang="zh-TW" sz="32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𝑇</m:t>
                      </m:r>
                      <m:r>
                        <a:rPr lang="vi-VN" altLang="zh-TW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, </m:t>
                      </m:r>
                      <m:r>
                        <a:rPr lang="vi-VN" altLang="zh-TW" sz="32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𝑉</m:t>
                      </m:r>
                      <m:r>
                        <a:rPr lang="vi-VN" altLang="zh-TW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)</m:t>
                      </m:r>
                    </m:oMath>
                  </m:oMathPara>
                </a14:m>
                <a:endParaRPr lang="en-US" altLang="zh-TW" sz="3200" b="1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F0F0748-233A-F343-A6A6-9A5219364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602" y="2569708"/>
                <a:ext cx="4075151" cy="15522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240526" y="3195710"/>
            <a:ext cx="2937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433" y="3976008"/>
            <a:ext cx="11190577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P, V,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U, enthalpy H, entropy S,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G, …)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856134" y="1466707"/>
            <a:ext cx="2950379" cy="2718923"/>
            <a:chOff x="8494675" y="2887894"/>
            <a:chExt cx="3745447" cy="3429000"/>
          </a:xfrm>
        </p:grpSpPr>
        <p:grpSp>
          <p:nvGrpSpPr>
            <p:cNvPr id="12" name="Group 11"/>
            <p:cNvGrpSpPr/>
            <p:nvPr/>
          </p:nvGrpSpPr>
          <p:grpSpPr>
            <a:xfrm>
              <a:off x="8494675" y="2887894"/>
              <a:ext cx="3687763" cy="3429000"/>
              <a:chOff x="247650" y="2605088"/>
              <a:chExt cx="3687763" cy="3429000"/>
            </a:xfrm>
          </p:grpSpPr>
          <p:pic>
            <p:nvPicPr>
              <p:cNvPr id="21" name="Picture 4" descr="~AUT0012">
                <a:extLst>
                  <a:ext uri="{FF2B5EF4-FFF2-40B4-BE49-F238E27FC236}">
                    <a16:creationId xmlns:a16="http://schemas.microsoft.com/office/drawing/2014/main" id="{D6795D40-1792-47DB-9904-FFCE7D5BE0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811"/>
              <a:stretch>
                <a:fillRect/>
              </a:stretch>
            </p:blipFill>
            <p:spPr bwMode="auto">
              <a:xfrm>
                <a:off x="247650" y="2605088"/>
                <a:ext cx="3687763" cy="3429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B7EA7EF-1F24-42ED-B376-0F4DC322B801}"/>
                  </a:ext>
                </a:extLst>
              </p:cNvPr>
              <p:cNvCxnSpPr/>
              <p:nvPr/>
            </p:nvCxnSpPr>
            <p:spPr>
              <a:xfrm>
                <a:off x="762000" y="5105400"/>
                <a:ext cx="0" cy="685800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E18424B-127D-43F3-AD5A-EEF553E8F6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6025" y="4503738"/>
                <a:ext cx="0" cy="1371600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26C2A06F-E646-4027-BA59-6B9CAD0269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8313" y="3533775"/>
                <a:ext cx="39687" cy="2341563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/>
            <p:cNvSpPr txBox="1"/>
            <p:nvPr/>
          </p:nvSpPr>
          <p:spPr>
            <a:xfrm>
              <a:off x="9965076" y="3412079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74E1FC49-63C4-455F-8384-815F8B36C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4523" y="5319321"/>
              <a:ext cx="14478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en-US" baseline="-25000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dirty="0">
                <a:solidFill>
                  <a:srgbClr val="FFC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2476B480-09D4-4F3B-874B-C2F289542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0260" y="4846922"/>
              <a:ext cx="74295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1721B969-B2FA-4E58-8961-C3FEA6943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5610" y="3884897"/>
              <a:ext cx="742950" cy="585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AC81B126-BA91-419B-B42B-A7FC371BB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7660" y="5362184"/>
              <a:ext cx="14478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en-US" baseline="-25000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dirty="0">
                <a:solidFill>
                  <a:srgbClr val="FFC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AC81B126-BA91-419B-B42B-A7FC371BB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2322" y="5333539"/>
              <a:ext cx="14478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en-US" baseline="-25000" dirty="0" err="1">
                  <a:solidFill>
                    <a:srgbClr val="FFC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dirty="0">
                <a:solidFill>
                  <a:srgbClr val="FFC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20870" y="5324303"/>
            <a:ext cx="3721364" cy="1448048"/>
            <a:chOff x="1149668" y="4964327"/>
            <a:chExt cx="3910012" cy="1481138"/>
          </a:xfrm>
        </p:grpSpPr>
        <p:grpSp>
          <p:nvGrpSpPr>
            <p:cNvPr id="27" name="Group 6">
              <a:extLst>
                <a:ext uri="{FF2B5EF4-FFF2-40B4-BE49-F238E27FC236}">
                  <a16:creationId xmlns:a16="http://schemas.microsoft.com/office/drawing/2014/main" id="{73FDE0C6-C1DD-49EB-B81A-EADCB15D42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9668" y="5078627"/>
              <a:ext cx="3910012" cy="1095375"/>
              <a:chOff x="3650" y="1482"/>
              <a:chExt cx="1474" cy="634"/>
            </a:xfrm>
          </p:grpSpPr>
          <p:sp>
            <p:nvSpPr>
              <p:cNvPr id="35" name="Text Box 7">
                <a:extLst>
                  <a:ext uri="{FF2B5EF4-FFF2-40B4-BE49-F238E27FC236}">
                    <a16:creationId xmlns:a16="http://schemas.microsoft.com/office/drawing/2014/main" id="{9E00BB27-7DCF-4E0C-91F4-4797A2451B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0" y="1493"/>
                <a:ext cx="576" cy="6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A(</a:t>
                </a:r>
                <a:r>
                  <a:rPr lang="en-US" altLang="en-US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altLang="en-US" baseline="-25000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GB" altLang="en-US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 Box 8">
                <a:extLst>
                  <a:ext uri="{FF2B5EF4-FFF2-40B4-BE49-F238E27FC236}">
                    <a16:creationId xmlns:a16="http://schemas.microsoft.com/office/drawing/2014/main" id="{1AE3894C-E064-48B1-9085-A4E6D6B5A6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482"/>
                <a:ext cx="468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B(</a:t>
                </a:r>
                <a:r>
                  <a:rPr lang="en-US" altLang="en-US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altLang="en-US" baseline="-25000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GB" altLang="en-US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Line 9">
                <a:extLst>
                  <a:ext uri="{FF2B5EF4-FFF2-40B4-BE49-F238E27FC236}">
                    <a16:creationId xmlns:a16="http://schemas.microsoft.com/office/drawing/2014/main" id="{5E9358A9-4E79-4AD1-88BF-5A5B9259B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2" y="1698"/>
                <a:ext cx="544" cy="7"/>
              </a:xfrm>
              <a:prstGeom prst="line">
                <a:avLst/>
              </a:prstGeom>
              <a:ln>
                <a:solidFill>
                  <a:srgbClr val="CC00FF"/>
                </a:solidFill>
                <a:headEnd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eaLnBrk="1" hangingPunct="1">
                  <a:defRPr/>
                </a:pPr>
                <a:endParaRPr lang="en-US"/>
              </a:p>
            </p:txBody>
          </p:sp>
        </p:grpSp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44DC2C25-58CB-4DA9-BD7D-A6AABFC3B2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6543" y="5662827"/>
              <a:ext cx="2676525" cy="782638"/>
              <a:chOff x="3343" y="1854"/>
              <a:chExt cx="1384" cy="454"/>
            </a:xfrm>
          </p:grpSpPr>
          <p:sp>
            <p:nvSpPr>
              <p:cNvPr id="32" name="Text Box 11">
                <a:extLst>
                  <a:ext uri="{FF2B5EF4-FFF2-40B4-BE49-F238E27FC236}">
                    <a16:creationId xmlns:a16="http://schemas.microsoft.com/office/drawing/2014/main" id="{1DF43CDE-5052-4161-BD61-E7C8870702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5" y="1969"/>
                <a:ext cx="676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</a:t>
                </a:r>
                <a:r>
                  <a:rPr lang="en-US" altLang="en-US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altLang="en-US" baseline="-25000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en-US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GB" altLang="en-US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12">
                <a:extLst>
                  <a:ext uri="{FF2B5EF4-FFF2-40B4-BE49-F238E27FC236}">
                    <a16:creationId xmlns:a16="http://schemas.microsoft.com/office/drawing/2014/main" id="{1AC86B8D-3445-4BBB-8298-3C1A6DED1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3" y="1876"/>
                <a:ext cx="384" cy="240"/>
              </a:xfrm>
              <a:prstGeom prst="line">
                <a:avLst/>
              </a:prstGeom>
              <a:ln>
                <a:solidFill>
                  <a:srgbClr val="0000FF"/>
                </a:solidFill>
                <a:headEnd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eaLnBrk="1" hangingPunct="1">
                  <a:defRPr/>
                </a:pPr>
                <a:endParaRPr lang="en-US" dirty="0"/>
              </a:p>
            </p:txBody>
          </p:sp>
          <p:sp>
            <p:nvSpPr>
              <p:cNvPr id="34" name="Line 13">
                <a:extLst>
                  <a:ext uri="{FF2B5EF4-FFF2-40B4-BE49-F238E27FC236}">
                    <a16:creationId xmlns:a16="http://schemas.microsoft.com/office/drawing/2014/main" id="{3D136CC8-CFFC-467D-9716-CA1AA955D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1854"/>
                <a:ext cx="384" cy="258"/>
              </a:xfrm>
              <a:prstGeom prst="line">
                <a:avLst/>
              </a:prstGeom>
              <a:ln>
                <a:solidFill>
                  <a:srgbClr val="0000FF"/>
                </a:solidFill>
                <a:headEnd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1D087E4B-893C-4681-B76C-9B3F9AC5C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105" y="4964327"/>
              <a:ext cx="74295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dirty="0">
                  <a:solidFill>
                    <a:srgbClr val="CC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00A545C1-7239-4576-A928-D3F8DC7E4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618" y="5785065"/>
              <a:ext cx="74295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C94B30A9-9B4D-42B7-B4F1-CA2FE46A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893" y="5742202"/>
              <a:ext cx="74295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8" name="Rectangle 3">
            <a:extLst>
              <a:ext uri="{FF2B5EF4-FFF2-40B4-BE49-F238E27FC236}">
                <a16:creationId xmlns:a16="http://schemas.microsoft.com/office/drawing/2014/main" id="{485E97D1-35CE-416B-84C9-12E303E16BE5}"/>
              </a:ext>
            </a:extLst>
          </p:cNvPr>
          <p:cNvSpPr txBox="1">
            <a:spLocks/>
          </p:cNvSpPr>
          <p:nvPr/>
        </p:nvSpPr>
        <p:spPr>
          <a:xfrm>
            <a:off x="4243249" y="5620208"/>
            <a:ext cx="4550108" cy="110134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(1): h</a:t>
            </a:r>
            <a:r>
              <a:rPr lang="en-US" alt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(2): h</a:t>
            </a:r>
            <a:r>
              <a:rPr lang="en-US" alt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+ 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-h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4287" y="5408549"/>
            <a:ext cx="38877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h</a:t>
            </a:r>
            <a:r>
              <a:rPr lang="en-US" alt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r>
              <a:rPr lang="en-US" altLang="en-US" sz="28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ctr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h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phụ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ctr"/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đường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đi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58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377" y="6459785"/>
            <a:ext cx="541844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5C8CDCA0-D4A9-ED2C-29C7-DEBEAA188095}"/>
              </a:ext>
            </a:extLst>
          </p:cNvPr>
          <p:cNvSpPr/>
          <p:nvPr/>
        </p:nvSpPr>
        <p:spPr>
          <a:xfrm>
            <a:off x="183480" y="863597"/>
            <a:ext cx="11645691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4.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con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đường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chuyển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này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sang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dù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chỉ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thông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610" y="2473526"/>
            <a:ext cx="57789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i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…)</a:t>
            </a:r>
            <a:endParaRPr lang="en-US" sz="2800" b="1" i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8660" y="4582383"/>
            <a:ext cx="2777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5861" y="5500176"/>
            <a:ext cx="4810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0" name="Picture 3" descr="FG05_09">
            <a:extLst>
              <a:ext uri="{FF2B5EF4-FFF2-40B4-BE49-F238E27FC236}">
                <a16:creationId xmlns:a16="http://schemas.microsoft.com/office/drawing/2014/main" id="{D084A248-7B71-4E50-BF8E-00FB5B46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94120" y="2280645"/>
            <a:ext cx="5331257" cy="2325226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65861" y="6298626"/>
            <a:ext cx="5195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9249" y="5506079"/>
            <a:ext cx="505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9249" y="6298626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2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3ADA38-8360-657D-36DC-6CEBE56CD9D8}"/>
              </a:ext>
            </a:extLst>
          </p:cNvPr>
          <p:cNvGrpSpPr/>
          <p:nvPr/>
        </p:nvGrpSpPr>
        <p:grpSpPr>
          <a:xfrm>
            <a:off x="151680" y="1636919"/>
            <a:ext cx="5557358" cy="3327651"/>
            <a:chOff x="-160991" y="384818"/>
            <a:chExt cx="5557358" cy="33276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05D36-5EC2-DAE1-3D1C-F6DB6E58F37F}"/>
                </a:ext>
              </a:extLst>
            </p:cNvPr>
            <p:cNvSpPr txBox="1"/>
            <p:nvPr/>
          </p:nvSpPr>
          <p:spPr>
            <a:xfrm>
              <a:off x="-160991" y="384818"/>
              <a:ext cx="5440439" cy="2692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Q/t 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Thuận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nghịch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q/t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HAI CHIỀU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con </a:t>
              </a:r>
              <a:r>
                <a:rPr lang="en-US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1949204-D8E8-B78A-AE51-747C7348CE22}"/>
                </a:ext>
              </a:extLst>
            </p:cNvPr>
            <p:cNvGrpSpPr/>
            <p:nvPr/>
          </p:nvGrpSpPr>
          <p:grpSpPr>
            <a:xfrm>
              <a:off x="283771" y="3127694"/>
              <a:ext cx="5112596" cy="584775"/>
              <a:chOff x="283771" y="3127694"/>
              <a:chExt cx="5112596" cy="58477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356173-E962-A2CE-A029-76A867E8B8F5}"/>
                  </a:ext>
                </a:extLst>
              </p:cNvPr>
              <p:cNvSpPr txBox="1"/>
              <p:nvPr/>
            </p:nvSpPr>
            <p:spPr>
              <a:xfrm>
                <a:off x="283771" y="3127694"/>
                <a:ext cx="23695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State</a:t>
                </a:r>
              </a:p>
            </p:txBody>
          </p:sp>
          <p:pic>
            <p:nvPicPr>
              <p:cNvPr id="16" name="Picture 3">
                <a:extLst>
                  <a:ext uri="{FF2B5EF4-FFF2-40B4-BE49-F238E27FC236}">
                    <a16:creationId xmlns:a16="http://schemas.microsoft.com/office/drawing/2014/main" id="{AB8F6604-5DAA-E81D-E3CF-762AEE1DEF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679964" y="3293906"/>
                <a:ext cx="373478" cy="252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AE27C5-01A9-8849-99FF-E4BFED0491B3}"/>
                  </a:ext>
                </a:extLst>
              </p:cNvPr>
              <p:cNvSpPr txBox="1"/>
              <p:nvPr/>
            </p:nvSpPr>
            <p:spPr>
              <a:xfrm>
                <a:off x="3126436" y="3127694"/>
                <a:ext cx="22699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Final State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152DB07-31C1-C9C6-7BA2-4D2C2CAE6D5A}"/>
              </a:ext>
            </a:extLst>
          </p:cNvPr>
          <p:cNvSpPr txBox="1"/>
          <p:nvPr/>
        </p:nvSpPr>
        <p:spPr>
          <a:xfrm>
            <a:off x="151680" y="836537"/>
            <a:ext cx="757705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4CED24-0317-E171-1C2B-EF380761C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774" y="5221081"/>
            <a:ext cx="4572000" cy="16194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BB26D28-AA81-97D6-02CD-3026701F894F}"/>
              </a:ext>
            </a:extLst>
          </p:cNvPr>
          <p:cNvSpPr txBox="1"/>
          <p:nvPr/>
        </p:nvSpPr>
        <p:spPr>
          <a:xfrm>
            <a:off x="37249" y="5099470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9F640-B5F5-AAAE-5AC0-D4C179296DB2}"/>
              </a:ext>
            </a:extLst>
          </p:cNvPr>
          <p:cNvSpPr txBox="1"/>
          <p:nvPr/>
        </p:nvSpPr>
        <p:spPr>
          <a:xfrm>
            <a:off x="5909917" y="1692133"/>
            <a:ext cx="6130403" cy="269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Q/t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q/t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MỘT CHIỀU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27963-D29C-D15A-4D6C-DE16796FE778}"/>
              </a:ext>
            </a:extLst>
          </p:cNvPr>
          <p:cNvSpPr txBox="1"/>
          <p:nvPr/>
        </p:nvSpPr>
        <p:spPr>
          <a:xfrm>
            <a:off x="6865175" y="4379794"/>
            <a:ext cx="50786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Initial State → Final State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FF7E3-31D0-91A1-16C6-9A1A5291594C}"/>
              </a:ext>
            </a:extLst>
          </p:cNvPr>
          <p:cNvSpPr txBox="1"/>
          <p:nvPr/>
        </p:nvSpPr>
        <p:spPr>
          <a:xfrm>
            <a:off x="6398155" y="5099470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45A4DDB-F796-F952-BB99-EA6CDEAE8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645" y="5221081"/>
            <a:ext cx="3876675" cy="13906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F960E1-7F30-7419-647F-BB126E62AD35}"/>
              </a:ext>
            </a:extLst>
          </p:cNvPr>
          <p:cNvCxnSpPr>
            <a:cxnSpLocks/>
          </p:cNvCxnSpPr>
          <p:nvPr/>
        </p:nvCxnSpPr>
        <p:spPr>
          <a:xfrm>
            <a:off x="5804774" y="1857375"/>
            <a:ext cx="105143" cy="4948572"/>
          </a:xfrm>
          <a:prstGeom prst="line">
            <a:avLst/>
          </a:prstGeom>
          <a:ln w="28575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04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  <p:bldP spid="23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1601"/>
            <a:ext cx="466287" cy="373310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5C8CDCA0-D4A9-ED2C-29C7-DEBEAA188095}"/>
              </a:ext>
            </a:extLst>
          </p:cNvPr>
          <p:cNvSpPr/>
          <p:nvPr/>
        </p:nvSpPr>
        <p:spPr>
          <a:xfrm>
            <a:off x="-14933" y="919631"/>
            <a:ext cx="8853739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5.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(E):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vật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</a:t>
            </a:r>
            <a:r>
              <a:rPr lang="vi-VN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ước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khả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vận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động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vật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CA24A-255A-7298-3B8C-5E7631032F6B}"/>
              </a:ext>
            </a:extLst>
          </p:cNvPr>
          <p:cNvSpPr txBox="1"/>
          <p:nvPr/>
        </p:nvSpPr>
        <p:spPr>
          <a:xfrm>
            <a:off x="625910" y="2672116"/>
            <a:ext cx="1058119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1200"/>
              </a:spcAft>
              <a:buFont typeface="Wingdings" pitchFamily="2" charset="2"/>
              <a:buChar char="Ø"/>
            </a:pPr>
            <a:r>
              <a: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 năng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động năng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thế năng của hệ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năng (U): </a:t>
            </a:r>
            <a:r>
              <a: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năng lượng dữ trữ bên trong hệ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động năng phân tử, năng lượng tương tác, năng lượng hạt nhân, 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75598C-8A92-A476-7C72-54C892ADC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731" y="1029476"/>
            <a:ext cx="3017033" cy="21660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CF70A-D843-BA30-EEB2-F2B51E7B019A}"/>
              </a:ext>
            </a:extLst>
          </p:cNvPr>
          <p:cNvSpPr txBox="1"/>
          <p:nvPr/>
        </p:nvSpPr>
        <p:spPr>
          <a:xfrm>
            <a:off x="618591" y="5083157"/>
            <a:ext cx="320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chuyển hoá năng lượng của hệ với môi trường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CE797A-8DD6-0E9D-3FA8-441A0E9D7E69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819711" y="5197003"/>
            <a:ext cx="795829" cy="5955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20A70-8A44-A8FF-79AA-776AEEA24B17}"/>
              </a:ext>
            </a:extLst>
          </p:cNvPr>
          <p:cNvSpPr txBox="1"/>
          <p:nvPr/>
        </p:nvSpPr>
        <p:spPr>
          <a:xfrm>
            <a:off x="4615540" y="4719949"/>
            <a:ext cx="6024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 công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liên quan đến sự di chuyển một hệ cơ học.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06872-6B84-6EF5-8F20-66D5E3494C17}"/>
              </a:ext>
            </a:extLst>
          </p:cNvPr>
          <p:cNvSpPr txBox="1"/>
          <p:nvPr/>
        </p:nvSpPr>
        <p:spPr>
          <a:xfrm>
            <a:off x="4615540" y="5911118"/>
            <a:ext cx="6024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 nhiệt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liên quan đến sự tăng tốc độ chuyển động của phân tử khi nhận 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E93EC9-BB81-8B59-5CB7-F976C24277A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819711" y="5793452"/>
            <a:ext cx="795829" cy="5947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92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1601"/>
            <a:ext cx="466287" cy="373310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05_01">
            <a:extLst>
              <a:ext uri="{FF2B5EF4-FFF2-40B4-BE49-F238E27FC236}">
                <a16:creationId xmlns:a16="http://schemas.microsoft.com/office/drawing/2014/main" id="{8C255871-41F5-661E-B992-5CB8EBD85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6" r="15105" b="55560"/>
          <a:stretch>
            <a:fillRect/>
          </a:stretch>
        </p:blipFill>
        <p:spPr bwMode="auto">
          <a:xfrm>
            <a:off x="181610" y="930297"/>
            <a:ext cx="2127272" cy="211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01FE0-2651-F5C8-8E15-45497F023CB3}"/>
              </a:ext>
            </a:extLst>
          </p:cNvPr>
          <p:cNvSpPr txBox="1"/>
          <p:nvPr/>
        </p:nvSpPr>
        <p:spPr>
          <a:xfrm>
            <a:off x="2507486" y="841412"/>
            <a:ext cx="9193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(A)</a:t>
            </a:r>
            <a:r>
              <a:rPr lang="x-none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thước đo sự chuyển động có trật từ và hướng của các tiểu phân trong hệ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7A7E6-AD7E-0635-01A0-159310A4FC66}"/>
              </a:ext>
            </a:extLst>
          </p:cNvPr>
          <p:cNvSpPr txBox="1"/>
          <p:nvPr/>
        </p:nvSpPr>
        <p:spPr>
          <a:xfrm>
            <a:off x="3052545" y="1932116"/>
            <a:ext cx="5070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x-none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 hoá học ở P = const (giản nở V):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5BC4F-5A45-7A71-F0D7-E86044A21264}"/>
              </a:ext>
            </a:extLst>
          </p:cNvPr>
          <p:cNvSpPr txBox="1"/>
          <p:nvPr/>
        </p:nvSpPr>
        <p:spPr>
          <a:xfrm>
            <a:off x="8122844" y="1891089"/>
            <a:ext cx="3988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F.l = P</a:t>
            </a:r>
            <a:r>
              <a:rPr lang="x-none" sz="28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x-none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.S.l = P</a:t>
            </a:r>
            <a:r>
              <a:rPr lang="x-none" sz="28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x-none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.△V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3010A8-6358-7C9A-F3D2-68A489D1394A}"/>
              </a:ext>
            </a:extLst>
          </p:cNvPr>
          <p:cNvGrpSpPr/>
          <p:nvPr/>
        </p:nvGrpSpPr>
        <p:grpSpPr>
          <a:xfrm>
            <a:off x="255381" y="3587865"/>
            <a:ext cx="11333818" cy="2006416"/>
            <a:chOff x="255381" y="3587865"/>
            <a:chExt cx="11333818" cy="20064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84B2F-FE12-085E-F6EE-F7672100B399}"/>
                </a:ext>
              </a:extLst>
            </p:cNvPr>
            <p:cNvGrpSpPr/>
            <p:nvPr/>
          </p:nvGrpSpPr>
          <p:grpSpPr>
            <a:xfrm>
              <a:off x="255381" y="3587865"/>
              <a:ext cx="11333818" cy="2006416"/>
              <a:chOff x="255381" y="3587865"/>
              <a:chExt cx="11333818" cy="2006416"/>
            </a:xfrm>
          </p:grpSpPr>
          <p:pic>
            <p:nvPicPr>
              <p:cNvPr id="6" name="Picture 4" descr="05_01">
                <a:extLst>
                  <a:ext uri="{FF2B5EF4-FFF2-40B4-BE49-F238E27FC236}">
                    <a16:creationId xmlns:a16="http://schemas.microsoft.com/office/drawing/2014/main" id="{A94091FE-9E82-04F8-C085-1093022400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105" t="50040" r="15105" b="9241"/>
              <a:stretch>
                <a:fillRect/>
              </a:stretch>
            </p:blipFill>
            <p:spPr bwMode="auto">
              <a:xfrm>
                <a:off x="255381" y="3587865"/>
                <a:ext cx="2007482" cy="1970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58F1F6-4FEF-0E0B-5F46-1ABE8D6AEFD9}"/>
                  </a:ext>
                </a:extLst>
              </p:cNvPr>
              <p:cNvSpPr txBox="1"/>
              <p:nvPr/>
            </p:nvSpPr>
            <p:spPr>
              <a:xfrm>
                <a:off x="2507486" y="4209286"/>
                <a:ext cx="908171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x-none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x-none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 (Q)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thước đo sự chuyển động hỗn độn của các tiểu phân trong hệ.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60D655-3803-CAF1-0D26-F6B8AE9B14F1}"/>
                </a:ext>
              </a:extLst>
            </p:cNvPr>
            <p:cNvSpPr txBox="1"/>
            <p:nvPr/>
          </p:nvSpPr>
          <p:spPr>
            <a:xfrm>
              <a:off x="6090424" y="4927620"/>
              <a:ext cx="1661032" cy="523220"/>
            </a:xfrm>
            <a:prstGeom prst="rect">
              <a:avLst/>
            </a:prstGeom>
            <a:noFill/>
            <a:ln>
              <a:solidFill>
                <a:srgbClr val="CC00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x-none" sz="28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 = mc△t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3713978-ED17-D963-A70D-181FF0EC9A8A}"/>
              </a:ext>
            </a:extLst>
          </p:cNvPr>
          <p:cNvSpPr txBox="1"/>
          <p:nvPr/>
        </p:nvSpPr>
        <p:spPr>
          <a:xfrm>
            <a:off x="111734" y="5558663"/>
            <a:ext cx="11589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8775" algn="just">
              <a:lnSpc>
                <a:spcPct val="150000"/>
              </a:lnSpc>
            </a:pP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(Q)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(A)</a:t>
            </a:r>
            <a:r>
              <a: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chỉ xuất hiện trong quá trình biến đổi trạng thái của hệ, 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vào cách tiến hành ➡ 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hàm quá trình.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2BF520-3DB0-05EB-F471-F1380D32CA82}"/>
                  </a:ext>
                </a:extLst>
              </p:cNvPr>
              <p:cNvSpPr txBox="1"/>
              <p:nvPr/>
            </p:nvSpPr>
            <p:spPr>
              <a:xfrm>
                <a:off x="2630585" y="2531830"/>
                <a:ext cx="90817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 algn="just"/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ong p/ư hoá học, trên thực tế </a:t>
                </a:r>
                <a:r>
                  <a:rPr lang="x-none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giản nở 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 cần xét 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V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của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chất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khí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vì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đối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với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chất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lỏng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và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rắn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thì</a:t>
                </a:r>
                <a:r>
                  <a:rPr lang="en-US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V </a:t>
                </a: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~</m:t>
                    </m:r>
                  </m:oMath>
                </a14:m>
                <a:r>
                  <a:rPr lang="x-none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2BF520-3DB0-05EB-F471-F1380D32C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85" y="2531830"/>
                <a:ext cx="9081713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75" t="-6569" r="-1075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54CBBBD-4383-108A-5E42-0C712DDDD54C}"/>
              </a:ext>
            </a:extLst>
          </p:cNvPr>
          <p:cNvGrpSpPr/>
          <p:nvPr/>
        </p:nvGrpSpPr>
        <p:grpSpPr>
          <a:xfrm>
            <a:off x="3435520" y="3523364"/>
            <a:ext cx="7936366" cy="587721"/>
            <a:chOff x="3435520" y="3523364"/>
            <a:chExt cx="7936366" cy="587721"/>
          </a:xfrm>
        </p:grpSpPr>
        <p:sp>
          <p:nvSpPr>
            <p:cNvPr id="16" name="Curved Right Arrow 15">
              <a:extLst>
                <a:ext uri="{FF2B5EF4-FFF2-40B4-BE49-F238E27FC236}">
                  <a16:creationId xmlns:a16="http://schemas.microsoft.com/office/drawing/2014/main" id="{E5320180-E4BB-4A3E-CF06-93B63716D2CD}"/>
                </a:ext>
              </a:extLst>
            </p:cNvPr>
            <p:cNvSpPr/>
            <p:nvPr/>
          </p:nvSpPr>
          <p:spPr>
            <a:xfrm rot="19937478">
              <a:off x="3435520" y="3523364"/>
              <a:ext cx="316992" cy="53508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B27B15-93FD-9E90-2A16-70BA43FEC55D}"/>
                </a:ext>
              </a:extLst>
            </p:cNvPr>
            <p:cNvSpPr txBox="1"/>
            <p:nvPr/>
          </p:nvSpPr>
          <p:spPr>
            <a:xfrm>
              <a:off x="3983734" y="3587865"/>
              <a:ext cx="2963632" cy="52322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x-none" sz="28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= P△V = △nRT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793FCF5-D353-3344-44FD-129B50BEB721}"/>
                    </a:ext>
                  </a:extLst>
                </p:cNvPr>
                <p:cNvSpPr txBox="1"/>
                <p:nvPr/>
              </p:nvSpPr>
              <p:spPr>
                <a:xfrm>
                  <a:off x="7171441" y="3587865"/>
                  <a:ext cx="420044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x-none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Với </a:t>
                  </a:r>
                  <a:r>
                    <a:rPr lang="x-none" sz="28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△n =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x-none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x-none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𝒄𝒖</m:t>
                              </m:r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ố</m:t>
                              </m:r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vi-V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x-none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đầ</m:t>
                              </m:r>
                              <m:r>
                                <a:rPr lang="x-none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sub>
                          </m:sSub>
                        </m:e>
                      </m:nary>
                    </m:oMath>
                  </a14:m>
                  <a:endParaRPr lang="x-none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793FCF5-D353-3344-44FD-129B50BEB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1441" y="3587865"/>
                  <a:ext cx="4200445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3012" t="-128571" b="-19285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1371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1601"/>
            <a:ext cx="466287" cy="373310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352351-AE3C-2765-A2DC-20A19222C3B5}"/>
              </a:ext>
            </a:extLst>
          </p:cNvPr>
          <p:cNvSpPr txBox="1"/>
          <p:nvPr/>
        </p:nvSpPr>
        <p:spPr>
          <a:xfrm>
            <a:off x="393125" y="724007"/>
            <a:ext cx="1655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56CE15-8D52-11D4-4E40-2733F2CB3140}"/>
              </a:ext>
            </a:extLst>
          </p:cNvPr>
          <p:cNvSpPr txBox="1"/>
          <p:nvPr/>
        </p:nvSpPr>
        <p:spPr>
          <a:xfrm>
            <a:off x="704021" y="1491657"/>
            <a:ext cx="105979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Tính công(A) quá trình đẳng áp đẳng nhiệt ở 273K của p/ư: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2F834D-160E-1530-50A5-76737922F94B}"/>
              </a:ext>
            </a:extLst>
          </p:cNvPr>
          <p:cNvSpPr txBox="1"/>
          <p:nvPr/>
        </p:nvSpPr>
        <p:spPr>
          <a:xfrm>
            <a:off x="2680683" y="2074092"/>
            <a:ext cx="55185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(r) + H</a:t>
            </a:r>
            <a:r>
              <a:rPr lang="x-none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(k) → H</a:t>
            </a:r>
            <a:r>
              <a:rPr lang="x-none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 + CO (k)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66A239-9134-2D66-ACAA-6E7D751A2875}"/>
              </a:ext>
            </a:extLst>
          </p:cNvPr>
          <p:cNvSpPr txBox="1"/>
          <p:nvPr/>
        </p:nvSpPr>
        <p:spPr>
          <a:xfrm>
            <a:off x="1221029" y="3003034"/>
            <a:ext cx="6978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Dựa vào phản ứng ta có: </a:t>
            </a:r>
            <a:r>
              <a: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△n = 2 – 1 = 1 (mol)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349EA6-759A-BD82-D927-0FFF0384DB94}"/>
              </a:ext>
            </a:extLst>
          </p:cNvPr>
          <p:cNvSpPr txBox="1"/>
          <p:nvPr/>
        </p:nvSpPr>
        <p:spPr>
          <a:xfrm>
            <a:off x="1146048" y="3710019"/>
            <a:ext cx="10704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⇢ Công dãn nở: A = 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△nRT = 1*8.314*273 = 2.27 kJ &gt; 0 hệ sinh công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BA805D-DC3A-79D2-6606-E77F5CCB79F0}"/>
              </a:ext>
            </a:extLst>
          </p:cNvPr>
          <p:cNvSpPr txBox="1"/>
          <p:nvPr/>
        </p:nvSpPr>
        <p:spPr>
          <a:xfrm>
            <a:off x="704021" y="4361558"/>
            <a:ext cx="105979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Tính nhiệt lượng (Q) để 200ml nước từ 30</a:t>
            </a:r>
            <a:r>
              <a:rPr lang="x-none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lên 80</a:t>
            </a:r>
            <a:r>
              <a:rPr lang="x-none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40D46-760B-CB87-05E1-0C69A778F343}"/>
              </a:ext>
            </a:extLst>
          </p:cNvPr>
          <p:cNvSpPr txBox="1"/>
          <p:nvPr/>
        </p:nvSpPr>
        <p:spPr>
          <a:xfrm>
            <a:off x="1170953" y="5290500"/>
            <a:ext cx="5949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Với: nhiệt dung riêng c = 1 (cal.g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9D3480-80E2-392B-1E80-B46DD96A4544}"/>
              </a:ext>
            </a:extLst>
          </p:cNvPr>
          <p:cNvSpPr txBox="1"/>
          <p:nvPr/>
        </p:nvSpPr>
        <p:spPr>
          <a:xfrm>
            <a:off x="1170953" y="6063845"/>
            <a:ext cx="6327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Với: nhiệt dung mol c = 18 (cal.mol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x-none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0066E-59C0-B19A-D49A-F5169E8CE88E}"/>
              </a:ext>
            </a:extLst>
          </p:cNvPr>
          <p:cNvSpPr txBox="1"/>
          <p:nvPr/>
        </p:nvSpPr>
        <p:spPr>
          <a:xfrm>
            <a:off x="7351665" y="5283987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⇢ Q = mc(t</a:t>
            </a:r>
            <a:r>
              <a:rPr lang="x-none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</a:t>
            </a:r>
            <a:r>
              <a:rPr lang="x-none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10 kcal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EAAD64-DE8B-4799-BCE5-37EEF078C255}"/>
              </a:ext>
            </a:extLst>
          </p:cNvPr>
          <p:cNvSpPr txBox="1"/>
          <p:nvPr/>
        </p:nvSpPr>
        <p:spPr>
          <a:xfrm>
            <a:off x="7351665" y="6063845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⇢ Q = nc(t</a:t>
            </a:r>
            <a:r>
              <a:rPr lang="x-none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</a:t>
            </a:r>
            <a:r>
              <a:rPr lang="x-none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10 kcal </a:t>
            </a:r>
          </a:p>
        </p:txBody>
      </p:sp>
    </p:spTree>
    <p:extLst>
      <p:ext uri="{BB962C8B-B14F-4D97-AF65-F5344CB8AC3E}">
        <p14:creationId xmlns:p14="http://schemas.microsoft.com/office/powerpoint/2010/main" val="62110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1601"/>
            <a:ext cx="466287" cy="373310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B68E89-812D-9E4B-19E1-CE07894E2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232" y="930768"/>
            <a:ext cx="9629914" cy="57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6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526373" y="2053856"/>
            <a:ext cx="105979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Nội năng (U) là một hệ tổng năng lượng tồn tại trong hệ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3A5B609B-35B7-462C-E0C9-CC0F76C16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052" y="2987073"/>
            <a:ext cx="66656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U = </a:t>
            </a:r>
            <a:r>
              <a:rPr lang="en-US" altLang="en-US" sz="28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E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tịnh</a:t>
            </a:r>
            <a:r>
              <a:rPr lang="en-US" altLang="en-US" sz="2800" baseline="-250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 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tiến</a:t>
            </a:r>
            <a:r>
              <a:rPr lang="en-US" altLang="en-US" sz="2800" baseline="-250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 </a:t>
            </a:r>
            <a:r>
              <a:rPr lang="en-US" altLang="en-US" sz="28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+</a:t>
            </a:r>
            <a:r>
              <a:rPr lang="en-US" altLang="en-US" sz="28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E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quay</a:t>
            </a:r>
            <a:r>
              <a:rPr lang="en-US" altLang="en-US" sz="28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+E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dao</a:t>
            </a:r>
            <a:r>
              <a:rPr lang="en-US" altLang="en-US" sz="2800" baseline="-250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 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động</a:t>
            </a:r>
            <a:r>
              <a:rPr lang="en-US" altLang="en-US" sz="28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+E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hút,đẩy</a:t>
            </a:r>
            <a:r>
              <a:rPr lang="en-US" altLang="en-US" sz="2800" baseline="-250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 </a:t>
            </a:r>
            <a:r>
              <a:rPr lang="en-US" altLang="en-US" sz="2800" dirty="0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+ </a:t>
            </a:r>
            <a:r>
              <a:rPr lang="en-US" altLang="en-US" sz="28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E</a:t>
            </a:r>
            <a:r>
              <a:rPr lang="en-US" altLang="en-US" sz="2800" baseline="-25000" dirty="0" err="1">
                <a:solidFill>
                  <a:srgbClr val="006600"/>
                </a:solidFill>
                <a:latin typeface="Comic Sans MS" panose="030F0702030302020204" pitchFamily="66" charset="0"/>
                <a:cs typeface="Angsana New" panose="02020603050405020304" pitchFamily="18" charset="-34"/>
              </a:rPr>
              <a:t>nhân</a:t>
            </a:r>
            <a:endParaRPr lang="th-TH" altLang="en-US" sz="2800" dirty="0">
              <a:solidFill>
                <a:srgbClr val="006600"/>
              </a:solidFill>
              <a:latin typeface="Comic Sans MS" panose="030F0702030302020204" pitchFamily="66" charset="0"/>
              <a:cs typeface="Angsana New" panose="02020603050405020304" pitchFamily="18" charset="-34"/>
            </a:endParaRP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62BEF7C1-01AC-7F4F-D496-B42D8FFBC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218" y="3616544"/>
            <a:ext cx="41302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i="1" dirty="0" err="1">
                <a:latin typeface="Arial" panose="020B0604020202020204" pitchFamily="34" charset="0"/>
                <a:sym typeface="Symbol" panose="05050102010706020507" pitchFamily="18" charset="2"/>
              </a:rPr>
              <a:t>Đơn</a:t>
            </a:r>
            <a:r>
              <a:rPr lang="en-US" altLang="en-US" sz="2400" i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sym typeface="Symbol" panose="05050102010706020507" pitchFamily="18" charset="2"/>
              </a:rPr>
              <a:t>vị</a:t>
            </a:r>
            <a:r>
              <a:rPr lang="en-US" altLang="en-US" sz="2400" i="1" dirty="0">
                <a:latin typeface="Arial" panose="020B0604020202020204" pitchFamily="34" charset="0"/>
                <a:sym typeface="Symbol" panose="05050102010706020507" pitchFamily="18" charset="2"/>
              </a:rPr>
              <a:t>: kJ/mol hay kcal/mol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FEC3C5-53B0-7B01-8A19-3537D5E23E2A}"/>
              </a:ext>
            </a:extLst>
          </p:cNvPr>
          <p:cNvSpPr txBox="1"/>
          <p:nvPr/>
        </p:nvSpPr>
        <p:spPr>
          <a:xfrm>
            <a:off x="526372" y="3993544"/>
            <a:ext cx="1090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x-none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Nội năng (U) phụ thuộc: bản chất, lượng chất, T</a:t>
            </a:r>
            <a:r>
              <a:rPr lang="x-none" sz="32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x-none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P, V, … 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80" y="847799"/>
            <a:ext cx="116548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1340719" y="4869237"/>
            <a:ext cx="8411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⇢ Nội năng (U) là thông số dung độ và hàm trạng thái</a:t>
            </a:r>
            <a:endParaRPr 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EC3C5-53B0-7B01-8A19-3537D5E23E2A}"/>
              </a:ext>
            </a:extLst>
          </p:cNvPr>
          <p:cNvSpPr txBox="1"/>
          <p:nvPr/>
        </p:nvSpPr>
        <p:spPr>
          <a:xfrm>
            <a:off x="526371" y="5537288"/>
            <a:ext cx="2954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739" y="5690344"/>
            <a:ext cx="3419235" cy="769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 b="1" dirty="0">
                <a:latin typeface="Arial" panose="020B0604020202020204" pitchFamily="34" charset="0"/>
                <a:sym typeface="Symbol" panose="05050102010706020507" pitchFamily="18" charset="2"/>
              </a:rPr>
              <a:t>U = Q - A</a:t>
            </a:r>
            <a:endParaRPr lang="en-US" altLang="en-US" sz="4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79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" grpId="0"/>
      <p:bldP spid="3" grpId="0"/>
      <p:bldP spid="25" grpId="0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352351-AE3C-2765-A2DC-20A19222C3B5}"/>
              </a:ext>
            </a:extLst>
          </p:cNvPr>
          <p:cNvSpPr txBox="1"/>
          <p:nvPr/>
        </p:nvSpPr>
        <p:spPr>
          <a:xfrm>
            <a:off x="151680" y="729325"/>
            <a:ext cx="889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Quy ước dấu của </a:t>
            </a:r>
            <a:r>
              <a:rPr lang="x-none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(Q)</a:t>
            </a:r>
            <a:r>
              <a:rPr lang="x-none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x-none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(A)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63752-7256-7C45-1896-1D4B455E9605}"/>
              </a:ext>
            </a:extLst>
          </p:cNvPr>
          <p:cNvSpPr/>
          <p:nvPr/>
        </p:nvSpPr>
        <p:spPr>
          <a:xfrm>
            <a:off x="19328" y="5327937"/>
            <a:ext cx="586410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6538" indent="-23653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x-none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(Q):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thu nhiệt (Q &gt; 0)</a:t>
            </a:r>
          </a:p>
          <a:p>
            <a:pPr marL="406400" algn="just">
              <a:lnSpc>
                <a:spcPct val="150000"/>
              </a:lnSpc>
            </a:pP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Hệ toả nhiệt (Q &lt; 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24D9C-F5D0-58FF-263B-0C494C0379AD}"/>
              </a:ext>
            </a:extLst>
          </p:cNvPr>
          <p:cNvSpPr/>
          <p:nvPr/>
        </p:nvSpPr>
        <p:spPr>
          <a:xfrm>
            <a:off x="5669238" y="5327937"/>
            <a:ext cx="64233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67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(A):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sinh công (A &gt; 0)</a:t>
            </a:r>
          </a:p>
          <a:p>
            <a:pPr marL="406400" algn="just">
              <a:lnSpc>
                <a:spcPct val="150000"/>
              </a:lnSpc>
            </a:pP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Hệ nhận công (A &lt; 0)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C0B936B0-39D5-7FA1-707B-B9D880199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27935" y="1694116"/>
            <a:ext cx="5927465" cy="3500027"/>
          </a:xfrm>
          <a:prstGeom prst="rect">
            <a:avLst/>
          </a:prstGeom>
          <a:noFill/>
        </p:spPr>
      </p:pic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(∆U)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34" y="1042922"/>
            <a:ext cx="5458577" cy="124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597586" y="910809"/>
            <a:ext cx="3127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597586" y="5293565"/>
            <a:ext cx="71578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itchFamily="2" charset="2"/>
              <a:buChar char="v"/>
            </a:pP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tích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V =0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A = 0</a:t>
            </a:r>
            <a:endParaRPr lang="en-US" altLang="zh-TW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3" name="Curved Right Arrow 12">
            <a:extLst>
              <a:ext uri="{FF2B5EF4-FFF2-40B4-BE49-F238E27FC236}">
                <a16:creationId xmlns:a16="http://schemas.microsoft.com/office/drawing/2014/main" id="{38994A9D-FFE6-F990-8CF6-1D7ADDDA1D89}"/>
              </a:ext>
            </a:extLst>
          </p:cNvPr>
          <p:cNvSpPr/>
          <p:nvPr/>
        </p:nvSpPr>
        <p:spPr>
          <a:xfrm rot="20554742">
            <a:off x="1527974" y="6191303"/>
            <a:ext cx="409906" cy="5083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9717" y="2345440"/>
            <a:ext cx="5001005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U = U</a:t>
            </a:r>
            <a:r>
              <a:rPr lang="en-US" alt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U</a:t>
            </a:r>
            <a:r>
              <a:rPr lang="en-US" alt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A: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nở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683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255713" algn="l"/>
              </a:tabLs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= const. → A = P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V</a:t>
            </a:r>
          </a:p>
          <a:p>
            <a:pPr marL="9683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255713" algn="l"/>
              </a:tabLst>
            </a:pP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V = const. → A = 0 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077" y="5293565"/>
            <a:ext cx="2306774" cy="64633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U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Notched Right Arrow 21">
            <a:extLst>
              <a:ext uri="{FF2B5EF4-FFF2-40B4-BE49-F238E27FC236}">
                <a16:creationId xmlns:a16="http://schemas.microsoft.com/office/drawing/2014/main" id="{D1765337-ACC6-83CF-6D11-782738F71F6E}"/>
              </a:ext>
            </a:extLst>
          </p:cNvPr>
          <p:cNvSpPr/>
          <p:nvPr/>
        </p:nvSpPr>
        <p:spPr>
          <a:xfrm>
            <a:off x="7759417" y="5433562"/>
            <a:ext cx="379786" cy="30477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80C751C4-5E93-2CF9-A86C-C064483FB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4023" y="6237138"/>
            <a:ext cx="96069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Hiệu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đẳng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tích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chính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sự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biến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đổi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nội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năng</a:t>
            </a:r>
            <a:endParaRPr lang="en-US" altLang="en-US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7B86E0C6-17E2-DEC1-3A3F-2E08B9FC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701" y="3514586"/>
            <a:ext cx="3124150" cy="769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 b="1" dirty="0">
                <a:latin typeface="Arial" panose="020B0604020202020204" pitchFamily="34" charset="0"/>
                <a:sym typeface="Symbol" panose="05050102010706020507" pitchFamily="18" charset="2"/>
              </a:rPr>
              <a:t>U = Q - A</a:t>
            </a:r>
            <a:endParaRPr lang="en-US" altLang="en-US" sz="4400" b="1" dirty="0">
              <a:latin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FEC3C5-53B0-7B01-8A19-3537D5E23E2A}"/>
              </a:ext>
            </a:extLst>
          </p:cNvPr>
          <p:cNvSpPr txBox="1"/>
          <p:nvPr/>
        </p:nvSpPr>
        <p:spPr>
          <a:xfrm>
            <a:off x="6100088" y="2617180"/>
            <a:ext cx="2954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</p:txBody>
      </p:sp>
    </p:spTree>
    <p:extLst>
      <p:ext uri="{BB962C8B-B14F-4D97-AF65-F5344CB8AC3E}">
        <p14:creationId xmlns:p14="http://schemas.microsoft.com/office/powerpoint/2010/main" val="179470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20" grpId="0"/>
      <p:bldP spid="21" grpId="0" animBg="1"/>
      <p:bldP spid="22" grpId="0" animBg="1"/>
      <p:bldP spid="23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Enthalpy (∆H)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26265" y="842488"/>
            <a:ext cx="6909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itchFamily="2" charset="2"/>
              <a:buChar char="v"/>
            </a:pPr>
            <a:r>
              <a:rPr lang="en-US" altLang="zh-TW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áp</a:t>
            </a:r>
            <a:r>
              <a:rPr lang="en-US" altLang="zh-TW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(P = const): </a:t>
            </a:r>
            <a:r>
              <a:rPr lang="x-none" sz="3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C2F123A-3CFC-C145-9997-B6E927BC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80" y="1596365"/>
            <a:ext cx="1143565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U + A = U + PV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= (U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U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+ P(V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V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= (U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PV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- (U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PV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    =          H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-        H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    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EAAC46A-BB22-1402-F8F4-DD1DA8C61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127" y="3050051"/>
            <a:ext cx="115037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 = U+PV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gọi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enthalpy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gồm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nội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công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hệ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C434B569-F224-E26C-2DC1-51EE58902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62" y="5533714"/>
            <a:ext cx="4326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thông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90DBB5E1-BF26-D409-2B6F-B40E0A109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62" y="4868882"/>
            <a:ext cx="44791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Đơn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vị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kJ/mol hay kcal/mol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13624" y="3716777"/>
            <a:ext cx="12078376" cy="669197"/>
            <a:chOff x="825503" y="4658065"/>
            <a:chExt cx="12193039" cy="669197"/>
          </a:xfrm>
        </p:grpSpPr>
        <p:sp>
          <p:nvSpPr>
            <p:cNvPr id="16" name="Curved Right Arrow 15">
              <a:extLst>
                <a:ext uri="{FF2B5EF4-FFF2-40B4-BE49-F238E27FC236}">
                  <a16:creationId xmlns:a16="http://schemas.microsoft.com/office/drawing/2014/main" id="{38994A9D-FFE6-F990-8CF6-1D7ADDDA1D89}"/>
                </a:ext>
              </a:extLst>
            </p:cNvPr>
            <p:cNvSpPr/>
            <p:nvPr/>
          </p:nvSpPr>
          <p:spPr>
            <a:xfrm rot="20554742">
              <a:off x="825503" y="4658065"/>
              <a:ext cx="365760" cy="585216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">
              <a:extLst>
                <a:ext uri="{FF2B5EF4-FFF2-40B4-BE49-F238E27FC236}">
                  <a16:creationId xmlns:a16="http://schemas.microsoft.com/office/drawing/2014/main" id="{F1AB8614-D855-E248-0792-8BA21F7B1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246" y="4742487"/>
              <a:ext cx="1848958" cy="58477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00FF"/>
              </a:solidFill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1" dirty="0" err="1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en-US" b="1" baseline="-25000" dirty="0" err="1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en-US" b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 H</a:t>
              </a:r>
              <a:endParaRPr lang="en-US" alt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Notched Right Arrow 17">
              <a:extLst>
                <a:ext uri="{FF2B5EF4-FFF2-40B4-BE49-F238E27FC236}">
                  <a16:creationId xmlns:a16="http://schemas.microsoft.com/office/drawing/2014/main" id="{D1765337-ACC6-83CF-6D11-782738F71F6E}"/>
                </a:ext>
              </a:extLst>
            </p:cNvPr>
            <p:cNvSpPr/>
            <p:nvPr/>
          </p:nvSpPr>
          <p:spPr>
            <a:xfrm>
              <a:off x="3378139" y="4913598"/>
              <a:ext cx="503828" cy="298554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">
              <a:extLst>
                <a:ext uri="{FF2B5EF4-FFF2-40B4-BE49-F238E27FC236}">
                  <a16:creationId xmlns:a16="http://schemas.microsoft.com/office/drawing/2014/main" id="{80C751C4-5E93-2CF9-A86C-C064483FB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182" y="4742487"/>
              <a:ext cx="89913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Hiệu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ứng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nhiệt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đẳng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áp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(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chính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là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sự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biến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đổi</a:t>
              </a:r>
              <a:r>
                <a:rPr lang="en-US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enthalpy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97F306C-F171-7D52-661E-07EB8FCB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802" y="4431683"/>
            <a:ext cx="2058914" cy="1980000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6061FCC2-9C6D-5619-38B3-0E4B25C6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120" y="6297001"/>
            <a:ext cx="3189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Q/t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tỏa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&lt; 0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5119B-86BE-4F0A-ECA2-943EB62D9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462" y="4431683"/>
            <a:ext cx="2071588" cy="1980000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C618D714-4B87-0258-D32E-20228AD09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912" y="6282727"/>
            <a:ext cx="3189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Q/t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&gt; 0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973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3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68E5953-ADCB-4B50-8D92-7A0209276C20}"/>
              </a:ext>
            </a:extLst>
          </p:cNvPr>
          <p:cNvSpPr txBox="1">
            <a:spLocks/>
          </p:cNvSpPr>
          <p:nvPr/>
        </p:nvSpPr>
        <p:spPr>
          <a:xfrm>
            <a:off x="265182" y="774851"/>
            <a:ext cx="11549253" cy="1569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32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hay enthalpy (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C7E27-C32A-92FF-4C68-3005AE7A0D36}"/>
              </a:ext>
            </a:extLst>
          </p:cNvPr>
          <p:cNvSpPr txBox="1"/>
          <p:nvPr/>
        </p:nvSpPr>
        <p:spPr>
          <a:xfrm>
            <a:off x="265182" y="2379454"/>
            <a:ext cx="387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/k</a:t>
            </a: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tính nhiệt p/ư: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5D80CF-E635-110A-A680-87F7BF2501E9}"/>
                  </a:ext>
                </a:extLst>
              </p:cNvPr>
              <p:cNvSpPr txBox="1"/>
              <p:nvPr/>
            </p:nvSpPr>
            <p:spPr>
              <a:xfrm>
                <a:off x="4253191" y="2654431"/>
                <a:ext cx="7680885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 ứng </a:t>
                </a:r>
                <a:r>
                  <a:rPr lang="x-none" sz="2400" b="1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 ra hoàn toàn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 có </a:t>
                </a:r>
                <a:r>
                  <a:rPr lang="x-none" sz="24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dãn nở (A = P</a:t>
                </a:r>
                <a:r>
                  <a:rPr lang="en-US" altLang="en-US" sz="24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V)</a:t>
                </a:r>
                <a:r>
                  <a:rPr lang="x-none" sz="24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sinh ra</a:t>
                </a:r>
                <a:r>
                  <a:rPr lang="x-none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 độ có thể thay đổi trong quá trình nhưng </a:t>
                </a:r>
                <a:r>
                  <a:rPr lang="x-none" sz="2400" b="1" i="1" dirty="0">
                    <a:solidFill>
                      <a:srgbClr val="FF4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x-none" sz="2400" b="1" i="1" baseline="-25000" dirty="0">
                    <a:solidFill>
                      <a:srgbClr val="FF4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x-none" sz="2400" b="1" i="1" dirty="0">
                    <a:solidFill>
                      <a:srgbClr val="FF4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x-none" sz="2400" b="1" i="1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x-none" sz="2400" b="1" i="1" dirty="0">
                    <a:solidFill>
                      <a:srgbClr val="FF4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x-none" sz="2400" b="1" i="1" baseline="-25000" dirty="0">
                    <a:solidFill>
                      <a:srgbClr val="FF4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 hiện trong điều kiện </a:t>
                </a:r>
                <a:r>
                  <a:rPr lang="x-none" sz="2400" b="1" i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 áp hay đẳng tích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45D80CF-E635-110A-A680-87F7BF250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91" y="2654431"/>
                <a:ext cx="7680885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1111" t="-2395" b="-5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DA32CB-634A-6B59-E1AB-B1B7EE677564}"/>
                  </a:ext>
                </a:extLst>
              </p:cNvPr>
              <p:cNvSpPr txBox="1"/>
              <p:nvPr/>
            </p:nvSpPr>
            <p:spPr>
              <a:xfrm>
                <a:off x="528657" y="4860010"/>
                <a:ext cx="49313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x-none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 ứng nhiệt t</a:t>
                </a:r>
                <a:r>
                  <a:rPr lang="en-US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/c</a:t>
                </a:r>
                <a:r>
                  <a:rPr lang="x-none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sub>
                      <m:sup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x-none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x-none" sz="3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DDA32CB-634A-6B59-E1AB-B1B7EE677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7" y="4860010"/>
                <a:ext cx="493132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2843" b="-1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171B3-D89F-294C-E1E7-44B2FBBA3EC9}"/>
                  </a:ext>
                </a:extLst>
              </p:cNvPr>
              <p:cNvSpPr txBox="1"/>
              <p:nvPr/>
            </p:nvSpPr>
            <p:spPr>
              <a:xfrm>
                <a:off x="5459984" y="5113192"/>
                <a:ext cx="6249018" cy="1508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§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1 atm;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§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 độ T, thường lấy 25</a:t>
                </a:r>
                <a:r>
                  <a:rPr lang="x-none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⇢ </a:t>
                </a:r>
                <a:r>
                  <a:rPr lang="en-US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vi-VN" alt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</m:sub>
                      <m:sup>
                        <m:r>
                          <a:rPr lang="en-US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§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 đầu và cuối cùng trạng thái chuẩn và T</a:t>
                </a:r>
                <a:r>
                  <a:rPr lang="x-none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171B3-D89F-294C-E1E7-44B2FBBA3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984" y="5113192"/>
                <a:ext cx="6249018" cy="1508105"/>
              </a:xfrm>
              <a:prstGeom prst="rect">
                <a:avLst/>
              </a:prstGeom>
              <a:blipFill>
                <a:blip r:embed="rId5"/>
                <a:stretch>
                  <a:fillRect l="-1420" t="-3333" r="-406" b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45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U </a:t>
            </a:r>
            <a:r>
              <a:rPr lang="en-US" altLang="en-US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H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258377" y="912419"/>
            <a:ext cx="68007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>
              <a:spcAft>
                <a:spcPts val="1800"/>
              </a:spcAft>
            </a:pP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áp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(P = const): </a:t>
            </a:r>
            <a:r>
              <a:rPr lang="x-none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F1AB8614-D855-E248-0792-8BA21F7B1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769" y="1752269"/>
            <a:ext cx="4370674" cy="58477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=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U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PV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676680" y="2592119"/>
            <a:ext cx="718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Phản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ứng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chỉ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rắn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lỏng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x-none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26554" y="3316363"/>
            <a:ext cx="393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V ~ 0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nên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H ~ U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2586C662-11B1-5248-C16F-A95D19BD75CC}"/>
              </a:ext>
            </a:extLst>
          </p:cNvPr>
          <p:cNvSpPr/>
          <p:nvPr/>
        </p:nvSpPr>
        <p:spPr>
          <a:xfrm>
            <a:off x="676680" y="3925028"/>
            <a:ext cx="64020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Phản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ứng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endParaRPr lang="en-US" altLang="zh-TW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79162" y="4858854"/>
            <a:ext cx="30584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PV = 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→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39733" y="4910154"/>
            <a:ext cx="3217547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= U + 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4333" y="4755166"/>
            <a:ext cx="3479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8,3134 J/</a:t>
            </a:r>
            <a:r>
              <a:rPr lang="en-US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1,987 </a:t>
            </a:r>
            <a:r>
              <a:rPr lang="en-US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30423" y="575000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n =  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mol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khí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sp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 (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mol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khí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cđ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>
              <a:defRPr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= 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tính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heo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phương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trình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6733" y="6108051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(K)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+ 273</a:t>
            </a:r>
          </a:p>
        </p:txBody>
      </p:sp>
    </p:spTree>
    <p:extLst>
      <p:ext uri="{BB962C8B-B14F-4D97-AF65-F5344CB8AC3E}">
        <p14:creationId xmlns:p14="http://schemas.microsoft.com/office/powerpoint/2010/main" val="5085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U </a:t>
            </a:r>
            <a:r>
              <a:rPr lang="en-US" altLang="en-US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H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3007" y="951900"/>
            <a:ext cx="8799586" cy="2217111"/>
            <a:chOff x="395273" y="730942"/>
            <a:chExt cx="8799586" cy="22171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02DE94-4B46-4EF0-8E02-1D7D56B40E5B}"/>
                </a:ext>
              </a:extLst>
            </p:cNvPr>
            <p:cNvSpPr txBox="1"/>
            <p:nvPr/>
          </p:nvSpPr>
          <p:spPr>
            <a:xfrm>
              <a:off x="409074" y="730942"/>
              <a:ext cx="67585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r>
                <a:rPr lang="x-none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x-none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Xét phản ứng</a:t>
              </a:r>
              <a:r>
                <a:rPr lang="en-US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ở 25</a:t>
              </a:r>
              <a:r>
                <a:rPr lang="en-US" sz="3600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C, 1atm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437EEC-BA51-2C6D-87E0-3F8AA8C5D126}"/>
                </a:ext>
              </a:extLst>
            </p:cNvPr>
            <p:cNvSpPr txBox="1"/>
            <p:nvPr/>
          </p:nvSpPr>
          <p:spPr>
            <a:xfrm>
              <a:off x="3563189" y="1515852"/>
              <a:ext cx="56316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(r)</a:t>
              </a:r>
              <a:r>
                <a:rPr lang="x-none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x-none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CO</a:t>
              </a:r>
              <a:r>
                <a:rPr lang="x-none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H</a:t>
              </a:r>
              <a:r>
                <a:rPr lang="x-none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endParaRPr lang="x-none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5AF369-567B-3E3D-940D-74A600761C28}"/>
                </a:ext>
              </a:extLst>
            </p:cNvPr>
            <p:cNvSpPr txBox="1"/>
            <p:nvPr/>
          </p:nvSpPr>
          <p:spPr>
            <a:xfrm>
              <a:off x="395273" y="2363278"/>
              <a:ext cx="70102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U,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biết</a:t>
              </a:r>
              <a:r>
                <a:rPr lang="x-none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H = + 31.4 kcal/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mol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?</a:t>
              </a:r>
              <a:endPara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470683" y="3476048"/>
            <a:ext cx="9532367" cy="2983737"/>
            <a:chOff x="1369083" y="3236623"/>
            <a:chExt cx="9532367" cy="29837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C25A9C-B00D-5483-689D-61C67A4A242A}"/>
                </a:ext>
              </a:extLst>
            </p:cNvPr>
            <p:cNvSpPr txBox="1"/>
            <p:nvPr/>
          </p:nvSpPr>
          <p:spPr>
            <a:xfrm>
              <a:off x="2032001" y="3236623"/>
              <a:ext cx="75582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Sử</a:t>
              </a:r>
              <a:r>
                <a:rPr lang="en-US" alt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dụng</a:t>
              </a:r>
              <a:r>
                <a:rPr lang="en-US" alt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công</a:t>
              </a:r>
              <a:r>
                <a:rPr lang="en-US" alt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thức</a:t>
              </a:r>
              <a:r>
                <a:rPr lang="en-US" alt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H = U + </a:t>
              </a:r>
              <a:r>
                <a:rPr lang="en-US" alt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nRT</a:t>
              </a:r>
              <a:endParaRPr lang="x-none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C25A9C-B00D-5483-689D-61C67A4A242A}"/>
                </a:ext>
              </a:extLst>
            </p:cNvPr>
            <p:cNvSpPr txBox="1"/>
            <p:nvPr/>
          </p:nvSpPr>
          <p:spPr>
            <a:xfrm>
              <a:off x="2005489" y="4836324"/>
              <a:ext cx="889596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→ U = H - 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nRT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31.4 – 1.1.987x10</a:t>
              </a:r>
              <a:r>
                <a:rPr lang="en-US" altLang="en-US" sz="3200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-3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.(273+25)</a:t>
              </a:r>
              <a:endPara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5AF369-567B-3E3D-940D-74A600761C28}"/>
                </a:ext>
              </a:extLst>
            </p:cNvPr>
            <p:cNvSpPr txBox="1"/>
            <p:nvPr/>
          </p:nvSpPr>
          <p:spPr>
            <a:xfrm>
              <a:off x="1369083" y="4080758"/>
              <a:ext cx="37032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n = (1+1)-1 = 1</a:t>
              </a:r>
              <a:endPara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032001" y="5635585"/>
              <a:ext cx="411202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→ U = 30.8 kcal/</a:t>
              </a:r>
              <a:r>
                <a:rPr lang="en-US" alt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mol</a:t>
              </a:r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954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04C0E7C3-A7CF-9B30-852E-EB1887FF9336}"/>
              </a:ext>
            </a:extLst>
          </p:cNvPr>
          <p:cNvSpPr/>
          <p:nvPr/>
        </p:nvSpPr>
        <p:spPr>
          <a:xfrm>
            <a:off x="215451" y="1554052"/>
            <a:ext cx="47021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itchFamily="2" charset="2"/>
              <a:buChar char="q"/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áp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x-none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F08F8D5-C8EB-9E3D-63E5-927487FE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153" y="1557614"/>
            <a:ext cx="465622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 = U</a:t>
            </a:r>
            <a:r>
              <a:rPr lang="en-US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</a:t>
            </a:r>
            <a:r>
              <a:rPr lang="en-US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endParaRPr lang="en-US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389F42A4-0BA9-78BB-0EA7-AAB7640F0085}"/>
              </a:ext>
            </a:extLst>
          </p:cNvPr>
          <p:cNvSpPr/>
          <p:nvPr/>
        </p:nvSpPr>
        <p:spPr>
          <a:xfrm>
            <a:off x="196430" y="817849"/>
            <a:ext cx="49607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Quá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đẳng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tích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x-none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00BEF9F-97B7-0579-5322-5423ED28C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826" y="815054"/>
            <a:ext cx="197318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</a:t>
            </a:r>
            <a:r>
              <a:rPr lang="en-US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en-US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0CA8E-CBB5-2B66-DBBD-DE270D82353E}"/>
              </a:ext>
            </a:extLst>
          </p:cNvPr>
          <p:cNvSpPr txBox="1"/>
          <p:nvPr/>
        </p:nvSpPr>
        <p:spPr>
          <a:xfrm>
            <a:off x="3133464" y="2240257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x-none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x-none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1E09B68-0F67-A493-62F2-17D446296F56}"/>
                  </a:ext>
                </a:extLst>
              </p:cNvPr>
              <p:cNvSpPr/>
              <p:nvPr/>
            </p:nvSpPr>
            <p:spPr>
              <a:xfrm>
                <a:off x="4206573" y="2240257"/>
                <a:ext cx="21691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r>
                  <a:rPr lang="en-US" altLang="en-US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r>
                  <a:rPr lang="en-US" altLang="en-US" sz="3200" b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v</a:t>
                </a:r>
                <a:r>
                  <a:rPr lang="en-US" altLang="en-US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~</m:t>
                    </m:r>
                  </m:oMath>
                </a14:m>
                <a:r>
                  <a:rPr lang="en-US" altLang="en-US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U</a:t>
                </a:r>
                <a:r>
                  <a:rPr lang="en-US" altLang="en-US" sz="3200" b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en-US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x-none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E09B68-0F67-A493-62F2-17D446296F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573" y="2240257"/>
                <a:ext cx="2169184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7022"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228D75E8-A87C-6797-2074-6CFE96FA56E7}"/>
              </a:ext>
            </a:extLst>
          </p:cNvPr>
          <p:cNvSpPr/>
          <p:nvPr/>
        </p:nvSpPr>
        <p:spPr>
          <a:xfrm>
            <a:off x="8649781" y="859340"/>
            <a:ext cx="303594" cy="196569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12493E0D-A380-6702-AA0A-DF6187096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004" y="1528992"/>
            <a:ext cx="3092997" cy="584775"/>
          </a:xfrm>
          <a:prstGeom prst="rect">
            <a:avLst/>
          </a:prstGeom>
          <a:noFill/>
          <a:ln>
            <a:solidFill>
              <a:srgbClr val="FF40FF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 err="1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baseline="-25000" dirty="0" err="1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Q</a:t>
            </a:r>
            <a:r>
              <a:rPr lang="en-US" altLang="en-US" b="1" baseline="-25000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b="1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</a:t>
            </a:r>
            <a:r>
              <a:rPr lang="en-US" altLang="en-US" b="1" dirty="0" err="1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endParaRPr lang="en-US" altLang="en-US" b="1" dirty="0">
              <a:solidFill>
                <a:srgbClr val="FF4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C96B65-6F10-9744-0ACA-B8EE957C06DF}"/>
              </a:ext>
            </a:extLst>
          </p:cNvPr>
          <p:cNvSpPr txBox="1"/>
          <p:nvPr/>
        </p:nvSpPr>
        <p:spPr>
          <a:xfrm>
            <a:off x="98010" y="3162514"/>
            <a:ext cx="1300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AD380-7600-904D-76D8-6B521C4090F7}"/>
              </a:ext>
            </a:extLst>
          </p:cNvPr>
          <p:cNvSpPr txBox="1"/>
          <p:nvPr/>
        </p:nvSpPr>
        <p:spPr>
          <a:xfrm>
            <a:off x="1290628" y="3100959"/>
            <a:ext cx="4790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2CO(k) + O</a:t>
            </a:r>
            <a:r>
              <a:rPr 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→ 2CO</a:t>
            </a:r>
            <a:r>
              <a:rPr 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</a:p>
        </p:txBody>
      </p:sp>
      <p:pic>
        <p:nvPicPr>
          <p:cNvPr id="17" name="Picture 3" descr="FG07_13aC">
            <a:extLst>
              <a:ext uri="{FF2B5EF4-FFF2-40B4-BE49-F238E27FC236}">
                <a16:creationId xmlns:a16="http://schemas.microsoft.com/office/drawing/2014/main" id="{1E0FD9C3-6206-B85D-0CE0-3DEB7B870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75" y="4162961"/>
            <a:ext cx="2480257" cy="265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">
            <a:extLst>
              <a:ext uri="{FF2B5EF4-FFF2-40B4-BE49-F238E27FC236}">
                <a16:creationId xmlns:a16="http://schemas.microsoft.com/office/drawing/2014/main" id="{0EC0CA34-3578-9AA4-B285-B70ACC15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2939" y="4338721"/>
            <a:ext cx="186795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 tích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altLang="en-US" sz="28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en-US" sz="28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4E22A78C-D4C5-0F3E-194D-AFA5405B0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10" y="5761190"/>
            <a:ext cx="140769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 áp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altLang="en-US" sz="28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en-US" sz="28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33AEDA-44B9-222F-F8E4-100DF4114766}"/>
              </a:ext>
            </a:extLst>
          </p:cNvPr>
          <p:cNvSpPr txBox="1"/>
          <p:nvPr/>
        </p:nvSpPr>
        <p:spPr>
          <a:xfrm>
            <a:off x="6182528" y="3155588"/>
            <a:ext cx="5827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Q</a:t>
            </a:r>
            <a:r>
              <a:rPr lang="x-none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-566 kJ. 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Q</a:t>
            </a:r>
            <a:r>
              <a:rPr lang="x-none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25</a:t>
            </a:r>
            <a:r>
              <a:rPr lang="x-none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94FBF-C29B-ABDA-CF92-C4EA44EA0932}"/>
              </a:ext>
            </a:extLst>
          </p:cNvPr>
          <p:cNvSpPr txBox="1"/>
          <p:nvPr/>
        </p:nvSpPr>
        <p:spPr>
          <a:xfrm>
            <a:off x="4610102" y="3864157"/>
            <a:ext cx="1864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Áp dụng</a:t>
            </a:r>
            <a:r>
              <a:rPr 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50DB8D4F-19E9-2BDE-6523-45358949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0728" y="3872998"/>
            <a:ext cx="394238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Q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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F06460-B38C-6FAB-3281-F4904BA42253}"/>
              </a:ext>
            </a:extLst>
          </p:cNvPr>
          <p:cNvSpPr/>
          <p:nvPr/>
        </p:nvSpPr>
        <p:spPr>
          <a:xfrm>
            <a:off x="4560440" y="4686623"/>
            <a:ext cx="32127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n = 2-(2+1) = -1 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58FB69-4F38-5E3F-380E-B73BC25A6E4F}"/>
              </a:ext>
            </a:extLst>
          </p:cNvPr>
          <p:cNvSpPr/>
          <p:nvPr/>
        </p:nvSpPr>
        <p:spPr>
          <a:xfrm>
            <a:off x="8375102" y="4708053"/>
            <a:ext cx="34681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= 25+273 = 298K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955D97-D9E8-BD64-F3E7-47C1B5CF839B}"/>
              </a:ext>
            </a:extLst>
          </p:cNvPr>
          <p:cNvSpPr/>
          <p:nvPr/>
        </p:nvSpPr>
        <p:spPr>
          <a:xfrm>
            <a:off x="4614285" y="5397876"/>
            <a:ext cx="75777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= 8.314 J.mol</a:t>
            </a:r>
            <a:r>
              <a:rPr lang="en-US" alt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8.314x10</a:t>
            </a:r>
            <a:r>
              <a:rPr lang="en-US" alt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-3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kJ.mol</a:t>
            </a:r>
            <a:r>
              <a:rPr lang="en-US" alt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 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urved Right Arrow 27">
            <a:extLst>
              <a:ext uri="{FF2B5EF4-FFF2-40B4-BE49-F238E27FC236}">
                <a16:creationId xmlns:a16="http://schemas.microsoft.com/office/drawing/2014/main" id="{2AFF7570-FF6F-E5D5-BE50-A982FBE6FD18}"/>
              </a:ext>
            </a:extLst>
          </p:cNvPr>
          <p:cNvSpPr/>
          <p:nvPr/>
        </p:nvSpPr>
        <p:spPr>
          <a:xfrm rot="20554742">
            <a:off x="5236074" y="6167177"/>
            <a:ext cx="365760" cy="5852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48781578-3D38-2D9A-B08E-11757A5CA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1415" y="6173396"/>
            <a:ext cx="5819517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 </a:t>
            </a:r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nRT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-563.5 kJ</a:t>
            </a:r>
            <a:endParaRPr lang="en-US" alt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1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5" grpId="0"/>
      <p:bldP spid="16" grpId="0"/>
      <p:bldP spid="18" grpId="0"/>
      <p:bldP spid="20" grpId="0"/>
      <p:bldP spid="21" grpId="0"/>
      <p:bldP spid="22" grpId="0"/>
      <p:bldP spid="23" grpId="0" animBg="1"/>
      <p:bldP spid="25" grpId="0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95782" y="946433"/>
            <a:ext cx="11713982" cy="1380336"/>
            <a:chOff x="133367" y="570130"/>
            <a:chExt cx="11713982" cy="13803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133367" y="659647"/>
              <a:ext cx="1059796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PTHH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gồm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6757988" y="1028979"/>
              <a:ext cx="1059091" cy="12882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817079" y="570130"/>
              <a:ext cx="3139577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757988" y="1157801"/>
              <a:ext cx="1059091" cy="603750"/>
            </a:xfrm>
            <a:prstGeom prst="straightConnector1">
              <a:avLst/>
            </a:prstGeom>
            <a:ln w="28575">
              <a:solidFill>
                <a:srgbClr val="CC00CC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7817079" y="1289259"/>
              <a:ext cx="4030270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108113" y="2541675"/>
            <a:ext cx="9983950" cy="590952"/>
            <a:chOff x="582449" y="2156852"/>
            <a:chExt cx="9983950" cy="59095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C96B65-6F10-9744-0ACA-B8EE957C06DF}"/>
                </a:ext>
              </a:extLst>
            </p:cNvPr>
            <p:cNvSpPr txBox="1"/>
            <p:nvPr/>
          </p:nvSpPr>
          <p:spPr>
            <a:xfrm>
              <a:off x="582449" y="2163029"/>
              <a:ext cx="12442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x-none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982032" y="2156852"/>
                  <a:ext cx="858436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x-none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2C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+ 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x-none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→ 2CO</a:t>
                  </a:r>
                  <a:r>
                    <a:rPr lang="x-none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+ 2H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sz="3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(l)      </a:t>
                  </a:r>
                  <a:r>
                    <a:rPr lang="en-US" altLang="en-US" sz="3200" b="1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𝑻</m:t>
                          </m:r>
                        </m:sub>
                        <m:sup>
                          <m:r>
                            <a:rPr lang="en-US" alt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</a:t>
                  </a:r>
                  <a:endParaRPr lang="x-none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032" y="2156852"/>
                  <a:ext cx="8584367" cy="58477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774" t="-14583" b="-322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53756" y="3318330"/>
            <a:ext cx="2300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2993386" y="3299601"/>
                <a:ext cx="55406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9400" indent="-2794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sub>
                      <m:sup>
                        <m:r>
                          <a:rPr lang="en-US" alt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0: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tỏa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x-none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386" y="3299601"/>
                <a:ext cx="5540658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2420" r="-220" b="-1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3018980" y="4222931"/>
                <a:ext cx="55150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9400" indent="-2794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en-US" sz="32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sub>
                      <m:sup>
                        <m:r>
                          <a:rPr lang="en-US" alt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0: </a:t>
                </a:r>
                <a:r>
                  <a:rPr 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x-none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80" y="4222931"/>
                <a:ext cx="5515064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2431" r="-143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252924" y="5122800"/>
                <a:ext cx="11448009" cy="1480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1313" indent="-341313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32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đoán</a:t>
                </a:r>
                <a:r>
                  <a:rPr lang="en-US" sz="32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US" sz="32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PƯHH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 = const.,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tỏa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sub>
                      <m:sup>
                        <m:r>
                          <a:rPr lang="en-US" altLang="en-US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0)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p/ư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</a:t>
                </a:r>
                <a:r>
                  <a: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endParaRPr lang="x-none" sz="32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24" y="5122800"/>
                <a:ext cx="11448009" cy="1480918"/>
              </a:xfrm>
              <a:prstGeom prst="rect">
                <a:avLst/>
              </a:prstGeom>
              <a:blipFill>
                <a:blip r:embed="rId6"/>
                <a:stretch>
                  <a:fillRect l="-1218" r="-1329" b="-128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2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Enthalpy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344203" y="2698611"/>
            <a:ext cx="11224945" cy="649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∆H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tỉ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lệ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với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lượng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sản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phẩm</a:t>
            </a:r>
            <a:r>
              <a:rPr lang="en-US" altLang="en-US" sz="3200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203" y="999390"/>
            <a:ext cx="28167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PƯHH: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332" y="3483187"/>
            <a:ext cx="11021786" cy="1479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        ∆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-802 kJ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-1604 kJ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203" y="5270106"/>
            <a:ext cx="80794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∆H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endParaRPr lang="en-US" alt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7332" y="6017950"/>
            <a:ext cx="9767417" cy="630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        ∆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 kJ</a:t>
            </a:r>
          </a:p>
        </p:txBody>
      </p:sp>
      <p:graphicFrame>
        <p:nvGraphicFramePr>
          <p:cNvPr id="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939637"/>
              </p:ext>
            </p:extLst>
          </p:nvPr>
        </p:nvGraphicFramePr>
        <p:xfrm>
          <a:off x="3446135" y="1066800"/>
          <a:ext cx="449580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1473120" imgH="457200" progId="Equation.3">
                  <p:embed/>
                </p:oleObj>
              </mc:Choice>
              <mc:Fallback>
                <p:oleObj name="Equation" r:id="rId4" imgW="1473120" imgH="457200" progId="Equation.3">
                  <p:embed/>
                  <p:pic>
                    <p:nvPicPr>
                      <p:cNvPr id="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135" y="1066800"/>
                        <a:ext cx="4495800" cy="13954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970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6" grpId="0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932F3F-F058-D950-50DB-672194F5C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16" y="3164475"/>
            <a:ext cx="10831811" cy="1384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000" algn="l"/>
                <a:tab pos="330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7000" algn="l"/>
                <a:tab pos="3302000" algn="l"/>
              </a:tabLst>
            </a:pP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en-V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tỏa ra là 241,8 kJ.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en-V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thu vào là 241,8 kJ.</a:t>
            </a:r>
            <a:endParaRPr kumimoji="0" lang="vi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7000" algn="l"/>
                <a:tab pos="3302000" algn="l"/>
              </a:tabLst>
            </a:pP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en-V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tỏa ra là 120,9 kJ.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vi-VN" altLang="en-VN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vi-VN" altLang="en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Lượng nhiệt thu vào là 120,9 kJ.</a:t>
            </a:r>
            <a:endParaRPr kumimoji="0" lang="vi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F5CCC-FB1C-CADF-88FC-08602FB75092}"/>
                  </a:ext>
                </a:extLst>
              </p:cNvPr>
              <p:cNvSpPr txBox="1"/>
              <p:nvPr/>
            </p:nvSpPr>
            <p:spPr>
              <a:xfrm>
                <a:off x="428065" y="968116"/>
                <a:ext cx="11272867" cy="2046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s-ES" altLang="en-VN" sz="3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kumimoji="0" lang="es-ES" altLang="en-V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32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kumimoji="0" lang="es-ES" altLang="en-VN" sz="2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2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2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2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kumimoji="0" lang="es-ES" altLang="en-V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kumimoji="0" lang="es-ES" altLang="en-VN" sz="2800" b="0" i="0" u="none" strike="noStrike" cap="none" normalizeH="0" baseline="0" dirty="0" err="1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ES" altLang="en-VN" sz="2800" b="0" i="0" u="none" strike="noStrike" cap="none" normalizeH="0" baseline="0" dirty="0" err="1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s-ES" altLang="en-VN" sz="28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2H</a:t>
                </a:r>
                <a:r>
                  <a:rPr lang="es-ES" altLang="en-VN" sz="2800" baseline="-30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 + O</a:t>
                </a:r>
                <a:r>
                  <a:rPr kumimoji="0" lang="es-ES" altLang="en-VN" sz="28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kumimoji="0" lang="es-ES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(k) = </a:t>
                </a:r>
                <a:r>
                  <a:rPr kumimoji="0" lang="pt-BR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2H</a:t>
                </a:r>
                <a:r>
                  <a:rPr kumimoji="0" lang="pt-BR" altLang="en-VN" sz="28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pt-BR" altLang="en-VN" sz="2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kumimoji="0" lang="pt-BR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kumimoji="0" lang="pt-BR" altLang="en-VN" sz="2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kumimoji="0" lang="pt-BR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 </a:t>
                </a:r>
                <a:r>
                  <a:rPr kumimoji="0" lang="pt-BR" altLang="en-VN" sz="2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kumimoji="0" lang="pt-BR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𝐻</m:t>
                        </m:r>
                      </m:e>
                      <m:sub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𝑇</m:t>
                        </m:r>
                      </m:sub>
                      <m:sup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𝑜</m:t>
                        </m:r>
                      </m:sup>
                    </m:sSubSup>
                  </m:oMath>
                </a14:m>
                <a:r>
                  <a:rPr kumimoji="0" lang="pt-BR" altLang="en-VN" sz="280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–241,8 kJ</a:t>
                </a:r>
                <a:r>
                  <a:rPr kumimoji="0" lang="vi-VN" altLang="en-VN" sz="280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 điều kiện tiêu 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chuẩn 25</a:t>
                </a:r>
                <a:r>
                  <a:rPr kumimoji="0" lang="vi-VN" altLang="en-VN" sz="2800" b="0" i="0" u="none" strike="noStrike" cap="none" normalizeH="0" baseline="3000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C, 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vi-VN" altLang="en-VN" sz="28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đốt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altLang="en-V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 mol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khí H</a:t>
                </a:r>
                <a:r>
                  <a:rPr kumimoji="0" lang="vi-VN" altLang="en-VN" sz="28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vi-VN" altLang="en-V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từ phản ứng trên thì:</a:t>
                </a:r>
                <a:endParaRPr kumimoji="0" lang="pt-BR" altLang="en-V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F5CCC-FB1C-CADF-88FC-08602FB75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5" y="968116"/>
                <a:ext cx="11272867" cy="2046201"/>
              </a:xfrm>
              <a:prstGeom prst="rect">
                <a:avLst/>
              </a:prstGeom>
              <a:blipFill>
                <a:blip r:embed="rId3"/>
                <a:stretch>
                  <a:fillRect l="-1350" r="-2700" b="-80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79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Enthalpy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308339" y="3255711"/>
            <a:ext cx="3283947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Enthalpy, ∆H</a:t>
            </a: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>
            <a:stCxn id="12" idx="3"/>
            <a:endCxn id="15" idx="1"/>
          </p:cNvCxnSpPr>
          <p:nvPr/>
        </p:nvCxnSpPr>
        <p:spPr>
          <a:xfrm flipV="1">
            <a:off x="3592286" y="1407220"/>
            <a:ext cx="1455558" cy="214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/>
          <p:cNvSpPr txBox="1">
            <a:spLocks/>
          </p:cNvSpPr>
          <p:nvPr/>
        </p:nvSpPr>
        <p:spPr>
          <a:xfrm>
            <a:off x="5047844" y="1115496"/>
            <a:ext cx="4474029" cy="58344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TW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zh-TW" altLang="en-US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>
            <a:stCxn id="12" idx="3"/>
            <a:endCxn id="17" idx="1"/>
          </p:cNvCxnSpPr>
          <p:nvPr/>
        </p:nvCxnSpPr>
        <p:spPr>
          <a:xfrm flipV="1">
            <a:off x="3592286" y="2567694"/>
            <a:ext cx="1455558" cy="979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標題 1"/>
          <p:cNvSpPr txBox="1">
            <a:spLocks/>
          </p:cNvSpPr>
          <p:nvPr/>
        </p:nvSpPr>
        <p:spPr>
          <a:xfrm>
            <a:off x="5047844" y="2275970"/>
            <a:ext cx="6178955" cy="58344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zh-TW" sz="4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zh-TW" sz="4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altLang="zh-TW" sz="4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TW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altLang="zh-TW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-∆</a:t>
            </a:r>
            <a:r>
              <a:rPr lang="en-US" altLang="zh-TW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zh-TW" altLang="en-US" sz="40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>
            <a:stCxn id="12" idx="3"/>
            <a:endCxn id="30" idx="1"/>
          </p:cNvCxnSpPr>
          <p:nvPr/>
        </p:nvCxnSpPr>
        <p:spPr>
          <a:xfrm>
            <a:off x="3592286" y="3547435"/>
            <a:ext cx="1769377" cy="2492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標題 1"/>
          <p:cNvSpPr txBox="1">
            <a:spLocks/>
          </p:cNvSpPr>
          <p:nvPr/>
        </p:nvSpPr>
        <p:spPr>
          <a:xfrm>
            <a:off x="5378044" y="3436444"/>
            <a:ext cx="4439054" cy="58344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TW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đc</a:t>
            </a:r>
            <a:endParaRPr lang="zh-TW" alt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>
            <a:stCxn id="12" idx="3"/>
            <a:endCxn id="20" idx="1"/>
          </p:cNvCxnSpPr>
          <p:nvPr/>
        </p:nvCxnSpPr>
        <p:spPr>
          <a:xfrm>
            <a:off x="3592286" y="3547435"/>
            <a:ext cx="1785758" cy="18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標題 1"/>
          <p:cNvSpPr txBox="1">
            <a:spLocks/>
          </p:cNvSpPr>
          <p:nvPr/>
        </p:nvSpPr>
        <p:spPr>
          <a:xfrm>
            <a:off x="5361663" y="4592421"/>
            <a:ext cx="6316841" cy="58344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zh-TW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zh-TW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zh-TW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TW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US" altLang="zh-TW" sz="40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標題 1"/>
          <p:cNvSpPr txBox="1">
            <a:spLocks/>
          </p:cNvSpPr>
          <p:nvPr/>
        </p:nvSpPr>
        <p:spPr>
          <a:xfrm>
            <a:off x="5361663" y="5748398"/>
            <a:ext cx="5518554" cy="58344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zh-TW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altLang="zh-TW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tan, </a:t>
            </a:r>
            <a:r>
              <a:rPr lang="en-US" altLang="zh-TW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TW" sz="4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000" b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en-US" altLang="zh-TW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/>
          <p:cNvCxnSpPr>
            <a:stCxn id="12" idx="3"/>
            <a:endCxn id="23" idx="1"/>
          </p:cNvCxnSpPr>
          <p:nvPr/>
        </p:nvCxnSpPr>
        <p:spPr>
          <a:xfrm>
            <a:off x="3592286" y="3547435"/>
            <a:ext cx="1769377" cy="1336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70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58419" y="677031"/>
            <a:ext cx="115597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58419" y="2105064"/>
            <a:ext cx="3455611" cy="692497"/>
            <a:chOff x="528885" y="3830983"/>
            <a:chExt cx="3455611" cy="692497"/>
          </a:xfrm>
        </p:grpSpPr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2300195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534612" y="3912951"/>
                  <a:ext cx="1449884" cy="5554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2800" b="1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𝒕𝒕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12" y="3912951"/>
                  <a:ext cx="1449884" cy="55547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8824" t="-13187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1282275" y="2850784"/>
            <a:ext cx="9360000" cy="561650"/>
            <a:chOff x="853383" y="2218407"/>
            <a:chExt cx="9360000" cy="5616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C96B65-6F10-9744-0ACA-B8EE957C06DF}"/>
                </a:ext>
              </a:extLst>
            </p:cNvPr>
            <p:cNvSpPr txBox="1"/>
            <p:nvPr/>
          </p:nvSpPr>
          <p:spPr>
            <a:xfrm>
              <a:off x="853383" y="2218407"/>
              <a:ext cx="10518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x-none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982033" y="2224584"/>
                  <a:ext cx="8231350" cy="555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+ O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→ CO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r>
                    <a:rPr lang="en-US" altLang="en-US" sz="28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𝒕𝒕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  <m:r>
                        <a:rPr lang="en-US" alt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=−293.51</m:t>
                      </m:r>
                      <m:r>
                        <m:rPr>
                          <m:sty m:val="p"/>
                        </m:rPr>
                        <a:rPr lang="en-US" alt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kJ</m:t>
                      </m:r>
                      <m:r>
                        <a:rPr lang="en-US" alt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mol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</a:t>
                  </a:r>
                  <a:endPara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033" y="2224584"/>
                  <a:ext cx="8231350" cy="55547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480" t="-13187" b="-24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64359" y="3347436"/>
            <a:ext cx="23001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1282275" y="3938335"/>
                <a:ext cx="9588925" cy="148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9400" indent="-2794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en-US" sz="28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  <m: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𝒕𝒕</m:t>
                        </m:r>
                      </m:sub>
                      <m:sup>
                        <m:r>
                          <a:rPr lang="en-US" altLang="en-US" sz="2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bền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Br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C, S)</a:t>
                </a:r>
              </a:p>
              <a:p>
                <a:pPr marL="279400" indent="-2794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en-US" sz="2800" b="1" i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  <m: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𝒕𝒕</m:t>
                        </m:r>
                      </m:sub>
                      <m:sup>
                        <m:r>
                          <a:rPr lang="en-US" altLang="en-US" sz="28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ion H</a:t>
                </a:r>
                <a:r>
                  <a:rPr lang="en-US" sz="2800" b="1" baseline="30000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US" sz="28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endParaRPr lang="x-none" sz="2800" b="1" dirty="0">
                  <a:solidFill>
                    <a:srgbClr val="FF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275" y="3938335"/>
                <a:ext cx="9588925" cy="1481816"/>
              </a:xfrm>
              <a:prstGeom prst="rect">
                <a:avLst/>
              </a:prstGeom>
              <a:blipFill rotWithShape="0">
                <a:blip r:embed="rId6"/>
                <a:stretch>
                  <a:fillRect l="-1081" b="-4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58418" y="5318553"/>
            <a:ext cx="31975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902788"/>
              </p:ext>
            </p:extLst>
          </p:nvPr>
        </p:nvGraphicFramePr>
        <p:xfrm>
          <a:off x="1916113" y="6011863"/>
          <a:ext cx="8966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7" imgW="3149280" imgH="253800" progId="Equation.3">
                  <p:embed/>
                </p:oleObj>
              </mc:Choice>
              <mc:Fallback>
                <p:oleObj name="Equation" r:id="rId7" imgW="3149280" imgH="253800" progId="Equation.3">
                  <p:embed/>
                  <p:pic>
                    <p:nvPicPr>
                      <p:cNvPr id="21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6011863"/>
                        <a:ext cx="8966200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979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7613" y="814176"/>
            <a:ext cx="11669486" cy="5925291"/>
            <a:chOff x="167073" y="922560"/>
            <a:chExt cx="12024360" cy="561533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402" y="5788541"/>
              <a:ext cx="11932920" cy="749354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167073" y="922560"/>
              <a:ext cx="12024360" cy="5039517"/>
              <a:chOff x="183402" y="1134835"/>
              <a:chExt cx="12024360" cy="5039517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402" y="3015334"/>
                <a:ext cx="12024360" cy="315901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732" y="1134835"/>
                <a:ext cx="11967488" cy="85725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403" y="1910440"/>
                <a:ext cx="11983817" cy="1267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230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C96B65-6F10-9744-0ACA-B8EE957C06DF}"/>
              </a:ext>
            </a:extLst>
          </p:cNvPr>
          <p:cNvSpPr txBox="1"/>
          <p:nvPr/>
        </p:nvSpPr>
        <p:spPr>
          <a:xfrm>
            <a:off x="151680" y="814176"/>
            <a:ext cx="11858084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298K: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cương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	B. C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(graphite)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= CO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 C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(graphite)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= CO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		D. C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(graphite)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+ 2/3O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= CO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  <a:endParaRPr lang="x-none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C96B65-6F10-9744-0ACA-B8EE957C06DF}"/>
              </a:ext>
            </a:extLst>
          </p:cNvPr>
          <p:cNvSpPr txBox="1"/>
          <p:nvPr/>
        </p:nvSpPr>
        <p:spPr>
          <a:xfrm>
            <a:off x="171046" y="3636980"/>
            <a:ext cx="118580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298K:</a:t>
            </a:r>
          </a:p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+ 2O (k)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		(2) 1/2N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+ 1/2O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= NO (k)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(r) + CO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= CaCO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	(4) Na (l) + 1/2Cl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 =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  <a:endParaRPr lang="x-none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3906" y="6275631"/>
            <a:ext cx="941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1, 3		B. 2, 4		C. 2		D. 1, 2, 3, 4</a:t>
            </a:r>
          </a:p>
        </p:txBody>
      </p:sp>
    </p:spTree>
    <p:extLst>
      <p:ext uri="{BB962C8B-B14F-4D97-AF65-F5344CB8AC3E}">
        <p14:creationId xmlns:p14="http://schemas.microsoft.com/office/powerpoint/2010/main" val="93294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hủy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58419" y="761696"/>
            <a:ext cx="115597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69149" y="2257579"/>
            <a:ext cx="3757553" cy="746707"/>
            <a:chOff x="528885" y="3830983"/>
            <a:chExt cx="3757553" cy="746707"/>
          </a:xfrm>
        </p:grpSpPr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230019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534612" y="3929884"/>
                  <a:ext cx="1751826" cy="6478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3200" b="1" i="1" dirty="0">
                      <a:solidFill>
                        <a:srgbClr val="FF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𝒑𝒉</m:t>
                          </m:r>
                        </m:sub>
                        <m:sup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3200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12" y="3929884"/>
                  <a:ext cx="1751826" cy="64780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9059" t="-13208" b="-19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2271969" y="3204531"/>
            <a:ext cx="7724005" cy="612442"/>
            <a:chOff x="853383" y="2286139"/>
            <a:chExt cx="7724005" cy="6124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C96B65-6F10-9744-0ACA-B8EE957C06DF}"/>
                </a:ext>
              </a:extLst>
            </p:cNvPr>
            <p:cNvSpPr txBox="1"/>
            <p:nvPr/>
          </p:nvSpPr>
          <p:spPr>
            <a:xfrm>
              <a:off x="853383" y="2286139"/>
              <a:ext cx="10518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x-none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973359" y="2323424"/>
                  <a:ext cx="6604029" cy="5751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Na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→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2Na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(r)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+ S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(r)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2(k)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r>
                    <a:rPr lang="en-US" altLang="en-US" sz="2800" b="1" i="1" dirty="0">
                      <a:solidFill>
                        <a:srgbClr val="FF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𝒑𝒉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endPara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3359" y="2323424"/>
                  <a:ext cx="6604029" cy="575157"/>
                </a:xfrm>
                <a:prstGeom prst="rect">
                  <a:avLst/>
                </a:prstGeom>
                <a:blipFill>
                  <a:blip r:embed="rId4"/>
                  <a:stretch>
                    <a:fillRect l="-1724" t="-13043" b="-21739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69149" y="3816973"/>
            <a:ext cx="2300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1496966" y="4488534"/>
            <a:ext cx="9070593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P/ư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hủy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nghịch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p/ư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tạo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thành</a:t>
            </a:r>
            <a:endParaRPr lang="en-US" altLang="en-US" sz="2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Curved Right Arrow 15"/>
          <p:cNvSpPr/>
          <p:nvPr/>
        </p:nvSpPr>
        <p:spPr>
          <a:xfrm rot="20650428">
            <a:off x="2886382" y="5375767"/>
            <a:ext cx="402956" cy="55051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550789" y="5377812"/>
                <a:ext cx="4514249" cy="7172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3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  <m:r>
                          <a:rPr lang="en-US" alt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𝒑𝒉</m:t>
                        </m:r>
                      </m:sub>
                      <m:sup>
                        <m:r>
                          <a:rPr lang="en-US" alt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  <m:r>
                      <a:rPr lang="en-US" altLang="en-US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en-US" sz="3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m:rPr>
                        <m:nor/>
                      </m:rPr>
                      <a:rPr lang="en-US" altLang="en-US" sz="3600" b="1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</m:t>
                    </m:r>
                    <m:sSubSup>
                      <m:sSubSupPr>
                        <m:ctrlPr>
                          <a:rPr lang="en-US" alt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  <m:r>
                          <a:rPr lang="en-US" alt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en-US" sz="3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𝒕𝒕</m:t>
                        </m:r>
                      </m:sub>
                      <m:sup>
                        <m:r>
                          <a:rPr lang="en-US" alt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789" y="5377812"/>
                <a:ext cx="4514249" cy="717248"/>
              </a:xfrm>
              <a:prstGeom prst="rect">
                <a:avLst/>
              </a:prstGeom>
              <a:blipFill rotWithShape="0">
                <a:blip r:embed="rId6"/>
                <a:stretch>
                  <a:fillRect l="-4049" t="-14407" b="-1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41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16" grpId="0" animBg="1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cháy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00833" y="677167"/>
            <a:ext cx="115597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sz="2800" b="1" u="sng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35102" y="2124814"/>
            <a:ext cx="3699845" cy="724137"/>
            <a:chOff x="528885" y="3830983"/>
            <a:chExt cx="3699845" cy="724137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2300195" cy="66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534612" y="3929884"/>
                  <a:ext cx="1694118" cy="62523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3200" b="1" i="1" dirty="0">
                      <a:solidFill>
                        <a:srgbClr val="FF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,đ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𝒄</m:t>
                          </m:r>
                        </m:sub>
                        <m:sup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3200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12" y="3929884"/>
                  <a:ext cx="1694118" cy="62523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9353" t="-13725" b="-245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1131404" y="3059485"/>
            <a:ext cx="8128162" cy="647251"/>
            <a:chOff x="457899" y="2240710"/>
            <a:chExt cx="8128162" cy="6472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C96B65-6F10-9744-0ACA-B8EE957C06DF}"/>
                </a:ext>
              </a:extLst>
            </p:cNvPr>
            <p:cNvSpPr txBox="1"/>
            <p:nvPr/>
          </p:nvSpPr>
          <p:spPr>
            <a:xfrm>
              <a:off x="457899" y="2240710"/>
              <a:ext cx="11753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x-none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/>
                <p:nvPr/>
              </p:nvSpPr>
              <p:spPr>
                <a:xfrm>
                  <a:off x="1982032" y="2332488"/>
                  <a:ext cx="6604029" cy="555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(k)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O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→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2(k)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+2H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x-none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,đ</m:t>
                          </m:r>
                          <m:r>
                            <a:rPr lang="en-US" altLang="en-US" sz="28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𝒄</m:t>
                          </m:r>
                        </m:sub>
                        <m:sup>
                          <m:r>
                            <a:rPr lang="en-US" altLang="en-US" sz="28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endPara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7AD380-7600-904D-76D8-6B521C40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032" y="2332488"/>
                  <a:ext cx="6604029" cy="555473"/>
                </a:xfrm>
                <a:prstGeom prst="rect">
                  <a:avLst/>
                </a:prstGeom>
                <a:blipFill>
                  <a:blip r:embed="rId5"/>
                  <a:stretch>
                    <a:fillRect l="-1919" t="-13636" b="-25000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535102" y="3776307"/>
            <a:ext cx="2300195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1131404" y="4427912"/>
                <a:ext cx="8449879" cy="791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9400" indent="-2794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𝑯</m:t>
                        </m:r>
                      </m:e>
                      <m:sub>
                        <m:r>
                          <a:rPr lang="en-US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  <m:r>
                          <a:rPr lang="en-US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,đ</m:t>
                        </m:r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𝒄</m:t>
                        </m:r>
                      </m:sub>
                      <m:sup>
                        <m:r>
                          <a:rPr lang="en-US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800" b="1" i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800" b="1" i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cháy</a:t>
                </a:r>
                <a:r>
                  <a:rPr lang="en-US" sz="2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O,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404" y="4427912"/>
                <a:ext cx="8449879" cy="791755"/>
              </a:xfrm>
              <a:prstGeom prst="rect">
                <a:avLst/>
              </a:prstGeom>
              <a:blipFill rotWithShape="0">
                <a:blip r:embed="rId6"/>
                <a:stretch>
                  <a:fillRect l="-1299" b="-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535102" y="5122985"/>
            <a:ext cx="31975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292234"/>
              </p:ext>
            </p:extLst>
          </p:nvPr>
        </p:nvGraphicFramePr>
        <p:xfrm>
          <a:off x="1808163" y="5978525"/>
          <a:ext cx="9183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7" imgW="3225600" imgH="253800" progId="Equation.3">
                  <p:embed/>
                </p:oleObj>
              </mc:Choice>
              <mc:Fallback>
                <p:oleObj name="Equation" r:id="rId7" imgW="3225600" imgH="253800" progId="Equation.3">
                  <p:embed/>
                  <p:pic>
                    <p:nvPicPr>
                      <p:cNvPr id="33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978525"/>
                        <a:ext cx="9183687" cy="7239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673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3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E19E6-A449-ABD2-AF59-91E5E0A67CF9}"/>
              </a:ext>
            </a:extLst>
          </p:cNvPr>
          <p:cNvSpPr/>
          <p:nvPr/>
        </p:nvSpPr>
        <p:spPr>
          <a:xfrm>
            <a:off x="4713" y="6158019"/>
            <a:ext cx="12192000" cy="709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20199" y="824526"/>
            <a:ext cx="115597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59882" y="1775394"/>
            <a:ext cx="3773417" cy="738664"/>
            <a:chOff x="528885" y="3830983"/>
            <a:chExt cx="3773417" cy="738664"/>
          </a:xfrm>
        </p:grpSpPr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230019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hiêu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588948" y="3919537"/>
                  <a:ext cx="1713354" cy="6440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3200" b="1" i="1" dirty="0">
                      <a:solidFill>
                        <a:srgbClr val="FF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𝒄𝒑</m:t>
                          </m:r>
                        </m:sub>
                        <m:sup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3200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8948" y="3919537"/>
                  <a:ext cx="1713354" cy="64402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9253" t="-13333" b="-2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559882" y="2409199"/>
            <a:ext cx="9927438" cy="738664"/>
            <a:chOff x="528885" y="3830983"/>
            <a:chExt cx="9927438" cy="738664"/>
          </a:xfrm>
        </p:grpSpPr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41980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61761" y="3912751"/>
              <a:ext cx="589456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H (</a:t>
              </a:r>
              <a:r>
                <a:rPr lang="en-US" altLang="en-US" sz="32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rắn</a:t>
              </a:r>
              <a:r>
                <a:rPr lang="en-US" alt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H (</a:t>
              </a:r>
              <a:r>
                <a:rPr lang="en-US" altLang="en-US" sz="32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lỏng</a:t>
              </a:r>
              <a:r>
                <a:rPr lang="en-US" alt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&lt; H (</a:t>
              </a:r>
              <a:r>
                <a:rPr lang="en-US" altLang="en-US" sz="32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khí</a:t>
              </a:r>
              <a:r>
                <a:rPr lang="en-US" altLang="en-US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endPara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D9D174B-B6EE-4544-BFB5-B108BEA9E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095" y="2966749"/>
            <a:ext cx="635559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4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sz="24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                     </a:t>
            </a:r>
            <a:r>
              <a:rPr lang="en-US" altLang="en-US" sz="2400" b="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cp</a:t>
            </a:r>
            <a:r>
              <a:rPr lang="en-US" altLang="en-US" sz="2400" b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Nóng</a:t>
            </a:r>
            <a:r>
              <a:rPr lang="en-US" altLang="en-US" sz="24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chảy</a:t>
            </a:r>
            <a:r>
              <a:rPr lang="en-US" altLang="en-US" sz="24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en-US" sz="2400" b="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rắn</a:t>
            </a:r>
            <a:r>
              <a:rPr lang="en-US" altLang="en-US" sz="24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    </a:t>
            </a:r>
            <a:r>
              <a:rPr lang="en-US" altLang="en-US" sz="2400" b="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lỏng</a:t>
            </a:r>
            <a:r>
              <a:rPr lang="en-US" altLang="en-US" sz="24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</a:t>
            </a:r>
            <a:r>
              <a:rPr lang="en-US" altLang="en-US" sz="2400" b="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nc</a:t>
            </a:r>
            <a:r>
              <a:rPr lang="en-US" altLang="en-US" sz="2400" b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0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Đông</a:t>
            </a:r>
            <a:r>
              <a:rPr lang="en-US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đặc</a:t>
            </a:r>
            <a:r>
              <a:rPr lang="en-US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en-US" sz="2400" b="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lỏng</a:t>
            </a:r>
            <a:r>
              <a:rPr lang="en-US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    </a:t>
            </a:r>
            <a:r>
              <a:rPr lang="en-US" altLang="en-US" sz="2400" b="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rắn</a:t>
            </a:r>
            <a:r>
              <a:rPr lang="en-US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</a:t>
            </a:r>
            <a:r>
              <a:rPr lang="en-US" altLang="en-US" sz="2400" b="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đđ</a:t>
            </a:r>
            <a:r>
              <a:rPr lang="en-US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&lt; 0          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Bay </a:t>
            </a:r>
            <a:r>
              <a:rPr lang="en-US" altLang="en-US" sz="2400" b="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hơi</a:t>
            </a:r>
            <a:r>
              <a:rPr lang="en-US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en-US" sz="2400" b="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lỏng</a:t>
            </a:r>
            <a:r>
              <a:rPr lang="en-US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    </a:t>
            </a:r>
            <a:r>
              <a:rPr lang="en-US" altLang="en-US" sz="2400" b="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khí</a:t>
            </a:r>
            <a:r>
              <a:rPr lang="en-US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</a:t>
            </a:r>
            <a:r>
              <a:rPr lang="en-US" altLang="en-US" sz="2400" b="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lang="en-US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0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</a:t>
            </a:r>
            <a:r>
              <a:rPr lang="vi-V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tụ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   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lỏng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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&lt; 0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Thăng</a:t>
            </a:r>
            <a:r>
              <a:rPr lang="en-US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hoa</a:t>
            </a:r>
            <a:r>
              <a:rPr lang="en-US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en-US" sz="24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rắn</a:t>
            </a:r>
            <a:r>
              <a:rPr lang="en-US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    </a:t>
            </a:r>
            <a:r>
              <a:rPr lang="en-US" altLang="en-US" sz="24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khí</a:t>
            </a:r>
            <a:r>
              <a:rPr lang="en-US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</a:t>
            </a:r>
            <a:r>
              <a:rPr lang="en-US" altLang="en-US" sz="24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en-US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0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b="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400" b="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   </a:t>
            </a:r>
            <a:r>
              <a:rPr lang="en-US" altLang="en-US" sz="2400" b="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rắn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</a:t>
            </a:r>
            <a:r>
              <a:rPr lang="en-US" altLang="en-US" sz="2400" b="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400" b="0" baseline="-25000" dirty="0" err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nđ</a:t>
            </a:r>
            <a:r>
              <a:rPr lang="en-US" altLang="en-US" sz="2400" b="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&lt; 0 </a:t>
            </a:r>
            <a:endParaRPr lang="en-US" altLang="en-US" sz="2400" b="0" dirty="0">
              <a:solidFill>
                <a:srgbClr val="66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69906" y="3864701"/>
            <a:ext cx="2727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nc</a:t>
            </a:r>
            <a:r>
              <a:rPr lang="en-US" sz="32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-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đđ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Brace 16"/>
          <p:cNvSpPr/>
          <p:nvPr/>
        </p:nvSpPr>
        <p:spPr>
          <a:xfrm>
            <a:off x="7392693" y="3734197"/>
            <a:ext cx="379706" cy="814788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9906" y="4938427"/>
            <a:ext cx="27045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- 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ight Brace 19"/>
          <p:cNvSpPr/>
          <p:nvPr/>
        </p:nvSpPr>
        <p:spPr>
          <a:xfrm>
            <a:off x="7392693" y="4813808"/>
            <a:ext cx="379706" cy="814788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ight Brace 20"/>
          <p:cNvSpPr/>
          <p:nvPr/>
        </p:nvSpPr>
        <p:spPr>
          <a:xfrm>
            <a:off x="7420457" y="5920325"/>
            <a:ext cx="379706" cy="814788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69906" y="6035331"/>
            <a:ext cx="25907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- </a:t>
            </a:r>
            <a:r>
              <a:rPr lang="en-US" sz="3200" b="1" dirty="0">
                <a:solidFill>
                  <a:srgbClr val="99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b="1" dirty="0" err="1">
                <a:solidFill>
                  <a:srgbClr val="99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sz="3200" b="1" baseline="-25000" dirty="0" err="1">
                <a:solidFill>
                  <a:srgbClr val="99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nđ</a:t>
            </a:r>
            <a:endParaRPr lang="en-US" sz="3200" b="1" dirty="0">
              <a:solidFill>
                <a:srgbClr val="99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88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  <p:bldP spid="17" grpId="0" animBg="1"/>
      <p:bldP spid="18" grpId="0"/>
      <p:bldP spid="20" grpId="0" animBg="1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9486255" y="3485415"/>
            <a:ext cx="433951" cy="1950182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00833" y="657763"/>
            <a:ext cx="11559778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32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2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32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endParaRPr lang="x-none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80767" y="2097077"/>
            <a:ext cx="3595041" cy="738664"/>
            <a:chOff x="528885" y="3830983"/>
            <a:chExt cx="3595041" cy="738664"/>
          </a:xfrm>
        </p:grpSpPr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28885" y="3830983"/>
              <a:ext cx="230019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1313" indent="-341313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hiêu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endPara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2433014" y="3912951"/>
                  <a:ext cx="1690912" cy="6253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3200" b="1" i="1" dirty="0">
                      <a:solidFill>
                        <a:srgbClr val="FF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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𝑯</m:t>
                          </m:r>
                        </m:e>
                        <m:sub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𝟐𝟗𝟖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en-US" sz="3200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𝒉𝒕</m:t>
                          </m:r>
                        </m:sub>
                        <m:sup>
                          <m:r>
                            <a:rPr lang="en-US" altLang="en-US" sz="3200" b="1" i="1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3200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014" y="3912951"/>
                  <a:ext cx="1690912" cy="62536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9025" t="-13592" b="-233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180767" y="2746790"/>
            <a:ext cx="8026179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tan: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77844" y="3402312"/>
            <a:ext cx="9070593" cy="65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Phá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vỡ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chất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tan 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&gt; 0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77843" y="4103048"/>
            <a:ext cx="9070593" cy="65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Phá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vỡ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dung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môi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</a:t>
            </a:r>
            <a:r>
              <a:rPr lang="en-US" alt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&gt; 0)</a:t>
            </a:r>
            <a:endParaRPr lang="en-US" altLang="en-US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77843" y="4828960"/>
            <a:ext cx="9070593" cy="65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Tạo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thành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dung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môi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chất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tan </a:t>
            </a:r>
            <a:r>
              <a:rPr lang="en-US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tỏa</a:t>
            </a:r>
            <a:r>
              <a:rPr lang="en-US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 &lt; 0)</a:t>
            </a:r>
            <a:endParaRPr lang="en-US" altLang="en-US" sz="2800" b="1" i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151680" y="5474009"/>
            <a:ext cx="1718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7AD380-7600-904D-76D8-6B521C4090F7}"/>
                  </a:ext>
                </a:extLst>
              </p:cNvPr>
              <p:cNvSpPr txBox="1"/>
              <p:nvPr/>
            </p:nvSpPr>
            <p:spPr>
              <a:xfrm>
                <a:off x="180767" y="6201199"/>
                <a:ext cx="1167984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NaOH </a:t>
                </a:r>
                <a:r>
                  <a:rPr lang="x-non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x-non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m+n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)H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x-non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→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</a:t>
                </a:r>
                <a:r>
                  <a:rPr lang="en-US" sz="2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.mH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dd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OH</a:t>
                </a:r>
                <a:r>
                  <a:rPr lang="en-US" sz="2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.nH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x-none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x-non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dd</a:t>
                </a:r>
                <a:r>
                  <a:rPr lang="x-non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r>
                      <a:rPr lang="en-US" alt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𝐻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-10.20 kcal/</a:t>
                </a:r>
                <a:r>
                  <a:rPr lang="en-US" sz="26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endParaRPr lang="x-none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07AD380-7600-904D-76D8-6B521C409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67" y="6201199"/>
                <a:ext cx="11679844" cy="492443"/>
              </a:xfrm>
              <a:prstGeom prst="rect">
                <a:avLst/>
              </a:prstGeom>
              <a:blipFill rotWithShape="0">
                <a:blip r:embed="rId4"/>
                <a:stretch>
                  <a:fillRect l="-939" t="-11111" r="-261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9948689" y="3096918"/>
            <a:ext cx="2157379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x-none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4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2" grpId="0"/>
      <p:bldP spid="13" grpId="0"/>
      <p:bldP spid="15" grpId="0"/>
      <p:bldP spid="16" grpId="0"/>
      <p:bldP spid="17" grpId="0"/>
      <p:bldP spid="18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2420524" y="669198"/>
                <a:ext cx="6774275" cy="1385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6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36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3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3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3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6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36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𝒑</m:t>
                            </m:r>
                            <m:r>
                              <a:rPr lang="en-US" sz="36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ư</m:t>
                            </m:r>
                          </m:sub>
                          <m:sup>
                            <m:r>
                              <a:rPr lang="en-US" sz="36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p>
                        </m:sSubSup>
                      </m:e>
                    </m:groupChr>
                  </m:oMath>
                </a14:m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3600" b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3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x-none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524" y="669198"/>
                <a:ext cx="6774275" cy="1385700"/>
              </a:xfrm>
              <a:prstGeom prst="rect">
                <a:avLst/>
              </a:prstGeom>
              <a:blipFill rotWithShape="0">
                <a:blip r:embed="rId3"/>
                <a:stretch>
                  <a:fillRect l="-1800" r="-1620" b="-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3480" y="1689012"/>
            <a:ext cx="2300195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960016" y="2366513"/>
            <a:ext cx="32834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tạo</a:t>
            </a:r>
            <a:r>
              <a:rPr lang="en-US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thành</a:t>
            </a:r>
            <a:r>
              <a:rPr lang="en-US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26605" y="3406122"/>
                <a:ext cx="8419356" cy="5024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𝒑𝒖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.∆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𝑫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</m:e>
                    </m:d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.∆</m:t>
                    </m:r>
                    <m:sSubSup>
                      <m:sSub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𝒕𝒕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.∆</m:t>
                    </m:r>
                    <m:sSubSup>
                      <m:sSub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𝒕𝒕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605" y="3406122"/>
                <a:ext cx="8419356" cy="502445"/>
              </a:xfrm>
              <a:prstGeom prst="rect">
                <a:avLst/>
              </a:prstGeom>
              <a:blipFill rotWithShape="0">
                <a:blip r:embed="rId4"/>
                <a:stretch>
                  <a:fillRect t="-15854" r="-1883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984889" y="4156159"/>
            <a:ext cx="28712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đốt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cháy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56160" y="2296822"/>
                <a:ext cx="6313267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ả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𝒑𝒉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ẩ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nary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𝒄𝒉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ấ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đầ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160" y="2296822"/>
                <a:ext cx="6313267" cy="1043363"/>
              </a:xfrm>
              <a:prstGeom prst="rect">
                <a:avLst/>
              </a:prstGeom>
              <a:blipFill>
                <a:blip r:embed="rId5"/>
                <a:stretch>
                  <a:fillRect l="-803" t="-144048" r="-803" b="-20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45929" y="4112613"/>
                <a:ext cx="613373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𝒄𝒉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ấ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đầ</m:t>
                              </m:r>
                              <m:r>
                                <a:rPr lang="en-US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sub>
                          </m:sSub>
                        </m:e>
                      </m:nary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ả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𝒑𝒉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ẩ</m:t>
                              </m:r>
                              <m:r>
                                <a:rPr lang="en-US" sz="28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929" y="4112613"/>
                <a:ext cx="6133730" cy="1043363"/>
              </a:xfrm>
              <a:prstGeom prst="rect">
                <a:avLst/>
              </a:prstGeom>
              <a:blipFill>
                <a:blip r:embed="rId6"/>
                <a:stretch>
                  <a:fillRect l="-826" t="-146988" r="-826" b="-20241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3479" y="4806381"/>
            <a:ext cx="2300195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723054" y="5435779"/>
            <a:ext cx="112867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tạo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thành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 H</a:t>
            </a:r>
            <a:r>
              <a:rPr lang="en-US" sz="28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C, S, 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722953" y="6136618"/>
            <a:ext cx="106404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đốt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cháy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chất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…)</a:t>
            </a:r>
          </a:p>
        </p:txBody>
      </p:sp>
    </p:spTree>
    <p:extLst>
      <p:ext uri="{BB962C8B-B14F-4D97-AF65-F5344CB8AC3E}">
        <p14:creationId xmlns:p14="http://schemas.microsoft.com/office/powerpoint/2010/main" val="69255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3" grpId="0"/>
      <p:bldP spid="17" grpId="0"/>
      <p:bldP spid="18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294" y="678712"/>
            <a:ext cx="11953004" cy="2415954"/>
            <a:chOff x="83294" y="560181"/>
            <a:chExt cx="11953004" cy="24159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15">
                  <a:extLst>
                    <a:ext uri="{FF2B5EF4-FFF2-40B4-BE49-F238E27FC236}">
                      <a16:creationId xmlns:a16="http://schemas.microsoft.com/office/drawing/2014/main" id="{BD325E8D-4235-98CE-6068-756BDF012074}"/>
                    </a:ext>
                  </a:extLst>
                </p:cNvPr>
                <p:cNvSpPr txBox="1"/>
                <p:nvPr/>
              </p:nvSpPr>
              <p:spPr>
                <a:xfrm>
                  <a:off x="270810" y="560181"/>
                  <a:ext cx="9380844" cy="8300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341313" indent="-341313" algn="just">
                    <a:lnSpc>
                      <a:spcPct val="150000"/>
                    </a:lnSpc>
                    <a:buFont typeface="Wingdings" panose="05000000000000000000" pitchFamily="2" charset="2"/>
                    <a:buChar char="v"/>
                  </a:pP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Ví</a:t>
                  </a:r>
                  <a:r>
                    <a:rPr lang="en-US" sz="32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dụ</a:t>
                  </a:r>
                  <a:r>
                    <a:rPr lang="en-US" sz="32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1</a:t>
                  </a: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Tính </a:t>
                  </a:r>
                  <a14:m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Sup>
                        <m:sSubSupPr>
                          <m:ctrlP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ư</m:t>
                          </m:r>
                        </m:sub>
                        <m: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𝒐</m:t>
                          </m:r>
                        </m:sup>
                      </m:sSubSup>
                    </m:oMath>
                  </a14:m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(kJ/</a:t>
                  </a:r>
                  <a:r>
                    <a:rPr lang="en-US" sz="3200" b="1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</a:t>
                  </a: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</a:t>
                  </a:r>
                  <a:r>
                    <a:rPr lang="en-US" sz="3200" b="1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của</a:t>
                  </a: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pư</a:t>
                  </a: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sau</a:t>
                  </a:r>
                  <a:r>
                    <a:rPr lang="en-US" sz="3200" b="1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endParaRPr lang="x-none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1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BD325E8D-4235-98CE-6068-756BDF012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10" y="560181"/>
                  <a:ext cx="9380844" cy="83003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429" b="-169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7AD380-7600-904D-76D8-6B521C4090F7}"/>
                </a:ext>
              </a:extLst>
            </p:cNvPr>
            <p:cNvSpPr txBox="1"/>
            <p:nvPr/>
          </p:nvSpPr>
          <p:spPr>
            <a:xfrm>
              <a:off x="1369329" y="1583369"/>
              <a:ext cx="106669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3Al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(r)</a:t>
              </a:r>
              <a:r>
                <a:rPr lang="x-none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3NH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4(r)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3(r)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AlCl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3(r)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+ 3NO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+ 3H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  </a:t>
              </a:r>
              <a:endParaRPr 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83294" y="2022028"/>
                  <a:ext cx="1401345" cy="9541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𝒕𝒕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𝒐</m:t>
                            </m:r>
                          </m:sup>
                        </m:sSubSup>
                      </m:oMath>
                    </m:oMathPara>
                  </a14:m>
                  <a:endPara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(kJ/</a:t>
                  </a:r>
                  <a:r>
                    <a:rPr lang="en-US" sz="2800" dirty="0" err="1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mol</a:t>
                  </a:r>
                  <a:r>
                    <a:rPr lang="en-US" sz="2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4" y="2022028"/>
                  <a:ext cx="1401345" cy="95410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7826" r="-6957" b="-165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1543392" y="2204729"/>
                  <a:ext cx="48122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392" y="2204729"/>
                  <a:ext cx="481222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2811670" y="2204729"/>
                  <a:ext cx="140294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−295.3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1670" y="2204729"/>
                  <a:ext cx="1402948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5026381" y="2204729"/>
                  <a:ext cx="160172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−1675.6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6381" y="2204729"/>
                  <a:ext cx="1601721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794566" y="2204729"/>
                  <a:ext cx="140294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−705.6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566" y="2204729"/>
                  <a:ext cx="1402948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8513409" y="2204729"/>
                  <a:ext cx="120417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90.3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3409" y="2204729"/>
                  <a:ext cx="1204176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9940515" y="2204729"/>
                  <a:ext cx="140294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−238.9</m:t>
                        </m:r>
                      </m:oMath>
                    </m:oMathPara>
                  </a14:m>
                  <a:endPara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0515" y="2204729"/>
                  <a:ext cx="1402948" cy="52322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469310" y="3157807"/>
            <a:ext cx="11711538" cy="3559695"/>
            <a:chOff x="365958" y="2847158"/>
            <a:chExt cx="11711538" cy="3559695"/>
          </a:xfrm>
        </p:grpSpPr>
        <p:sp>
          <p:nvSpPr>
            <p:cNvPr id="17" name="Curved Right Arrow 16"/>
            <p:cNvSpPr/>
            <p:nvPr/>
          </p:nvSpPr>
          <p:spPr>
            <a:xfrm rot="20667440">
              <a:off x="922145" y="2934772"/>
              <a:ext cx="375139" cy="588936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543392" y="2847158"/>
                  <a:ext cx="7149393" cy="11925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ư</m:t>
                            </m:r>
                          </m:sub>
                          <m:sup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ả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𝒑𝒉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ẩ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nary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eqArr>
                                  <m:eqArrPr>
                                    <m:ctrlPr>
                                      <a:rPr lang="en-US" sz="3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3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32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𝒄𝒉</m:t>
                                    </m:r>
                                    <m:r>
                                      <a:rPr lang="en-US" sz="32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ấ</m:t>
                                    </m:r>
                                    <m:r>
                                      <a:rPr lang="en-US" sz="32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32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đầ</m:t>
                                    </m:r>
                                    <m:r>
                                      <a:rPr lang="en-US" sz="32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e>
                                    <m:r>
                                      <a:rPr lang="en-US" sz="3200" b="1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392" y="2847158"/>
                  <a:ext cx="7149393" cy="119250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/>
            <p:cNvSpPr txBox="1"/>
            <p:nvPr/>
          </p:nvSpPr>
          <p:spPr>
            <a:xfrm>
              <a:off x="2480243" y="4009730"/>
              <a:ext cx="93506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[(-1675.6) + (-705.6) + 3x(90.3) + 3x(-238.9)] – [3x(-295.3)]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80243" y="4804997"/>
              <a:ext cx="30925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sz="3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-1941.1 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kJ/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endPara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65958" y="5689514"/>
                  <a:ext cx="4749890" cy="5815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Nếu</a:t>
                  </a:r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tính</a:t>
                  </a:r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ứng</a:t>
                  </a:r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với</a:t>
                  </a:r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1 g Al 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958" y="5689514"/>
                  <a:ext cx="4749890" cy="58150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2696" t="-7292" r="-1669"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Striped Right Arrow 22"/>
            <p:cNvSpPr/>
            <p:nvPr/>
          </p:nvSpPr>
          <p:spPr>
            <a:xfrm>
              <a:off x="5111167" y="5779817"/>
              <a:ext cx="495945" cy="411869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324151" y="5471661"/>
                  <a:ext cx="6753345" cy="9351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𝐴𝑙</m:t>
                            </m:r>
                          </m:sub>
                          <m:sup>
                            <m:r>
                              <a:rPr lang="en-US" sz="3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1941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.1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3.27</m:t>
                            </m:r>
                          </m:den>
                        </m:f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𝟐𝟑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𝟗𝟔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𝒌𝑱</m:t>
                        </m:r>
                      </m:oMath>
                    </m:oMathPara>
                  </a14:m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4151" y="5471661"/>
                  <a:ext cx="6753345" cy="93519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4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BD325E8D-4235-98CE-6068-756BDF012074}"/>
                  </a:ext>
                </a:extLst>
              </p:cNvPr>
              <p:cNvSpPr txBox="1"/>
              <p:nvPr/>
            </p:nvSpPr>
            <p:spPr>
              <a:xfrm>
                <a:off x="283208" y="641164"/>
                <a:ext cx="9380844" cy="830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1313" indent="-341313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3200" b="1" i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200" b="1" i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Tính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sSubSup>
                      <m:sSubSup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ư</m:t>
                        </m:r>
                      </m:sub>
                      <m:sup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="1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3200" b="1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</a:t>
                </a:r>
                <a:r>
                  <a:rPr lang="en-US" sz="3200" b="1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pư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25</a:t>
                </a:r>
                <a:r>
                  <a:rPr lang="en-US" sz="3200" b="1" i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 </a:t>
                </a:r>
                <a:endParaRPr lang="x-none" sz="3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325E8D-4235-98CE-6068-756BDF01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08" y="641164"/>
                <a:ext cx="9380844" cy="830035"/>
              </a:xfrm>
              <a:prstGeom prst="rect">
                <a:avLst/>
              </a:prstGeom>
              <a:blipFill rotWithShape="0">
                <a:blip r:embed="rId3"/>
                <a:stretch>
                  <a:fillRect l="-1429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07AD380-7600-904D-76D8-6B521C4090F7}"/>
              </a:ext>
            </a:extLst>
          </p:cNvPr>
          <p:cNvSpPr txBox="1"/>
          <p:nvPr/>
        </p:nvSpPr>
        <p:spPr>
          <a:xfrm>
            <a:off x="3791666" y="1629532"/>
            <a:ext cx="6484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4(g)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+ 2O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2(g) 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2(g)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+ 2H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x-none" sz="3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100290" y="2349379"/>
                <a:ext cx="99944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sSubSup>
                        <m:sSubSupPr>
                          <m:ctrlP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𝒕𝒕</m:t>
                          </m:r>
                        </m:sub>
                        <m:sup>
                          <m: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𝒐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290" y="2349379"/>
                <a:ext cx="99944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773195" y="2370379"/>
                <a:ext cx="9316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−75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195" y="2370379"/>
                <a:ext cx="93166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462119" y="2370379"/>
                <a:ext cx="473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119" y="2370379"/>
                <a:ext cx="473206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726086" y="2365355"/>
                <a:ext cx="10166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86" y="2365355"/>
                <a:ext cx="1016625" cy="523220"/>
              </a:xfrm>
              <a:prstGeom prst="rect">
                <a:avLst/>
              </a:prstGeom>
              <a:blipFill rotWithShape="0">
                <a:blip r:embed="rId7"/>
                <a:stretch>
                  <a:fillRect t="-11628" r="-1077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299364" y="2370379"/>
                <a:ext cx="11304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−286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364" y="2370379"/>
                <a:ext cx="1130438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rved Right Arrow 14"/>
          <p:cNvSpPr/>
          <p:nvPr/>
        </p:nvSpPr>
        <p:spPr>
          <a:xfrm rot="20667440">
            <a:off x="970259" y="3073384"/>
            <a:ext cx="378110" cy="5889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420359" y="3100261"/>
                <a:ext cx="6435095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ả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𝒑𝒉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ẩ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nary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𝒄𝒉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ấ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đầ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e>
                                  <m:r>
                                    <a:rPr lang="en-US" sz="28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359" y="3100261"/>
                <a:ext cx="6435095" cy="10433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456262" y="4130704"/>
            <a:ext cx="5187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[(-390) + 2x(-286)] –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[(-75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0059" y="4135022"/>
            <a:ext cx="2489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887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kJ/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Notched Right Arrow 19"/>
          <p:cNvSpPr/>
          <p:nvPr/>
        </p:nvSpPr>
        <p:spPr>
          <a:xfrm>
            <a:off x="1107561" y="5150504"/>
            <a:ext cx="456321" cy="37195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1740691" y="5065967"/>
                <a:ext cx="8511625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ư</m:t>
                        </m:r>
                      </m:sub>
                      <m:sup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Q</a:t>
                </a:r>
                <a:r>
                  <a:rPr lang="en-US" sz="28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887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kJ/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0: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pư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tỏa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691" y="5065967"/>
                <a:ext cx="8511625" cy="556434"/>
              </a:xfrm>
              <a:prstGeom prst="rect">
                <a:avLst/>
              </a:prstGeom>
              <a:blipFill>
                <a:blip r:embed="rId10"/>
                <a:stretch>
                  <a:fillRect l="-1504" t="-10989" r="-215" b="-24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Notched Right Arrow 23"/>
          <p:cNvSpPr/>
          <p:nvPr/>
        </p:nvSpPr>
        <p:spPr>
          <a:xfrm>
            <a:off x="69572" y="6029028"/>
            <a:ext cx="456321" cy="37195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5212" y="5954249"/>
            <a:ext cx="11486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Nhiệt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∆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nRT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887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[(-2)x8.314x10</a:t>
            </a:r>
            <a:r>
              <a:rPr lang="en-US" sz="28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x298] = -</a:t>
            </a: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882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kJ/mol</a:t>
            </a:r>
          </a:p>
        </p:txBody>
      </p:sp>
    </p:spTree>
    <p:extLst>
      <p:ext uri="{BB962C8B-B14F-4D97-AF65-F5344CB8AC3E}">
        <p14:creationId xmlns:p14="http://schemas.microsoft.com/office/powerpoint/2010/main" val="291245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 animBg="1"/>
      <p:bldP spid="16" grpId="0"/>
      <p:bldP spid="17" grpId="0"/>
      <p:bldP spid="18" grpId="0"/>
      <p:bldP spid="20" grpId="0" animBg="1"/>
      <p:bldP spid="21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6001" y="875560"/>
            <a:ext cx="11065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altLang="en-US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298K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altLang="en-US" sz="32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0979" y="1630727"/>
            <a:ext cx="78594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C(graphite) + 2H</a:t>
            </a:r>
            <a:r>
              <a:rPr lang="en-US" altLang="en-US" sz="4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4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33900" y="2607108"/>
            <a:ext cx="10946900" cy="105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algn="just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3200" i="1" dirty="0" err="1">
                <a:cs typeface="Times New Roman" panose="02020603050405020304" pitchFamily="18" charset="0"/>
              </a:rPr>
              <a:t>Với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nhiệt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đốt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cháy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của</a:t>
            </a:r>
            <a:r>
              <a:rPr lang="en-US" altLang="en-US" sz="3200" i="1" dirty="0">
                <a:cs typeface="Times New Roman" panose="02020603050405020304" pitchFamily="18" charset="0"/>
              </a:rPr>
              <a:t> C(graphite) , H</a:t>
            </a:r>
            <a:r>
              <a:rPr lang="en-US" altLang="en-US" sz="3200" i="1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3200" i="1" dirty="0">
                <a:cs typeface="Times New Roman" panose="02020603050405020304" pitchFamily="18" charset="0"/>
              </a:rPr>
              <a:t>(k), CH</a:t>
            </a:r>
            <a:r>
              <a:rPr lang="en-US" altLang="en-US" sz="3200" i="1" baseline="-25000" dirty="0">
                <a:cs typeface="Times New Roman" panose="02020603050405020304" pitchFamily="18" charset="0"/>
              </a:rPr>
              <a:t>4</a:t>
            </a:r>
            <a:r>
              <a:rPr lang="en-US" altLang="en-US" sz="3200" i="1" dirty="0">
                <a:cs typeface="Times New Roman" panose="02020603050405020304" pitchFamily="18" charset="0"/>
              </a:rPr>
              <a:t>(k)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tương</a:t>
            </a:r>
            <a:r>
              <a:rPr lang="en-US" altLang="en-US" sz="3200" i="1" dirty="0"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ứng</a:t>
            </a:r>
            <a:r>
              <a:rPr lang="en-US" altLang="en-US" sz="3200" i="1" dirty="0">
                <a:cs typeface="Times New Roman" panose="02020603050405020304" pitchFamily="18" charset="0"/>
              </a:rPr>
              <a:t>: -393.5 kJ/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mol</a:t>
            </a:r>
            <a:r>
              <a:rPr lang="en-US" altLang="en-US" sz="3200" i="1" dirty="0">
                <a:cs typeface="Times New Roman" panose="02020603050405020304" pitchFamily="18" charset="0"/>
              </a:rPr>
              <a:t>, -285.8 kJ/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mol</a:t>
            </a:r>
            <a:r>
              <a:rPr lang="en-US" altLang="en-US" sz="3200" i="1" dirty="0">
                <a:cs typeface="Times New Roman" panose="02020603050405020304" pitchFamily="18" charset="0"/>
              </a:rPr>
              <a:t>, -890.3 kJ/</a:t>
            </a:r>
            <a:r>
              <a:rPr lang="en-US" altLang="en-US" sz="3200" i="1" dirty="0" err="1">
                <a:cs typeface="Times New Roman" panose="02020603050405020304" pitchFamily="18" charset="0"/>
              </a:rPr>
              <a:t>mol</a:t>
            </a:r>
            <a:endParaRPr lang="en-US" altLang="en-US" sz="3200" i="1" dirty="0"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173163" y="4675188"/>
            <a:ext cx="10138368" cy="1764069"/>
            <a:chOff x="1063225" y="4166916"/>
            <a:chExt cx="10138368" cy="1764069"/>
          </a:xfrm>
        </p:grpSpPr>
        <p:graphicFrame>
          <p:nvGraphicFramePr>
            <p:cNvPr id="11" name="Object 10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2457479"/>
                </p:ext>
              </p:extLst>
            </p:nvPr>
          </p:nvGraphicFramePr>
          <p:xfrm>
            <a:off x="1063225" y="4166916"/>
            <a:ext cx="10072687" cy="806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4" imgW="3174840" imgH="253800" progId="Equation.3">
                    <p:embed/>
                  </p:oleObj>
                </mc:Choice>
                <mc:Fallback>
                  <p:oleObj name="Equation" r:id="rId4" imgW="3174840" imgH="253800" progId="Equation.3">
                    <p:embed/>
                    <p:pic>
                      <p:nvPicPr>
                        <p:cNvPr id="11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3225" y="4166916"/>
                          <a:ext cx="10072687" cy="806450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2514600" y="5284654"/>
              <a:ext cx="86869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-393.5 – 2(285.8) – (-890.3) = </a:t>
              </a:r>
              <a:r>
                <a:rPr lang="en-US" sz="3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-74.8 kJ/</a:t>
              </a:r>
              <a:r>
                <a:rPr lang="en-US" sz="36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endPara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91D9A6F-68CB-C85C-F81F-6F864982EDA5}"/>
              </a:ext>
            </a:extLst>
          </p:cNvPr>
          <p:cNvSpPr/>
          <p:nvPr/>
        </p:nvSpPr>
        <p:spPr>
          <a:xfrm>
            <a:off x="246001" y="3848004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Giải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endParaRPr lang="x-none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5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Hess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1680" y="728499"/>
            <a:ext cx="11365423" cy="2219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Hiệu ứng nhiệt của PTHH chỉ </a:t>
            </a:r>
            <a:r>
              <a:rPr lang="pt-B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</a:t>
            </a:r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vào bản chất và trạng thái của các </a:t>
            </a:r>
            <a:r>
              <a:rPr lang="pt-B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chất đầu và cuối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mà </a:t>
            </a:r>
            <a:r>
              <a:rPr lang="pt-B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phụ thuộc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vào đường đi của quá trình.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889430" y="2988977"/>
            <a:ext cx="2300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566373" y="3029617"/>
            <a:ext cx="66792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đầu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xuất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phát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tất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cả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mũi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tên</a:t>
            </a:r>
            <a:endParaRPr lang="en-US" altLang="en-US" sz="2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566373" y="3796633"/>
            <a:ext cx="58004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 indent="-2794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cuối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hội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tụ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tất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cả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mũi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tên</a:t>
            </a:r>
            <a:endParaRPr lang="en-US" alt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51" y="4663997"/>
            <a:ext cx="4053247" cy="21808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860327" y="4766357"/>
            <a:ext cx="3887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TTĐ: A  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TTC: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182351" y="5828414"/>
            <a:ext cx="4802829" cy="8220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36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H</a:t>
            </a:r>
            <a:r>
              <a:rPr lang="en-US" altLang="en-US" sz="36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H</a:t>
            </a:r>
            <a:r>
              <a:rPr lang="en-US" altLang="en-US" sz="36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H</a:t>
            </a:r>
            <a:r>
              <a:rPr lang="en-US" altLang="en-US" sz="36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36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6288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Hess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G05_2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939" y="981343"/>
            <a:ext cx="5541994" cy="433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E4B9D13B-239A-4C51-87FD-A3052464A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683" y="5698192"/>
            <a:ext cx="4390081" cy="550208"/>
          </a:xfrm>
          <a:prstGeom prst="rect">
            <a:avLst/>
          </a:prstGeom>
          <a:noFill/>
          <a:ln w="9525">
            <a:solidFill>
              <a:srgbClr val="CC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28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r>
              <a:rPr lang="en-US" altLang="en-US" sz="28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H</a:t>
            </a:r>
            <a:r>
              <a:rPr lang="en-US" altLang="en-US" sz="28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-890 kJ </a:t>
            </a: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78142" y="875478"/>
            <a:ext cx="44801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endParaRPr lang="x-none" sz="32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151680" y="5496859"/>
            <a:ext cx="64379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=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42" y="2049397"/>
            <a:ext cx="5369034" cy="308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1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Hess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994484" y="1864395"/>
            <a:ext cx="8046983" cy="3830712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2H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	     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</a:t>
            </a:r>
          </a:p>
          <a:p>
            <a:pPr algn="just">
              <a:buFontTx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2 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 2 H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aseline="-1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(l)       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baseline="-13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85732" y="782996"/>
            <a:ext cx="5558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p/t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x-none" sz="3200" b="1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63513" y="5945509"/>
            <a:ext cx="72779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1" baseline="-1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1" baseline="-1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1" baseline="-1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1" baseline="-1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1" baseline="-1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rved Right Arrow 16"/>
          <p:cNvSpPr/>
          <p:nvPr/>
        </p:nvSpPr>
        <p:spPr>
          <a:xfrm rot="20402588">
            <a:off x="2037807" y="5907942"/>
            <a:ext cx="588936" cy="68192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72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Hess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1680" y="1101337"/>
                <a:ext cx="1185808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v"/>
                </a:pPr>
                <a:r>
                  <a:rPr lang="en-US" altLang="en-US" sz="32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altLang="en-US" sz="32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32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  <a:r>
                  <a:rPr lang="en-US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ở 298K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3As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(r) + 3O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= 3As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(r); </a:t>
                </a:r>
                <a14:m>
                  <m:oMath xmlns:m="http://schemas.openxmlformats.org/officeDocument/2006/math"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298</m:t>
                        </m:r>
                      </m:sub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bSup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=−811,34 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𝑘𝐽</m:t>
                    </m:r>
                  </m:oMath>
                </a14:m>
                <a:endParaRPr lang="en-US" altLang="en-US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3As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(r) + 2O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= 3As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(r); </a:t>
                </a:r>
                <a14:m>
                  <m:oMath xmlns:m="http://schemas.openxmlformats.org/officeDocument/2006/math">
                    <m:r>
                      <a:rPr lang="en-US" alt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US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298</m:t>
                        </m:r>
                      </m:sub>
                      <m:sup>
                        <m:r>
                          <a:rPr lang="en-US" altLang="en-US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bSup>
                    <m:r>
                      <a:rPr lang="en-US" alt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1090</m:t>
                    </m:r>
                    <m:r>
                      <a:rPr lang="en-US" alt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98</m:t>
                    </m:r>
                    <m:r>
                      <a:rPr lang="en-US" alt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32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𝑘𝐽</m:t>
                    </m:r>
                  </m:oMath>
                </a14:m>
                <a:endParaRPr lang="en-US" altLang="en-US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1101337"/>
                <a:ext cx="11858084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1183" t="-3189" r="-1285" b="-6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515211" y="4154705"/>
            <a:ext cx="91310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+279,64 kJ/</a:t>
            </a:r>
            <a:r>
              <a:rPr 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B. +283,40 kJ/</a:t>
            </a:r>
            <a:r>
              <a:rPr 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endParaRPr lang="en-US" sz="32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+139,82 kJ/</a:t>
            </a:r>
            <a:r>
              <a:rPr 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D. -425,10 kJ/</a:t>
            </a:r>
            <a:r>
              <a:rPr 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endParaRPr lang="en-US" sz="32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87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Hess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291" y="4321100"/>
            <a:ext cx="10640412" cy="224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10164" y="927888"/>
            <a:ext cx="20585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D9A6F-68CB-C85C-F81F-6F864982EDA5}"/>
              </a:ext>
            </a:extLst>
          </p:cNvPr>
          <p:cNvSpPr/>
          <p:nvPr/>
        </p:nvSpPr>
        <p:spPr>
          <a:xfrm>
            <a:off x="376260" y="4132591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Giải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endParaRPr lang="x-none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574" y="1018012"/>
            <a:ext cx="9516359" cy="301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04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12102" y="792297"/>
            <a:ext cx="1155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28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07442" y="1547894"/>
            <a:ext cx="11559778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gam hay 1 mol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430633" y="2486627"/>
            <a:ext cx="23001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89211" y="2337357"/>
                <a:ext cx="1478161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211" y="2337357"/>
                <a:ext cx="1478161" cy="9219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205996" y="2589180"/>
            <a:ext cx="2568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).mol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.độ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619130"/>
              </p:ext>
            </p:extLst>
          </p:nvPr>
        </p:nvGraphicFramePr>
        <p:xfrm>
          <a:off x="4550943" y="4155777"/>
          <a:ext cx="16510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5" imgW="876240" imgH="495000" progId="Equation.3">
                  <p:embed/>
                </p:oleObj>
              </mc:Choice>
              <mc:Fallback>
                <p:oleObj name="Equation" r:id="rId5" imgW="876240" imgH="495000" progId="Equation.3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943" y="4155777"/>
                        <a:ext cx="1651000" cy="936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370752" y="3423548"/>
            <a:ext cx="6755304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=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561997" y="4481791"/>
                <a:ext cx="230537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US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/∆</m:t>
                      </m:r>
                      <m:r>
                        <a:rPr lang="en-US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997" y="4481791"/>
                <a:ext cx="2305375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430633" y="5061408"/>
            <a:ext cx="6755304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=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80730" y="6042200"/>
                <a:ext cx="23217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/∆</m:t>
                      </m:r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30" y="6042200"/>
                <a:ext cx="2321789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656658"/>
              </p:ext>
            </p:extLst>
          </p:nvPr>
        </p:nvGraphicFramePr>
        <p:xfrm>
          <a:off x="4581310" y="5809789"/>
          <a:ext cx="170021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9" imgW="875920" imgH="495085" progId="Equation.3">
                  <p:embed/>
                </p:oleObj>
              </mc:Choice>
              <mc:Fallback>
                <p:oleObj name="Equation" r:id="rId9" imgW="875920" imgH="495085" progId="Equation.3">
                  <p:embed/>
                  <p:pic>
                    <p:nvPicPr>
                      <p:cNvPr id="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310" y="5809789"/>
                        <a:ext cx="1700212" cy="9572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ight Brace 19"/>
          <p:cNvSpPr/>
          <p:nvPr/>
        </p:nvSpPr>
        <p:spPr>
          <a:xfrm>
            <a:off x="6501786" y="3619696"/>
            <a:ext cx="387458" cy="289818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49792" y="3764929"/>
                <a:ext cx="2656048" cy="553998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3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3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792" y="3764929"/>
                <a:ext cx="2656048" cy="5539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165642" y="4796312"/>
            <a:ext cx="4894545" cy="492443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a + </a:t>
            </a:r>
            <a:r>
              <a:rPr lang="en-US" sz="32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c.T</a:t>
            </a:r>
            <a:r>
              <a:rPr lang="en-US" sz="3200" baseline="30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… = f(T)</a:t>
            </a:r>
          </a:p>
        </p:txBody>
      </p:sp>
      <p:sp>
        <p:nvSpPr>
          <p:cNvPr id="23" name="Curved Right Arrow 22"/>
          <p:cNvSpPr/>
          <p:nvPr/>
        </p:nvSpPr>
        <p:spPr>
          <a:xfrm>
            <a:off x="6918701" y="5665655"/>
            <a:ext cx="339200" cy="53947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29773" y="5670322"/>
            <a:ext cx="48253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200" b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200" b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altLang="en-US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04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3" grpId="0"/>
      <p:bldP spid="15" grpId="0"/>
      <p:bldP spid="16" grpId="0"/>
      <p:bldP spid="17" grpId="0"/>
      <p:bldP spid="20" grpId="0" animBg="1"/>
      <p:bldP spid="21" grpId="0" animBg="1"/>
      <p:bldP spid="22" grpId="0" animBg="1"/>
      <p:bldP spid="23" grpId="0" animBg="1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∆H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298056"/>
              </p:ext>
            </p:extLst>
          </p:nvPr>
        </p:nvGraphicFramePr>
        <p:xfrm>
          <a:off x="4031761" y="1530876"/>
          <a:ext cx="3767138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1460160" imgH="495000" progId="Equation.3">
                  <p:embed/>
                </p:oleObj>
              </mc:Choice>
              <mc:Fallback>
                <p:oleObj name="Equation" r:id="rId4" imgW="1460160" imgH="495000" progId="Equation.3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761" y="1530876"/>
                        <a:ext cx="3767138" cy="1277938"/>
                      </a:xfrm>
                      <a:prstGeom prst="rect">
                        <a:avLst/>
                      </a:prstGeom>
                      <a:solidFill>
                        <a:srgbClr val="FF66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5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872446" y="2750331"/>
            <a:ext cx="8305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∆H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∆H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31569" y="3616142"/>
                <a:ext cx="48570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p,sản</a:t>
                </a:r>
                <a:r>
                  <a:rPr lang="en-US" sz="32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l-GR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2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569" y="3616142"/>
                <a:ext cx="4857099" cy="492443"/>
              </a:xfrm>
              <a:prstGeom prst="rect">
                <a:avLst/>
              </a:prstGeom>
              <a:blipFill rotWithShape="0">
                <a:blip r:embed="rId6"/>
                <a:stretch>
                  <a:fillRect t="-25926" r="-2133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866802" y="3590185"/>
            <a:ext cx="330199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Notched Right Arrow 9"/>
          <p:cNvSpPr/>
          <p:nvPr/>
        </p:nvSpPr>
        <p:spPr>
          <a:xfrm>
            <a:off x="1921790" y="4510007"/>
            <a:ext cx="619932" cy="38745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365" y="4412858"/>
            <a:ext cx="5439951" cy="492443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[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607443" y="4998654"/>
            <a:ext cx="800716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endParaRPr lang="x-none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29364" y="5926908"/>
            <a:ext cx="5702715" cy="646331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298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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(T - 298)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25E8D-4235-98CE-6068-756BDF012074}"/>
              </a:ext>
            </a:extLst>
          </p:cNvPr>
          <p:cNvSpPr txBox="1"/>
          <p:nvPr/>
        </p:nvSpPr>
        <p:spPr>
          <a:xfrm>
            <a:off x="270214" y="712752"/>
            <a:ext cx="7874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Kirchoff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8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/>
      <p:bldP spid="13" grpId="0" animBg="1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0933" y="6459785"/>
            <a:ext cx="4662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∆H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0833" y="763381"/>
            <a:ext cx="11559778" cy="3710945"/>
            <a:chOff x="300833" y="763381"/>
            <a:chExt cx="11559778" cy="371094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300833" y="763381"/>
              <a:ext cx="115597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ở 398K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7AD380-7600-904D-76D8-6B521C4090F7}"/>
                </a:ext>
              </a:extLst>
            </p:cNvPr>
            <p:cNvSpPr txBox="1"/>
            <p:nvPr/>
          </p:nvSpPr>
          <p:spPr>
            <a:xfrm>
              <a:off x="2696257" y="1643068"/>
              <a:ext cx="60752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(g)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+ 1/2O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2(g)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sz="3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2(g)</a:t>
              </a:r>
              <a:endParaRPr lang="x-none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559192" y="2300094"/>
              <a:ext cx="1140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Biết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87524" y="2400569"/>
              <a:ext cx="6798656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∆H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298, </a:t>
              </a:r>
              <a:r>
                <a:rPr 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rxn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-67.64 kcal/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87524" y="3100308"/>
              <a:ext cx="4277133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đẳng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30992" y="3747072"/>
              <a:ext cx="2441694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6.97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67854" y="3781011"/>
              <a:ext cx="2401619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O2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7.05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94324" y="3813119"/>
              <a:ext cx="4466287" cy="6612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CO2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8.06 cal.mol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.K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31324" y="4597723"/>
            <a:ext cx="11746067" cy="2138563"/>
            <a:chOff x="231324" y="4597723"/>
            <a:chExt cx="11746067" cy="213856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325E8D-4235-98CE-6068-756BDF012074}"/>
                </a:ext>
              </a:extLst>
            </p:cNvPr>
            <p:cNvSpPr txBox="1"/>
            <p:nvPr/>
          </p:nvSpPr>
          <p:spPr>
            <a:xfrm>
              <a:off x="231324" y="4597723"/>
              <a:ext cx="16815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 </a:t>
              </a:r>
              <a:r>
                <a:rPr 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85259" y="4798411"/>
              <a:ext cx="8992846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∆</a:t>
              </a:r>
              <a:r>
                <a:rPr lang="en-US" sz="32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3200" b="1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[8.06] – [6.97 + 1/2x7.05] = </a:t>
              </a:r>
              <a:r>
                <a:rPr lang="en-US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-2.44</a:t>
              </a:r>
              <a:r>
                <a:rPr lang="en-US" sz="32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cal.mol-1.K</a:t>
              </a:r>
              <a:r>
                <a:rPr lang="en-US" sz="3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87258" y="5464267"/>
              <a:ext cx="10790133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H</a:t>
              </a:r>
              <a:r>
                <a:rPr lang="en-US" sz="3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398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 H</a:t>
              </a:r>
              <a:r>
                <a:rPr lang="en-US" sz="3200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sz="3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298 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+ </a:t>
              </a:r>
              <a:r>
                <a:rPr lang="en-US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sz="3200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(398 - 298) = -67.64 – 2.44x10</a:t>
              </a:r>
              <a:r>
                <a:rPr lang="en-US" sz="3200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-3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(398-298) </a:t>
              </a:r>
            </a:p>
          </p:txBody>
        </p:sp>
        <p:sp>
          <p:nvSpPr>
            <p:cNvPr id="30" name="Notched Right Arrow 29"/>
            <p:cNvSpPr/>
            <p:nvPr/>
          </p:nvSpPr>
          <p:spPr>
            <a:xfrm>
              <a:off x="2696257" y="6280795"/>
              <a:ext cx="619932" cy="356431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599302" y="6151511"/>
              <a:ext cx="4269117" cy="58477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H</a:t>
              </a:r>
              <a:r>
                <a:rPr lang="en-US" sz="32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398</a:t>
              </a:r>
              <a:r>
                <a:rPr lang="en-US" sz="3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 -67.88 kcal/</a:t>
              </a:r>
              <a:r>
                <a:rPr lang="en-US" sz="3200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mol</a:t>
              </a:r>
              <a:endPara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91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69632" y="933390"/>
            <a:ext cx="7982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Clausius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(1850):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lạnh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3536" y="1410645"/>
            <a:ext cx="8618552" cy="1215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↔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Entropy, S  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6AFB246D-95B3-4067-8EB3-3706351B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81" y="3409086"/>
            <a:ext cx="4945253" cy="303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5">
            <a:extLst>
              <a:ext uri="{FF2B5EF4-FFF2-40B4-BE49-F238E27FC236}">
                <a16:creationId xmlns:a16="http://schemas.microsoft.com/office/drawing/2014/main" id="{20FD3B2E-EE0B-42F4-8E4A-4A0C3BAE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212" y="4027728"/>
            <a:ext cx="6817708" cy="5232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Entropy (S)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là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thước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đo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hỗn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độn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của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hệ</a:t>
            </a:r>
            <a:r>
              <a:rPr lang="en-US" alt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Text Box 21">
            <a:extLst>
              <a:ext uri="{FF2B5EF4-FFF2-40B4-BE49-F238E27FC236}">
                <a16:creationId xmlns:a16="http://schemas.microsoft.com/office/drawing/2014/main" id="{29047F84-5302-4D20-8A37-7D625D77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212" y="4944753"/>
            <a:ext cx="680813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Entropy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thước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đo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xuất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đã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hệ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;</a:t>
            </a: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Entropy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hàm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thái</a:t>
            </a:r>
            <a:r>
              <a:rPr lang="vi-VN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: S = f(W)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6933" y="3116699"/>
            <a:ext cx="3215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3D0EA-5540-ED7B-EC33-CBFC65FE5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0" y="1032790"/>
            <a:ext cx="3116968" cy="20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8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5" grpId="0" animBg="1"/>
      <p:bldP spid="16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(S)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4290646-DF98-4A0A-A248-0D52CDDE8DF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595" y="1061037"/>
            <a:ext cx="4444493" cy="278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00" y="4155997"/>
            <a:ext cx="4347588" cy="23279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808" y="5116653"/>
            <a:ext cx="4770207" cy="172539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13581" y="3611843"/>
            <a:ext cx="6782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81288" y="4225079"/>
            <a:ext cx="45512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4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4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4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4612" y="899069"/>
                <a:ext cx="6887398" cy="26161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32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1atm, </a:t>
                </a:r>
                <a:r>
                  <a:rPr lang="en-US" sz="32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25</a:t>
                </a:r>
                <a:r>
                  <a:rPr lang="en-US" sz="3200" baseline="30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Ký 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32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32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32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sz="32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J/</a:t>
                </a:r>
                <a:r>
                  <a:rPr lang="en-US" sz="32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n-US" sz="32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32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</a:t>
                </a:r>
                <a:r>
                  <a:rPr lang="en-US" sz="32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32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endParaRPr lang="en-US" sz="32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2" y="899069"/>
                <a:ext cx="6887398" cy="2616101"/>
              </a:xfrm>
              <a:prstGeom prst="rect">
                <a:avLst/>
              </a:prstGeom>
              <a:blipFill rotWithShape="0">
                <a:blip r:embed="rId6"/>
                <a:stretch>
                  <a:fillRect l="-2301" r="-1327" b="-3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884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(S)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3278" y="801670"/>
            <a:ext cx="1158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Entropy, ∆S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55725" y="2557633"/>
            <a:ext cx="3578224" cy="70788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∆S =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5585" y="3600431"/>
            <a:ext cx="567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∆S =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5" y="4549938"/>
            <a:ext cx="6540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∆S =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</a:t>
            </a:r>
          </a:p>
        </p:txBody>
      </p:sp>
      <p:sp>
        <p:nvSpPr>
          <p:cNvPr id="5" name="Right Brace 4"/>
          <p:cNvSpPr/>
          <p:nvPr/>
        </p:nvSpPr>
        <p:spPr>
          <a:xfrm>
            <a:off x="7133038" y="3668163"/>
            <a:ext cx="324642" cy="13541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457680" y="4083651"/>
            <a:ext cx="2353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QUÁT: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5585" y="5738936"/>
            <a:ext cx="1962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718" y="5319863"/>
            <a:ext cx="4961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∆S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7718" y="6202719"/>
            <a:ext cx="876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∆S &gt; 0 ( q/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S↑)</a:t>
            </a:r>
          </a:p>
        </p:txBody>
      </p:sp>
      <p:sp>
        <p:nvSpPr>
          <p:cNvPr id="6" name="Left Brace 5"/>
          <p:cNvSpPr/>
          <p:nvPr/>
        </p:nvSpPr>
        <p:spPr>
          <a:xfrm>
            <a:off x="2767982" y="5438394"/>
            <a:ext cx="289736" cy="12536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827760" y="3778262"/>
                <a:ext cx="1749197" cy="106715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760" y="3778262"/>
                <a:ext cx="1749197" cy="1067152"/>
              </a:xfrm>
              <a:prstGeom prst="rect">
                <a:avLst/>
              </a:prstGeom>
              <a:blipFill rotWithShape="0">
                <a:blip r:embed="rId3"/>
                <a:stretch>
                  <a:fillRect l="-13937" b="-12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26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  <p:bldP spid="3" grpId="0"/>
      <p:bldP spid="16" grpId="0"/>
      <p:bldP spid="5" grpId="0" animBg="1"/>
      <p:bldP spid="17" grpId="0"/>
      <p:bldP spid="18" grpId="0"/>
      <p:bldP spid="20" grpId="0"/>
      <p:bldP spid="21" grpId="0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 (S)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4C2DDBC-AB4C-41C6-A14E-08D192561F3A}"/>
              </a:ext>
            </a:extLst>
          </p:cNvPr>
          <p:cNvSpPr txBox="1">
            <a:spLocks noChangeArrowheads="1"/>
          </p:cNvSpPr>
          <p:nvPr/>
        </p:nvSpPr>
        <p:spPr>
          <a:xfrm>
            <a:off x="1201373" y="1838790"/>
            <a:ext cx="5488184" cy="57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S</a:t>
            </a: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 &lt; S</a:t>
            </a: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pic>
        <p:nvPicPr>
          <p:cNvPr id="7" name="Picture 5" descr="FG20_08">
            <a:extLst>
              <a:ext uri="{FF2B5EF4-FFF2-40B4-BE49-F238E27FC236}">
                <a16:creationId xmlns:a16="http://schemas.microsoft.com/office/drawing/2014/main" id="{008BA823-FCDE-4EFB-ABE4-325EEB846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557" y="1586195"/>
            <a:ext cx="5008073" cy="1175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52" y="822756"/>
            <a:ext cx="11686236" cy="74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eaLnBrk="1" hangingPunct="1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1.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Chất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lỏng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khí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càng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phức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tạp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kích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thước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↑) → S↑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3848613"/>
            <a:ext cx="11686236" cy="74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eaLnBrk="1" hangingPunct="1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3. </a:t>
            </a:r>
            <a:r>
              <a:rPr lang="en-US" altLang="en-US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Nhiệt</a:t>
            </a: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độ</a:t>
            </a: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làm</a:t>
            </a: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b="1" dirty="0">
                <a:solidFill>
                  <a:srgbClr val="00B050"/>
                </a:solidFill>
                <a:cs typeface="Times New Roman" panose="02020603050405020304" pitchFamily="18" charset="0"/>
              </a:rPr>
              <a:t> entropy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4C2DDBC-AB4C-41C6-A14E-08D192561F3A}"/>
              </a:ext>
            </a:extLst>
          </p:cNvPr>
          <p:cNvSpPr txBox="1">
            <a:spLocks noChangeArrowheads="1"/>
          </p:cNvSpPr>
          <p:nvPr/>
        </p:nvSpPr>
        <p:spPr>
          <a:xfrm>
            <a:off x="992744" y="4911647"/>
            <a:ext cx="10412412" cy="57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S</a:t>
            </a: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&lt;  S</a:t>
            </a: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Tx/>
              <a:buNone/>
              <a:defRPr/>
            </a:pP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5396629"/>
            <a:ext cx="11686236" cy="74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eaLnBrk="1" hangingPunct="1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4.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Áp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suất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làm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giảm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entropy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4C2DDBC-AB4C-41C6-A14E-08D192561F3A}"/>
              </a:ext>
            </a:extLst>
          </p:cNvPr>
          <p:cNvSpPr txBox="1">
            <a:spLocks noChangeArrowheads="1"/>
          </p:cNvSpPr>
          <p:nvPr/>
        </p:nvSpPr>
        <p:spPr>
          <a:xfrm>
            <a:off x="992744" y="6280150"/>
            <a:ext cx="10412412" cy="577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&lt; S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1atm)</a:t>
            </a:r>
          </a:p>
          <a:p>
            <a:pPr marL="0" indent="0">
              <a:buNone/>
              <a:defRPr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C018B0-AD09-2EAE-F4C2-75F73E0A1EDD}"/>
              </a:ext>
            </a:extLst>
          </p:cNvPr>
          <p:cNvGrpSpPr/>
          <p:nvPr/>
        </p:nvGrpSpPr>
        <p:grpSpPr>
          <a:xfrm>
            <a:off x="185852" y="2504162"/>
            <a:ext cx="11686236" cy="1377468"/>
            <a:chOff x="185852" y="2504162"/>
            <a:chExt cx="11686236" cy="1377468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B2FB82B0-6B44-317F-E5AC-DE1742850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52" y="2504162"/>
              <a:ext cx="11686236" cy="74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indent="457200">
                <a:lnSpc>
                  <a:spcPct val="150000"/>
                </a:lnSpc>
                <a:buNone/>
              </a:pP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2.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Chất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rắn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có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chiều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dài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solidFill>
                    <a:srgbClr val="7030A0"/>
                  </a:solidFill>
                  <a:cs typeface="Times New Roman" panose="02020603050405020304" pitchFamily="18" charset="0"/>
                </a:rPr>
                <a:t>lk</a:t>
              </a:r>
              <a:r>
                <a:rPr lang="en-US" altLang="en-US" b="1" dirty="0">
                  <a:solidFill>
                    <a:srgbClr val="7030A0"/>
                  </a:solidFill>
                  <a:cs typeface="Times New Roman" panose="02020603050405020304" pitchFamily="18" charset="0"/>
                </a:rPr>
                <a:t> ↑ → Elk ↓ → S↑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057625A-263D-7468-1031-6C14DCDE5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92744" y="3303780"/>
              <a:ext cx="6604844" cy="57785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  <a:defRPr/>
              </a:pPr>
              <a:r>
                <a:rPr lang="en-US" alt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 S</a:t>
              </a:r>
              <a:r>
                <a:rPr lang="en-US" altLang="en-US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(3Li) &gt; S</a:t>
              </a:r>
              <a:r>
                <a:rPr lang="en-US" altLang="en-US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(4Be) &gt; S</a:t>
              </a:r>
              <a:r>
                <a:rPr lang="en-US" altLang="en-US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298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(5B)</a:t>
              </a:r>
              <a:r>
                <a:rPr lang="en-US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7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44879"/>
            <a:ext cx="11686236" cy="229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1. Entropy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tăng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 (∆S &gt; 0) </a:t>
            </a:r>
            <a:r>
              <a:rPr lang="en-US" altLang="en-US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khi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:</a:t>
            </a:r>
          </a:p>
          <a:p>
            <a:pPr indent="457200">
              <a:lnSpc>
                <a:spcPct val="150000"/>
              </a:lnSpc>
              <a:buNone/>
            </a:pPr>
            <a:r>
              <a:rPr lang="en-US" altLang="en-US" sz="2800" b="1" dirty="0">
                <a:cs typeface="Times New Roman" panose="02020603050405020304" pitchFamily="18" charset="0"/>
              </a:rPr>
              <a:t>-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pư</a:t>
            </a:r>
            <a:r>
              <a:rPr lang="en-US" altLang="en-US" sz="2800" b="1" dirty="0">
                <a:cs typeface="Times New Roman" panose="02020603050405020304" pitchFamily="18" charset="0"/>
              </a:rPr>
              <a:t>,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bị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hủy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nhỏ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hơn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en-US" altLang="en-US" sz="2800" b="1" dirty="0">
                <a:cs typeface="Times New Roman" panose="02020603050405020304" pitchFamily="18" charset="0"/>
              </a:rPr>
              <a:t>-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Phản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sự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chuyển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pha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Rắn</a:t>
            </a:r>
            <a:r>
              <a:rPr lang="en-US" altLang="en-US" sz="2800" b="1" dirty="0">
                <a:cs typeface="Times New Roman" panose="02020603050405020304" pitchFamily="18" charset="0"/>
              </a:rPr>
              <a:t> →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Lỏng</a:t>
            </a:r>
            <a:r>
              <a:rPr lang="en-US" altLang="en-US" sz="2800" b="1" dirty="0">
                <a:cs typeface="Times New Roman" panose="02020603050405020304" pitchFamily="18" charset="0"/>
              </a:rPr>
              <a:t> →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Khí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528" y="3145207"/>
            <a:ext cx="9739718" cy="7425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endParaRPr lang="en-US" altLang="en-US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A19FE689-5739-4605-AC80-6CF5DC3B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96" y="5196793"/>
            <a:ext cx="9672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</a:rPr>
              <a:t>(k) + 3H</a:t>
            </a:r>
            <a:r>
              <a:rPr lang="en-US" altLang="en-US" sz="28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</a:rPr>
              <a:t>(k) =  2NH</a:t>
            </a:r>
            <a:r>
              <a:rPr lang="en-US" altLang="en-US" sz="2800" baseline="-25000" dirty="0">
                <a:solidFill>
                  <a:srgbClr val="008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</a:rPr>
              <a:t>(k);           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n = -2 mol</a:t>
            </a:r>
            <a:r>
              <a:rPr lang="vi-VN" altLang="en-US" sz="28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&lt; 0 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→ </a:t>
            </a:r>
            <a:r>
              <a:rPr lang="en-US" altLang="en-US" sz="2800" dirty="0" err="1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pư</a:t>
            </a:r>
            <a:r>
              <a:rPr lang="en-US" altLang="en-US" sz="2800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&lt;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296E1-424D-406F-9BCB-6F79DC8FC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4" y="6121099"/>
            <a:ext cx="101012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dirty="0">
                <a:cs typeface="Times New Roman" panose="02020603050405020304" pitchFamily="18" charset="0"/>
              </a:rPr>
              <a:t>    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2HI(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) = H</a:t>
            </a:r>
            <a:r>
              <a:rPr lang="vi-VN" altLang="en-US" sz="2800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)  +  I</a:t>
            </a:r>
            <a:r>
              <a:rPr lang="vi-VN" altLang="en-US" sz="2800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k</a:t>
            </a:r>
            <a:r>
              <a:rPr lang="vi-VN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) ; 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               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n = </a:t>
            </a:r>
            <a:r>
              <a:rPr lang="en-US" altLang="en-US" sz="28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  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→ </a:t>
            </a:r>
            <a:r>
              <a:rPr lang="en-US" altLang="en-US" sz="2800" dirty="0" err="1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pư</a:t>
            </a: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vi-VN" altLang="en-US" sz="28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765D9D-A0AE-34FB-D0A4-0E04F3BD626F}"/>
              </a:ext>
            </a:extLst>
          </p:cNvPr>
          <p:cNvGrpSpPr/>
          <p:nvPr/>
        </p:nvGrpSpPr>
        <p:grpSpPr>
          <a:xfrm>
            <a:off x="938296" y="4226632"/>
            <a:ext cx="9844004" cy="530975"/>
            <a:chOff x="938296" y="4226632"/>
            <a:chExt cx="9844004" cy="530975"/>
          </a:xfrm>
        </p:grpSpPr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7516B393-3F08-4312-B1A1-CA7A1B070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296" y="4226632"/>
              <a:ext cx="98440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C(gr) + CO</a:t>
              </a:r>
              <a:r>
                <a:rPr lang="en-US" altLang="en-US" sz="2800" baseline="-250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(k) = 2CO(k);              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n = 1 mol</a:t>
              </a:r>
              <a:r>
                <a:rPr lang="vi-VN" altLang="en-US" sz="28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&gt; 0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 → 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en-US" sz="2800" baseline="-25000" dirty="0" err="1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pư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>
                  <a:solidFill>
                    <a:srgbClr val="0000FF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&gt; 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578BF3-375B-434A-BEF3-FDCCED6C302C}"/>
                </a:ext>
              </a:extLst>
            </p:cNvPr>
            <p:cNvSpPr txBox="1"/>
            <p:nvPr/>
          </p:nvSpPr>
          <p:spPr>
            <a:xfrm>
              <a:off x="5941618" y="4226632"/>
              <a:ext cx="4173932" cy="530975"/>
            </a:xfrm>
            <a:prstGeom prst="rect">
              <a:avLst/>
            </a:prstGeom>
            <a:noFill/>
            <a:ln w="3175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0B7AD81-89FC-4047-8EFC-C9D6C28CE200}"/>
              </a:ext>
            </a:extLst>
          </p:cNvPr>
          <p:cNvSpPr txBox="1"/>
          <p:nvPr/>
        </p:nvSpPr>
        <p:spPr>
          <a:xfrm>
            <a:off x="5960668" y="5193957"/>
            <a:ext cx="4173932" cy="5309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7D1CB9-0DB6-41F6-886D-BBC1B9319FB3}"/>
              </a:ext>
            </a:extLst>
          </p:cNvPr>
          <p:cNvSpPr txBox="1"/>
          <p:nvPr/>
        </p:nvSpPr>
        <p:spPr>
          <a:xfrm>
            <a:off x="5934516" y="6126018"/>
            <a:ext cx="3018984" cy="53097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7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17" grpId="0"/>
      <p:bldP spid="18" grpId="0"/>
      <p:bldP spid="21" grpId="0" animBg="1"/>
      <p:bldP spid="2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08B5516-039C-DD03-316C-5DEB8D0FFEFE}"/>
              </a:ext>
            </a:extLst>
          </p:cNvPr>
          <p:cNvSpPr/>
          <p:nvPr/>
        </p:nvSpPr>
        <p:spPr>
          <a:xfrm>
            <a:off x="6805534" y="4721902"/>
            <a:ext cx="599607" cy="644577"/>
          </a:xfrm>
          <a:prstGeom prst="ellips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PƯHH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0CAC9-0878-C813-FE45-C5CE870111DC}"/>
              </a:ext>
            </a:extLst>
          </p:cNvPr>
          <p:cNvSpPr txBox="1"/>
          <p:nvPr/>
        </p:nvSpPr>
        <p:spPr>
          <a:xfrm>
            <a:off x="494677" y="1146167"/>
            <a:ext cx="11082280" cy="512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fr-FR" sz="28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fr-FR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fr-FR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rõ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chất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nào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cặp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chất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dưới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đây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entropi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tiêu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chuẩn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		</a:t>
            </a:r>
            <a:endParaRPr lang="x-non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fr-F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Ca(r)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Mg(r)		2) H</a:t>
            </a:r>
            <a:r>
              <a:rPr lang="fr-F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O(k)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fr-F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S(k)</a:t>
            </a:r>
            <a:endParaRPr lang="x-non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3)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		4) 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		5) Br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(ℓ) 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x-non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127000" algn="l"/>
                <a:tab pos="3302000" algn="l"/>
              </a:tabLst>
            </a:pP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Mg, H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O,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I­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</a:t>
            </a:r>
            <a:r>
              <a:rPr lang="pt-BR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Ca, H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2,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Br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x-non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127000" algn="l"/>
                <a:tab pos="3302000" algn="l"/>
              </a:tabLst>
            </a:pPr>
            <a:r>
              <a:rPr lang="pt-BR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Mg, H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O,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Br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         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Ca, H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 PCl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Cl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I­</a:t>
            </a:r>
            <a:r>
              <a:rPr lang="pt-BR" sz="2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800" dirty="0">
                <a:solidFill>
                  <a:srgbClr val="CC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x-non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1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 (S)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9466" y="964729"/>
            <a:ext cx="7725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86367" y="2071183"/>
            <a:ext cx="7119257" cy="1067152"/>
            <a:chOff x="986367" y="1901853"/>
            <a:chExt cx="7119257" cy="1067152"/>
          </a:xfrm>
        </p:grpSpPr>
        <p:sp>
          <p:nvSpPr>
            <p:cNvPr id="11" name="TextBox 10"/>
            <p:cNvSpPr txBox="1"/>
            <p:nvPr/>
          </p:nvSpPr>
          <p:spPr>
            <a:xfrm>
              <a:off x="986367" y="2112263"/>
              <a:ext cx="53700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Quá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TN </a:t>
              </a:r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đẳng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356427" y="1901853"/>
                  <a:ext cx="1749197" cy="106715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en-US" sz="4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∆S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den>
                      </m:f>
                    </m:oMath>
                  </a14:m>
                  <a:endPara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6427" y="1901853"/>
                  <a:ext cx="1749197" cy="106715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4286" b="-12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0" y="3754427"/>
            <a:ext cx="12304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1436.3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0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∆S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Curved Right Arrow 5"/>
          <p:cNvSpPr/>
          <p:nvPr/>
        </p:nvSpPr>
        <p:spPr>
          <a:xfrm rot="21097894">
            <a:off x="1354666" y="4904619"/>
            <a:ext cx="592667" cy="8128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224694" y="5009736"/>
                <a:ext cx="8211159" cy="10611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sz="4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den>
                    </m:f>
                    <m:r>
                      <a:rPr lang="en-US" sz="40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𝟏𝟒𝟑𝟔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𝟐𝟕𝟑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𝟐𝟔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𝒄𝒂𝒍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𝒎𝒐𝒍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</m:oMath>
                </a14:m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94" y="5009736"/>
                <a:ext cx="8211159" cy="1061124"/>
              </a:xfrm>
              <a:prstGeom prst="rect">
                <a:avLst/>
              </a:prstGeom>
              <a:blipFill rotWithShape="0">
                <a:blip r:embed="rId4"/>
                <a:stretch>
                  <a:fillRect l="-2673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2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Tính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𝟐𝟗𝟖</m:t>
                        </m:r>
                      </m:sub>
                      <m:sup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zh-TW" altLang="en-US" sz="4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phản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ứng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hóa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học</a:t>
                </a:r>
                <a:endParaRPr lang="zh-TW" altLang="en-US" sz="4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4"/>
                <a:stretch>
                  <a:fillRect l="-1851" t="-35789" b="-4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78574"/>
              </p:ext>
            </p:extLst>
          </p:nvPr>
        </p:nvGraphicFramePr>
        <p:xfrm>
          <a:off x="883299" y="994101"/>
          <a:ext cx="10369808" cy="8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5" imgW="2946240" imgH="253800" progId="Equation.3">
                  <p:embed/>
                </p:oleObj>
              </mc:Choice>
              <mc:Fallback>
                <p:oleObj name="Equation" r:id="rId5" imgW="2946240" imgH="253800" progId="Equation.3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99" y="994101"/>
                        <a:ext cx="10369808" cy="89412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195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7781" y="6135672"/>
            <a:ext cx="10326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(∆n &lt; 0)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378" y="2143947"/>
            <a:ext cx="7935638" cy="1532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147" y="2913109"/>
            <a:ext cx="3189941" cy="7632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4946" y="3983784"/>
            <a:ext cx="9029988" cy="197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523253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(S)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my s GIF">
            <a:extLst>
              <a:ext uri="{FF2B5EF4-FFF2-40B4-BE49-F238E27FC236}">
                <a16:creationId xmlns:a16="http://schemas.microsoft.com/office/drawing/2014/main" id="{A09CA9BD-0DE7-4D85-B0C8-12B5EE04BD9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049" y="1738466"/>
            <a:ext cx="4661523" cy="2570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Kết quả hình ảnh cho gif bay hơi">
            <a:extLst>
              <a:ext uri="{FF2B5EF4-FFF2-40B4-BE49-F238E27FC236}">
                <a16:creationId xmlns:a16="http://schemas.microsoft.com/office/drawing/2014/main" id="{3E19ED29-BBC6-4F65-B21E-ED175081E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409" y="1735931"/>
            <a:ext cx="4459288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CC63435-9EA1-49DB-A970-6028688FB407}"/>
              </a:ext>
            </a:extLst>
          </p:cNvPr>
          <p:cNvSpPr txBox="1">
            <a:spLocks noChangeArrowheads="1"/>
          </p:cNvSpPr>
          <p:nvPr/>
        </p:nvSpPr>
        <p:spPr>
          <a:xfrm>
            <a:off x="1428237" y="4831695"/>
            <a:ext cx="9144000" cy="19081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</a:rPr>
              <a:t>Quá trình nóng chảy</a:t>
            </a:r>
            <a:r>
              <a:rPr lang="vi-VN" altLang="en-US" sz="2600">
                <a:solidFill>
                  <a:srgbClr val="006600"/>
                </a:solidFill>
                <a:latin typeface="Arial" panose="020B0604020202020204" pitchFamily="34" charset="0"/>
              </a:rPr>
              <a:t> và </a:t>
            </a:r>
            <a: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</a:rPr>
              <a:t>bay hơi có </a:t>
            </a:r>
            <a: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H &gt;0 </a:t>
            </a:r>
            <a:r>
              <a:rPr lang="vi-VN" altLang="en-US" sz="260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đều tự phát </a:t>
            </a:r>
            <a: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</a:rPr>
              <a:t>theo chiều hướng</a:t>
            </a:r>
            <a:r>
              <a:rPr lang="vi-VN" altLang="en-US" sz="2600">
                <a:solidFill>
                  <a:srgbClr val="006600"/>
                </a:solidFill>
                <a:latin typeface="Arial" panose="020B0604020202020204" pitchFamily="34" charset="0"/>
              </a:rPr>
              <a:t> tăng entropy</a:t>
            </a:r>
            <a: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2600">
                <a:solidFill>
                  <a:srgbClr val="006600"/>
                </a:solidFill>
                <a:latin typeface="Arial" panose="020B0604020202020204" pitchFamily="34" charset="0"/>
              </a:rPr>
            </a:br>
            <a:endParaRPr lang="en-US" altLang="en-US" sz="2600" dirty="0">
              <a:solidFill>
                <a:srgbClr val="0066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8131017A-2C3A-4AB1-BEEC-173FE2B9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99" y="965269"/>
            <a:ext cx="421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9C1C99C5-5D84-4E6F-AF04-9A7E0E2F7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420" y="-65239"/>
            <a:ext cx="8994775" cy="204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chưa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xem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đại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lượng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tiêu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để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tiên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đoán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giới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hạn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vi-VN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hóa học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rPr>
            </a:br>
            <a:endParaRPr lang="en-US" altLang="en-US" sz="2800" dirty="0">
              <a:solidFill>
                <a:srgbClr val="0070C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3FCCF80F-59F7-4928-B4F7-F924E6284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296" y="4315970"/>
            <a:ext cx="4199339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O(ℓ)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=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O(k)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,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&gt;0 </a:t>
            </a:r>
            <a:endParaRPr lang="en-US" altLang="en-US" sz="2800" b="1" dirty="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53ECFFA-61A4-4A4F-9E43-077F8F217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23" y="4308475"/>
            <a:ext cx="44450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O(r)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=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O(ℓ)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&gt;0 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297BC165-85CC-4E30-B513-F51C61858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38" y="1916113"/>
            <a:ext cx="28200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6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36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ay </a:t>
            </a:r>
            <a:r>
              <a:rPr lang="vi-VN" altLang="en-US" sz="36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6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ơi</a:t>
            </a:r>
            <a:r>
              <a:rPr lang="en-US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vi-VN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B22A01-E7B8-4210-AC34-2A267068E973}"/>
              </a:ext>
            </a:extLst>
          </p:cNvPr>
          <p:cNvSpPr txBox="1"/>
          <p:nvPr/>
        </p:nvSpPr>
        <p:spPr>
          <a:xfrm>
            <a:off x="5899837" y="1755467"/>
            <a:ext cx="3214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H</a:t>
            </a:r>
            <a:r>
              <a:rPr lang="vi-VN" altLang="en-US" sz="3600" baseline="-250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baseline="-25000" dirty="0" err="1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óng</a:t>
            </a: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vi-VN" altLang="en-US" sz="3600" baseline="-250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c</a:t>
            </a:r>
            <a:r>
              <a:rPr lang="en-US" altLang="en-US" sz="3600" baseline="-25000" dirty="0" err="1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hảy</a:t>
            </a: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&gt;</a:t>
            </a:r>
            <a:r>
              <a:rPr lang="vi-VN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0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E087CDAB-B4E5-42BC-8DA6-46276057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046" y="2994847"/>
            <a:ext cx="1233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b="1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7AB2CC4D-95BA-4810-BC9F-DE726C4ED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6662" y="3704491"/>
            <a:ext cx="1233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b="1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D60F9E-F728-4B76-B25B-53BF1F4BB9D8}"/>
              </a:ext>
            </a:extLst>
          </p:cNvPr>
          <p:cNvSpPr txBox="1"/>
          <p:nvPr/>
        </p:nvSpPr>
        <p:spPr>
          <a:xfrm>
            <a:off x="1562420" y="47639"/>
            <a:ext cx="8920550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C00000"/>
                </a:solidFill>
              </a:rPr>
              <a:t>Chiều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diễn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biến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của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hệ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không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là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cô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lập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sẽ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diễn</a:t>
            </a:r>
            <a:r>
              <a:rPr lang="en-US" sz="2800" dirty="0">
                <a:solidFill>
                  <a:srgbClr val="C00000"/>
                </a:solidFill>
              </a:rPr>
              <a:t> ra </a:t>
            </a:r>
            <a:r>
              <a:rPr lang="en-US" sz="2800" dirty="0" err="1">
                <a:solidFill>
                  <a:srgbClr val="C00000"/>
                </a:solidFill>
              </a:rPr>
              <a:t>theo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chiều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hướng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nào</a:t>
            </a:r>
            <a:r>
              <a:rPr lang="en-US" sz="2800" dirty="0">
                <a:solidFill>
                  <a:srgbClr val="C00000"/>
                </a:solidFill>
              </a:rPr>
              <a:t> ?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9951D7-1FC9-475C-A0A0-B2DE8261F887}"/>
              </a:ext>
            </a:extLst>
          </p:cNvPr>
          <p:cNvSpPr txBox="1"/>
          <p:nvPr/>
        </p:nvSpPr>
        <p:spPr>
          <a:xfrm>
            <a:off x="1507547" y="134265"/>
            <a:ext cx="9217024" cy="1218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CC00FF"/>
                </a:solidFill>
              </a:rPr>
              <a:t>Theo </a:t>
            </a:r>
            <a:r>
              <a:rPr lang="en-US" sz="2600" dirty="0" err="1">
                <a:solidFill>
                  <a:srgbClr val="CC00FF"/>
                </a:solidFill>
              </a:rPr>
              <a:t>Bertholet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và</a:t>
            </a:r>
            <a:r>
              <a:rPr lang="en-US" sz="2600" dirty="0">
                <a:solidFill>
                  <a:srgbClr val="CC00FF"/>
                </a:solidFill>
              </a:rPr>
              <a:t> Thomson: </a:t>
            </a:r>
            <a:r>
              <a:rPr lang="en-US" sz="2600" dirty="0" err="1">
                <a:solidFill>
                  <a:srgbClr val="CC00FF"/>
                </a:solidFill>
              </a:rPr>
              <a:t>Các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quá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trình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tự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phát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phải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là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quá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trình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tỏa</a:t>
            </a:r>
            <a:r>
              <a:rPr lang="en-US" sz="2600" dirty="0">
                <a:solidFill>
                  <a:srgbClr val="CC00FF"/>
                </a:solidFill>
              </a:rPr>
              <a:t> </a:t>
            </a:r>
            <a:r>
              <a:rPr lang="en-US" sz="2600" dirty="0" err="1">
                <a:solidFill>
                  <a:srgbClr val="CC00FF"/>
                </a:solidFill>
              </a:rPr>
              <a:t>nhiệt</a:t>
            </a:r>
            <a:r>
              <a:rPr lang="en-US" sz="2600" dirty="0">
                <a:solidFill>
                  <a:srgbClr val="CC00FF"/>
                </a:solidFill>
              </a:rPr>
              <a:t> (</a:t>
            </a:r>
            <a:r>
              <a:rPr lang="en-US" sz="2600" dirty="0">
                <a:solidFill>
                  <a:srgbClr val="CC00FF"/>
                </a:solidFill>
                <a:sym typeface="Symbol" panose="05050102010706020507" pitchFamily="18" charset="2"/>
              </a:rPr>
              <a:t>H&lt;0)</a:t>
            </a:r>
            <a:r>
              <a:rPr lang="en-US" sz="2600" dirty="0">
                <a:solidFill>
                  <a:srgbClr val="CC00FF"/>
                </a:solidFill>
              </a:rPr>
              <a:t>.</a:t>
            </a:r>
          </a:p>
        </p:txBody>
      </p:sp>
      <p:pic>
        <p:nvPicPr>
          <p:cNvPr id="21" name="Picture 2" descr="Figure 1. The particle model provides a possible explanation for why mixing ethanol and water results in a solution that takes up less volume than the liquids measured individually.">
            <a:extLst>
              <a:ext uri="{FF2B5EF4-FFF2-40B4-BE49-F238E27FC236}">
                <a16:creationId xmlns:a16="http://schemas.microsoft.com/office/drawing/2014/main" id="{3B9C086B-D7B2-4748-A0CB-9EA42DD4A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248" y="2501810"/>
            <a:ext cx="9071973" cy="272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0C0AC2-4EAA-4969-AC80-2FCB35A1DA3B}"/>
              </a:ext>
            </a:extLst>
          </p:cNvPr>
          <p:cNvSpPr txBox="1"/>
          <p:nvPr/>
        </p:nvSpPr>
        <p:spPr>
          <a:xfrm>
            <a:off x="2356434" y="2589783"/>
            <a:ext cx="218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tan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AA906-8972-4922-AA4A-E2DF7DB06E06}"/>
              </a:ext>
            </a:extLst>
          </p:cNvPr>
          <p:cNvSpPr txBox="1"/>
          <p:nvPr/>
        </p:nvSpPr>
        <p:spPr>
          <a:xfrm>
            <a:off x="7488245" y="2626263"/>
            <a:ext cx="19442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hòa</a:t>
            </a:r>
            <a:r>
              <a:rPr lang="en-US" dirty="0"/>
              <a:t> tan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7F99-0830-4ED9-9034-5C6B1CF9AD8D}"/>
              </a:ext>
            </a:extLst>
          </p:cNvPr>
          <p:cNvSpPr txBox="1"/>
          <p:nvPr/>
        </p:nvSpPr>
        <p:spPr>
          <a:xfrm>
            <a:off x="6770160" y="3684707"/>
            <a:ext cx="267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sym typeface="Symbol" panose="05050102010706020507" pitchFamily="18" charset="2"/>
              </a:rPr>
              <a:t>V &lt; 0  S &lt;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FC874-6E1A-4552-B379-52374D36121D}"/>
              </a:ext>
            </a:extLst>
          </p:cNvPr>
          <p:cNvSpPr txBox="1"/>
          <p:nvPr/>
        </p:nvSpPr>
        <p:spPr>
          <a:xfrm>
            <a:off x="1827512" y="5472749"/>
            <a:ext cx="89528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®"/>
            </a:pP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Quá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trình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tự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phát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theo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chiều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giảm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entropi</a:t>
            </a: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0AB879-1856-4F84-AA7A-B0F27AA7F5F5}"/>
              </a:ext>
            </a:extLst>
          </p:cNvPr>
          <p:cNvSpPr txBox="1"/>
          <p:nvPr/>
        </p:nvSpPr>
        <p:spPr>
          <a:xfrm>
            <a:off x="1627012" y="1187051"/>
            <a:ext cx="804639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S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chưa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thể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xem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đại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lượng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tiêu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để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tiên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đoán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chiều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và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giới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hạn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quá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trình</a:t>
            </a:r>
            <a:r>
              <a:rPr lang="vi-VN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hóa học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.</a:t>
            </a:r>
            <a:b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</a:br>
            <a:r>
              <a:rPr 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sz="28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8BF9A-602F-4249-A1D4-E81BD77F1CF5}"/>
              </a:ext>
            </a:extLst>
          </p:cNvPr>
          <p:cNvSpPr txBox="1"/>
          <p:nvPr/>
        </p:nvSpPr>
        <p:spPr>
          <a:xfrm>
            <a:off x="1446478" y="2535698"/>
            <a:ext cx="9071973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Chiều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diễn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quá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trình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hóa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học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được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quyết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bởi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yếu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tố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entanpi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entropi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801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1" grpId="0" animBg="1"/>
      <p:bldP spid="11" grpId="1" animBg="1"/>
      <p:bldP spid="12" grpId="0" animBg="1"/>
      <p:bldP spid="12" grpId="1" animBg="1"/>
      <p:bldP spid="13" grpId="0"/>
      <p:bldP spid="13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20" grpId="0"/>
      <p:bldP spid="20" grpId="1"/>
      <p:bldP spid="22" grpId="0" animBg="1"/>
      <p:bldP spid="22" grpId="1" animBg="1"/>
      <p:bldP spid="23" grpId="0" animBg="1"/>
      <p:bldP spid="23" grpId="1" animBg="1"/>
      <p:bldP spid="25" grpId="0"/>
      <p:bldP spid="25" grpId="1"/>
      <p:bldP spid="26" grpId="0"/>
      <p:bldP spid="26" grpId="1"/>
      <p:bldP spid="27" grpId="0"/>
      <p:bldP spid="2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0AC5277F-9B02-41B7-BDD8-467389E46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83" y="729511"/>
            <a:ext cx="113156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Năm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1875,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Nhà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vật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lý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lý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thuyết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Mỹ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J.W.Gibbs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đã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H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hàm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 = H – TS </a:t>
            </a:r>
            <a:r>
              <a:rPr lang="en-US" altLang="en-US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để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xét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quá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học</a:t>
            </a:r>
            <a:r>
              <a:rPr lang="en-US" altLang="en-US" sz="2800" dirty="0">
                <a:cs typeface="Times New Roman" panose="02020603050405020304" pitchFamily="18" charset="0"/>
              </a:rPr>
              <a:t> ở </a:t>
            </a:r>
            <a:r>
              <a:rPr lang="en-US" altLang="en-US" sz="2800" dirty="0" err="1">
                <a:cs typeface="Times New Roman" panose="02020603050405020304" pitchFamily="18" charset="0"/>
              </a:rPr>
              <a:t>đk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đẳng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đẳng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884621" y="3122440"/>
            <a:ext cx="104309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hay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Gibbs.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4621" y="3870848"/>
            <a:ext cx="104309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G: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 (kcal(kJ)/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4621" y="4619256"/>
            <a:ext cx="104309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5847" y="5367664"/>
            <a:ext cx="3732432" cy="707886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∆H – T∆S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6297" y="6229663"/>
            <a:ext cx="76159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4525" y="5347388"/>
            <a:ext cx="4047903" cy="707886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cuối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đầu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89217" y="5459997"/>
            <a:ext cx="1198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Gibb, G)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9" grpId="0"/>
      <p:bldP spid="3" grpId="0" animBg="1"/>
      <p:bldP spid="11" grpId="0"/>
      <p:bldP spid="12" grpId="0" animBg="1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Thế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đẳng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áp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tiêu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chuẩn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𝑮</m:t>
                        </m:r>
                      </m:e>
                      <m:sub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b>
                      <m:sup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𝒐</m:t>
                        </m:r>
                      </m:sup>
                    </m:sSubSup>
                    <m:r>
                      <a:rPr lang="en-US" altLang="zh-TW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TW" altLang="en-US" sz="4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3"/>
                <a:stretch>
                  <a:fillRect l="-1851" t="-35789" b="-4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21573" y="847198"/>
            <a:ext cx="117182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Dung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1M;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(298K)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47134" y="3012264"/>
            <a:ext cx="8667174" cy="1048365"/>
            <a:chOff x="1861713" y="4677968"/>
            <a:chExt cx="8667174" cy="1048365"/>
          </a:xfrm>
        </p:grpSpPr>
        <p:sp>
          <p:nvSpPr>
            <p:cNvPr id="13" name="Content Placeholder 1">
              <a:extLst>
                <a:ext uri="{FF2B5EF4-FFF2-40B4-BE49-F238E27FC236}">
                  <a16:creationId xmlns:a16="http://schemas.microsoft.com/office/drawing/2014/main" id="{40825291-6EB5-495A-8A2E-231D1679202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76979" y="4677968"/>
              <a:ext cx="6931553" cy="5164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</a:pP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vi-VN" alt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+    </a:t>
              </a:r>
              <a:r>
                <a:rPr lang="vi-VN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3H</a:t>
              </a:r>
              <a:r>
                <a:rPr lang="vi-VN" altLang="en-US" sz="3200" baseline="-250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=     2NH</a:t>
              </a:r>
              <a:r>
                <a:rPr lang="vi-VN" alt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61713" y="5194438"/>
              <a:ext cx="18886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atm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79334" y="5200604"/>
              <a:ext cx="18886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atm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41067" y="5203113"/>
              <a:ext cx="18886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atm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9398000" y="5203113"/>
                  <a:ext cx="11308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8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∆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TW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𝟐𝟗𝟖</m:t>
                          </m:r>
                        </m:sub>
                        <m:sup>
                          <m: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8000" y="5203113"/>
                  <a:ext cx="1130887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1351" t="-12791" b="-302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1962400" y="4204553"/>
            <a:ext cx="8919532" cy="1163720"/>
            <a:chOff x="1099710" y="5720084"/>
            <a:chExt cx="8919532" cy="116372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635E8A-D1A9-421C-B49A-5743E1205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579" y="5720084"/>
              <a:ext cx="88566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HCl(dd)   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 </a:t>
              </a:r>
              <a:r>
                <a:rPr lang="vi-VN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NaOH(dd)   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 </a:t>
              </a:r>
              <a:r>
                <a:rPr lang="vi-VN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NaCl(dd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+ H</a:t>
              </a:r>
              <a:r>
                <a:rPr lang="vi-VN" alt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9710" y="6351909"/>
              <a:ext cx="15808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1M,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352795" y="6358075"/>
              <a:ext cx="15808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1M,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08136" y="6360584"/>
              <a:ext cx="15808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1M, 25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8483600" y="6360584"/>
                  <a:ext cx="113088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8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∆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TW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𝟐𝟗𝟖</m:t>
                          </m:r>
                        </m:sub>
                        <m:sup>
                          <m:r>
                            <a:rPr lang="en-US" altLang="zh-TW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𝒐</m:t>
                          </m:r>
                        </m:sup>
                      </m:sSubSup>
                    </m:oMath>
                  </a14:m>
                  <a:endPara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600" y="6360584"/>
                  <a:ext cx="1130887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0753" t="-13953" b="-302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 Box 4">
            <a:extLst>
              <a:ext uri="{FF2B5EF4-FFF2-40B4-BE49-F238E27FC236}">
                <a16:creationId xmlns:a16="http://schemas.microsoft.com/office/drawing/2014/main" id="{43AACF78-E269-4246-9026-BB350364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33" y="5576140"/>
            <a:ext cx="1115362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  <a:buFontTx/>
              <a:buNone/>
            </a:pPr>
            <a:r>
              <a:rPr lang="en-US" altLang="en-US" b="1" u="sng" dirty="0" err="1">
                <a:cs typeface="Times New Roman" panose="02020603050405020304" pitchFamily="18" charset="0"/>
              </a:rPr>
              <a:t>Lưu</a:t>
            </a:r>
            <a:r>
              <a:rPr lang="en-US" altLang="en-US" b="1" u="sng" dirty="0">
                <a:cs typeface="Times New Roman" panose="02020603050405020304" pitchFamily="18" charset="0"/>
              </a:rPr>
              <a:t> ý</a:t>
            </a:r>
            <a:r>
              <a:rPr lang="en-US" altLang="en-US" dirty="0">
                <a:cs typeface="Times New Roman" panose="02020603050405020304" pitchFamily="18" charset="0"/>
              </a:rPr>
              <a:t>: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Thế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đẳng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áp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tạo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thành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tiêu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chuẩn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đơn</a:t>
            </a:r>
            <a:r>
              <a:rPr lang="en-US" altLang="en-US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chất</a:t>
            </a:r>
            <a:r>
              <a:rPr lang="en-US" altLang="en-US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u="sng" dirty="0" err="1">
                <a:solidFill>
                  <a:srgbClr val="CC00CC"/>
                </a:solidFill>
                <a:cs typeface="Times New Roman" panose="02020603050405020304" pitchFamily="18" charset="0"/>
              </a:rPr>
              <a:t>bền</a:t>
            </a:r>
            <a:r>
              <a:rPr lang="en-US" altLang="en-US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 (H</a:t>
            </a:r>
            <a:r>
              <a:rPr lang="en-US" altLang="en-US" i="1" u="sng" baseline="-25000" dirty="0">
                <a:solidFill>
                  <a:srgbClr val="CC00CC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, O</a:t>
            </a:r>
            <a:r>
              <a:rPr lang="en-US" altLang="en-US" i="1" u="sng" baseline="-25000" dirty="0">
                <a:solidFill>
                  <a:srgbClr val="CC00CC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i="1" u="sng" dirty="0">
                <a:solidFill>
                  <a:srgbClr val="CC00CC"/>
                </a:solidFill>
                <a:cs typeface="Times New Roman" panose="02020603050405020304" pitchFamily="18" charset="0"/>
              </a:rPr>
              <a:t>, …)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H</a:t>
            </a:r>
            <a:r>
              <a:rPr lang="en-US" altLang="en-US" i="1" baseline="30000" dirty="0">
                <a:solidFill>
                  <a:srgbClr val="CC00CC"/>
                </a:solidFill>
                <a:cs typeface="Times New Roman" panose="02020603050405020304" pitchFamily="18" charset="0"/>
              </a:rPr>
              <a:t>+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.aq 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cs typeface="Times New Roman" panose="02020603050405020304" pitchFamily="18" charset="0"/>
              </a:rPr>
              <a:t> qui </a:t>
            </a:r>
            <a:r>
              <a:rPr lang="en-US" altLang="en-US" dirty="0" err="1">
                <a:cs typeface="Times New Roman" panose="02020603050405020304" pitchFamily="18" charset="0"/>
              </a:rPr>
              <a:t>ước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bằng</a:t>
            </a:r>
            <a:r>
              <a:rPr lang="en-US" altLang="en-US" i="1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cs typeface="Times New Roman" panose="02020603050405020304" pitchFamily="18" charset="0"/>
              </a:rPr>
              <a:t>không</a:t>
            </a:r>
            <a:r>
              <a:rPr lang="vi-VN" altLang="en-US" dirty="0">
                <a:cs typeface="Times New Roman" panose="02020603050405020304" pitchFamily="18" charset="0"/>
              </a:rPr>
              <a:t>.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03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103FAD9-8A4B-443E-8E34-4A1DE070AD96}"/>
              </a:ext>
            </a:extLst>
          </p:cNvPr>
          <p:cNvSpPr txBox="1">
            <a:spLocks noChangeArrowheads="1"/>
          </p:cNvSpPr>
          <p:nvPr/>
        </p:nvSpPr>
        <p:spPr>
          <a:xfrm>
            <a:off x="2647270" y="2521658"/>
            <a:ext cx="8929687" cy="7327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 = 0 </a:t>
            </a:r>
            <a:r>
              <a:rPr lang="vi-VN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ở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hóa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học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3403604"/>
            <a:ext cx="3115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/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625" y="804981"/>
            <a:ext cx="70984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&lt; 0 </a:t>
            </a:r>
            <a:r>
              <a:rPr lang="vi-VN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khả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năng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tự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xảy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</a:t>
            </a:r>
            <a:r>
              <a:rPr lang="vi-VN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3200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80534" y="1591082"/>
            <a:ext cx="5700600" cy="740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&gt; 0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xảy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04800" y="4123136"/>
                <a:ext cx="11824263" cy="8510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36538" indent="-236538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0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altLang="en-US" sz="30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298,</m:t>
                        </m:r>
                        <m:r>
                          <a:rPr lang="en-US" altLang="en-US" sz="30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en-US" altLang="en-US" sz="30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ư</m:t>
                        </m:r>
                      </m:sub>
                      <m:sup>
                        <m:r>
                          <a:rPr lang="en-US" altLang="en-US" sz="30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-40 kJ</a:t>
                </a:r>
                <a:r>
                  <a:rPr lang="vi-VN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: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khả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năng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xảy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ra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hoàn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toàn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(</a:t>
                </a:r>
                <a:r>
                  <a:rPr lang="en-US" altLang="en-US" sz="3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en-US" sz="3000" baseline="-25000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cb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&gt; 10</a:t>
                </a:r>
                <a:r>
                  <a:rPr lang="en-US" altLang="en-US" sz="3000" baseline="30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7</a:t>
                </a:r>
                <a:r>
                  <a:rPr lang="en-US" altLang="en-US" sz="3000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123136"/>
                <a:ext cx="11824263" cy="851002"/>
              </a:xfrm>
              <a:prstGeom prst="rect">
                <a:avLst/>
              </a:prstGeom>
              <a:blipFill rotWithShape="0">
                <a:blip r:embed="rId3"/>
                <a:stretch>
                  <a:fillRect l="-1031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4800" y="5080849"/>
                <a:ext cx="9515938" cy="8510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36538" indent="-236538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-40kJ &lt; 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altLang="en-US" sz="3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298,</m:t>
                        </m:r>
                        <m:r>
                          <a:rPr lang="en-US" altLang="en-US" sz="3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en-US" altLang="en-US" sz="3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ư</m:t>
                        </m:r>
                      </m:sub>
                      <m:sup>
                        <m:r>
                          <a:rPr lang="en-US" altLang="en-US" sz="3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+40 kJ</a:t>
                </a:r>
                <a:r>
                  <a:rPr lang="vi-VN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: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diễn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ra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thuận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nghịch</a:t>
                </a:r>
                <a:r>
                  <a:rPr lang="en-US" altLang="en-US" sz="3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080849"/>
                <a:ext cx="9515938" cy="851002"/>
              </a:xfrm>
              <a:prstGeom prst="rect">
                <a:avLst/>
              </a:prstGeom>
              <a:blipFill rotWithShape="0">
                <a:blip r:embed="rId4"/>
                <a:stretch>
                  <a:fillRect l="-1281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4800" y="5953086"/>
                <a:ext cx="9632958" cy="8510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36538" indent="-236538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298,</m:t>
                        </m:r>
                        <m:r>
                          <a:rPr lang="en-US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en-US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ư</m:t>
                        </m:r>
                      </m:sub>
                      <m:sup>
                        <m:r>
                          <a:rPr lang="en-US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&gt; +40 kJ</a:t>
                </a:r>
                <a:r>
                  <a:rPr lang="vi-VN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: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không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diễn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ra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ở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mọi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điều</a:t>
                </a:r>
                <a:r>
                  <a:rPr lang="en-US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kiện</a:t>
                </a:r>
                <a:endParaRPr lang="en-US" altLang="en-US" sz="3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953086"/>
                <a:ext cx="9632958" cy="851002"/>
              </a:xfrm>
              <a:prstGeom prst="rect">
                <a:avLst/>
              </a:prstGeom>
              <a:blipFill rotWithShape="0">
                <a:blip r:embed="rId5"/>
                <a:stretch>
                  <a:fillRect l="-1266" r="-570" b="-9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04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7" grpId="0"/>
      <p:bldP spid="10" grpId="0"/>
      <p:bldP spid="16" grpId="0"/>
      <p:bldP spid="17" grpId="0"/>
      <p:bldP spid="1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19BA5190-DFAB-45EA-A472-810FD6C8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4" y="1179738"/>
            <a:ext cx="8280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600" b="1" dirty="0" err="1">
                <a:cs typeface="Times New Roman" panose="02020603050405020304" pitchFamily="18" charset="0"/>
              </a:rPr>
              <a:t>Phương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trình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cơ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bản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của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nhiệt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động</a:t>
            </a:r>
            <a:endParaRPr lang="en-US" altLang="en-US" sz="3600" b="1" dirty="0"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4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G</a:t>
            </a:r>
            <a:r>
              <a:rPr lang="en-US" altLang="en-US" sz="4400" b="1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= H</a:t>
            </a:r>
            <a:r>
              <a:rPr lang="vi-VN" altLang="en-US" sz="4400" b="1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– T.S</a:t>
            </a:r>
            <a:r>
              <a:rPr lang="vi-VN" altLang="en-US" sz="4400" b="1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b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4400" b="1" dirty="0">
              <a:cs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C6685FB-C44E-43DB-A649-F10D34110B02}"/>
              </a:ext>
            </a:extLst>
          </p:cNvPr>
          <p:cNvSpPr txBox="1">
            <a:spLocks noChangeArrowheads="1"/>
          </p:cNvSpPr>
          <p:nvPr/>
        </p:nvSpPr>
        <p:spPr>
          <a:xfrm>
            <a:off x="213321" y="4645708"/>
            <a:ext cx="11589212" cy="8160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0" indent="-508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&lt;&lt; |T.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S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phụ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vào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dấu</a:t>
            </a:r>
            <a:r>
              <a: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S.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2687" y="3380732"/>
            <a:ext cx="11734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00" indent="-508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&gt;&gt; |T.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S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G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phụ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vào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dấu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H.</a:t>
            </a:r>
          </a:p>
        </p:txBody>
      </p:sp>
    </p:spTree>
    <p:extLst>
      <p:ext uri="{BB962C8B-B14F-4D97-AF65-F5344CB8AC3E}">
        <p14:creationId xmlns:p14="http://schemas.microsoft.com/office/powerpoint/2010/main" val="208848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52">
            <a:extLst>
              <a:ext uri="{FF2B5EF4-FFF2-40B4-BE49-F238E27FC236}">
                <a16:creationId xmlns:a16="http://schemas.microsoft.com/office/drawing/2014/main" id="{5336D208-109C-4290-82A5-BDF696A7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975" y="965317"/>
            <a:ext cx="36004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  =  H –T.S  </a:t>
            </a:r>
            <a:endParaRPr lang="en-US" altLang="en-US" sz="3600" b="1" dirty="0">
              <a:solidFill>
                <a:srgbClr val="CC00CC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C02B1-8FEB-ADF6-7602-7785C18C3361}"/>
              </a:ext>
            </a:extLst>
          </p:cNvPr>
          <p:cNvSpPr/>
          <p:nvPr/>
        </p:nvSpPr>
        <p:spPr>
          <a:xfrm>
            <a:off x="5892713" y="2441775"/>
            <a:ext cx="2347267" cy="18199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∆H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7F06F-A3BA-24E7-2C59-688119A6BD52}"/>
              </a:ext>
            </a:extLst>
          </p:cNvPr>
          <p:cNvSpPr/>
          <p:nvPr/>
        </p:nvSpPr>
        <p:spPr>
          <a:xfrm>
            <a:off x="3509934" y="4293128"/>
            <a:ext cx="2347267" cy="18199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∆H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0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0</a:t>
            </a:r>
          </a:p>
          <a:p>
            <a:pPr algn="ctr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endParaRPr lang="en-US" sz="2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86701-89D7-EED9-A855-E46159F50338}"/>
              </a:ext>
            </a:extLst>
          </p:cNvPr>
          <p:cNvSpPr/>
          <p:nvPr/>
        </p:nvSpPr>
        <p:spPr>
          <a:xfrm>
            <a:off x="3509933" y="2441775"/>
            <a:ext cx="2347267" cy="18199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∆H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0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endParaRPr lang="en-US" sz="2000" b="1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E3C7B-A8AC-635E-AD17-C57B2E5A7E81}"/>
              </a:ext>
            </a:extLst>
          </p:cNvPr>
          <p:cNvSpPr/>
          <p:nvPr/>
        </p:nvSpPr>
        <p:spPr>
          <a:xfrm>
            <a:off x="5892713" y="4293128"/>
            <a:ext cx="2347267" cy="1819922"/>
          </a:xfrm>
          <a:prstGeom prst="rect">
            <a:avLst/>
          </a:prstGeom>
          <a:solidFill>
            <a:srgbClr val="993366"/>
          </a:solidFill>
          <a:ln>
            <a:solidFill>
              <a:srgbClr val="993366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∆H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∆S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0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KHÔNG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endParaRPr lang="en-US" sz="2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3E06A7-78F6-EDB2-E2B9-FC9FFCABF5B2}"/>
              </a:ext>
            </a:extLst>
          </p:cNvPr>
          <p:cNvGrpSpPr/>
          <p:nvPr/>
        </p:nvGrpSpPr>
        <p:grpSpPr>
          <a:xfrm>
            <a:off x="3069602" y="1880018"/>
            <a:ext cx="6052795" cy="4846320"/>
            <a:chOff x="2689923" y="2014558"/>
            <a:chExt cx="6052795" cy="484632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F37C511-B0A4-A8E2-E887-D382EDF51998}"/>
                </a:ext>
              </a:extLst>
            </p:cNvPr>
            <p:cNvCxnSpPr/>
            <p:nvPr/>
          </p:nvCxnSpPr>
          <p:spPr>
            <a:xfrm flipV="1">
              <a:off x="5495278" y="2014558"/>
              <a:ext cx="0" cy="48463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026A40-A931-D436-1E50-6051D94E4A9C}"/>
                </a:ext>
              </a:extLst>
            </p:cNvPr>
            <p:cNvCxnSpPr/>
            <p:nvPr/>
          </p:nvCxnSpPr>
          <p:spPr>
            <a:xfrm>
              <a:off x="2689923" y="4411952"/>
              <a:ext cx="60350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4BE1D5-6DCA-503B-8C17-737AF50772DA}"/>
                </a:ext>
              </a:extLst>
            </p:cNvPr>
            <p:cNvSpPr txBox="1"/>
            <p:nvPr/>
          </p:nvSpPr>
          <p:spPr>
            <a:xfrm>
              <a:off x="8029061" y="3976053"/>
              <a:ext cx="7136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∆H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3C8C15-8F5A-8B17-C7B1-93A5716E6965}"/>
                </a:ext>
              </a:extLst>
            </p:cNvPr>
            <p:cNvSpPr txBox="1"/>
            <p:nvPr/>
          </p:nvSpPr>
          <p:spPr>
            <a:xfrm>
              <a:off x="5495278" y="2023436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∆S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93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0CB842DA-BA79-4CFD-9360-A3395AEAF069}"/>
              </a:ext>
            </a:extLst>
          </p:cNvPr>
          <p:cNvSpPr txBox="1">
            <a:spLocks/>
          </p:cNvSpPr>
          <p:nvPr/>
        </p:nvSpPr>
        <p:spPr>
          <a:xfrm>
            <a:off x="1273281" y="803857"/>
            <a:ext cx="8632720" cy="728633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0934" y="1532490"/>
            <a:ext cx="6214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ED3BC3-DD4A-48FD-8A82-1B721BFD488D}"/>
                  </a:ext>
                </a:extLst>
              </p:cNvPr>
              <p:cNvSpPr txBox="1"/>
              <p:nvPr/>
            </p:nvSpPr>
            <p:spPr>
              <a:xfrm>
                <a:off x="1120880" y="3195264"/>
                <a:ext cx="10241386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200" dirty="0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298,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298, 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- [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298,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3200" b="0" i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298,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4ED3BC3-DD4A-48FD-8A82-1B721BFD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880" y="3195264"/>
                <a:ext cx="10241386" cy="651269"/>
              </a:xfrm>
              <a:prstGeom prst="rect">
                <a:avLst/>
              </a:prstGeom>
              <a:blipFill rotWithShape="0">
                <a:blip r:embed="rId4"/>
                <a:stretch>
                  <a:fillRect t="-10280" b="-2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528549"/>
              </p:ext>
            </p:extLst>
          </p:nvPr>
        </p:nvGraphicFramePr>
        <p:xfrm>
          <a:off x="1849014" y="2269868"/>
          <a:ext cx="8378720" cy="70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3022560" imgH="253800" progId="Equation.3">
                  <p:embed/>
                </p:oleObj>
              </mc:Choice>
              <mc:Fallback>
                <p:oleObj name="Equation" r:id="rId5" imgW="3022560" imgH="25380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014" y="2269868"/>
                        <a:ext cx="8378720" cy="705061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195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0934" y="3965270"/>
            <a:ext cx="7825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enthalpy (∆H)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entropy (∆S)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3800" y="4668782"/>
            <a:ext cx="3597886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∆H – T∆S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0934" y="5444568"/>
            <a:ext cx="2859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83800" y="6136619"/>
            <a:ext cx="3597886" cy="64633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∆G = -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RTlnK</a:t>
            </a:r>
            <a:r>
              <a:rPr lang="en-US" altLang="en-US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57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10" grpId="0"/>
      <p:bldP spid="11" grpId="0" animBg="1"/>
      <p:bldP spid="12" grpId="0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𝑮</m:t>
                        </m:r>
                      </m:e>
                      <m:sub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𝟐𝟗𝟖</m:t>
                        </m:r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ư</m:t>
                        </m:r>
                      </m:sub>
                      <m:sup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thế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đẳng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áp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tạo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thành</a:t>
                </a:r>
                <a:endParaRPr lang="zh-TW" altLang="en-US" sz="4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3"/>
                <a:stretch>
                  <a:fillRect l="-1851" t="-27368" b="-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5059307F-5A56-46B0-9387-9CBEBA30B4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2690" y="6076401"/>
                <a:ext cx="10854267" cy="58633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- 40 kJ :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59307F-5A56-46B0-9387-9CBEBA30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0" y="6076401"/>
                <a:ext cx="10854267" cy="586335"/>
              </a:xfrm>
              <a:prstGeom prst="rect">
                <a:avLst/>
              </a:prstGeom>
              <a:blipFill rotWithShape="0">
                <a:blip r:embed="rId4"/>
                <a:stretch>
                  <a:fillRect t="-15625" r="-1067" b="-1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722690" y="1660121"/>
            <a:ext cx="11095639" cy="1780186"/>
            <a:chOff x="327638" y="1855249"/>
            <a:chExt cx="11095639" cy="1780186"/>
          </a:xfrm>
        </p:grpSpPr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8BF4D7D1-3D2F-4006-8346-25E58040CC63}"/>
                </a:ext>
              </a:extLst>
            </p:cNvPr>
            <p:cNvSpPr txBox="1">
              <a:spLocks/>
            </p:cNvSpPr>
            <p:nvPr/>
          </p:nvSpPr>
          <p:spPr>
            <a:xfrm>
              <a:off x="685049" y="1855249"/>
              <a:ext cx="10738228" cy="7973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+ 2O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= CO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+ 2H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O(k)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327638" y="2479156"/>
                  <a:ext cx="8950784" cy="11562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sz="3200" dirty="0">
                      <a:solidFill>
                        <a:srgbClr val="00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𝑚𝑜𝑙</m:t>
                          </m:r>
                        </m:den>
                      </m:f>
                    </m:oMath>
                  </a14:m>
                  <a:r>
                    <a:rPr lang="en-US" sz="3200" dirty="0">
                      <a:solidFill>
                        <a:srgbClr val="00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  -50,72        0          -394,36      -237,13</a:t>
                  </a:r>
                  <a:endParaRPr lang="en-US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38" y="2479156"/>
                  <a:ext cx="8950784" cy="115627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9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/>
          <p:cNvSpPr/>
          <p:nvPr/>
        </p:nvSpPr>
        <p:spPr>
          <a:xfrm>
            <a:off x="722690" y="3702864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073345" y="3702864"/>
                <a:ext cx="7280968" cy="71308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𝟐𝟗𝟖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l-GR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𝟐𝟗𝟖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𝒄𝒖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ố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l-GR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𝟐𝟗𝟖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đầ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  <m:sup>
                        <m:r>
                          <a:rPr lang="en-US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endPara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345" y="3702864"/>
                <a:ext cx="7280968" cy="713080"/>
              </a:xfrm>
              <a:prstGeom prst="rect">
                <a:avLst/>
              </a:prstGeom>
              <a:blipFill rotWithShape="0">
                <a:blip r:embed="rId7"/>
                <a:stretch>
                  <a:fillRect l="-2510" t="-13675" b="-2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342007" y="4644294"/>
            <a:ext cx="8667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(-394,36 – 2 x 237,13) – (-50,72)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-817,9 kJ/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38729" y="5386007"/>
                <a:ext cx="10738228" cy="58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 :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9" y="5386007"/>
                <a:ext cx="10738228" cy="581313"/>
              </a:xfrm>
              <a:prstGeom prst="rect">
                <a:avLst/>
              </a:prstGeom>
              <a:blipFill rotWithShape="0">
                <a:blip r:embed="rId8"/>
                <a:stretch>
                  <a:fillRect t="-9474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9469" y="898058"/>
                <a:ext cx="8610562" cy="721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3600" b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25</a:t>
                </a:r>
                <a:r>
                  <a:rPr lang="en-US" sz="3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C: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69" y="898058"/>
                <a:ext cx="8610562" cy="721095"/>
              </a:xfrm>
              <a:prstGeom prst="rect">
                <a:avLst/>
              </a:prstGeom>
              <a:blipFill rotWithShape="0">
                <a:blip r:embed="rId9"/>
                <a:stretch>
                  <a:fillRect l="-2123" t="-10924" r="-1274" b="-2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91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17" grpId="0"/>
      <p:bldP spid="20" grpId="0" animBg="1"/>
      <p:bldP spid="18" grpId="0"/>
      <p:bldP spid="21" grpId="0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ính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𝑮</m:t>
                        </m:r>
                      </m:e>
                      <m:sub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𝟐𝟗𝟖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ư</m:t>
                        </m:r>
                      </m:sub>
                      <m:sup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p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p>
                    <m:r>
                      <a:rPr lang="en-US" altLang="zh-TW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và 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p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zh-TW" altLang="en-US" sz="4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3"/>
                <a:stretch>
                  <a:fillRect l="-1851" t="-27368" b="-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7394ABF-79C4-494B-9F6B-8B268C0400CA}"/>
              </a:ext>
            </a:extLst>
          </p:cNvPr>
          <p:cNvSpPr txBox="1"/>
          <p:nvPr/>
        </p:nvSpPr>
        <p:spPr>
          <a:xfrm>
            <a:off x="2457769" y="5891641"/>
            <a:ext cx="7228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US" sz="2800" baseline="30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720678" y="1357617"/>
            <a:ext cx="9573757" cy="2172564"/>
            <a:chOff x="886994" y="1484239"/>
            <a:chExt cx="9573757" cy="2172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36CF75A5-8479-4BC0-96E7-F16BBF1077B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86994" y="2199661"/>
                  <a:ext cx="9573757" cy="1457142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[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a14:m>
                  <a:r>
                    <a:rPr lang="en-US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        0                     0                    - 45,9</a:t>
                  </a: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dirty="0">
                      <a:solidFill>
                        <a:srgbClr val="00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[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r>
                    <a:rPr lang="en-US" dirty="0">
                      <a:solidFill>
                        <a:srgbClr val="0066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  191,5              130,6                192,5</a:t>
                  </a:r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36CF75A5-8479-4BC0-96E7-F16BBF107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94" y="2199661"/>
                  <a:ext cx="9573757" cy="145714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8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8BF4D7D1-3D2F-4006-8346-25E58040CC63}"/>
                </a:ext>
              </a:extLst>
            </p:cNvPr>
            <p:cNvSpPr txBox="1">
              <a:spLocks/>
            </p:cNvSpPr>
            <p:nvPr/>
          </p:nvSpPr>
          <p:spPr>
            <a:xfrm>
              <a:off x="1374709" y="1484239"/>
              <a:ext cx="8099577" cy="78192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   +    3H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 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⇌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2NH</a:t>
              </a:r>
              <a:r>
                <a:rPr 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51680" y="3631273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19665" y="3541149"/>
                <a:ext cx="5093510" cy="786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2.(-45,9) = -91,8 kJ/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65" y="3541149"/>
                <a:ext cx="5093510" cy="786754"/>
              </a:xfrm>
              <a:prstGeom prst="rect">
                <a:avLst/>
              </a:prstGeom>
              <a:blipFill rotWithShape="0">
                <a:blip r:embed="rId6"/>
                <a:stretch>
                  <a:fillRect b="-10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19665" y="4275202"/>
                <a:ext cx="10872335" cy="786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2.192,5 – (191,5 + 3.130,6) = -198,3 J/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- 0.198 kJ/</a:t>
                </a:r>
                <a:r>
                  <a:rPr lang="en-US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/K 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65" y="4275202"/>
                <a:ext cx="10872335" cy="786754"/>
              </a:xfrm>
              <a:prstGeom prst="rect">
                <a:avLst/>
              </a:prstGeom>
              <a:blipFill rotWithShape="0">
                <a:blip r:embed="rId7"/>
                <a:stretch>
                  <a:fillRect r="-224" b="-10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19665" y="5057124"/>
                <a:ext cx="6420091" cy="78675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𝟐𝟗𝟖</m:t>
                            </m:r>
                          </m:sub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  <m:r>
                          <a:rPr lang="en-US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- 32,7 kJ/</a:t>
                </a:r>
                <a:r>
                  <a:rPr lang="en-US" sz="28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65" y="5057124"/>
                <a:ext cx="6420091" cy="786754"/>
              </a:xfrm>
              <a:prstGeom prst="rect">
                <a:avLst/>
              </a:prstGeom>
              <a:blipFill rotWithShape="0">
                <a:blip r:embed="rId8"/>
                <a:stretch>
                  <a:fillRect b="-10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rved Right Arrow 8"/>
          <p:cNvSpPr/>
          <p:nvPr/>
        </p:nvSpPr>
        <p:spPr>
          <a:xfrm rot="20882522">
            <a:off x="1948204" y="6116365"/>
            <a:ext cx="463722" cy="4910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9469" y="835305"/>
                <a:ext cx="8610562" cy="721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3600" b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25</a:t>
                </a:r>
                <a:r>
                  <a:rPr lang="en-US" sz="3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C: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69" y="835305"/>
                <a:ext cx="8610562" cy="721095"/>
              </a:xfrm>
              <a:prstGeom prst="rect">
                <a:avLst/>
              </a:prstGeom>
              <a:blipFill rotWithShape="0">
                <a:blip r:embed="rId9"/>
                <a:stretch>
                  <a:fillRect l="-2123" t="-11017" r="-1274" b="-22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55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7" grpId="0"/>
      <p:bldP spid="29" grpId="0"/>
      <p:bldP spid="30" grpId="0" animBg="1"/>
      <p:bldP spid="9" grpId="0" animBg="1"/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3462F33-2623-443E-9CE1-CA160472A09E}"/>
              </a:ext>
            </a:extLst>
          </p:cNvPr>
          <p:cNvSpPr txBox="1">
            <a:spLocks/>
          </p:cNvSpPr>
          <p:nvPr/>
        </p:nvSpPr>
        <p:spPr>
          <a:xfrm>
            <a:off x="268814" y="3151021"/>
            <a:ext cx="11923185" cy="22145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3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2Fe</a:t>
            </a:r>
            <a:r>
              <a:rPr lang="en-US" sz="3200" b="1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="1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 = 4Fe  +  3CO</a:t>
            </a:r>
            <a:r>
              <a:rPr lang="en-US" sz="3200" b="1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Cho </a:t>
            </a:r>
            <a:r>
              <a:rPr lang="en-US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en-US" baseline="30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+467,9 kJ; S</a:t>
            </a:r>
            <a:r>
              <a:rPr lang="en-US" baseline="30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560,3 J/K </a:t>
            </a:r>
            <a:endParaRPr lang="en-US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92125" y="5875827"/>
                <a:ext cx="9265343" cy="877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H</a:t>
                </a:r>
                <a:r>
                  <a:rPr lang="en-US" sz="32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- T.S</a:t>
                </a:r>
                <a:r>
                  <a:rPr lang="en-US" sz="32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0 </a:t>
                </a:r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 T 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  <a:sym typeface="Symbol"/>
                          </a:rPr>
                          <m:t>∆</m:t>
                        </m:r>
                        <m:sSup>
                          <m:sSupPr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𝑯</m:t>
                            </m:r>
                          </m:e>
                          <m:sup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𝟎</m:t>
                            </m:r>
                          </m:sup>
                        </m:sSup>
                      </m:num>
                      <m:den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  <a:sym typeface="Symbol"/>
                          </a:rPr>
                          <m:t>∆</m:t>
                        </m:r>
                        <m:sSup>
                          <m:sSupPr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𝑺</m:t>
                            </m:r>
                          </m:e>
                          <m:sup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𝟎</m:t>
                            </m:r>
                          </m:sup>
                        </m:sSup>
                      </m:den>
                    </m:f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Arial" panose="020B0604020202020204" pitchFamily="34" charset="0"/>
                        <a:sym typeface="Symbol"/>
                      </a:rPr>
                      <m:t>=</m:t>
                    </m:r>
                  </m:oMath>
                </a14:m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835K = 562</a:t>
                </a:r>
                <a:r>
                  <a:rPr lang="en-US" sz="3200" b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125" y="5875827"/>
                <a:ext cx="9265343" cy="877356"/>
              </a:xfrm>
              <a:prstGeom prst="rect">
                <a:avLst/>
              </a:prstGeom>
              <a:blipFill rotWithShape="0">
                <a:blip r:embed="rId3"/>
                <a:stretch>
                  <a:fillRect r="-724"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639245" y="5478054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2DE41C-A949-4014-AFCB-1AD434DD9B01}"/>
                  </a:ext>
                </a:extLst>
              </p:cNvPr>
              <p:cNvSpPr txBox="1"/>
              <p:nvPr/>
            </p:nvSpPr>
            <p:spPr>
              <a:xfrm>
                <a:off x="3672481" y="2443090"/>
                <a:ext cx="7029385" cy="668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36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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6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360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sz="36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3600" b="1" dirty="0">
                    <a:solidFill>
                      <a:srgbClr val="0066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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6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2DE41C-A949-4014-AFCB-1AD434DD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481" y="2443090"/>
                <a:ext cx="7029385" cy="668966"/>
              </a:xfrm>
              <a:prstGeom prst="rect">
                <a:avLst/>
              </a:prstGeom>
              <a:blipFill rotWithShape="0">
                <a:blip r:embed="rId4"/>
                <a:stretch>
                  <a:fillRect t="-1454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D66224A1-EAA8-430A-AB03-A994BBBBA0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04203" y="976637"/>
                <a:ext cx="7594236" cy="1057684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.∆</m:t>
                        </m:r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D66224A1-EAA8-430A-AB03-A994BBBBA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03" y="976637"/>
                <a:ext cx="7594236" cy="1057684"/>
              </a:xfrm>
              <a:prstGeom prst="rect">
                <a:avLst/>
              </a:prstGeom>
              <a:blipFill>
                <a:blip r:embed="rId5"/>
                <a:stretch>
                  <a:fillRect l="-1336" b="-29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A8980BA-80AD-4150-B9F5-DCF19BB809AF}"/>
                  </a:ext>
                </a:extLst>
              </p:cNvPr>
              <p:cNvSpPr txBox="1"/>
              <p:nvPr/>
            </p:nvSpPr>
            <p:spPr>
              <a:xfrm>
                <a:off x="4015172" y="1268101"/>
                <a:ext cx="6105518" cy="8688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4400" b="1" i="0" smtClean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4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298 </m:t>
                              </m:r>
                              <m:r>
                                <m:rPr>
                                  <m:sty m:val="p"/>
                                </m:rP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ư</m:t>
                              </m:r>
                            </m:sub>
                            <m:sup>
                              <m:r>
                                <a:rPr lang="en-US" sz="4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.∆</m:t>
                          </m:r>
                          <m:r>
                            <m:rPr>
                              <m:sty m:val="p"/>
                            </m:rP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m:rPr>
                              <m:sty m:val="p"/>
                            </m:rP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4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A8980BA-80AD-4150-B9F5-DCF19BB80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172" y="1268101"/>
                <a:ext cx="6105518" cy="86882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ính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𝑮</m:t>
                        </m:r>
                      </m:e>
                      <m:sub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𝟐𝟗𝟖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ư</m:t>
                        </m:r>
                      </m:sub>
                      <m:sup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p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p>
                    <m:r>
                      <a:rPr lang="en-US" altLang="zh-TW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và 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4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sup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zh-TW" altLang="en-US" sz="4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7"/>
                <a:stretch>
                  <a:fillRect l="-1851" t="-27368" b="-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99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1" grpId="0"/>
      <p:bldP spid="33" grpId="0"/>
      <p:bldP spid="35" grpId="0"/>
      <p:bldP spid="3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957" y="6459785"/>
            <a:ext cx="590263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1680" y="851932"/>
                <a:ext cx="11585891" cy="1661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65138" algn="just">
                  <a:lnSpc>
                    <a:spcPct val="150000"/>
                  </a:lnSpc>
                </a:pP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3600" b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Hydrogen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Ethylene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5,04 x 10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25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851932"/>
                <a:ext cx="11585891" cy="1661993"/>
              </a:xfrm>
              <a:prstGeom prst="rect">
                <a:avLst/>
              </a:prstGeom>
              <a:blipFill rotWithShape="0">
                <a:blip r:embed="rId3"/>
                <a:stretch>
                  <a:fillRect l="-1368" r="-1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09454" y="2668186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 + H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 =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36178" y="3723456"/>
                <a:ext cx="8016893" cy="1664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RTlnK</a:t>
                </a:r>
                <a:r>
                  <a:rPr lang="en-US" sz="32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-(8,314 J/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)(298K)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(5,04x10</a:t>
                </a:r>
                <a:r>
                  <a:rPr lang="en-US" sz="3200" b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-101 kJ/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78" y="3723456"/>
                <a:ext cx="8016893" cy="1664366"/>
              </a:xfrm>
              <a:prstGeom prst="rect">
                <a:avLst/>
              </a:prstGeom>
              <a:blipFill rotWithShape="0">
                <a:blip r:embed="rId4"/>
                <a:stretch>
                  <a:fillRect t="-3297" r="-1141" b="-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55623" y="3723456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059307F-5A56-46B0-9387-9CBEBA30B4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2690" y="6171915"/>
                <a:ext cx="10854267" cy="58633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- 40 kJ: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059307F-5A56-46B0-9387-9CBEBA30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0" y="6171915"/>
                <a:ext cx="10854267" cy="586335"/>
              </a:xfrm>
              <a:prstGeom prst="rect">
                <a:avLst/>
              </a:prstGeom>
              <a:blipFill rotWithShape="0">
                <a:blip r:embed="rId5"/>
                <a:stretch>
                  <a:fillRect t="-14433" r="-225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38729" y="5415021"/>
                <a:ext cx="10738228" cy="58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0: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9" y="5415021"/>
                <a:ext cx="10738228" cy="581313"/>
              </a:xfrm>
              <a:prstGeom prst="rect">
                <a:avLst/>
              </a:prstGeom>
              <a:blipFill rotWithShape="0">
                <a:blip r:embed="rId6"/>
                <a:stretch>
                  <a:fillRect t="-8333" b="-19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9" grpId="0"/>
      <p:bldP spid="10" grpId="0" build="allAtOnce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419AFB7-2A9A-49A4-A9B3-704D1B3C6718}"/>
              </a:ext>
            </a:extLst>
          </p:cNvPr>
          <p:cNvSpPr txBox="1">
            <a:spLocks/>
          </p:cNvSpPr>
          <p:nvPr/>
        </p:nvSpPr>
        <p:spPr>
          <a:xfrm>
            <a:off x="287699" y="1403315"/>
            <a:ext cx="11355510" cy="21609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4 (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6 &amp; 7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NHIỆT ĐỘNG HÓA HỌC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84169-B9A5-837C-38A7-2F54AA732C0D}"/>
              </a:ext>
            </a:extLst>
          </p:cNvPr>
          <p:cNvSpPr txBox="1"/>
          <p:nvPr/>
        </p:nvSpPr>
        <p:spPr>
          <a:xfrm>
            <a:off x="1139421" y="4048947"/>
            <a:ext cx="965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6.2; 6.21-23; 6.29-30; 6.39-40;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0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4F5BD4-0E3E-4FF3-B28D-5ECDCBD81BD8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e938420-8c97-46ce-a2e8-40c02b4fa02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143674</TotalTime>
  <Words>5504</Words>
  <Application>Microsoft Office PowerPoint</Application>
  <PresentationFormat>Widescreen</PresentationFormat>
  <Paragraphs>747</Paragraphs>
  <Slides>67</Slides>
  <Notes>66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2" baseType="lpstr">
      <vt:lpstr>Angsana New</vt:lpstr>
      <vt:lpstr>Arial</vt:lpstr>
      <vt:lpstr>Calibri</vt:lpstr>
      <vt:lpstr>Calibri Light</vt:lpstr>
      <vt:lpstr>Cambria Math</vt:lpstr>
      <vt:lpstr>Comic Sans MS</vt:lpstr>
      <vt:lpstr>Courier New</vt:lpstr>
      <vt:lpstr>MS Mincho</vt:lpstr>
      <vt:lpstr>Permanent Marker</vt:lpstr>
      <vt:lpstr>新細明體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Minh Hieu</cp:lastModifiedBy>
  <cp:revision>2285</cp:revision>
  <cp:lastPrinted>2022-04-05T11:02:26Z</cp:lastPrinted>
  <dcterms:created xsi:type="dcterms:W3CDTF">2019-11-21T08:08:13Z</dcterms:created>
  <dcterms:modified xsi:type="dcterms:W3CDTF">2023-11-10T07:15:04Z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