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8D8A6-E023-97DB-4EC9-67D15BD42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74507-DBE2-C63C-CE82-90CC81E1B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8B32E-0BF4-A645-071D-54FF70E4C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754F-D57B-4751-88B5-0474D95C373B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C3E53-9571-49C0-1803-D1A1822C7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59951-19CD-E08A-F96D-74B292BB5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256EE-25FE-4301-BCEE-AB9A90CEE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92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98747-BC59-A736-AEE1-81E62C136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5F39-96E2-495E-1C47-BD1ED5976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F17E2-2757-26AB-2EA1-A2B17D54F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754F-D57B-4751-88B5-0474D95C373B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2E246-CB89-1C97-1A25-FC1500776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DB641-9C29-D153-52B7-D38806E9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256EE-25FE-4301-BCEE-AB9A90CEE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83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697E4-828F-DEDD-0258-13F232906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B1F71-81E2-0124-FBAE-15F3773EE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EE1BE-175F-7834-D379-8A709A0C0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754F-D57B-4751-88B5-0474D95C373B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DFCF3-6089-E75A-0C85-10E4FBAFE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627EF-73F1-32FC-A3EF-45EC8198A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256EE-25FE-4301-BCEE-AB9A90CEE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25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AA9EA-0BC3-9F60-44F3-8382DB399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136A8-413F-31C2-16DF-AD222013B5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D2346-FF91-B4CD-A2E0-022ECA364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7D67C-6A39-9D5F-FD4B-D2D9BE579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754F-D57B-4751-88B5-0474D95C373B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078CF-8544-08FB-A66B-EE38B529D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886F0-34FD-FCCB-6DC9-7D189C58D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256EE-25FE-4301-BCEE-AB9A90CEE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776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64AC7-9757-F507-55D8-F4A975C8E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EF968-C399-5BA7-4372-35FCD4D0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7186D-B43D-6127-819D-CB1F50CFB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D26390-CD05-BD6A-24CB-3847BD510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690CE7-2A4B-F191-A71B-C9FE43D35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9B47A4-49B8-4AC2-4B76-E42384B0E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754F-D57B-4751-88B5-0474D95C373B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2CDFE7-C473-5818-43D6-092FA18B3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5A3B98-5215-23E4-E36D-B29CBA6C2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256EE-25FE-4301-BCEE-AB9A90CEE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17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EA200-4568-7EED-47CE-2813EFAAD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02A36-526F-5549-A792-F381D331E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754F-D57B-4751-88B5-0474D95C373B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203DB-4B16-9A2C-C389-23995DE73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ECEB0-86E3-6F5F-7AA5-078E1425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256EE-25FE-4301-BCEE-AB9A90CEE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75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35FCE-2F7D-D050-9B72-4F0DDD719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754F-D57B-4751-88B5-0474D95C373B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3AD1A4-0937-571D-1DB0-7F671A1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60445-7D06-CA82-901C-EAB8E9176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256EE-25FE-4301-BCEE-AB9A90CEE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35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854C-5D70-4846-08BE-7727F6A3F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775FD-5A8F-3409-D8D5-C0F697EF6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A8422-4F76-6ECC-74EF-13B7F024D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E5901-6250-A11E-324E-9CC75415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754F-D57B-4751-88B5-0474D95C373B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41125-309F-5867-802D-0E395F1E4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8D90D-35EE-1BE7-E606-A29C3B57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256EE-25FE-4301-BCEE-AB9A90CEE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18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FC730-56FA-7E9C-E485-ABD537C4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8E65A-FFFD-FCD2-C9D6-69086DFD29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9D6D1-691B-C4AB-E58D-33EEFFE8B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38E83-EF9C-643D-06D0-F975910AA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754F-D57B-4751-88B5-0474D95C373B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86CA4-34FD-1BB8-046C-B874104B8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EE008-5068-D752-8C6C-9E5EDB94E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256EE-25FE-4301-BCEE-AB9A90CEE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82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9F2B-A34A-26DA-ED00-7F7D3E782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B1A75-07A4-3BB7-0FF1-23B75ED7D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5FB0A-E3F3-E1EF-5E31-35C288A7B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754F-D57B-4751-88B5-0474D95C373B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4B0F4-93C5-D0EF-D9F2-19CE2F581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2C417-F1C1-38AF-7486-D050E3EE5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256EE-25FE-4301-BCEE-AB9A90CEE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54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67D4E6-E6A0-9CDA-6872-AB23040361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4A5AE-9E38-ABAF-5FF5-1423DC4FF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F77F6-3848-4B96-953E-517F6D656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1754F-D57B-4751-88B5-0474D95C373B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89235-C27F-9982-7900-66FFD4325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5B317-9A3E-6782-1A4F-0D3EB7A00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256EE-25FE-4301-BCEE-AB9A90CEE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067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D61B72-C5BC-D8AD-759C-7FDBAEB0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FD34B-CC06-399E-6677-ECCBAE850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0BA40-1ACE-4D76-F0EA-6C8B958A9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1754F-D57B-4751-88B5-0474D95C373B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D551C-100B-0AB1-F903-36C226B7E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83FCF-CD0C-AA61-448D-15F00BE9C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256EE-25FE-4301-BCEE-AB9A90CEE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81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1664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419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4329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0115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904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759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669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3532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225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9192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0070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988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9146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7809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356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965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4797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16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568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9276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5890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978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0826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445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1235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27106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7001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405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23522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0399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9915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0514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51380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1554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731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83385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1334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69313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36715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71941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0496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1357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96802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7500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5560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0714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2194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8383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26414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1779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498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89532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3450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44281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09197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77723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72075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64024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40369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5043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74260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5121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9621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42676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11760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34141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67718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55741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1755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54284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78475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281527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3448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85548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30464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596857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68199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653610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85101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0270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861500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82987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443933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5777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84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Văn Hòa</dc:creator>
  <cp:lastModifiedBy>Nguyễn Văn Hòa</cp:lastModifiedBy>
  <cp:revision>2</cp:revision>
  <dcterms:created xsi:type="dcterms:W3CDTF">2025-09-10T04:26:33Z</dcterms:created>
  <dcterms:modified xsi:type="dcterms:W3CDTF">2025-09-10T04:40:04Z</dcterms:modified>
</cp:coreProperties>
</file>