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56E6F-65D7-20F7-B0B7-E55927BCA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9B90C2-BB1A-6598-42E9-F4FB0A9B22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784AC-3F7A-00D5-B3D6-3FDEEF46F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1F5E-8E60-4497-A9DB-2702DEBAB3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6F970-1D9B-2505-BB35-AA01C53DC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F8D2C-690D-A937-FEA2-5B67361A5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88171-7F3F-40C2-A95D-C3E64BA8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39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66563-5000-DD45-94C1-96FD0AD69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17282-4AD5-EEB4-BE40-FE7B47F77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DB2A4-F4F3-CEDE-7C58-9860A4FD8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1F5E-8E60-4497-A9DB-2702DEBAB3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22EC9-1DFF-5902-3CF1-3D7CAF495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06C9E-8D3D-28B0-7ACE-709344077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88171-7F3F-40C2-A95D-C3E64BA8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70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2C09C-EF31-84FB-4BB0-6BC043819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EE3A0-D658-8EBA-6B1C-0A9946EE3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30E91-3EBB-BCA0-7EEB-344047553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1F5E-8E60-4497-A9DB-2702DEBAB3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B5ABA-64F7-B560-66C1-9756964F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63914-F17D-BFA5-3002-32E8F5C63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88171-7F3F-40C2-A95D-C3E64BA8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83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9DC3D-1181-1725-283A-43E1AFFB7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63C62-2A8E-A300-67E6-9C6C0CF84A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ECCE6-A474-A329-B9C2-A072DE3FD5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B7E85-6643-C2BC-E548-B8B0CB6ED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1F5E-8E60-4497-A9DB-2702DEBAB3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871DE-31D9-3718-CF26-E7D70934E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7C128-4FD7-CB44-AD79-0E7C87D0D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88171-7F3F-40C2-A95D-C3E64BA8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294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FE3E-0663-1309-6E9B-A8E5C68D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A6721-84B5-5653-D66C-18AAD278B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C109F-6151-D0A0-7720-98682CCE5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6CFFA-016A-CFDE-BD45-F5AC0C1E9D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B8A571-14EF-D225-CEEC-BC129344F9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C3FC6E-200D-9ACE-40EC-D164B2441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1F5E-8E60-4497-A9DB-2702DEBAB3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03E719-117F-16D5-4337-1312F442C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12D195-DC59-03C7-108A-9B3B97AD8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88171-7F3F-40C2-A95D-C3E64BA8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598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6C4BE-AC7C-BFBF-911B-75ED9D6A0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70A6C6-B876-E3E5-C886-436543050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1F5E-8E60-4497-A9DB-2702DEBAB3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233917-3981-0FB4-170D-15CE08C21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C9269-609B-C4BA-B426-021ED935A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88171-7F3F-40C2-A95D-C3E64BA8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053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04E073-DF65-60FC-05BE-81F4EBB64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1F5E-8E60-4497-A9DB-2702DEBAB3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DC506A-DFF6-977D-7BDC-98139462F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F68E4-2569-F248-3C35-2A5B060AD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88171-7F3F-40C2-A95D-C3E64BA8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40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DC37F-6F49-C27B-8887-7365AD130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D2CA7-528D-6E7F-8A02-F3B6052F4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22485-C60B-A1F8-2CB8-8E3C093FD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1D432-0ED2-A084-E50C-8D618D34D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1F5E-8E60-4497-A9DB-2702DEBAB3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30094-69AC-F565-6CCC-ED4724CC9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2C490-C3CE-AA6D-CA11-286B3D6AC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88171-7F3F-40C2-A95D-C3E64BA8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27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D980-8046-6119-C6E2-F5E1E7FAA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CFDAF0-3FB0-908D-5856-AED3718ED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8C2D61-719E-4D64-FAD1-023040F6F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70EA3-F8AF-E357-4510-A9B577835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1F5E-8E60-4497-A9DB-2702DEBAB3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FACC1-C2CA-EE18-8B00-B1454E800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99E9D-41A0-68DE-C9FA-63A2670D8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88171-7F3F-40C2-A95D-C3E64BA8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70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721B8-ED45-0BC7-9AA3-99FAE9227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DD4A7C-129D-F20F-88DF-192D96B58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7525D-A573-16DD-7309-2727ECB2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1F5E-8E60-4497-A9DB-2702DEBAB3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2E61E-964E-6904-7254-5A4755EA0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7C05-8D86-6556-96F4-B7BEBD567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88171-7F3F-40C2-A95D-C3E64BA8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22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0FCF73-D13B-F3EB-EE2F-1E2A29E0D0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AA2447-46AF-3DC7-9F2B-3C2052A08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19EE9-0949-D4C9-CF5E-2D4B73C14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21F5E-8E60-4497-A9DB-2702DEBAB3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B0CE7-281A-7E30-B1FB-295F47A7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8A427-F1B9-81D6-BC5A-5EDE5CC82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88171-7F3F-40C2-A95D-C3E64BA8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988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0A8F64-E184-F011-13EA-C20960005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1FC1A-C063-419B-EB91-746A9401C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DFE66-5D55-CB81-7AA8-7E5E019E6B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21F5E-8E60-4497-A9DB-2702DEBAB3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D3CF7-D9E8-0E57-6070-23EE68633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B7B53-064C-CBC5-B566-807501B08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88171-7F3F-40C2-A95D-C3E64BA8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665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7693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4011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8509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1720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3816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2782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7655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365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619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7654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300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0876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4428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415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8395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1320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357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3780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0889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623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669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22989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07415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299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31775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01367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591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27804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4247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606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21278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21116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62428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64911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3870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45367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62780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9122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74656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52573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2819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9081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67127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44132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10221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5849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24199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105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862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9967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0926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953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18825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45486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06087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319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41227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85179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35514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47259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0459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269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308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54614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2138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2560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65409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60688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43178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71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Văn Hòa</dc:creator>
  <cp:lastModifiedBy>Nguyễn Văn Hòa</cp:lastModifiedBy>
  <cp:revision>5</cp:revision>
  <dcterms:created xsi:type="dcterms:W3CDTF">2025-09-03T00:59:27Z</dcterms:created>
  <dcterms:modified xsi:type="dcterms:W3CDTF">2025-09-03T01:15:00Z</dcterms:modified>
</cp:coreProperties>
</file>