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BC9A-0ECD-CD2C-4621-B053A934D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6C3C1-2EBB-5AAC-75FB-CFEC15EC2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8C41-A2A1-F606-6F3D-6798E1B4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5F328-23B1-CFDD-8C57-AE20B83A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0AA4-A6C8-A83E-711D-51653693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7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1081-244B-E220-140B-A3FB44E8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D64E-3E93-0E61-DCA3-7D438EB3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76736-C9FC-775E-12D9-257F2302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42EE6-83AD-117E-90CE-A7C92C1F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1B5E-1C27-0055-4986-DFC51689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7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7506-53B6-FFDF-9F9C-F30930C7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D3E3B-7450-3C8E-420E-16AD172A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016C9-7E9E-2458-6B90-5018C29A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22470-D108-A181-0201-73AC7B43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D1B5C-B458-7099-CEBE-21217C3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7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1CEB-62E6-A9D7-1050-371B16DF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D8C7F-1994-FD74-19E4-8E4058578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E5E85-59B3-CD79-10A9-5EE323B67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2EC06-1212-D03E-4329-A2B3AA6C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A44C8-53D7-1818-797C-EADF8336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E5ABD-EEF3-670B-8324-41F319A1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8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929B-8235-700B-2818-A39CADC7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98610-B00D-5711-F634-D2242A962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450FD-2313-7F6D-3D98-DB0E39AE4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0E3F1-9F8B-C3D5-65F5-C9A688301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97909-E687-FA3F-E6AE-2EE201F2A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90BA3-B144-B02A-FA36-B0A95FAD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9793A-26F1-BF17-87DD-F09E0647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5A1F8-7DA3-12D4-0DC9-FC35AC05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0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8EC9-3653-6D8D-4FE6-FB63DBC5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87262-9D97-29F4-1BF8-65ACAE55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301E4-DF23-6011-FE31-93FCEBFA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4827F-D3FA-98FC-FE4C-E4BE80A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7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8C4B1E-3B6F-75B1-6B68-48538767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BB684-AAD5-EF93-44DD-E7126C46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B1D4D-42C8-5D09-A837-AAC94663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91EE-02E6-6D08-3E64-57D6E94F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A59B-7BF2-444E-365F-5D31FA84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5FD69-8372-BFA8-2DDD-52991302B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F51E3-1AE5-389B-D878-E1585868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EEBFB-6127-4369-63CC-D1D2FA04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F2276-55C9-4E13-2666-8C28CDA9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A653-5D52-591B-142B-C21A72CD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A108F-B0A5-2A4A-AD44-5CB7054A9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E3C73-BAFA-6293-DC06-FB030017F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D8916-12BA-1B98-B403-F2A7472D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3F60B-FDD9-088F-357E-2E67BA19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C56B5-1A22-74C0-AFED-4416A59F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9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D35C-2315-BC33-D63A-BED66F82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3C33F-07AB-276A-2EDB-10817E794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59F-848D-CCF1-CC5C-A1B5B2E9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1A40C-1EB7-7AE9-85DC-36AD83CB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83C9E-9C6E-C5FC-8332-20686FB3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6BF3F-0C2B-C60C-E799-79BDE489A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82C44-A376-C549-139F-DCF089E4D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987-14B2-54BB-2485-8DF5E08B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1B37-8F2C-2320-3E95-1E656248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4B2C1-16F7-60B4-6FEC-9FF22F79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7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33B5A-19A2-93EA-6F0A-F2635FB8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DCCA9-46DF-9D62-1E4F-7482C547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CB217-5917-0716-C06E-65F4AB3D8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9B6F6-CC4C-460F-B6E5-BF0C59499F4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7FC6-A0CA-7B0F-781E-F9D77FFFC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0837-0492-5270-B241-4B379223C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21FB-5EC5-4460-BB6C-833A3FE7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9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51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09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86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4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33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93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52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35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57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8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88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57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57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478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042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630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2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34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99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91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819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692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84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868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787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817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828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672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273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515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271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531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151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480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64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135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078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702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0371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7688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500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960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679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031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959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98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083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862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42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Hòa</dc:creator>
  <cp:lastModifiedBy>Nguyễn Văn Hòa</cp:lastModifiedBy>
  <cp:revision>3</cp:revision>
  <dcterms:created xsi:type="dcterms:W3CDTF">2025-09-16T04:43:21Z</dcterms:created>
  <dcterms:modified xsi:type="dcterms:W3CDTF">2025-09-16T04:55:15Z</dcterms:modified>
</cp:coreProperties>
</file>