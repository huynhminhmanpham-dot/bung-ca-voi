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EAB3A-B0F7-DDFD-0CF0-20FDC315C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8ED9E-0A64-C892-9C08-949DD96BB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7FFBE-10D0-40A3-15A4-9525DB28A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DD50-B1C8-4D39-8713-7DC20D0BBB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81072-53A5-3CCE-9D7D-0BB911A7C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3193D-6E59-32A4-A6A1-6237CBF02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280D-F4E1-40A8-823C-2FE5F44B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02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8E8E-2D09-8787-F9BD-7DF1E7A4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BAEAE-E769-0D52-99AB-275970EB7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E658A-1221-7A02-3188-B5408E4EA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DD50-B1C8-4D39-8713-7DC20D0BBB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9F44B-4655-435A-F149-CE3649FCB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B6F36-C71C-9922-215C-BD6FEF13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280D-F4E1-40A8-823C-2FE5F44B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39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CA02-55A6-8965-7C48-CD750AFE8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16CE3-BE41-EB1D-AF34-76B7EB28C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35D1A-3134-352A-F0A9-07D7FE294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DD50-B1C8-4D39-8713-7DC20D0BBB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21CBF-B639-AE7E-872D-C236D4BC5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93931-5C56-512A-29C1-043ACDBAC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280D-F4E1-40A8-823C-2FE5F44B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5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3B53F-D13F-D465-7C24-D24317CD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F3A32-E1D0-8D10-7BC0-187987CF8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03112-3E99-B42D-151D-C803A729A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DB974-B1E7-5B58-2036-AC4D9E162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DD50-B1C8-4D39-8713-7DC20D0BBB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02E89-C399-6204-8D62-42B2AAA7B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29734-E796-B271-A497-FB48380DF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280D-F4E1-40A8-823C-2FE5F44B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75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58CB-ECE1-3737-CEAD-02D0E4C8E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F4690-A6F6-7294-2507-6C1AD08D3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07FCE-5A91-571E-CD52-3F70BCBB6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BD5A2-83D5-9F1C-FAC9-278278BFB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A47AF0-9FE2-C68F-3AE9-2E136098E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B85D4D-89B0-894C-7C64-51A19931D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DD50-B1C8-4D39-8713-7DC20D0BBB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769CE1-0AC0-0880-42B4-55D4E77E8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B5951B-C484-C0C5-0501-67B1FF9D2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280D-F4E1-40A8-823C-2FE5F44B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0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59ACB-8903-97C2-54F1-71B4BD239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8C926-C6E7-B0C1-1191-D8A1D2F4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DD50-B1C8-4D39-8713-7DC20D0BBB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6CBDCE-BC90-D679-CDA4-5E62BCE6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6B297-1411-E886-2D79-D595C4D1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280D-F4E1-40A8-823C-2FE5F44B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03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74852-384D-02BD-3A6A-CF4CA0A99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DD50-B1C8-4D39-8713-7DC20D0BBB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BF24C-45B3-9CFA-A114-FCC53D996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AE296-68D8-32D0-0299-16FB875D5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280D-F4E1-40A8-823C-2FE5F44B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13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F1DE6-2287-E719-D314-BBEB2D6BF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737B2-D6BA-4384-A6F7-CDBBA269F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D7BE5-8308-0C94-A7C2-4438CE560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38825-7558-9001-51F1-EA629B522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DD50-B1C8-4D39-8713-7DC20D0BBB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EDCD5-9811-D538-7E69-28A80132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32632-EFC0-1BA9-09C4-F1C95B0E1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280D-F4E1-40A8-823C-2FE5F44B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9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74D4F-744E-6359-E737-5807202C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C0F910-D205-F88F-5011-87CB56E47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49A93-386D-D4C8-0DEE-11EAE3D26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AD904-2409-538C-6778-61CA5056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DD50-B1C8-4D39-8713-7DC20D0BBB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C687E-F4FE-E6B0-3603-D779517E5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D7505-202E-B084-A56E-140E8BBD8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280D-F4E1-40A8-823C-2FE5F44B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691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07FE4-3C86-13B0-E982-BA063B1A1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427ED-BA53-E6E7-BBFE-047289449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46791-C1B6-331B-D2A9-D77D34573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DD50-B1C8-4D39-8713-7DC20D0BBB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7B6A9-2906-4C2D-E9E2-973FC504C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15021-7E53-6B7A-8581-64A99BCBC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280D-F4E1-40A8-823C-2FE5F44B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63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6C9AA8-4802-56E8-CC65-0EEF0204DD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DE2407-FE7F-33D0-CE71-BF1BA3674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93A23-4753-E09E-3969-9BC091531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BDD50-B1C8-4D39-8713-7DC20D0BBB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537E2-8209-B363-5753-83A004EA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9975C-02F1-00A6-416C-D77F6818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280D-F4E1-40A8-823C-2FE5F44B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999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ED16AD-06CC-C47B-5721-16779D051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4E807-A5A9-5500-534F-6264446FD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330C8-2628-E0AD-933C-298788E9B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BDD50-B1C8-4D39-8713-7DC20D0BBBF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7F211-3256-AF56-CFC6-CC8BED605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40051-5B14-4E9C-4845-24DA13374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D280D-F4E1-40A8-823C-2FE5F44BC8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11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5956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3647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6891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10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296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966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830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187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586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894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493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962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090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2876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614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056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521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24777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4728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357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822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2325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457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5765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018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249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8269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189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357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2178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5367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Văn Hòa</dc:creator>
  <cp:lastModifiedBy>Nguyễn Văn Hòa</cp:lastModifiedBy>
  <cp:revision>2</cp:revision>
  <dcterms:created xsi:type="dcterms:W3CDTF">2025-09-03T05:53:53Z</dcterms:created>
  <dcterms:modified xsi:type="dcterms:W3CDTF">2025-09-03T06:04:49Z</dcterms:modified>
</cp:coreProperties>
</file>