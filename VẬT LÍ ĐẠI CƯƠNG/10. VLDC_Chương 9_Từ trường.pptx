
<file path=[Content_Types].xml><?xml version="1.0" encoding="utf-8"?>
<Types xmlns="http://schemas.openxmlformats.org/package/2006/content-types">
  <Default Extension="bin" ContentType="application/vnd.openxmlformats-officedocument.oleObject"/>
  <Default Extension="gif" ContentType="image/gif"/>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28" r:id="rId1"/>
  </p:sldMasterIdLst>
  <p:notesMasterIdLst>
    <p:notesMasterId r:id="rId58"/>
  </p:notesMasterIdLst>
  <p:sldIdLst>
    <p:sldId id="256" r:id="rId2"/>
    <p:sldId id="258" r:id="rId3"/>
    <p:sldId id="310" r:id="rId4"/>
    <p:sldId id="360" r:id="rId5"/>
    <p:sldId id="369" r:id="rId6"/>
    <p:sldId id="371" r:id="rId7"/>
    <p:sldId id="370" r:id="rId8"/>
    <p:sldId id="260" r:id="rId9"/>
    <p:sldId id="262" r:id="rId10"/>
    <p:sldId id="283" r:id="rId11"/>
    <p:sldId id="263" r:id="rId12"/>
    <p:sldId id="284" r:id="rId13"/>
    <p:sldId id="315" r:id="rId14"/>
    <p:sldId id="321" r:id="rId15"/>
    <p:sldId id="316" r:id="rId16"/>
    <p:sldId id="317" r:id="rId17"/>
    <p:sldId id="318" r:id="rId18"/>
    <p:sldId id="348" r:id="rId19"/>
    <p:sldId id="361" r:id="rId20"/>
    <p:sldId id="362" r:id="rId21"/>
    <p:sldId id="363" r:id="rId22"/>
    <p:sldId id="364" r:id="rId23"/>
    <p:sldId id="365" r:id="rId24"/>
    <p:sldId id="353" r:id="rId25"/>
    <p:sldId id="354" r:id="rId26"/>
    <p:sldId id="355" r:id="rId27"/>
    <p:sldId id="356" r:id="rId28"/>
    <p:sldId id="340" r:id="rId29"/>
    <p:sldId id="346" r:id="rId30"/>
    <p:sldId id="366" r:id="rId31"/>
    <p:sldId id="347" r:id="rId32"/>
    <p:sldId id="367" r:id="rId33"/>
    <p:sldId id="368" r:id="rId34"/>
    <p:sldId id="342" r:id="rId35"/>
    <p:sldId id="343" r:id="rId36"/>
    <p:sldId id="351" r:id="rId37"/>
    <p:sldId id="270" r:id="rId38"/>
    <p:sldId id="344" r:id="rId39"/>
    <p:sldId id="345" r:id="rId40"/>
    <p:sldId id="350" r:id="rId41"/>
    <p:sldId id="273" r:id="rId42"/>
    <p:sldId id="336" r:id="rId43"/>
    <p:sldId id="372" r:id="rId44"/>
    <p:sldId id="274" r:id="rId45"/>
    <p:sldId id="275" r:id="rId46"/>
    <p:sldId id="331" r:id="rId47"/>
    <p:sldId id="332" r:id="rId48"/>
    <p:sldId id="352" r:id="rId49"/>
    <p:sldId id="333" r:id="rId50"/>
    <p:sldId id="334" r:id="rId51"/>
    <p:sldId id="335" r:id="rId52"/>
    <p:sldId id="295" r:id="rId53"/>
    <p:sldId id="277" r:id="rId54"/>
    <p:sldId id="278" r:id="rId55"/>
    <p:sldId id="279" r:id="rId56"/>
    <p:sldId id="309" r:id="rId57"/>
  </p:sldIdLst>
  <p:sldSz cx="9144000" cy="6858000" type="screen4x3"/>
  <p:notesSz cx="6858000" cy="9144000"/>
  <p:custShowLst>
    <p:custShow name="Custom Show 1" id="0">
      <p:sldLst>
        <p:sld r:id="rId18"/>
      </p:sldLst>
    </p:custShow>
  </p:custShowLst>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808FC"/>
    <a:srgbClr val="001746"/>
    <a:srgbClr val="C01053"/>
    <a:srgbClr val="8EF9FC"/>
    <a:srgbClr val="080CA8"/>
    <a:srgbClr val="57F7FB"/>
    <a:srgbClr val="FFFF99"/>
    <a:srgbClr val="75DBFF"/>
    <a:srgbClr val="B5FBF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7906" autoAdjust="0"/>
  </p:normalViewPr>
  <p:slideViewPr>
    <p:cSldViewPr>
      <p:cViewPr varScale="1">
        <p:scale>
          <a:sx n="81" d="100"/>
          <a:sy n="81" d="100"/>
        </p:scale>
        <p:origin x="1498"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319535C-9D91-4F96-93DB-4FDE743184D3}" type="datetimeFigureOut">
              <a:rPr lang="en-US" smtClean="0"/>
              <a:t>10/21/2025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AC97968-B723-40F9-BCFD-8DC3EB1C339F}" type="slidenum">
              <a:rPr lang="en-US" smtClean="0"/>
              <a:t>‹#›</a:t>
            </a:fld>
            <a:endParaRPr lang="en-US"/>
          </a:p>
        </p:txBody>
      </p:sp>
    </p:spTree>
    <p:extLst>
      <p:ext uri="{BB962C8B-B14F-4D97-AF65-F5344CB8AC3E}">
        <p14:creationId xmlns:p14="http://schemas.microsoft.com/office/powerpoint/2010/main" val="2834067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pPr>
              <a:defRPr/>
            </a:pPr>
            <a:fld id="{BEAF8F22-6849-470A-8668-36562234D875}" type="datetime1">
              <a:rPr lang="en-US" smtClean="0"/>
              <a:t>10/21/2025</a:t>
            </a:fld>
            <a:endParaRPr lang="en-US" dirty="0"/>
          </a:p>
        </p:txBody>
      </p:sp>
      <p:sp>
        <p:nvSpPr>
          <p:cNvPr id="5" name="Footer Placeholder 4"/>
          <p:cNvSpPr>
            <a:spLocks noGrp="1"/>
          </p:cNvSpPr>
          <p:nvPr>
            <p:ph type="ftr" sz="quarter" idx="11"/>
          </p:nvPr>
        </p:nvSpPr>
        <p:spPr/>
        <p:txBody>
          <a:bodyPr/>
          <a:lstStyle/>
          <a:p>
            <a:pPr>
              <a:defRPr/>
            </a:pPr>
            <a:r>
              <a:rPr lang="en-US"/>
              <a:t>Bùi Quốc Trung - VLDC</a:t>
            </a:r>
          </a:p>
        </p:txBody>
      </p:sp>
      <p:sp>
        <p:nvSpPr>
          <p:cNvPr id="6" name="Slide Number Placeholder 5"/>
          <p:cNvSpPr>
            <a:spLocks noGrp="1"/>
          </p:cNvSpPr>
          <p:nvPr>
            <p:ph type="sldNum" sz="quarter" idx="12"/>
          </p:nvPr>
        </p:nvSpPr>
        <p:spPr/>
        <p:txBody>
          <a:bodyPr/>
          <a:lstStyle/>
          <a:p>
            <a:pPr>
              <a:defRPr/>
            </a:pPr>
            <a:fld id="{89293DEA-2A20-4A48-AEC7-CF8D592A212C}" type="slidenum">
              <a:rPr lang="en-US" smtClean="0"/>
              <a:pPr>
                <a:defRPr/>
              </a:pPr>
              <a:t>‹#›</a:t>
            </a:fld>
            <a:endParaRPr lang="en-US" dirty="0"/>
          </a:p>
        </p:txBody>
      </p:sp>
    </p:spTree>
    <p:extLst>
      <p:ext uri="{BB962C8B-B14F-4D97-AF65-F5344CB8AC3E}">
        <p14:creationId xmlns:p14="http://schemas.microsoft.com/office/powerpoint/2010/main" val="12849132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a:defRPr/>
            </a:pPr>
            <a:fld id="{299B6C5F-A588-4DDB-AA9A-60F20718290E}" type="datetime1">
              <a:rPr lang="en-US" smtClean="0"/>
              <a:t>10/21/2025</a:t>
            </a:fld>
            <a:endParaRPr lang="en-US" dirty="0"/>
          </a:p>
        </p:txBody>
      </p:sp>
      <p:sp>
        <p:nvSpPr>
          <p:cNvPr id="5" name="Footer Placeholder 4"/>
          <p:cNvSpPr>
            <a:spLocks noGrp="1"/>
          </p:cNvSpPr>
          <p:nvPr>
            <p:ph type="ftr" sz="quarter" idx="11"/>
          </p:nvPr>
        </p:nvSpPr>
        <p:spPr/>
        <p:txBody>
          <a:bodyPr/>
          <a:lstStyle/>
          <a:p>
            <a:pPr>
              <a:defRPr/>
            </a:pPr>
            <a:r>
              <a:rPr lang="en-US"/>
              <a:t>Bùi Quốc Trung - VLDC</a:t>
            </a:r>
          </a:p>
        </p:txBody>
      </p:sp>
      <p:sp>
        <p:nvSpPr>
          <p:cNvPr id="6" name="Slide Number Placeholder 5"/>
          <p:cNvSpPr>
            <a:spLocks noGrp="1"/>
          </p:cNvSpPr>
          <p:nvPr>
            <p:ph type="sldNum" sz="quarter" idx="12"/>
          </p:nvPr>
        </p:nvSpPr>
        <p:spPr/>
        <p:txBody>
          <a:bodyPr/>
          <a:lstStyle/>
          <a:p>
            <a:pPr>
              <a:defRPr/>
            </a:pPr>
            <a:fld id="{DA0BBFDE-23F6-4D0C-90FC-3AED58BCB197}" type="slidenum">
              <a:rPr lang="en-US" smtClean="0"/>
              <a:pPr>
                <a:defRPr/>
              </a:pPr>
              <a:t>‹#›</a:t>
            </a:fld>
            <a:endParaRPr lang="en-US" dirty="0"/>
          </a:p>
        </p:txBody>
      </p:sp>
    </p:spTree>
    <p:extLst>
      <p:ext uri="{BB962C8B-B14F-4D97-AF65-F5344CB8AC3E}">
        <p14:creationId xmlns:p14="http://schemas.microsoft.com/office/powerpoint/2010/main" val="32416269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fld id="{A8A73F05-133D-432D-BD85-E21B6CED2C8A}" type="datetime1">
              <a:rPr lang="en-US" smtClean="0"/>
              <a:t>10/21/2025</a:t>
            </a:fld>
            <a:endParaRPr lang="en-US" dirty="0"/>
          </a:p>
        </p:txBody>
      </p:sp>
      <p:sp>
        <p:nvSpPr>
          <p:cNvPr id="5" name="Footer Placeholder 4"/>
          <p:cNvSpPr>
            <a:spLocks noGrp="1"/>
          </p:cNvSpPr>
          <p:nvPr>
            <p:ph type="ftr" sz="quarter" idx="11"/>
          </p:nvPr>
        </p:nvSpPr>
        <p:spPr/>
        <p:txBody>
          <a:bodyPr/>
          <a:lstStyle/>
          <a:p>
            <a:pPr>
              <a:defRPr/>
            </a:pPr>
            <a:r>
              <a:rPr lang="en-US"/>
              <a:t>Bùi Quốc Trung - VLDC</a:t>
            </a:r>
          </a:p>
        </p:txBody>
      </p:sp>
      <p:sp>
        <p:nvSpPr>
          <p:cNvPr id="6" name="Slide Number Placeholder 5"/>
          <p:cNvSpPr>
            <a:spLocks noGrp="1"/>
          </p:cNvSpPr>
          <p:nvPr>
            <p:ph type="sldNum" sz="quarter" idx="12"/>
          </p:nvPr>
        </p:nvSpPr>
        <p:spPr/>
        <p:txBody>
          <a:bodyPr/>
          <a:lstStyle/>
          <a:p>
            <a:pPr>
              <a:defRPr/>
            </a:pPr>
            <a:fld id="{3760DCDA-D487-4D08-8B12-1B169286065B}" type="slidenum">
              <a:rPr lang="en-US" smtClean="0"/>
              <a:pPr>
                <a:defRPr/>
              </a:pPr>
              <a:t>‹#›</a:t>
            </a:fld>
            <a:endParaRPr lang="en-US" dirty="0"/>
          </a:p>
        </p:txBody>
      </p:sp>
    </p:spTree>
    <p:extLst>
      <p:ext uri="{BB962C8B-B14F-4D97-AF65-F5344CB8AC3E}">
        <p14:creationId xmlns:p14="http://schemas.microsoft.com/office/powerpoint/2010/main" val="22731812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pPr>
              <a:defRPr/>
            </a:pPr>
            <a:fld id="{5647B756-858C-4374-9605-061E5EEDFFBB}" type="datetime1">
              <a:rPr lang="en-US" smtClean="0"/>
              <a:t>10/21/2025</a:t>
            </a:fld>
            <a:endParaRPr lang="en-US" dirty="0"/>
          </a:p>
        </p:txBody>
      </p:sp>
      <p:sp>
        <p:nvSpPr>
          <p:cNvPr id="6" name="Footer Placeholder 5"/>
          <p:cNvSpPr>
            <a:spLocks noGrp="1"/>
          </p:cNvSpPr>
          <p:nvPr>
            <p:ph type="ftr" sz="quarter" idx="11"/>
          </p:nvPr>
        </p:nvSpPr>
        <p:spPr/>
        <p:txBody>
          <a:bodyPr/>
          <a:lstStyle/>
          <a:p>
            <a:pPr>
              <a:defRPr/>
            </a:pPr>
            <a:r>
              <a:rPr lang="en-US"/>
              <a:t>Bùi Quốc Trung - VLDC</a:t>
            </a:r>
          </a:p>
        </p:txBody>
      </p:sp>
      <p:sp>
        <p:nvSpPr>
          <p:cNvPr id="7" name="Slide Number Placeholder 6"/>
          <p:cNvSpPr>
            <a:spLocks noGrp="1"/>
          </p:cNvSpPr>
          <p:nvPr>
            <p:ph type="sldNum" sz="quarter" idx="12"/>
          </p:nvPr>
        </p:nvSpPr>
        <p:spPr/>
        <p:txBody>
          <a:bodyPr/>
          <a:lstStyle/>
          <a:p>
            <a:pPr>
              <a:defRPr/>
            </a:pPr>
            <a:fld id="{73269F4F-BD26-400F-AE5F-1BDFB0BFE2F9}" type="slidenum">
              <a:rPr lang="en-US" smtClean="0"/>
              <a:pPr>
                <a:defRPr/>
              </a:pPr>
              <a:t>‹#›</a:t>
            </a:fld>
            <a:endParaRPr lang="en-US" dirty="0"/>
          </a:p>
        </p:txBody>
      </p:sp>
    </p:spTree>
    <p:extLst>
      <p:ext uri="{BB962C8B-B14F-4D97-AF65-F5344CB8AC3E}">
        <p14:creationId xmlns:p14="http://schemas.microsoft.com/office/powerpoint/2010/main" val="24936957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pPr>
              <a:defRPr/>
            </a:pPr>
            <a:fld id="{7B072A7F-2F46-4106-ABF5-7FE6AC857849}" type="datetime1">
              <a:rPr lang="en-US" smtClean="0"/>
              <a:t>10/21/2025</a:t>
            </a:fld>
            <a:endParaRPr lang="en-US" dirty="0"/>
          </a:p>
        </p:txBody>
      </p:sp>
      <p:sp>
        <p:nvSpPr>
          <p:cNvPr id="8" name="Footer Placeholder 7"/>
          <p:cNvSpPr>
            <a:spLocks noGrp="1"/>
          </p:cNvSpPr>
          <p:nvPr>
            <p:ph type="ftr" sz="quarter" idx="11"/>
          </p:nvPr>
        </p:nvSpPr>
        <p:spPr/>
        <p:txBody>
          <a:bodyPr/>
          <a:lstStyle/>
          <a:p>
            <a:pPr>
              <a:defRPr/>
            </a:pPr>
            <a:r>
              <a:rPr lang="en-US"/>
              <a:t>Bùi Quốc Trung - VLDC</a:t>
            </a:r>
          </a:p>
        </p:txBody>
      </p:sp>
      <p:sp>
        <p:nvSpPr>
          <p:cNvPr id="9" name="Slide Number Placeholder 8"/>
          <p:cNvSpPr>
            <a:spLocks noGrp="1"/>
          </p:cNvSpPr>
          <p:nvPr>
            <p:ph type="sldNum" sz="quarter" idx="12"/>
          </p:nvPr>
        </p:nvSpPr>
        <p:spPr/>
        <p:txBody>
          <a:bodyPr/>
          <a:lstStyle/>
          <a:p>
            <a:pPr>
              <a:defRPr/>
            </a:pPr>
            <a:fld id="{A8BF97EE-F494-4D6D-BD87-1CF0A8A8A451}" type="slidenum">
              <a:rPr lang="en-US" smtClean="0"/>
              <a:pPr>
                <a:defRPr/>
              </a:pPr>
              <a:t>‹#›</a:t>
            </a:fld>
            <a:endParaRPr lang="en-US" dirty="0"/>
          </a:p>
        </p:txBody>
      </p:sp>
    </p:spTree>
    <p:extLst>
      <p:ext uri="{BB962C8B-B14F-4D97-AF65-F5344CB8AC3E}">
        <p14:creationId xmlns:p14="http://schemas.microsoft.com/office/powerpoint/2010/main" val="9217874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pPr>
              <a:defRPr/>
            </a:pPr>
            <a:fld id="{CBB0C292-FF2F-4688-9464-267C8D857B36}" type="datetime1">
              <a:rPr lang="en-US" smtClean="0"/>
              <a:t>10/21/2025</a:t>
            </a:fld>
            <a:endParaRPr lang="en-US" dirty="0"/>
          </a:p>
        </p:txBody>
      </p:sp>
      <p:sp>
        <p:nvSpPr>
          <p:cNvPr id="4" name="Footer Placeholder 3"/>
          <p:cNvSpPr>
            <a:spLocks noGrp="1"/>
          </p:cNvSpPr>
          <p:nvPr>
            <p:ph type="ftr" sz="quarter" idx="11"/>
          </p:nvPr>
        </p:nvSpPr>
        <p:spPr/>
        <p:txBody>
          <a:bodyPr/>
          <a:lstStyle/>
          <a:p>
            <a:pPr>
              <a:defRPr/>
            </a:pPr>
            <a:r>
              <a:rPr lang="en-US"/>
              <a:t>Bùi Quốc Trung - VLDC</a:t>
            </a:r>
          </a:p>
        </p:txBody>
      </p:sp>
      <p:sp>
        <p:nvSpPr>
          <p:cNvPr id="5" name="Slide Number Placeholder 4"/>
          <p:cNvSpPr>
            <a:spLocks noGrp="1"/>
          </p:cNvSpPr>
          <p:nvPr>
            <p:ph type="sldNum" sz="quarter" idx="12"/>
          </p:nvPr>
        </p:nvSpPr>
        <p:spPr/>
        <p:txBody>
          <a:bodyPr/>
          <a:lstStyle/>
          <a:p>
            <a:pPr>
              <a:defRPr/>
            </a:pPr>
            <a:fld id="{A50C8B61-B5AD-423C-B82E-4E3F97EA87A4}" type="slidenum">
              <a:rPr lang="en-US" smtClean="0"/>
              <a:pPr>
                <a:defRPr/>
              </a:pPr>
              <a:t>‹#›</a:t>
            </a:fld>
            <a:endParaRPr lang="en-US" dirty="0"/>
          </a:p>
        </p:txBody>
      </p:sp>
    </p:spTree>
    <p:extLst>
      <p:ext uri="{BB962C8B-B14F-4D97-AF65-F5344CB8AC3E}">
        <p14:creationId xmlns:p14="http://schemas.microsoft.com/office/powerpoint/2010/main" val="36346886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fld id="{758C651E-F87B-4903-80F4-136E83C04416}" type="datetime1">
              <a:rPr lang="en-US" smtClean="0"/>
              <a:t>10/21/2025</a:t>
            </a:fld>
            <a:endParaRPr lang="en-US" dirty="0"/>
          </a:p>
        </p:txBody>
      </p:sp>
      <p:sp>
        <p:nvSpPr>
          <p:cNvPr id="3" name="Footer Placeholder 2"/>
          <p:cNvSpPr>
            <a:spLocks noGrp="1"/>
          </p:cNvSpPr>
          <p:nvPr>
            <p:ph type="ftr" sz="quarter" idx="11"/>
          </p:nvPr>
        </p:nvSpPr>
        <p:spPr/>
        <p:txBody>
          <a:bodyPr/>
          <a:lstStyle/>
          <a:p>
            <a:pPr>
              <a:defRPr/>
            </a:pPr>
            <a:r>
              <a:rPr lang="en-US"/>
              <a:t>Bùi Quốc Trung - VLDC</a:t>
            </a:r>
          </a:p>
        </p:txBody>
      </p:sp>
      <p:sp>
        <p:nvSpPr>
          <p:cNvPr id="4" name="Slide Number Placeholder 3"/>
          <p:cNvSpPr>
            <a:spLocks noGrp="1"/>
          </p:cNvSpPr>
          <p:nvPr>
            <p:ph type="sldNum" sz="quarter" idx="12"/>
          </p:nvPr>
        </p:nvSpPr>
        <p:spPr/>
        <p:txBody>
          <a:bodyPr/>
          <a:lstStyle/>
          <a:p>
            <a:pPr>
              <a:defRPr/>
            </a:pPr>
            <a:fld id="{49F2720D-24FE-466F-9A39-84B7052C5A2B}" type="slidenum">
              <a:rPr lang="en-US" smtClean="0"/>
              <a:pPr>
                <a:defRPr/>
              </a:pPr>
              <a:t>‹#›</a:t>
            </a:fld>
            <a:endParaRPr lang="en-US" dirty="0"/>
          </a:p>
        </p:txBody>
      </p:sp>
    </p:spTree>
    <p:extLst>
      <p:ext uri="{BB962C8B-B14F-4D97-AF65-F5344CB8AC3E}">
        <p14:creationId xmlns:p14="http://schemas.microsoft.com/office/powerpoint/2010/main" val="2066443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6D35C7D3-D482-4170-9B3D-215310FF25ED}" type="datetime1">
              <a:rPr lang="en-US" smtClean="0"/>
              <a:t>10/21/2025</a:t>
            </a:fld>
            <a:endParaRPr lang="en-US" dirty="0"/>
          </a:p>
        </p:txBody>
      </p:sp>
      <p:sp>
        <p:nvSpPr>
          <p:cNvPr id="6" name="Footer Placeholder 5"/>
          <p:cNvSpPr>
            <a:spLocks noGrp="1"/>
          </p:cNvSpPr>
          <p:nvPr>
            <p:ph type="ftr" sz="quarter" idx="11"/>
          </p:nvPr>
        </p:nvSpPr>
        <p:spPr/>
        <p:txBody>
          <a:bodyPr/>
          <a:lstStyle/>
          <a:p>
            <a:pPr>
              <a:defRPr/>
            </a:pPr>
            <a:r>
              <a:rPr lang="en-US"/>
              <a:t>Bùi Quốc Trung - VLDC</a:t>
            </a:r>
          </a:p>
        </p:txBody>
      </p:sp>
      <p:sp>
        <p:nvSpPr>
          <p:cNvPr id="7" name="Slide Number Placeholder 6"/>
          <p:cNvSpPr>
            <a:spLocks noGrp="1"/>
          </p:cNvSpPr>
          <p:nvPr>
            <p:ph type="sldNum" sz="quarter" idx="12"/>
          </p:nvPr>
        </p:nvSpPr>
        <p:spPr/>
        <p:txBody>
          <a:bodyPr/>
          <a:lstStyle/>
          <a:p>
            <a:pPr>
              <a:defRPr/>
            </a:pPr>
            <a:fld id="{985BF554-18C0-4F04-B7EF-3780A6A033F3}" type="slidenum">
              <a:rPr lang="en-US" smtClean="0"/>
              <a:pPr>
                <a:defRPr/>
              </a:pPr>
              <a:t>‹#›</a:t>
            </a:fld>
            <a:endParaRPr lang="en-US" dirty="0"/>
          </a:p>
        </p:txBody>
      </p:sp>
    </p:spTree>
    <p:extLst>
      <p:ext uri="{BB962C8B-B14F-4D97-AF65-F5344CB8AC3E}">
        <p14:creationId xmlns:p14="http://schemas.microsoft.com/office/powerpoint/2010/main" val="9574165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A80440C3-B4F5-411E-8085-A230FF72EFC8}" type="datetime1">
              <a:rPr lang="en-US" smtClean="0"/>
              <a:t>10/21/2025</a:t>
            </a:fld>
            <a:endParaRPr lang="en-US" dirty="0"/>
          </a:p>
        </p:txBody>
      </p:sp>
      <p:sp>
        <p:nvSpPr>
          <p:cNvPr id="6" name="Footer Placeholder 5"/>
          <p:cNvSpPr>
            <a:spLocks noGrp="1"/>
          </p:cNvSpPr>
          <p:nvPr>
            <p:ph type="ftr" sz="quarter" idx="11"/>
          </p:nvPr>
        </p:nvSpPr>
        <p:spPr/>
        <p:txBody>
          <a:bodyPr/>
          <a:lstStyle/>
          <a:p>
            <a:pPr>
              <a:defRPr/>
            </a:pPr>
            <a:r>
              <a:rPr lang="en-US"/>
              <a:t>Bùi Quốc Trung - VLDC</a:t>
            </a:r>
          </a:p>
        </p:txBody>
      </p:sp>
      <p:sp>
        <p:nvSpPr>
          <p:cNvPr id="7" name="Slide Number Placeholder 6"/>
          <p:cNvSpPr>
            <a:spLocks noGrp="1"/>
          </p:cNvSpPr>
          <p:nvPr>
            <p:ph type="sldNum" sz="quarter" idx="12"/>
          </p:nvPr>
        </p:nvSpPr>
        <p:spPr/>
        <p:txBody>
          <a:bodyPr/>
          <a:lstStyle/>
          <a:p>
            <a:pPr>
              <a:defRPr/>
            </a:pPr>
            <a:fld id="{260B417F-750C-417B-8253-49979BD23D80}" type="slidenum">
              <a:rPr lang="en-US" smtClean="0"/>
              <a:pPr>
                <a:defRPr/>
              </a:pPr>
              <a:t>‹#›</a:t>
            </a:fld>
            <a:endParaRPr lang="en-US" dirty="0"/>
          </a:p>
        </p:txBody>
      </p:sp>
    </p:spTree>
    <p:extLst>
      <p:ext uri="{BB962C8B-B14F-4D97-AF65-F5344CB8AC3E}">
        <p14:creationId xmlns:p14="http://schemas.microsoft.com/office/powerpoint/2010/main" val="19291977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a:defRPr/>
            </a:pPr>
            <a:fld id="{2C8BB1C3-706B-485C-85D7-3643EFBD9704}" type="datetime1">
              <a:rPr lang="en-US" smtClean="0"/>
              <a:t>10/21/2025</a:t>
            </a:fld>
            <a:endParaRPr lang="en-US" dirty="0"/>
          </a:p>
        </p:txBody>
      </p:sp>
      <p:sp>
        <p:nvSpPr>
          <p:cNvPr id="5" name="Footer Placeholder 4"/>
          <p:cNvSpPr>
            <a:spLocks noGrp="1"/>
          </p:cNvSpPr>
          <p:nvPr>
            <p:ph type="ftr" sz="quarter" idx="11"/>
          </p:nvPr>
        </p:nvSpPr>
        <p:spPr/>
        <p:txBody>
          <a:bodyPr/>
          <a:lstStyle/>
          <a:p>
            <a:pPr>
              <a:defRPr/>
            </a:pPr>
            <a:r>
              <a:rPr lang="en-US"/>
              <a:t>Bùi Quốc Trung - VLDC</a:t>
            </a:r>
          </a:p>
        </p:txBody>
      </p:sp>
      <p:sp>
        <p:nvSpPr>
          <p:cNvPr id="6" name="Slide Number Placeholder 5"/>
          <p:cNvSpPr>
            <a:spLocks noGrp="1"/>
          </p:cNvSpPr>
          <p:nvPr>
            <p:ph type="sldNum" sz="quarter" idx="12"/>
          </p:nvPr>
        </p:nvSpPr>
        <p:spPr/>
        <p:txBody>
          <a:bodyPr/>
          <a:lstStyle/>
          <a:p>
            <a:pPr>
              <a:defRPr/>
            </a:pPr>
            <a:fld id="{29746FFD-93B7-433C-9A1B-8FACE4F09C02}" type="slidenum">
              <a:rPr lang="en-US" smtClean="0"/>
              <a:pPr>
                <a:defRPr/>
              </a:pPr>
              <a:t>‹#›</a:t>
            </a:fld>
            <a:endParaRPr lang="en-US" dirty="0"/>
          </a:p>
        </p:txBody>
      </p:sp>
    </p:spTree>
    <p:extLst>
      <p:ext uri="{BB962C8B-B14F-4D97-AF65-F5344CB8AC3E}">
        <p14:creationId xmlns:p14="http://schemas.microsoft.com/office/powerpoint/2010/main" val="22213059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a:defRPr/>
            </a:pPr>
            <a:fld id="{545F8BAB-B04C-43C9-93F2-3F578F95AB0C}" type="datetime1">
              <a:rPr lang="en-US" smtClean="0"/>
              <a:t>10/21/2025</a:t>
            </a:fld>
            <a:endParaRPr lang="en-US" dirty="0"/>
          </a:p>
        </p:txBody>
      </p:sp>
      <p:sp>
        <p:nvSpPr>
          <p:cNvPr id="5" name="Footer Placeholder 4"/>
          <p:cNvSpPr>
            <a:spLocks noGrp="1"/>
          </p:cNvSpPr>
          <p:nvPr>
            <p:ph type="ftr" sz="quarter" idx="11"/>
          </p:nvPr>
        </p:nvSpPr>
        <p:spPr/>
        <p:txBody>
          <a:bodyPr/>
          <a:lstStyle/>
          <a:p>
            <a:pPr>
              <a:defRPr/>
            </a:pPr>
            <a:r>
              <a:rPr lang="en-US"/>
              <a:t>Bùi Quốc Trung - VLDC</a:t>
            </a:r>
          </a:p>
        </p:txBody>
      </p:sp>
      <p:sp>
        <p:nvSpPr>
          <p:cNvPr id="6" name="Slide Number Placeholder 5"/>
          <p:cNvSpPr>
            <a:spLocks noGrp="1"/>
          </p:cNvSpPr>
          <p:nvPr>
            <p:ph type="sldNum" sz="quarter" idx="12"/>
          </p:nvPr>
        </p:nvSpPr>
        <p:spPr/>
        <p:txBody>
          <a:bodyPr/>
          <a:lstStyle/>
          <a:p>
            <a:pPr>
              <a:defRPr/>
            </a:pPr>
            <a:fld id="{15937BF3-21C0-40D8-8062-D2E6C82E0402}" type="slidenum">
              <a:rPr lang="en-US" smtClean="0"/>
              <a:pPr>
                <a:defRPr/>
              </a:pPr>
              <a:t>‹#›</a:t>
            </a:fld>
            <a:endParaRPr lang="en-US" dirty="0"/>
          </a:p>
        </p:txBody>
      </p:sp>
    </p:spTree>
    <p:extLst>
      <p:ext uri="{BB962C8B-B14F-4D97-AF65-F5344CB8AC3E}">
        <p14:creationId xmlns:p14="http://schemas.microsoft.com/office/powerpoint/2010/main" val="23402136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D1549765-8E72-4B68-9206-AD9017D25A82}" type="datetime1">
              <a:rPr lang="en-US" smtClean="0"/>
              <a:t>10/21/2025</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r>
              <a:rPr lang="en-US"/>
              <a:t>Bùi Quốc Trung - VLDC</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F4530E27-D088-413A-9640-3984DE902FC7}" type="slidenum">
              <a:rPr lang="en-US" smtClean="0"/>
              <a:pPr>
                <a:defRPr/>
              </a:pPr>
              <a:t>‹#›</a:t>
            </a:fld>
            <a:endParaRPr lang="en-US" dirty="0"/>
          </a:p>
        </p:txBody>
      </p:sp>
    </p:spTree>
    <p:extLst>
      <p:ext uri="{BB962C8B-B14F-4D97-AF65-F5344CB8AC3E}">
        <p14:creationId xmlns:p14="http://schemas.microsoft.com/office/powerpoint/2010/main" val="1843569982"/>
      </p:ext>
    </p:extLst>
  </p:cSld>
  <p:clrMap bg1="lt1" tx1="dk1" bg2="lt2" tx2="dk2" accent1="accent1" accent2="accent2" accent3="accent3" accent4="accent4" accent5="accent5" accent6="accent6" hlink="hlink" folHlink="folHlink"/>
  <p:sldLayoutIdLst>
    <p:sldLayoutId id="2147483929" r:id="rId1"/>
    <p:sldLayoutId id="2147483930" r:id="rId2"/>
    <p:sldLayoutId id="2147483931" r:id="rId3"/>
    <p:sldLayoutId id="2147483932" r:id="rId4"/>
    <p:sldLayoutId id="2147483933" r:id="rId5"/>
    <p:sldLayoutId id="2147483934" r:id="rId6"/>
    <p:sldLayoutId id="2147483935" r:id="rId7"/>
    <p:sldLayoutId id="2147483936" r:id="rId8"/>
    <p:sldLayoutId id="2147483937" r:id="rId9"/>
    <p:sldLayoutId id="2147483938" r:id="rId10"/>
    <p:sldLayoutId id="2147483939" r:id="rId11"/>
  </p:sldLayoutIdLst>
  <p:hf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5.gif"/><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8" Type="http://schemas.openxmlformats.org/officeDocument/2006/relationships/oleObject" Target="../embeddings/oleObject4.bin"/><Relationship Id="rId13" Type="http://schemas.openxmlformats.org/officeDocument/2006/relationships/image" Target="../media/image11.wmf"/><Relationship Id="rId18" Type="http://schemas.openxmlformats.org/officeDocument/2006/relationships/image" Target="../media/image13.wmf"/><Relationship Id="rId26" Type="http://schemas.openxmlformats.org/officeDocument/2006/relationships/image" Target="../media/image17.wmf"/><Relationship Id="rId3" Type="http://schemas.openxmlformats.org/officeDocument/2006/relationships/image" Target="../media/image6.wmf"/><Relationship Id="rId21" Type="http://schemas.openxmlformats.org/officeDocument/2006/relationships/oleObject" Target="../embeddings/oleObject10.bin"/><Relationship Id="rId7" Type="http://schemas.openxmlformats.org/officeDocument/2006/relationships/image" Target="NULL"/><Relationship Id="rId12" Type="http://schemas.openxmlformats.org/officeDocument/2006/relationships/image" Target="../media/image10.wmf"/><Relationship Id="rId17" Type="http://schemas.openxmlformats.org/officeDocument/2006/relationships/oleObject" Target="../embeddings/oleObject8.bin"/><Relationship Id="rId25" Type="http://schemas.openxmlformats.org/officeDocument/2006/relationships/oleObject" Target="../embeddings/oleObject12.bin"/><Relationship Id="rId2" Type="http://schemas.openxmlformats.org/officeDocument/2006/relationships/oleObject" Target="../embeddings/oleObject1.bin"/><Relationship Id="rId16" Type="http://schemas.openxmlformats.org/officeDocument/2006/relationships/oleObject" Target="../embeddings/oleObject7.bin"/><Relationship Id="rId20" Type="http://schemas.openxmlformats.org/officeDocument/2006/relationships/image" Target="../media/image14.wmf"/><Relationship Id="rId29" Type="http://schemas.openxmlformats.org/officeDocument/2006/relationships/hyperlink" Target="&#272;I&#7878;N%20-%20T&#7914;.docx" TargetMode="External"/><Relationship Id="rId1" Type="http://schemas.openxmlformats.org/officeDocument/2006/relationships/slideLayout" Target="../slideLayouts/slideLayout1.xml"/><Relationship Id="rId6" Type="http://schemas.openxmlformats.org/officeDocument/2006/relationships/oleObject" Target="../embeddings/oleObject3.bin"/><Relationship Id="rId11" Type="http://schemas.openxmlformats.org/officeDocument/2006/relationships/image" Target="../media/image9.wmf"/><Relationship Id="rId24" Type="http://schemas.openxmlformats.org/officeDocument/2006/relationships/image" Target="../media/image16.wmf"/><Relationship Id="rId5" Type="http://schemas.openxmlformats.org/officeDocument/2006/relationships/image" Target="../media/image7.wmf"/><Relationship Id="rId15" Type="http://schemas.openxmlformats.org/officeDocument/2006/relationships/image" Target="../media/image12.wmf"/><Relationship Id="rId23" Type="http://schemas.openxmlformats.org/officeDocument/2006/relationships/oleObject" Target="../embeddings/oleObject11.bin"/><Relationship Id="rId28" Type="http://schemas.openxmlformats.org/officeDocument/2006/relationships/image" Target="../media/image18.wmf"/><Relationship Id="rId10" Type="http://schemas.openxmlformats.org/officeDocument/2006/relationships/oleObject" Target="../embeddings/oleObject5.bin"/><Relationship Id="rId19" Type="http://schemas.openxmlformats.org/officeDocument/2006/relationships/oleObject" Target="../embeddings/oleObject9.bin"/><Relationship Id="rId4" Type="http://schemas.openxmlformats.org/officeDocument/2006/relationships/oleObject" Target="../embeddings/oleObject2.bin"/><Relationship Id="rId9" Type="http://schemas.openxmlformats.org/officeDocument/2006/relationships/image" Target="../media/image8.wmf"/><Relationship Id="rId14" Type="http://schemas.openxmlformats.org/officeDocument/2006/relationships/oleObject" Target="../embeddings/oleObject6.bin"/><Relationship Id="rId22" Type="http://schemas.openxmlformats.org/officeDocument/2006/relationships/image" Target="../media/image15.wmf"/><Relationship Id="rId27" Type="http://schemas.openxmlformats.org/officeDocument/2006/relationships/oleObject" Target="../embeddings/oleObject13.bin"/></Relationships>
</file>

<file path=ppt/slides/_rels/slide4.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image" Target="../media/image19.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21.wmf"/><Relationship Id="rId3" Type="http://schemas.openxmlformats.org/officeDocument/2006/relationships/image" Target="../media/image22.png"/><Relationship Id="rId7" Type="http://schemas.openxmlformats.org/officeDocument/2006/relationships/oleObject" Target="../embeddings/oleObject15.bin"/><Relationship Id="rId1" Type="http://schemas.openxmlformats.org/officeDocument/2006/relationships/slideLayout" Target="../slideLayouts/slideLayout2.xml"/><Relationship Id="rId6" Type="http://schemas.openxmlformats.org/officeDocument/2006/relationships/image" Target="../media/image6.wmf"/><Relationship Id="rId5" Type="http://schemas.openxmlformats.org/officeDocument/2006/relationships/oleObject" Target="../embeddings/oleObject14.bin"/><Relationship Id="rId4" Type="http://schemas.openxmlformats.org/officeDocument/2006/relationships/image" Target="../media/image23.png"/><Relationship Id="rId9" Type="http://schemas.openxmlformats.org/officeDocument/2006/relationships/image" Target="../media/image24.png"/></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15.bin"/><Relationship Id="rId7"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 Id="rId4" Type="http://schemas.openxmlformats.org/officeDocument/2006/relationships/image" Target="../media/image21.wmf"/></Relationships>
</file>

<file path=ppt/slides/_rels/slide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6.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7.wmf"/><Relationship Id="rId7" Type="http://schemas.openxmlformats.org/officeDocument/2006/relationships/image" Target="../media/image29.wmf"/><Relationship Id="rId2" Type="http://schemas.openxmlformats.org/officeDocument/2006/relationships/oleObject" Target="../embeddings/oleObject16.bin"/><Relationship Id="rId1" Type="http://schemas.openxmlformats.org/officeDocument/2006/relationships/slideLayout" Target="../slideLayouts/slideLayout2.xml"/><Relationship Id="rId6" Type="http://schemas.openxmlformats.org/officeDocument/2006/relationships/oleObject" Target="../embeddings/oleObject18.bin"/><Relationship Id="rId5" Type="http://schemas.openxmlformats.org/officeDocument/2006/relationships/image" Target="../media/image28.wmf"/><Relationship Id="rId4" Type="http://schemas.openxmlformats.org/officeDocument/2006/relationships/oleObject" Target="../embeddings/oleObject17.bin"/></Relationships>
</file>

<file path=ppt/slides/_rels/slide9.xml.rels><?xml version="1.0" encoding="UTF-8" standalone="yes"?>
<Relationships xmlns="http://schemas.openxmlformats.org/package/2006/relationships"><Relationship Id="rId8" Type="http://schemas.openxmlformats.org/officeDocument/2006/relationships/oleObject" Target="../embeddings/oleObject22.bin"/><Relationship Id="rId13" Type="http://schemas.openxmlformats.org/officeDocument/2006/relationships/image" Target="../media/image32.wmf"/><Relationship Id="rId18" Type="http://schemas.openxmlformats.org/officeDocument/2006/relationships/oleObject" Target="../embeddings/oleObject27.bin"/><Relationship Id="rId26" Type="http://schemas.openxmlformats.org/officeDocument/2006/relationships/oleObject" Target="../embeddings/oleObject31.bin"/><Relationship Id="rId3" Type="http://schemas.openxmlformats.org/officeDocument/2006/relationships/image" Target="../media/image10.wmf"/><Relationship Id="rId21" Type="http://schemas.openxmlformats.org/officeDocument/2006/relationships/image" Target="../media/image34.wmf"/><Relationship Id="rId34" Type="http://schemas.openxmlformats.org/officeDocument/2006/relationships/oleObject" Target="../embeddings/oleObject35.bin"/><Relationship Id="rId7" Type="http://schemas.openxmlformats.org/officeDocument/2006/relationships/image" Target="../media/image6.wmf"/><Relationship Id="rId12" Type="http://schemas.openxmlformats.org/officeDocument/2006/relationships/oleObject" Target="../embeddings/oleObject24.bin"/><Relationship Id="rId17" Type="http://schemas.openxmlformats.org/officeDocument/2006/relationships/image" Target="../media/image14.wmf"/><Relationship Id="rId25" Type="http://schemas.openxmlformats.org/officeDocument/2006/relationships/image" Target="../media/image36.wmf"/><Relationship Id="rId33" Type="http://schemas.openxmlformats.org/officeDocument/2006/relationships/image" Target="../media/image39.wmf"/><Relationship Id="rId2" Type="http://schemas.openxmlformats.org/officeDocument/2006/relationships/oleObject" Target="../embeddings/oleObject19.bin"/><Relationship Id="rId16" Type="http://schemas.openxmlformats.org/officeDocument/2006/relationships/oleObject" Target="../embeddings/oleObject26.bin"/><Relationship Id="rId20" Type="http://schemas.openxmlformats.org/officeDocument/2006/relationships/oleObject" Target="../embeddings/oleObject28.bin"/><Relationship Id="rId29" Type="http://schemas.openxmlformats.org/officeDocument/2006/relationships/image" Target="../media/image27.wmf"/><Relationship Id="rId1" Type="http://schemas.openxmlformats.org/officeDocument/2006/relationships/slideLayout" Target="../slideLayouts/slideLayout2.xml"/><Relationship Id="rId6" Type="http://schemas.openxmlformats.org/officeDocument/2006/relationships/oleObject" Target="../embeddings/oleObject21.bin"/><Relationship Id="rId11" Type="http://schemas.openxmlformats.org/officeDocument/2006/relationships/image" Target="../media/image31.wmf"/><Relationship Id="rId24" Type="http://schemas.openxmlformats.org/officeDocument/2006/relationships/oleObject" Target="../embeddings/oleObject30.bin"/><Relationship Id="rId32" Type="http://schemas.openxmlformats.org/officeDocument/2006/relationships/oleObject" Target="../embeddings/oleObject34.bin"/><Relationship Id="rId5" Type="http://schemas.openxmlformats.org/officeDocument/2006/relationships/image" Target="../media/image30.wmf"/><Relationship Id="rId15" Type="http://schemas.openxmlformats.org/officeDocument/2006/relationships/image" Target="../media/image11.wmf"/><Relationship Id="rId23" Type="http://schemas.openxmlformats.org/officeDocument/2006/relationships/image" Target="../media/image35.wmf"/><Relationship Id="rId28" Type="http://schemas.openxmlformats.org/officeDocument/2006/relationships/oleObject" Target="../embeddings/oleObject32.bin"/><Relationship Id="rId10" Type="http://schemas.openxmlformats.org/officeDocument/2006/relationships/oleObject" Target="../embeddings/oleObject23.bin"/><Relationship Id="rId19" Type="http://schemas.openxmlformats.org/officeDocument/2006/relationships/image" Target="../media/image33.wmf"/><Relationship Id="rId31" Type="http://schemas.openxmlformats.org/officeDocument/2006/relationships/image" Target="../media/image38.wmf"/><Relationship Id="rId4" Type="http://schemas.openxmlformats.org/officeDocument/2006/relationships/oleObject" Target="../embeddings/oleObject20.bin"/><Relationship Id="rId9" Type="http://schemas.openxmlformats.org/officeDocument/2006/relationships/image" Target="../media/image8.wmf"/><Relationship Id="rId14" Type="http://schemas.openxmlformats.org/officeDocument/2006/relationships/oleObject" Target="../embeddings/oleObject25.bin"/><Relationship Id="rId22" Type="http://schemas.openxmlformats.org/officeDocument/2006/relationships/oleObject" Target="../embeddings/oleObject29.bin"/><Relationship Id="rId27" Type="http://schemas.openxmlformats.org/officeDocument/2006/relationships/image" Target="../media/image37.wmf"/><Relationship Id="rId30" Type="http://schemas.openxmlformats.org/officeDocument/2006/relationships/oleObject" Target="../embeddings/oleObject33.bin"/><Relationship Id="rId35" Type="http://schemas.openxmlformats.org/officeDocument/2006/relationships/image" Target="../media/image40.wmf"/></Relationships>
</file>

<file path=ppt/slides/_rels/slide10.xml.rels><?xml version="1.0" encoding="UTF-8" standalone="yes"?>
<Relationships xmlns="http://schemas.openxmlformats.org/package/2006/relationships"><Relationship Id="rId8" Type="http://schemas.openxmlformats.org/officeDocument/2006/relationships/oleObject" Target="../embeddings/oleObject23.bin"/><Relationship Id="rId13" Type="http://schemas.openxmlformats.org/officeDocument/2006/relationships/image" Target="../media/image42.wmf"/><Relationship Id="rId18" Type="http://schemas.openxmlformats.org/officeDocument/2006/relationships/oleObject" Target="../embeddings/oleObject24.bin"/><Relationship Id="rId26" Type="http://schemas.openxmlformats.org/officeDocument/2006/relationships/image" Target="../media/image47.png"/><Relationship Id="rId3" Type="http://schemas.openxmlformats.org/officeDocument/2006/relationships/image" Target="../media/image30.wmf"/><Relationship Id="rId21" Type="http://schemas.openxmlformats.org/officeDocument/2006/relationships/image" Target="../media/image45.wmf"/><Relationship Id="rId7" Type="http://schemas.openxmlformats.org/officeDocument/2006/relationships/image" Target="../media/image8.wmf"/><Relationship Id="rId12" Type="http://schemas.openxmlformats.org/officeDocument/2006/relationships/oleObject" Target="../embeddings/oleObject37.bin"/><Relationship Id="rId17" Type="http://schemas.openxmlformats.org/officeDocument/2006/relationships/image" Target="../media/image43.wmf"/><Relationship Id="rId2" Type="http://schemas.openxmlformats.org/officeDocument/2006/relationships/oleObject" Target="../embeddings/oleObject20.bin"/><Relationship Id="rId16" Type="http://schemas.openxmlformats.org/officeDocument/2006/relationships/oleObject" Target="../embeddings/oleObject38.bin"/><Relationship Id="rId20" Type="http://schemas.openxmlformats.org/officeDocument/2006/relationships/oleObject" Target="../embeddings/oleObject27.bin"/><Relationship Id="rId1" Type="http://schemas.openxmlformats.org/officeDocument/2006/relationships/slideLayout" Target="../slideLayouts/slideLayout2.xml"/><Relationship Id="rId6" Type="http://schemas.openxmlformats.org/officeDocument/2006/relationships/oleObject" Target="../embeddings/oleObject22.bin"/><Relationship Id="rId11" Type="http://schemas.openxmlformats.org/officeDocument/2006/relationships/image" Target="../media/image41.wmf"/><Relationship Id="rId5" Type="http://schemas.openxmlformats.org/officeDocument/2006/relationships/image" Target="../media/image6.wmf"/><Relationship Id="rId15" Type="http://schemas.openxmlformats.org/officeDocument/2006/relationships/image" Target="../media/image11.wmf"/><Relationship Id="rId23" Type="http://schemas.openxmlformats.org/officeDocument/2006/relationships/image" Target="../media/image46.wmf"/><Relationship Id="rId10" Type="http://schemas.openxmlformats.org/officeDocument/2006/relationships/oleObject" Target="../embeddings/oleObject36.bin"/><Relationship Id="rId19" Type="http://schemas.openxmlformats.org/officeDocument/2006/relationships/image" Target="../media/image44.wmf"/><Relationship Id="rId4" Type="http://schemas.openxmlformats.org/officeDocument/2006/relationships/oleObject" Target="../embeddings/oleObject21.bin"/><Relationship Id="rId9" Type="http://schemas.openxmlformats.org/officeDocument/2006/relationships/image" Target="../media/image31.wmf"/><Relationship Id="rId14" Type="http://schemas.openxmlformats.org/officeDocument/2006/relationships/oleObject" Target="../embeddings/oleObject25.bin"/><Relationship Id="rId22" Type="http://schemas.openxmlformats.org/officeDocument/2006/relationships/oleObject" Target="../embeddings/oleObject39.bin"/></Relationships>
</file>

<file path=ppt/slides/_rels/slide11.xml.rels><?xml version="1.0" encoding="UTF-8" standalone="yes"?>
<Relationships xmlns="http://schemas.openxmlformats.org/package/2006/relationships"><Relationship Id="rId8" Type="http://schemas.openxmlformats.org/officeDocument/2006/relationships/oleObject" Target="../embeddings/oleObject15.bin"/><Relationship Id="rId13" Type="http://schemas.openxmlformats.org/officeDocument/2006/relationships/image" Target="../media/image49.wmf"/><Relationship Id="rId3" Type="http://schemas.openxmlformats.org/officeDocument/2006/relationships/image" Target="../media/image6.wmf"/><Relationship Id="rId7" Type="http://schemas.openxmlformats.org/officeDocument/2006/relationships/image" Target="../media/image47.wmf"/><Relationship Id="rId12" Type="http://schemas.openxmlformats.org/officeDocument/2006/relationships/oleObject" Target="../embeddings/oleObject42.bin"/><Relationship Id="rId17" Type="http://schemas.openxmlformats.org/officeDocument/2006/relationships/image" Target="../media/image51.wmf"/><Relationship Id="rId2" Type="http://schemas.openxmlformats.org/officeDocument/2006/relationships/oleObject" Target="../embeddings/oleObject14.bin"/><Relationship Id="rId16" Type="http://schemas.openxmlformats.org/officeDocument/2006/relationships/oleObject" Target="../embeddings/oleObject44.bin"/><Relationship Id="rId1" Type="http://schemas.openxmlformats.org/officeDocument/2006/relationships/slideLayout" Target="../slideLayouts/slideLayout2.xml"/><Relationship Id="rId6" Type="http://schemas.openxmlformats.org/officeDocument/2006/relationships/oleObject" Target="../embeddings/oleObject29.bin"/><Relationship Id="rId11" Type="http://schemas.openxmlformats.org/officeDocument/2006/relationships/image" Target="../media/image48.wmf"/><Relationship Id="rId5" Type="http://schemas.openxmlformats.org/officeDocument/2006/relationships/image" Target="../media/image31.wmf"/><Relationship Id="rId15" Type="http://schemas.openxmlformats.org/officeDocument/2006/relationships/image" Target="../media/image50.wmf"/><Relationship Id="rId10" Type="http://schemas.openxmlformats.org/officeDocument/2006/relationships/oleObject" Target="../embeddings/oleObject41.bin"/><Relationship Id="rId19" Type="http://schemas.openxmlformats.org/officeDocument/2006/relationships/image" Target="../media/image53.png"/><Relationship Id="rId4" Type="http://schemas.openxmlformats.org/officeDocument/2006/relationships/oleObject" Target="../embeddings/oleObject40.bin"/><Relationship Id="rId9" Type="http://schemas.openxmlformats.org/officeDocument/2006/relationships/image" Target="../media/image21.wmf"/><Relationship Id="rId14" Type="http://schemas.openxmlformats.org/officeDocument/2006/relationships/oleObject" Target="../embeddings/oleObject43.bin"/></Relationships>
</file>

<file path=ppt/slides/_rels/slide12.xml.rels><?xml version="1.0" encoding="UTF-8" standalone="yes"?>
<Relationships xmlns="http://schemas.openxmlformats.org/package/2006/relationships"><Relationship Id="rId8" Type="http://schemas.openxmlformats.org/officeDocument/2006/relationships/image" Target="../media/image21.wmf"/><Relationship Id="rId13" Type="http://schemas.openxmlformats.org/officeDocument/2006/relationships/oleObject" Target="../embeddings/oleObject47.bin"/><Relationship Id="rId18" Type="http://schemas.openxmlformats.org/officeDocument/2006/relationships/image" Target="../media/image520.png"/><Relationship Id="rId3" Type="http://schemas.openxmlformats.org/officeDocument/2006/relationships/oleObject" Target="../embeddings/oleObject45.bin"/><Relationship Id="rId7" Type="http://schemas.openxmlformats.org/officeDocument/2006/relationships/oleObject" Target="../embeddings/oleObject15.bin"/><Relationship Id="rId12" Type="http://schemas.openxmlformats.org/officeDocument/2006/relationships/image" Target="../media/image53.wmf"/><Relationship Id="rId17" Type="http://schemas.openxmlformats.org/officeDocument/2006/relationships/image" Target="../media/image51.png"/><Relationship Id="rId2" Type="http://schemas.openxmlformats.org/officeDocument/2006/relationships/image" Target="../media/image52.png"/><Relationship Id="rId16" Type="http://schemas.openxmlformats.org/officeDocument/2006/relationships/image" Target="../media/image50.png"/><Relationship Id="rId1" Type="http://schemas.openxmlformats.org/officeDocument/2006/relationships/slideLayout" Target="../slideLayouts/slideLayout2.xml"/><Relationship Id="rId6" Type="http://schemas.openxmlformats.org/officeDocument/2006/relationships/image" Target="../media/image31.wmf"/><Relationship Id="rId11" Type="http://schemas.openxmlformats.org/officeDocument/2006/relationships/oleObject" Target="../embeddings/oleObject46.bin"/><Relationship Id="rId5" Type="http://schemas.openxmlformats.org/officeDocument/2006/relationships/oleObject" Target="../embeddings/oleObject40.bin"/><Relationship Id="rId10" Type="http://schemas.openxmlformats.org/officeDocument/2006/relationships/image" Target="../media/image50.wmf"/><Relationship Id="rId4" Type="http://schemas.openxmlformats.org/officeDocument/2006/relationships/image" Target="../media/image6.wmf"/><Relationship Id="rId9" Type="http://schemas.openxmlformats.org/officeDocument/2006/relationships/oleObject" Target="../embeddings/oleObject43.bin"/><Relationship Id="rId14" Type="http://schemas.openxmlformats.org/officeDocument/2006/relationships/image" Target="../media/image54.wmf"/></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hyperlink" Target="bai%20tap%20lien%20ket/cam%20ung%20tu.docx"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55.wmf"/><Relationship Id="rId2" Type="http://schemas.openxmlformats.org/officeDocument/2006/relationships/oleObject" Target="../embeddings/oleObject48.bin"/><Relationship Id="rId1" Type="http://schemas.openxmlformats.org/officeDocument/2006/relationships/slideLayout" Target="../slideLayouts/slideLayout2.xml"/><Relationship Id="rId6" Type="http://schemas.openxmlformats.org/officeDocument/2006/relationships/image" Target="../media/image58.png"/><Relationship Id="rId4" Type="http://schemas.openxmlformats.org/officeDocument/2006/relationships/image" Target="../media/image26.jpe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hyperlink" Target="bai%20tap%20lien%20ket/tu%20tr&#432;&#417;ng%20cuon%20day.docx" TargetMode="Externa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49.bin"/><Relationship Id="rId2" Type="http://schemas.openxmlformats.org/officeDocument/2006/relationships/image" Target="../media/image56.png"/><Relationship Id="rId1" Type="http://schemas.openxmlformats.org/officeDocument/2006/relationships/slideLayout" Target="../slideLayouts/slideLayout2.xml"/><Relationship Id="rId6" Type="http://schemas.openxmlformats.org/officeDocument/2006/relationships/image" Target="../media/image58.wmf"/><Relationship Id="rId5" Type="http://schemas.openxmlformats.org/officeDocument/2006/relationships/oleObject" Target="../embeddings/oleObject50.bin"/><Relationship Id="rId4" Type="http://schemas.openxmlformats.org/officeDocument/2006/relationships/image" Target="../media/image57.wmf"/></Relationships>
</file>

<file path=ppt/slides/_rels/slide25.xml.rels><?xml version="1.0" encoding="UTF-8" standalone="yes"?>
<Relationships xmlns="http://schemas.openxmlformats.org/package/2006/relationships"><Relationship Id="rId3" Type="http://schemas.openxmlformats.org/officeDocument/2006/relationships/image" Target="../media/image60.jpeg"/><Relationship Id="rId2" Type="http://schemas.openxmlformats.org/officeDocument/2006/relationships/image" Target="../media/image59.jpeg"/><Relationship Id="rId1" Type="http://schemas.openxmlformats.org/officeDocument/2006/relationships/slideLayout" Target="../slideLayouts/slideLayout2.xml"/><Relationship Id="rId5" Type="http://schemas.openxmlformats.org/officeDocument/2006/relationships/image" Target="../media/image62.jpeg"/><Relationship Id="rId4" Type="http://schemas.openxmlformats.org/officeDocument/2006/relationships/image" Target="../media/image61.gif"/></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8" Type="http://schemas.openxmlformats.org/officeDocument/2006/relationships/oleObject" Target="../embeddings/oleObject54.bin"/><Relationship Id="rId13" Type="http://schemas.openxmlformats.org/officeDocument/2006/relationships/image" Target="../media/image68.wmf"/><Relationship Id="rId18" Type="http://schemas.openxmlformats.org/officeDocument/2006/relationships/oleObject" Target="../embeddings/oleObject59.bin"/><Relationship Id="rId3" Type="http://schemas.openxmlformats.org/officeDocument/2006/relationships/image" Target="../media/image63.wmf"/><Relationship Id="rId7" Type="http://schemas.openxmlformats.org/officeDocument/2006/relationships/image" Target="../media/image65.wmf"/><Relationship Id="rId12" Type="http://schemas.openxmlformats.org/officeDocument/2006/relationships/oleObject" Target="../embeddings/oleObject56.bin"/><Relationship Id="rId17" Type="http://schemas.openxmlformats.org/officeDocument/2006/relationships/image" Target="../media/image70.wmf"/><Relationship Id="rId2" Type="http://schemas.openxmlformats.org/officeDocument/2006/relationships/oleObject" Target="../embeddings/oleObject51.bin"/><Relationship Id="rId16" Type="http://schemas.openxmlformats.org/officeDocument/2006/relationships/oleObject" Target="../embeddings/oleObject58.bin"/><Relationship Id="rId1" Type="http://schemas.openxmlformats.org/officeDocument/2006/relationships/slideLayout" Target="../slideLayouts/slideLayout2.xml"/><Relationship Id="rId6" Type="http://schemas.openxmlformats.org/officeDocument/2006/relationships/oleObject" Target="../embeddings/oleObject53.bin"/><Relationship Id="rId11" Type="http://schemas.openxmlformats.org/officeDocument/2006/relationships/image" Target="../media/image67.wmf"/><Relationship Id="rId5" Type="http://schemas.openxmlformats.org/officeDocument/2006/relationships/image" Target="../media/image64.wmf"/><Relationship Id="rId15" Type="http://schemas.openxmlformats.org/officeDocument/2006/relationships/image" Target="../media/image69.wmf"/><Relationship Id="rId10" Type="http://schemas.openxmlformats.org/officeDocument/2006/relationships/oleObject" Target="../embeddings/oleObject55.bin"/><Relationship Id="rId19" Type="http://schemas.openxmlformats.org/officeDocument/2006/relationships/image" Target="../media/image71.wmf"/><Relationship Id="rId4" Type="http://schemas.openxmlformats.org/officeDocument/2006/relationships/oleObject" Target="../embeddings/oleObject52.bin"/><Relationship Id="rId9" Type="http://schemas.openxmlformats.org/officeDocument/2006/relationships/image" Target="../media/image66.wmf"/><Relationship Id="rId14" Type="http://schemas.openxmlformats.org/officeDocument/2006/relationships/oleObject" Target="../embeddings/oleObject57.bin"/></Relationships>
</file>

<file path=ppt/slides/_rels/slide28.xml.rels><?xml version="1.0" encoding="UTF-8" standalone="yes"?>
<Relationships xmlns="http://schemas.openxmlformats.org/package/2006/relationships"><Relationship Id="rId8" Type="http://schemas.openxmlformats.org/officeDocument/2006/relationships/image" Target="../media/image118.png"/><Relationship Id="rId13" Type="http://schemas.openxmlformats.org/officeDocument/2006/relationships/image" Target="../media/image121.png"/><Relationship Id="rId3" Type="http://schemas.openxmlformats.org/officeDocument/2006/relationships/image" Target="../media/image89.png"/><Relationship Id="rId7" Type="http://schemas.openxmlformats.org/officeDocument/2006/relationships/image" Target="../media/image73.wmf"/><Relationship Id="rId12" Type="http://schemas.openxmlformats.org/officeDocument/2006/relationships/image" Target="../media/image120.png"/><Relationship Id="rId1" Type="http://schemas.openxmlformats.org/officeDocument/2006/relationships/slideLayout" Target="../slideLayouts/slideLayout2.xml"/><Relationship Id="rId6" Type="http://schemas.openxmlformats.org/officeDocument/2006/relationships/oleObject" Target="../embeddings/oleObject61.bin"/><Relationship Id="rId11" Type="http://schemas.openxmlformats.org/officeDocument/2006/relationships/image" Target="../media/image12.png"/><Relationship Id="rId5" Type="http://schemas.openxmlformats.org/officeDocument/2006/relationships/image" Target="../media/image72.wmf"/><Relationship Id="rId15" Type="http://schemas.openxmlformats.org/officeDocument/2006/relationships/image" Target="../media/image78.png"/><Relationship Id="rId10" Type="http://schemas.openxmlformats.org/officeDocument/2006/relationships/image" Target="../media/image119.png"/><Relationship Id="rId4" Type="http://schemas.openxmlformats.org/officeDocument/2006/relationships/oleObject" Target="../embeddings/oleObject60.bin"/><Relationship Id="rId9" Type="http://schemas.openxmlformats.org/officeDocument/2006/relationships/image" Target="../media/image11.png"/><Relationship Id="rId14" Type="http://schemas.openxmlformats.org/officeDocument/2006/relationships/image" Target="../media/image122.png"/></Relationships>
</file>

<file path=ppt/slides/_rels/slide29.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5.png"/><Relationship Id="rId3" Type="http://schemas.openxmlformats.org/officeDocument/2006/relationships/image" Target="../media/image9.png"/><Relationship Id="rId7" Type="http://schemas.openxmlformats.org/officeDocument/2006/relationships/image" Target="../media/image73.wmf"/><Relationship Id="rId12" Type="http://schemas.openxmlformats.org/officeDocument/2006/relationships/image" Target="../media/image14.png"/><Relationship Id="rId1" Type="http://schemas.openxmlformats.org/officeDocument/2006/relationships/slideLayout" Target="../slideLayouts/slideLayout2.xml"/><Relationship Id="rId6" Type="http://schemas.openxmlformats.org/officeDocument/2006/relationships/oleObject" Target="../embeddings/oleObject61.bin"/><Relationship Id="rId11" Type="http://schemas.openxmlformats.org/officeDocument/2006/relationships/image" Target="../media/image13.png"/><Relationship Id="rId5" Type="http://schemas.openxmlformats.org/officeDocument/2006/relationships/image" Target="../media/image72.wmf"/><Relationship Id="rId15" Type="http://schemas.openxmlformats.org/officeDocument/2006/relationships/image" Target="../media/image16.wmf"/><Relationship Id="rId10" Type="http://schemas.openxmlformats.org/officeDocument/2006/relationships/image" Target="../media/image12.png"/><Relationship Id="rId4" Type="http://schemas.openxmlformats.org/officeDocument/2006/relationships/oleObject" Target="../embeddings/oleObject60.bin"/><Relationship Id="rId9" Type="http://schemas.openxmlformats.org/officeDocument/2006/relationships/image" Target="../media/image11.png"/><Relationship Id="rId14" Type="http://schemas.openxmlformats.org/officeDocument/2006/relationships/oleObject" Target="../embeddings/oleObject11.bin"/></Relationships>
</file>

<file path=ppt/slides/_rels/slide30.xml.rels><?xml version="1.0" encoding="UTF-8" standalone="yes"?>
<Relationships xmlns="http://schemas.openxmlformats.org/package/2006/relationships"><Relationship Id="rId2" Type="http://schemas.openxmlformats.org/officeDocument/2006/relationships/image" Target="../media/image74.jp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8" Type="http://schemas.openxmlformats.org/officeDocument/2006/relationships/image" Target="../media/image91.png"/><Relationship Id="rId3" Type="http://schemas.openxmlformats.org/officeDocument/2006/relationships/image" Target="../media/image85.png"/><Relationship Id="rId7" Type="http://schemas.openxmlformats.org/officeDocument/2006/relationships/image" Target="../media/image90.png"/><Relationship Id="rId2" Type="http://schemas.openxmlformats.org/officeDocument/2006/relationships/image" Target="../media/image84.png"/><Relationship Id="rId1" Type="http://schemas.openxmlformats.org/officeDocument/2006/relationships/slideLayout" Target="../slideLayouts/slideLayout2.xml"/><Relationship Id="rId6" Type="http://schemas.openxmlformats.org/officeDocument/2006/relationships/image" Target="../media/image88.png"/><Relationship Id="rId5" Type="http://schemas.openxmlformats.org/officeDocument/2006/relationships/image" Target="../media/image87.png"/><Relationship Id="rId4" Type="http://schemas.openxmlformats.org/officeDocument/2006/relationships/image" Target="../media/image86.png"/><Relationship Id="rId9" Type="http://schemas.openxmlformats.org/officeDocument/2006/relationships/image" Target="../media/image92.png"/></Relationships>
</file>

<file path=ppt/slides/_rels/slide33.xml.rels><?xml version="1.0" encoding="UTF-8" standalone="yes"?>
<Relationships xmlns="http://schemas.openxmlformats.org/package/2006/relationships"><Relationship Id="rId2" Type="http://schemas.openxmlformats.org/officeDocument/2006/relationships/image" Target="../media/image9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8" Type="http://schemas.openxmlformats.org/officeDocument/2006/relationships/oleObject" Target="../embeddings/oleObject64.bin"/><Relationship Id="rId13" Type="http://schemas.openxmlformats.org/officeDocument/2006/relationships/image" Target="../media/image80.wmf"/><Relationship Id="rId18" Type="http://schemas.openxmlformats.org/officeDocument/2006/relationships/image" Target="../media/image99.png"/><Relationship Id="rId3" Type="http://schemas.openxmlformats.org/officeDocument/2006/relationships/image" Target="../media/image75.wmf"/><Relationship Id="rId7" Type="http://schemas.openxmlformats.org/officeDocument/2006/relationships/image" Target="../media/image77.wmf"/><Relationship Id="rId12" Type="http://schemas.openxmlformats.org/officeDocument/2006/relationships/oleObject" Target="../embeddings/oleObject65.bin"/><Relationship Id="rId17" Type="http://schemas.openxmlformats.org/officeDocument/2006/relationships/image" Target="../media/image98.png"/><Relationship Id="rId2" Type="http://schemas.openxmlformats.org/officeDocument/2006/relationships/oleObject" Target="../embeddings/oleObject62.bin"/><Relationship Id="rId16" Type="http://schemas.openxmlformats.org/officeDocument/2006/relationships/image" Target="../media/image97.png"/><Relationship Id="rId20" Type="http://schemas.openxmlformats.org/officeDocument/2006/relationships/image" Target="../media/image95.png"/><Relationship Id="rId1" Type="http://schemas.openxmlformats.org/officeDocument/2006/relationships/slideLayout" Target="../slideLayouts/slideLayout2.xml"/><Relationship Id="rId6" Type="http://schemas.openxmlformats.org/officeDocument/2006/relationships/oleObject" Target="../embeddings/oleObject57.bin"/><Relationship Id="rId11" Type="http://schemas.openxmlformats.org/officeDocument/2006/relationships/image" Target="../media/image79.wmf"/><Relationship Id="rId5" Type="http://schemas.openxmlformats.org/officeDocument/2006/relationships/image" Target="../media/image76.wmf"/><Relationship Id="rId15" Type="http://schemas.openxmlformats.org/officeDocument/2006/relationships/image" Target="../media/image96.png"/><Relationship Id="rId10" Type="http://schemas.openxmlformats.org/officeDocument/2006/relationships/oleObject" Target="../embeddings/oleObject59.bin"/><Relationship Id="rId19" Type="http://schemas.openxmlformats.org/officeDocument/2006/relationships/image" Target="../media/image94.png"/><Relationship Id="rId4" Type="http://schemas.openxmlformats.org/officeDocument/2006/relationships/oleObject" Target="../embeddings/oleObject63.bin"/><Relationship Id="rId9" Type="http://schemas.openxmlformats.org/officeDocument/2006/relationships/image" Target="../media/image78.wmf"/></Relationships>
</file>

<file path=ppt/slides/_rels/slide38.xml.rels><?xml version="1.0" encoding="UTF-8" standalone="yes"?>
<Relationships xmlns="http://schemas.openxmlformats.org/package/2006/relationships"><Relationship Id="rId3" Type="http://schemas.openxmlformats.org/officeDocument/2006/relationships/image" Target="../media/image101.png"/><Relationship Id="rId7" Type="http://schemas.openxmlformats.org/officeDocument/2006/relationships/image" Target="../media/image81.wmf"/><Relationship Id="rId1" Type="http://schemas.openxmlformats.org/officeDocument/2006/relationships/slideLayout" Target="../slideLayouts/slideLayout2.xml"/><Relationship Id="rId6" Type="http://schemas.openxmlformats.org/officeDocument/2006/relationships/oleObject" Target="../embeddings/oleObject66.bin"/><Relationship Id="rId5" Type="http://schemas.openxmlformats.org/officeDocument/2006/relationships/image" Target="../media/image43.wmf"/><Relationship Id="rId4" Type="http://schemas.openxmlformats.org/officeDocument/2006/relationships/oleObject" Target="../embeddings/oleObject38.bin"/></Relationships>
</file>

<file path=ppt/slides/_rels/slide39.xml.rels><?xml version="1.0" encoding="UTF-8" standalone="yes"?>
<Relationships xmlns="http://schemas.openxmlformats.org/package/2006/relationships"><Relationship Id="rId3" Type="http://schemas.openxmlformats.org/officeDocument/2006/relationships/hyperlink" Target="bai%20tap%20lien%20ket/tuong%20tac%202%20dong%20dien.docx" TargetMode="External"/><Relationship Id="rId2" Type="http://schemas.openxmlformats.org/officeDocument/2006/relationships/image" Target="../media/image920.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image" Target="../media/image100.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8" Type="http://schemas.openxmlformats.org/officeDocument/2006/relationships/oleObject" Target="../embeddings/oleObject70.bin"/><Relationship Id="rId13" Type="http://schemas.openxmlformats.org/officeDocument/2006/relationships/image" Target="../media/image87.wmf"/><Relationship Id="rId3" Type="http://schemas.openxmlformats.org/officeDocument/2006/relationships/image" Target="../media/image82.wmf"/><Relationship Id="rId21" Type="http://schemas.openxmlformats.org/officeDocument/2006/relationships/image" Target="../media/image141.png"/><Relationship Id="rId7" Type="http://schemas.openxmlformats.org/officeDocument/2006/relationships/image" Target="../media/image84.wmf"/><Relationship Id="rId12" Type="http://schemas.openxmlformats.org/officeDocument/2006/relationships/oleObject" Target="../embeddings/oleObject72.bin"/><Relationship Id="rId2" Type="http://schemas.openxmlformats.org/officeDocument/2006/relationships/oleObject" Target="../embeddings/oleObject67.bin"/><Relationship Id="rId20" Type="http://schemas.openxmlformats.org/officeDocument/2006/relationships/image" Target="../media/image140.png"/><Relationship Id="rId1" Type="http://schemas.openxmlformats.org/officeDocument/2006/relationships/slideLayout" Target="../slideLayouts/slideLayout2.xml"/><Relationship Id="rId6" Type="http://schemas.openxmlformats.org/officeDocument/2006/relationships/oleObject" Target="../embeddings/oleObject69.bin"/><Relationship Id="rId11" Type="http://schemas.openxmlformats.org/officeDocument/2006/relationships/image" Target="../media/image86.wmf"/><Relationship Id="rId5" Type="http://schemas.openxmlformats.org/officeDocument/2006/relationships/image" Target="../media/image83.wmf"/><Relationship Id="rId10" Type="http://schemas.openxmlformats.org/officeDocument/2006/relationships/oleObject" Target="../embeddings/oleObject71.bin"/><Relationship Id="rId19" Type="http://schemas.openxmlformats.org/officeDocument/2006/relationships/image" Target="../media/image139.png"/><Relationship Id="rId4" Type="http://schemas.openxmlformats.org/officeDocument/2006/relationships/oleObject" Target="../embeddings/oleObject68.bin"/><Relationship Id="rId9" Type="http://schemas.openxmlformats.org/officeDocument/2006/relationships/image" Target="../media/image85.wmf"/><Relationship Id="rId14" Type="http://schemas.openxmlformats.org/officeDocument/2006/relationships/hyperlink" Target="bai%20tap%20lien%20ket/l&#7921;c%20t&#7915;.docx" TargetMode="External"/></Relationships>
</file>

<file path=ppt/slides/_rels/slide42.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image" Target="../media/image109.png"/><Relationship Id="rId1" Type="http://schemas.openxmlformats.org/officeDocument/2006/relationships/slideLayout" Target="../slideLayouts/slideLayout2.xml"/><Relationship Id="rId4" Type="http://schemas.openxmlformats.org/officeDocument/2006/relationships/image" Target="../media/image111.png"/></Relationships>
</file>

<file path=ppt/slides/_rels/slide43.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image" Target="../media/image112.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8" Type="http://schemas.openxmlformats.org/officeDocument/2006/relationships/image" Target="../media/image106.wmf"/><Relationship Id="rId13" Type="http://schemas.openxmlformats.org/officeDocument/2006/relationships/oleObject" Target="../embeddings/oleObject78.bin"/><Relationship Id="rId18" Type="http://schemas.openxmlformats.org/officeDocument/2006/relationships/image" Target="../media/image87.wmf"/><Relationship Id="rId3" Type="http://schemas.openxmlformats.org/officeDocument/2006/relationships/oleObject" Target="../embeddings/oleObject73.bin"/><Relationship Id="rId7" Type="http://schemas.openxmlformats.org/officeDocument/2006/relationships/oleObject" Target="../embeddings/oleObject75.bin"/><Relationship Id="rId12" Type="http://schemas.openxmlformats.org/officeDocument/2006/relationships/image" Target="../media/image108.wmf"/><Relationship Id="rId17" Type="http://schemas.openxmlformats.org/officeDocument/2006/relationships/oleObject" Target="../embeddings/oleObject80.bin"/><Relationship Id="rId2" Type="http://schemas.openxmlformats.org/officeDocument/2006/relationships/image" Target="../media/image103.png"/><Relationship Id="rId16" Type="http://schemas.openxmlformats.org/officeDocument/2006/relationships/image" Target="../media/image110.wmf"/><Relationship Id="rId1" Type="http://schemas.openxmlformats.org/officeDocument/2006/relationships/slideLayout" Target="../slideLayouts/slideLayout2.xml"/><Relationship Id="rId6" Type="http://schemas.openxmlformats.org/officeDocument/2006/relationships/image" Target="../media/image105.wmf"/><Relationship Id="rId11" Type="http://schemas.openxmlformats.org/officeDocument/2006/relationships/oleObject" Target="../embeddings/oleObject77.bin"/><Relationship Id="rId5" Type="http://schemas.openxmlformats.org/officeDocument/2006/relationships/oleObject" Target="../embeddings/oleObject74.bin"/><Relationship Id="rId15" Type="http://schemas.openxmlformats.org/officeDocument/2006/relationships/oleObject" Target="../embeddings/oleObject79.bin"/><Relationship Id="rId10" Type="http://schemas.openxmlformats.org/officeDocument/2006/relationships/image" Target="../media/image107.wmf"/><Relationship Id="rId4" Type="http://schemas.openxmlformats.org/officeDocument/2006/relationships/image" Target="../media/image104.wmf"/><Relationship Id="rId9" Type="http://schemas.openxmlformats.org/officeDocument/2006/relationships/oleObject" Target="../embeddings/oleObject76.bin"/><Relationship Id="rId14" Type="http://schemas.openxmlformats.org/officeDocument/2006/relationships/image" Target="../media/image109.wmf"/></Relationships>
</file>

<file path=ppt/slides/_rels/slide45.xml.rels><?xml version="1.0" encoding="UTF-8" standalone="yes"?>
<Relationships xmlns="http://schemas.openxmlformats.org/package/2006/relationships"><Relationship Id="rId8" Type="http://schemas.openxmlformats.org/officeDocument/2006/relationships/oleObject" Target="../embeddings/oleObject84.bin"/><Relationship Id="rId3" Type="http://schemas.openxmlformats.org/officeDocument/2006/relationships/image" Target="../media/image111.wmf"/><Relationship Id="rId7" Type="http://schemas.openxmlformats.org/officeDocument/2006/relationships/image" Target="../media/image113.wmf"/><Relationship Id="rId2" Type="http://schemas.openxmlformats.org/officeDocument/2006/relationships/oleObject" Target="../embeddings/oleObject81.bin"/><Relationship Id="rId1" Type="http://schemas.openxmlformats.org/officeDocument/2006/relationships/slideLayout" Target="../slideLayouts/slideLayout2.xml"/><Relationship Id="rId6" Type="http://schemas.openxmlformats.org/officeDocument/2006/relationships/oleObject" Target="../embeddings/oleObject83.bin"/><Relationship Id="rId11" Type="http://schemas.openxmlformats.org/officeDocument/2006/relationships/image" Target="../media/image115.wmf"/><Relationship Id="rId5" Type="http://schemas.openxmlformats.org/officeDocument/2006/relationships/image" Target="../media/image112.wmf"/><Relationship Id="rId10" Type="http://schemas.openxmlformats.org/officeDocument/2006/relationships/oleObject" Target="../embeddings/oleObject85.bin"/><Relationship Id="rId4" Type="http://schemas.openxmlformats.org/officeDocument/2006/relationships/oleObject" Target="../embeddings/oleObject82.bin"/><Relationship Id="rId9" Type="http://schemas.openxmlformats.org/officeDocument/2006/relationships/image" Target="../media/image114.wmf"/></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129.png"/><Relationship Id="rId2" Type="http://schemas.openxmlformats.org/officeDocument/2006/relationships/hyperlink" Target="bai%20tap%20lien%20ket/chuyen%20dong%20hat%20mang%20dien%20trong%20tu%20truong.docx" TargetMode="Externa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50.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8" Type="http://schemas.openxmlformats.org/officeDocument/2006/relationships/oleObject" Target="../embeddings/oleObject89.bin"/><Relationship Id="rId13" Type="http://schemas.openxmlformats.org/officeDocument/2006/relationships/image" Target="../media/image121.wmf"/><Relationship Id="rId3" Type="http://schemas.openxmlformats.org/officeDocument/2006/relationships/image" Target="../media/image116.wmf"/><Relationship Id="rId7" Type="http://schemas.openxmlformats.org/officeDocument/2006/relationships/image" Target="../media/image118.wmf"/><Relationship Id="rId12" Type="http://schemas.openxmlformats.org/officeDocument/2006/relationships/oleObject" Target="../embeddings/oleObject91.bin"/><Relationship Id="rId2" Type="http://schemas.openxmlformats.org/officeDocument/2006/relationships/oleObject" Target="../embeddings/oleObject86.bin"/><Relationship Id="rId1" Type="http://schemas.openxmlformats.org/officeDocument/2006/relationships/slideLayout" Target="../slideLayouts/slideLayout1.xml"/><Relationship Id="rId6" Type="http://schemas.openxmlformats.org/officeDocument/2006/relationships/oleObject" Target="../embeddings/oleObject88.bin"/><Relationship Id="rId11" Type="http://schemas.openxmlformats.org/officeDocument/2006/relationships/image" Target="../media/image120.wmf"/><Relationship Id="rId5" Type="http://schemas.openxmlformats.org/officeDocument/2006/relationships/image" Target="../media/image117.wmf"/><Relationship Id="rId15" Type="http://schemas.openxmlformats.org/officeDocument/2006/relationships/image" Target="../media/image122.wmf"/><Relationship Id="rId10" Type="http://schemas.openxmlformats.org/officeDocument/2006/relationships/oleObject" Target="../embeddings/oleObject90.bin"/><Relationship Id="rId4" Type="http://schemas.openxmlformats.org/officeDocument/2006/relationships/oleObject" Target="../embeddings/oleObject87.bin"/><Relationship Id="rId9" Type="http://schemas.openxmlformats.org/officeDocument/2006/relationships/image" Target="../media/image119.wmf"/><Relationship Id="rId14" Type="http://schemas.openxmlformats.org/officeDocument/2006/relationships/oleObject" Target="../embeddings/oleObject92.bin"/></Relationships>
</file>

<file path=ppt/slides/_rels/slide53.xml.rels><?xml version="1.0" encoding="UTF-8" standalone="yes"?>
<Relationships xmlns="http://schemas.openxmlformats.org/package/2006/relationships"><Relationship Id="rId8" Type="http://schemas.openxmlformats.org/officeDocument/2006/relationships/oleObject" Target="../embeddings/oleObject96.bin"/><Relationship Id="rId3" Type="http://schemas.openxmlformats.org/officeDocument/2006/relationships/image" Target="../media/image123.wmf"/><Relationship Id="rId7" Type="http://schemas.openxmlformats.org/officeDocument/2006/relationships/image" Target="../media/image125.wmf"/><Relationship Id="rId2" Type="http://schemas.openxmlformats.org/officeDocument/2006/relationships/oleObject" Target="../embeddings/oleObject93.bin"/><Relationship Id="rId1" Type="http://schemas.openxmlformats.org/officeDocument/2006/relationships/slideLayout" Target="../slideLayouts/slideLayout2.xml"/><Relationship Id="rId6" Type="http://schemas.openxmlformats.org/officeDocument/2006/relationships/oleObject" Target="../embeddings/oleObject95.bin"/><Relationship Id="rId5" Type="http://schemas.openxmlformats.org/officeDocument/2006/relationships/image" Target="../media/image124.wmf"/><Relationship Id="rId4" Type="http://schemas.openxmlformats.org/officeDocument/2006/relationships/oleObject" Target="../embeddings/oleObject94.bin"/><Relationship Id="rId9" Type="http://schemas.openxmlformats.org/officeDocument/2006/relationships/image" Target="../media/image126.wmf"/></Relationships>
</file>

<file path=ppt/slides/_rels/slide54.xml.rels><?xml version="1.0" encoding="UTF-8" standalone="yes"?>
<Relationships xmlns="http://schemas.openxmlformats.org/package/2006/relationships"><Relationship Id="rId3" Type="http://schemas.openxmlformats.org/officeDocument/2006/relationships/image" Target="../media/image127.wmf"/><Relationship Id="rId2" Type="http://schemas.openxmlformats.org/officeDocument/2006/relationships/oleObject" Target="../embeddings/oleObject97.bin"/><Relationship Id="rId1" Type="http://schemas.openxmlformats.org/officeDocument/2006/relationships/slideLayout" Target="../slideLayouts/slideLayout2.xml"/><Relationship Id="rId5" Type="http://schemas.openxmlformats.org/officeDocument/2006/relationships/image" Target="../media/image128.wmf"/><Relationship Id="rId4" Type="http://schemas.openxmlformats.org/officeDocument/2006/relationships/oleObject" Target="../embeddings/oleObject98.bin"/></Relationships>
</file>

<file path=ppt/slides/_rels/slide55.xml.rels><?xml version="1.0" encoding="UTF-8" standalone="yes"?>
<Relationships xmlns="http://schemas.openxmlformats.org/package/2006/relationships"><Relationship Id="rId8" Type="http://schemas.openxmlformats.org/officeDocument/2006/relationships/oleObject" Target="../embeddings/oleObject102.bin"/><Relationship Id="rId13" Type="http://schemas.openxmlformats.org/officeDocument/2006/relationships/image" Target="../media/image134.wmf"/><Relationship Id="rId3" Type="http://schemas.openxmlformats.org/officeDocument/2006/relationships/image" Target="../media/image129.wmf"/><Relationship Id="rId7" Type="http://schemas.openxmlformats.org/officeDocument/2006/relationships/image" Target="../media/image131.wmf"/><Relationship Id="rId12" Type="http://schemas.openxmlformats.org/officeDocument/2006/relationships/oleObject" Target="../embeddings/oleObject104.bin"/><Relationship Id="rId2" Type="http://schemas.openxmlformats.org/officeDocument/2006/relationships/oleObject" Target="../embeddings/oleObject99.bin"/><Relationship Id="rId1" Type="http://schemas.openxmlformats.org/officeDocument/2006/relationships/slideLayout" Target="../slideLayouts/slideLayout2.xml"/><Relationship Id="rId6" Type="http://schemas.openxmlformats.org/officeDocument/2006/relationships/oleObject" Target="../embeddings/oleObject101.bin"/><Relationship Id="rId11" Type="http://schemas.openxmlformats.org/officeDocument/2006/relationships/image" Target="../media/image133.wmf"/><Relationship Id="rId5" Type="http://schemas.openxmlformats.org/officeDocument/2006/relationships/image" Target="../media/image130.wmf"/><Relationship Id="rId15" Type="http://schemas.openxmlformats.org/officeDocument/2006/relationships/image" Target="../media/image135.wmf"/><Relationship Id="rId10" Type="http://schemas.openxmlformats.org/officeDocument/2006/relationships/oleObject" Target="../embeddings/oleObject103.bin"/><Relationship Id="rId4" Type="http://schemas.openxmlformats.org/officeDocument/2006/relationships/oleObject" Target="../embeddings/oleObject100.bin"/><Relationship Id="rId9" Type="http://schemas.openxmlformats.org/officeDocument/2006/relationships/image" Target="../media/image132.wmf"/><Relationship Id="rId14" Type="http://schemas.openxmlformats.org/officeDocument/2006/relationships/oleObject" Target="../embeddings/oleObject105.bin"/></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1"/>
          <p:cNvSpPr>
            <a:spLocks noGrp="1"/>
          </p:cNvSpPr>
          <p:nvPr>
            <p:ph type="ctrTitle"/>
          </p:nvPr>
        </p:nvSpPr>
        <p:spPr/>
        <p:txBody>
          <a:bodyPr/>
          <a:lstStyle/>
          <a:p>
            <a:pPr eaLnBrk="1" hangingPunct="1"/>
            <a:endParaRPr lang="en-US"/>
          </a:p>
        </p:txBody>
      </p:sp>
      <p:sp>
        <p:nvSpPr>
          <p:cNvPr id="3075" name="Subtitle 2"/>
          <p:cNvSpPr>
            <a:spLocks noGrp="1"/>
          </p:cNvSpPr>
          <p:nvPr>
            <p:ph type="subTitle" idx="1"/>
          </p:nvPr>
        </p:nvSpPr>
        <p:spPr/>
        <p:txBody>
          <a:bodyPr rtlCol="0">
            <a:normAutofit/>
          </a:bodyPr>
          <a:lstStyle/>
          <a:p>
            <a:pPr eaLnBrk="1" fontAlgn="auto" hangingPunct="1">
              <a:spcAft>
                <a:spcPts val="0"/>
              </a:spcAft>
              <a:buFont typeface="Arial" pitchFamily="34" charset="0"/>
              <a:buNone/>
              <a:defRPr/>
            </a:pPr>
            <a:endParaRPr lang="en-US"/>
          </a:p>
        </p:txBody>
      </p:sp>
      <p:pic>
        <p:nvPicPr>
          <p:cNvPr id="2052" name="2 Imagen" descr="magnetic-field-lines.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itle 1"/>
          <p:cNvSpPr txBox="1">
            <a:spLocks/>
          </p:cNvSpPr>
          <p:nvPr/>
        </p:nvSpPr>
        <p:spPr>
          <a:xfrm>
            <a:off x="76200" y="381000"/>
            <a:ext cx="8915400" cy="762000"/>
          </a:xfrm>
          <a:prstGeom prst="rect">
            <a:avLst/>
          </a:prstGeom>
          <a:gradFill>
            <a:gsLst>
              <a:gs pos="0">
                <a:srgbClr val="000082"/>
              </a:gs>
              <a:gs pos="13000">
                <a:srgbClr val="0047FF"/>
              </a:gs>
              <a:gs pos="28000">
                <a:srgbClr val="000082"/>
              </a:gs>
              <a:gs pos="42999">
                <a:srgbClr val="0047FF"/>
              </a:gs>
              <a:gs pos="58000">
                <a:srgbClr val="000082"/>
              </a:gs>
              <a:gs pos="72000">
                <a:srgbClr val="0047FF"/>
              </a:gs>
              <a:gs pos="87000">
                <a:srgbClr val="000082"/>
              </a:gs>
              <a:gs pos="100000">
                <a:srgbClr val="0047FF"/>
              </a:gs>
            </a:gsLst>
            <a:lin ang="5400000" scaled="0"/>
          </a:gradFill>
          <a:ln>
            <a:noFill/>
          </a:ln>
        </p:spPr>
        <p:txBody>
          <a:bodyPr lIns="0" tIns="0" rIns="18288" bIns="0" anchor="b">
            <a:normAutofit/>
            <a:scene3d>
              <a:camera prst="orthographicFront"/>
              <a:lightRig rig="freezing" dir="t">
                <a:rot lat="0" lon="0" rev="5640000"/>
              </a:lightRig>
            </a:scene3d>
            <a:sp3d prstMaterial="flat">
              <a:bevelT w="38100" h="38100"/>
              <a:contourClr>
                <a:schemeClr val="tx2"/>
              </a:contourClr>
            </a:sp3d>
          </a:bodyPr>
          <a:lstStyle/>
          <a:p>
            <a:pPr algn="ctr" fontAlgn="auto">
              <a:spcAft>
                <a:spcPts val="0"/>
              </a:spcAft>
              <a:defRPr/>
            </a:pPr>
            <a:r>
              <a:rPr lang="en-US" sz="3600" b="1" dirty="0">
                <a:solidFill>
                  <a:srgbClr val="FFFF99"/>
                </a:solidFill>
                <a:effectLst>
                  <a:outerShdw blurRad="38100" dist="25400" dir="5400000" algn="tl" rotWithShape="0">
                    <a:srgbClr val="000000">
                      <a:alpha val="43000"/>
                    </a:srgbClr>
                  </a:outerShdw>
                </a:effectLst>
                <a:latin typeface="Times New Roman" pitchFamily="18" charset="0"/>
                <a:ea typeface="+mj-ea"/>
                <a:cs typeface="Times New Roman" pitchFamily="18" charset="0"/>
              </a:rPr>
              <a:t>CHƯƠNG 9: TỪ TRƯỜNG KHÔNG ĐỔI</a:t>
            </a:r>
          </a:p>
        </p:txBody>
      </p:sp>
      <p:sp>
        <p:nvSpPr>
          <p:cNvPr id="6" name="Subtitle 2"/>
          <p:cNvSpPr txBox="1">
            <a:spLocks/>
          </p:cNvSpPr>
          <p:nvPr/>
        </p:nvSpPr>
        <p:spPr bwMode="auto">
          <a:xfrm>
            <a:off x="304800" y="1524000"/>
            <a:ext cx="8686800" cy="487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18288"/>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ts val="2400"/>
              </a:spcBef>
              <a:buClr>
                <a:srgbClr val="0BD0D9"/>
              </a:buClr>
              <a:buSzPct val="95000"/>
            </a:pPr>
            <a:r>
              <a:rPr lang="en-US" sz="2800" b="1" dirty="0">
                <a:solidFill>
                  <a:srgbClr val="FFFF00"/>
                </a:solidFill>
                <a:latin typeface="Times New Roman" pitchFamily="18" charset="0"/>
                <a:cs typeface="Times New Roman" pitchFamily="18" charset="0"/>
              </a:rPr>
              <a:t>9.1</a:t>
            </a:r>
            <a:r>
              <a:rPr lang="en-US" sz="2800" b="1" dirty="0">
                <a:solidFill>
                  <a:schemeClr val="bg1"/>
                </a:solidFill>
                <a:latin typeface="Times New Roman" pitchFamily="18" charset="0"/>
                <a:cs typeface="Times New Roman" pitchFamily="18" charset="0"/>
              </a:rPr>
              <a:t>  TƯƠNG TÁC TỪ CỦA DÒNG ĐIỆN – ĐỊNH LUẬT BIO-SAVART-LAPLACE</a:t>
            </a:r>
          </a:p>
          <a:p>
            <a:pPr eaLnBrk="1" hangingPunct="1">
              <a:spcBef>
                <a:spcPts val="2400"/>
              </a:spcBef>
              <a:buClr>
                <a:srgbClr val="0BD0D9"/>
              </a:buClr>
              <a:buSzPct val="95000"/>
            </a:pPr>
            <a:r>
              <a:rPr lang="en-US" sz="2800" b="1" dirty="0">
                <a:solidFill>
                  <a:srgbClr val="FFFF00"/>
                </a:solidFill>
                <a:latin typeface="Times New Roman" pitchFamily="18" charset="0"/>
                <a:cs typeface="Times New Roman" pitchFamily="18" charset="0"/>
              </a:rPr>
              <a:t>9.2</a:t>
            </a:r>
            <a:r>
              <a:rPr lang="en-US" sz="2800" b="1" dirty="0">
                <a:solidFill>
                  <a:schemeClr val="bg1"/>
                </a:solidFill>
                <a:latin typeface="Times New Roman" pitchFamily="18" charset="0"/>
                <a:cs typeface="Times New Roman" pitchFamily="18" charset="0"/>
              </a:rPr>
              <a:t>  TỪ THÔNG</a:t>
            </a:r>
          </a:p>
          <a:p>
            <a:pPr eaLnBrk="1" hangingPunct="1">
              <a:spcBef>
                <a:spcPts val="2400"/>
              </a:spcBef>
              <a:buClr>
                <a:srgbClr val="0BD0D9"/>
              </a:buClr>
              <a:buSzPct val="95000"/>
            </a:pPr>
            <a:r>
              <a:rPr lang="en-US" sz="2800" b="1" dirty="0">
                <a:solidFill>
                  <a:srgbClr val="FFFF00"/>
                </a:solidFill>
                <a:latin typeface="Times New Roman" pitchFamily="18" charset="0"/>
                <a:cs typeface="Times New Roman" pitchFamily="18" charset="0"/>
              </a:rPr>
              <a:t>9.3</a:t>
            </a:r>
            <a:r>
              <a:rPr lang="en-US" sz="2800" b="1" dirty="0">
                <a:solidFill>
                  <a:schemeClr val="bg1"/>
                </a:solidFill>
                <a:latin typeface="Times New Roman" pitchFamily="18" charset="0"/>
                <a:cs typeface="Times New Roman" pitchFamily="18" charset="0"/>
              </a:rPr>
              <a:t>  LƯU SỐ CỦA VECTƠ CƯỜNG ĐỘ TỪ TRƯỜNG – ĐỊNH LÝ AMPERE VỀ DÒNG ĐIỆN TOÀN PHẦN</a:t>
            </a:r>
          </a:p>
          <a:p>
            <a:pPr eaLnBrk="1" hangingPunct="1">
              <a:spcBef>
                <a:spcPts val="2400"/>
              </a:spcBef>
              <a:buClr>
                <a:srgbClr val="0BD0D9"/>
              </a:buClr>
              <a:buSzPct val="95000"/>
            </a:pPr>
            <a:r>
              <a:rPr lang="en-US" sz="2800" b="1" dirty="0">
                <a:solidFill>
                  <a:srgbClr val="FFFF00"/>
                </a:solidFill>
                <a:latin typeface="Times New Roman" pitchFamily="18" charset="0"/>
                <a:cs typeface="Times New Roman" pitchFamily="18" charset="0"/>
              </a:rPr>
              <a:t>9.4</a:t>
            </a:r>
            <a:r>
              <a:rPr lang="en-US" sz="2800" b="1" dirty="0">
                <a:solidFill>
                  <a:schemeClr val="bg1"/>
                </a:solidFill>
                <a:latin typeface="Times New Roman" pitchFamily="18" charset="0"/>
                <a:cs typeface="Times New Roman" pitchFamily="18" charset="0"/>
              </a:rPr>
              <a:t>  TÁC DỤNG CỦA TỪ TRƯỜNG LÊN DÒNG ĐIỆN</a:t>
            </a:r>
          </a:p>
          <a:p>
            <a:pPr eaLnBrk="1" hangingPunct="1">
              <a:spcBef>
                <a:spcPts val="2400"/>
              </a:spcBef>
              <a:buClr>
                <a:srgbClr val="0BD0D9"/>
              </a:buClr>
              <a:buSzPct val="95000"/>
            </a:pPr>
            <a:r>
              <a:rPr lang="en-US" sz="2800" b="1" dirty="0">
                <a:solidFill>
                  <a:srgbClr val="FFFF00"/>
                </a:solidFill>
                <a:latin typeface="Times New Roman" pitchFamily="18" charset="0"/>
                <a:cs typeface="Times New Roman" pitchFamily="18" charset="0"/>
              </a:rPr>
              <a:t>9.5 </a:t>
            </a:r>
            <a:r>
              <a:rPr lang="en-US" sz="2800" b="1" dirty="0">
                <a:solidFill>
                  <a:schemeClr val="bg1"/>
                </a:solidFill>
                <a:latin typeface="Times New Roman" pitchFamily="18" charset="0"/>
                <a:cs typeface="Times New Roman" pitchFamily="18" charset="0"/>
              </a:rPr>
              <a:t>  ĐIỆN TÍCH CHUYỂN ĐỘNG TRONG TỪ TRƯỜNG KHÔNG ĐỔI</a:t>
            </a:r>
          </a:p>
          <a:p>
            <a:pPr eaLnBrk="1" hangingPunct="1">
              <a:spcBef>
                <a:spcPts val="2400"/>
              </a:spcBef>
              <a:buClr>
                <a:srgbClr val="0BD0D9"/>
              </a:buClr>
              <a:buSzPct val="95000"/>
            </a:pPr>
            <a:endParaRPr lang="en-US" sz="2800" b="1" dirty="0">
              <a:solidFill>
                <a:schemeClr val="bg1"/>
              </a:solidFill>
              <a:latin typeface="Times New Roman" pitchFamily="18" charset="0"/>
              <a:cs typeface="Times New Roman" pitchFamily="18" charset="0"/>
            </a:endParaRPr>
          </a:p>
        </p:txBody>
      </p:sp>
      <p:sp>
        <p:nvSpPr>
          <p:cNvPr id="2" name="Footer Placeholder 1">
            <a:extLst>
              <a:ext uri="{FF2B5EF4-FFF2-40B4-BE49-F238E27FC236}">
                <a16:creationId xmlns:a16="http://schemas.microsoft.com/office/drawing/2014/main" id="{F9D7B94E-F588-189F-ABE5-DA77F572324C}"/>
              </a:ext>
            </a:extLst>
          </p:cNvPr>
          <p:cNvSpPr>
            <a:spLocks noGrp="1"/>
          </p:cNvSpPr>
          <p:nvPr>
            <p:ph type="ftr" sz="quarter" idx="11"/>
          </p:nvPr>
        </p:nvSpPr>
        <p:spPr/>
        <p:txBody>
          <a:bodyPr/>
          <a:lstStyle/>
          <a:p>
            <a:pPr>
              <a:defRPr/>
            </a:pPr>
            <a:r>
              <a:rPr lang="en-US"/>
              <a:t>Bùi Quốc Trung - VLDC</a:t>
            </a:r>
          </a:p>
        </p:txBody>
      </p:sp>
      <p:sp>
        <p:nvSpPr>
          <p:cNvPr id="3" name="Slide Number Placeholder 2">
            <a:extLst>
              <a:ext uri="{FF2B5EF4-FFF2-40B4-BE49-F238E27FC236}">
                <a16:creationId xmlns:a16="http://schemas.microsoft.com/office/drawing/2014/main" id="{443C2C40-06BE-65CE-2B84-5FFDBE6973C7}"/>
              </a:ext>
            </a:extLst>
          </p:cNvPr>
          <p:cNvSpPr>
            <a:spLocks noGrp="1"/>
          </p:cNvSpPr>
          <p:nvPr>
            <p:ph type="sldNum" sz="quarter" idx="12"/>
          </p:nvPr>
        </p:nvSpPr>
        <p:spPr/>
        <p:txBody>
          <a:bodyPr/>
          <a:lstStyle/>
          <a:p>
            <a:pPr>
              <a:defRPr/>
            </a:pPr>
            <a:fld id="{89293DEA-2A20-4A48-AEC7-CF8D592A212C}" type="slidenum">
              <a:rPr lang="en-US" smtClean="0"/>
              <a:pPr>
                <a:defRPr/>
              </a:pPr>
              <a:t>1</a:t>
            </a:fld>
            <a:endParaRPr lang="en-US" dirty="0"/>
          </a:p>
        </p:txBody>
      </p:sp>
      <p:sp>
        <p:nvSpPr>
          <p:cNvPr id="7" name="TextBox 6">
            <a:extLst>
              <a:ext uri="{FF2B5EF4-FFF2-40B4-BE49-F238E27FC236}">
                <a16:creationId xmlns:a16="http://schemas.microsoft.com/office/drawing/2014/main" id="{EF6A0865-A705-3CED-73FD-0D5573EEE64D}"/>
              </a:ext>
            </a:extLst>
          </p:cNvPr>
          <p:cNvSpPr txBox="1"/>
          <p:nvPr/>
        </p:nvSpPr>
        <p:spPr>
          <a:xfrm>
            <a:off x="2286000" y="3246690"/>
            <a:ext cx="4572000" cy="369332"/>
          </a:xfrm>
          <a:prstGeom prst="rect">
            <a:avLst/>
          </a:prstGeom>
          <a:noFill/>
        </p:spPr>
        <p:txBody>
          <a:bodyPr wrap="square">
            <a:spAutoFit/>
          </a:bodyPr>
          <a:lstStyle/>
          <a:p>
            <a:r>
              <a:rPr lang="en-GB"/>
              <a:t>chrome-native://</a:t>
            </a:r>
            <a:r>
              <a:rPr lang="en-GB" dirty="0" err="1"/>
              <a:t>newtab</a:t>
            </a:r>
            <a:r>
              <a:rPr lang="en-GB" dirty="0"/>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par>
                          <p:cTn id="8" fill="hold" nodeType="afterGroup">
                            <p:stCondLst>
                              <p:cond delay="500"/>
                            </p:stCondLst>
                            <p:childTnLst>
                              <p:par>
                                <p:cTn id="9" presetID="2" presetClass="entr" presetSubtype="4" fill="hold" nodeType="afterEffect">
                                  <p:stCondLst>
                                    <p:cond delay="0"/>
                                  </p:stCondLst>
                                  <p:childTnLst>
                                    <p:set>
                                      <p:cBhvr>
                                        <p:cTn id="10" dur="1" fill="hold">
                                          <p:stCondLst>
                                            <p:cond delay="0"/>
                                          </p:stCondLst>
                                        </p:cTn>
                                        <p:tgtEl>
                                          <p:spTgt spid="6">
                                            <p:txEl>
                                              <p:pRg st="0" end="0"/>
                                            </p:txEl>
                                          </p:spTgt>
                                        </p:tgtEl>
                                        <p:attrNameLst>
                                          <p:attrName>style.visibility</p:attrName>
                                        </p:attrNameLst>
                                      </p:cBhvr>
                                      <p:to>
                                        <p:strVal val="visible"/>
                                      </p:to>
                                    </p:set>
                                    <p:anim calcmode="lin" valueType="num">
                                      <p:cBhvr additive="base">
                                        <p:cTn id="11"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12" dur="1000" fill="hold"/>
                                        <p:tgtEl>
                                          <p:spTgt spid="6">
                                            <p:txEl>
                                              <p:pRg st="0" end="0"/>
                                            </p:txEl>
                                          </p:spTgt>
                                        </p:tgtEl>
                                        <p:attrNameLst>
                                          <p:attrName>ppt_y</p:attrName>
                                        </p:attrNameLst>
                                      </p:cBhvr>
                                      <p:tavLst>
                                        <p:tav tm="0">
                                          <p:val>
                                            <p:strVal val="1+#ppt_h/2"/>
                                          </p:val>
                                        </p:tav>
                                        <p:tav tm="100000">
                                          <p:val>
                                            <p:strVal val="#ppt_y"/>
                                          </p:val>
                                        </p:tav>
                                      </p:tavLst>
                                    </p:anim>
                                  </p:childTnLst>
                                </p:cTn>
                              </p:par>
                            </p:childTnLst>
                          </p:cTn>
                        </p:par>
                        <p:par>
                          <p:cTn id="13" fill="hold">
                            <p:stCondLst>
                              <p:cond delay="1500"/>
                            </p:stCondLst>
                            <p:childTnLst>
                              <p:par>
                                <p:cTn id="14" presetID="2" presetClass="entr" presetSubtype="4" fill="hold" nodeType="afterEffect">
                                  <p:stCondLst>
                                    <p:cond delay="0"/>
                                  </p:stCondLst>
                                  <p:childTnLst>
                                    <p:set>
                                      <p:cBhvr>
                                        <p:cTn id="15" dur="1" fill="hold">
                                          <p:stCondLst>
                                            <p:cond delay="0"/>
                                          </p:stCondLst>
                                        </p:cTn>
                                        <p:tgtEl>
                                          <p:spTgt spid="6">
                                            <p:txEl>
                                              <p:pRg st="1" end="1"/>
                                            </p:txEl>
                                          </p:spTgt>
                                        </p:tgtEl>
                                        <p:attrNameLst>
                                          <p:attrName>style.visibility</p:attrName>
                                        </p:attrNameLst>
                                      </p:cBhvr>
                                      <p:to>
                                        <p:strVal val="visible"/>
                                      </p:to>
                                    </p:set>
                                    <p:anim calcmode="lin" valueType="num">
                                      <p:cBhvr additive="base">
                                        <p:cTn id="16" dur="1000" fill="hold"/>
                                        <p:tgtEl>
                                          <p:spTgt spid="6">
                                            <p:txEl>
                                              <p:pRg st="1" end="1"/>
                                            </p:txEl>
                                          </p:spTgt>
                                        </p:tgtEl>
                                        <p:attrNameLst>
                                          <p:attrName>ppt_x</p:attrName>
                                        </p:attrNameLst>
                                      </p:cBhvr>
                                      <p:tavLst>
                                        <p:tav tm="0">
                                          <p:val>
                                            <p:strVal val="#ppt_x"/>
                                          </p:val>
                                        </p:tav>
                                        <p:tav tm="100000">
                                          <p:val>
                                            <p:strVal val="#ppt_x"/>
                                          </p:val>
                                        </p:tav>
                                      </p:tavLst>
                                    </p:anim>
                                    <p:anim calcmode="lin" valueType="num">
                                      <p:cBhvr additive="base">
                                        <p:cTn id="17" dur="1000" fill="hold"/>
                                        <p:tgtEl>
                                          <p:spTgt spid="6">
                                            <p:txEl>
                                              <p:pRg st="1" end="1"/>
                                            </p:txEl>
                                          </p:spTgt>
                                        </p:tgtEl>
                                        <p:attrNameLst>
                                          <p:attrName>ppt_y</p:attrName>
                                        </p:attrNameLst>
                                      </p:cBhvr>
                                      <p:tavLst>
                                        <p:tav tm="0">
                                          <p:val>
                                            <p:strVal val="1+#ppt_h/2"/>
                                          </p:val>
                                        </p:tav>
                                        <p:tav tm="100000">
                                          <p:val>
                                            <p:strVal val="#ppt_y"/>
                                          </p:val>
                                        </p:tav>
                                      </p:tavLst>
                                    </p:anim>
                                  </p:childTnLst>
                                </p:cTn>
                              </p:par>
                            </p:childTnLst>
                          </p:cTn>
                        </p:par>
                        <p:par>
                          <p:cTn id="18" fill="hold" nodeType="afterGroup">
                            <p:stCondLst>
                              <p:cond delay="2500"/>
                            </p:stCondLst>
                            <p:childTnLst>
                              <p:par>
                                <p:cTn id="19" presetID="2" presetClass="entr" presetSubtype="4" fill="hold" nodeType="afterEffect">
                                  <p:stCondLst>
                                    <p:cond delay="0"/>
                                  </p:stCondLst>
                                  <p:childTnLst>
                                    <p:set>
                                      <p:cBhvr>
                                        <p:cTn id="20" dur="1" fill="hold">
                                          <p:stCondLst>
                                            <p:cond delay="0"/>
                                          </p:stCondLst>
                                        </p:cTn>
                                        <p:tgtEl>
                                          <p:spTgt spid="6">
                                            <p:txEl>
                                              <p:pRg st="2" end="2"/>
                                            </p:txEl>
                                          </p:spTgt>
                                        </p:tgtEl>
                                        <p:attrNameLst>
                                          <p:attrName>style.visibility</p:attrName>
                                        </p:attrNameLst>
                                      </p:cBhvr>
                                      <p:to>
                                        <p:strVal val="visible"/>
                                      </p:to>
                                    </p:set>
                                    <p:anim calcmode="lin" valueType="num">
                                      <p:cBhvr additive="base">
                                        <p:cTn id="21" dur="1000" fill="hold"/>
                                        <p:tgtEl>
                                          <p:spTgt spid="6">
                                            <p:txEl>
                                              <p:pRg st="2" end="2"/>
                                            </p:txEl>
                                          </p:spTgt>
                                        </p:tgtEl>
                                        <p:attrNameLst>
                                          <p:attrName>ppt_x</p:attrName>
                                        </p:attrNameLst>
                                      </p:cBhvr>
                                      <p:tavLst>
                                        <p:tav tm="0">
                                          <p:val>
                                            <p:strVal val="#ppt_x"/>
                                          </p:val>
                                        </p:tav>
                                        <p:tav tm="100000">
                                          <p:val>
                                            <p:strVal val="#ppt_x"/>
                                          </p:val>
                                        </p:tav>
                                      </p:tavLst>
                                    </p:anim>
                                    <p:anim calcmode="lin" valueType="num">
                                      <p:cBhvr additive="base">
                                        <p:cTn id="22" dur="1000" fill="hold"/>
                                        <p:tgtEl>
                                          <p:spTgt spid="6">
                                            <p:txEl>
                                              <p:pRg st="2" end="2"/>
                                            </p:txEl>
                                          </p:spTgt>
                                        </p:tgtEl>
                                        <p:attrNameLst>
                                          <p:attrName>ppt_y</p:attrName>
                                        </p:attrNameLst>
                                      </p:cBhvr>
                                      <p:tavLst>
                                        <p:tav tm="0">
                                          <p:val>
                                            <p:strVal val="1+#ppt_h/2"/>
                                          </p:val>
                                        </p:tav>
                                        <p:tav tm="100000">
                                          <p:val>
                                            <p:strVal val="#ppt_y"/>
                                          </p:val>
                                        </p:tav>
                                      </p:tavLst>
                                    </p:anim>
                                  </p:childTnLst>
                                </p:cTn>
                              </p:par>
                            </p:childTnLst>
                          </p:cTn>
                        </p:par>
                        <p:par>
                          <p:cTn id="23" fill="hold" nodeType="afterGroup">
                            <p:stCondLst>
                              <p:cond delay="3500"/>
                            </p:stCondLst>
                            <p:childTnLst>
                              <p:par>
                                <p:cTn id="24" presetID="2" presetClass="entr" presetSubtype="4" fill="hold" nodeType="afterEffect">
                                  <p:stCondLst>
                                    <p:cond delay="0"/>
                                  </p:stCondLst>
                                  <p:childTnLst>
                                    <p:set>
                                      <p:cBhvr>
                                        <p:cTn id="25" dur="1" fill="hold">
                                          <p:stCondLst>
                                            <p:cond delay="0"/>
                                          </p:stCondLst>
                                        </p:cTn>
                                        <p:tgtEl>
                                          <p:spTgt spid="6">
                                            <p:txEl>
                                              <p:pRg st="3" end="3"/>
                                            </p:txEl>
                                          </p:spTgt>
                                        </p:tgtEl>
                                        <p:attrNameLst>
                                          <p:attrName>style.visibility</p:attrName>
                                        </p:attrNameLst>
                                      </p:cBhvr>
                                      <p:to>
                                        <p:strVal val="visible"/>
                                      </p:to>
                                    </p:set>
                                    <p:anim calcmode="lin" valueType="num">
                                      <p:cBhvr additive="base">
                                        <p:cTn id="26" dur="1000" fill="hold"/>
                                        <p:tgtEl>
                                          <p:spTgt spid="6">
                                            <p:txEl>
                                              <p:pRg st="3" end="3"/>
                                            </p:txEl>
                                          </p:spTgt>
                                        </p:tgtEl>
                                        <p:attrNameLst>
                                          <p:attrName>ppt_x</p:attrName>
                                        </p:attrNameLst>
                                      </p:cBhvr>
                                      <p:tavLst>
                                        <p:tav tm="0">
                                          <p:val>
                                            <p:strVal val="#ppt_x"/>
                                          </p:val>
                                        </p:tav>
                                        <p:tav tm="100000">
                                          <p:val>
                                            <p:strVal val="#ppt_x"/>
                                          </p:val>
                                        </p:tav>
                                      </p:tavLst>
                                    </p:anim>
                                    <p:anim calcmode="lin" valueType="num">
                                      <p:cBhvr additive="base">
                                        <p:cTn id="27" dur="1000" fill="hold"/>
                                        <p:tgtEl>
                                          <p:spTgt spid="6">
                                            <p:txEl>
                                              <p:pRg st="3" end="3"/>
                                            </p:txEl>
                                          </p:spTgt>
                                        </p:tgtEl>
                                        <p:attrNameLst>
                                          <p:attrName>ppt_y</p:attrName>
                                        </p:attrNameLst>
                                      </p:cBhvr>
                                      <p:tavLst>
                                        <p:tav tm="0">
                                          <p:val>
                                            <p:strVal val="1+#ppt_h/2"/>
                                          </p:val>
                                        </p:tav>
                                        <p:tav tm="100000">
                                          <p:val>
                                            <p:strVal val="#ppt_y"/>
                                          </p:val>
                                        </p:tav>
                                      </p:tavLst>
                                    </p:anim>
                                  </p:childTnLst>
                                </p:cTn>
                              </p:par>
                            </p:childTnLst>
                          </p:cTn>
                        </p:par>
                        <p:par>
                          <p:cTn id="28" fill="hold" nodeType="afterGroup">
                            <p:stCondLst>
                              <p:cond delay="4500"/>
                            </p:stCondLst>
                            <p:childTnLst>
                              <p:par>
                                <p:cTn id="29" presetID="2" presetClass="entr" presetSubtype="4" fill="hold" nodeType="afterEffect">
                                  <p:stCondLst>
                                    <p:cond delay="0"/>
                                  </p:stCondLst>
                                  <p:childTnLst>
                                    <p:set>
                                      <p:cBhvr>
                                        <p:cTn id="30" dur="1" fill="hold">
                                          <p:stCondLst>
                                            <p:cond delay="0"/>
                                          </p:stCondLst>
                                        </p:cTn>
                                        <p:tgtEl>
                                          <p:spTgt spid="6">
                                            <p:txEl>
                                              <p:pRg st="4" end="4"/>
                                            </p:txEl>
                                          </p:spTgt>
                                        </p:tgtEl>
                                        <p:attrNameLst>
                                          <p:attrName>style.visibility</p:attrName>
                                        </p:attrNameLst>
                                      </p:cBhvr>
                                      <p:to>
                                        <p:strVal val="visible"/>
                                      </p:to>
                                    </p:set>
                                    <p:anim calcmode="lin" valueType="num">
                                      <p:cBhvr additive="base">
                                        <p:cTn id="31" dur="1000" fill="hold"/>
                                        <p:tgtEl>
                                          <p:spTgt spid="6">
                                            <p:txEl>
                                              <p:pRg st="4" end="4"/>
                                            </p:txEl>
                                          </p:spTgt>
                                        </p:tgtEl>
                                        <p:attrNameLst>
                                          <p:attrName>ppt_x</p:attrName>
                                        </p:attrNameLst>
                                      </p:cBhvr>
                                      <p:tavLst>
                                        <p:tav tm="0">
                                          <p:val>
                                            <p:strVal val="#ppt_x"/>
                                          </p:val>
                                        </p:tav>
                                        <p:tav tm="100000">
                                          <p:val>
                                            <p:strVal val="#ppt_x"/>
                                          </p:val>
                                        </p:tav>
                                      </p:tavLst>
                                    </p:anim>
                                    <p:anim calcmode="lin" valueType="num">
                                      <p:cBhvr additive="base">
                                        <p:cTn id="32" dur="1000" fill="hold"/>
                                        <p:tgtEl>
                                          <p:spTgt spid="6">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074" name="Title 1"/>
          <p:cNvSpPr>
            <a:spLocks noGrp="1"/>
          </p:cNvSpPr>
          <p:nvPr>
            <p:ph type="title"/>
          </p:nvPr>
        </p:nvSpPr>
        <p:spPr>
          <a:xfrm>
            <a:off x="533400" y="74613"/>
            <a:ext cx="6319838" cy="839787"/>
          </a:xfrm>
        </p:spPr>
        <p:txBody>
          <a:bodyPr/>
          <a:lstStyle/>
          <a:p>
            <a:pPr algn="l" eaLnBrk="1" hangingPunct="1">
              <a:spcBef>
                <a:spcPts val="2400"/>
              </a:spcBef>
            </a:pPr>
            <a:r>
              <a:rPr lang="en-US" sz="2400" b="1" dirty="0">
                <a:solidFill>
                  <a:srgbClr val="002060"/>
                </a:solidFill>
                <a:latin typeface="Times New Roman" pitchFamily="18" charset="0"/>
                <a:cs typeface="Times New Roman" pitchFamily="18" charset="0"/>
              </a:rPr>
              <a:t>9.1  TƯƠNG TÁC TỪ CỦA DÒNG ĐIỆN</a:t>
            </a:r>
            <a:br>
              <a:rPr lang="en-US" sz="2400" b="1" dirty="0">
                <a:solidFill>
                  <a:srgbClr val="002060"/>
                </a:solidFill>
                <a:latin typeface="Times New Roman" pitchFamily="18" charset="0"/>
                <a:cs typeface="Times New Roman" pitchFamily="18" charset="0"/>
              </a:rPr>
            </a:br>
            <a:r>
              <a:rPr lang="en-US" sz="2400" b="1" dirty="0">
                <a:solidFill>
                  <a:srgbClr val="002060"/>
                </a:solidFill>
                <a:latin typeface="Times New Roman" pitchFamily="18" charset="0"/>
                <a:cs typeface="Times New Roman" pitchFamily="18" charset="0"/>
              </a:rPr>
              <a:t>        ĐỊNH LUẬT BIO-SAVART-LAPLACE</a:t>
            </a:r>
          </a:p>
        </p:txBody>
      </p:sp>
      <p:sp>
        <p:nvSpPr>
          <p:cNvPr id="15363" name="Content Placeholder 2"/>
          <p:cNvSpPr>
            <a:spLocks noGrp="1"/>
          </p:cNvSpPr>
          <p:nvPr>
            <p:ph idx="1"/>
          </p:nvPr>
        </p:nvSpPr>
        <p:spPr>
          <a:xfrm>
            <a:off x="609600" y="838200"/>
            <a:ext cx="6400800" cy="609600"/>
          </a:xfrm>
        </p:spPr>
        <p:txBody>
          <a:bodyPr rtlCol="0">
            <a:noAutofit/>
          </a:bodyPr>
          <a:lstStyle/>
          <a:p>
            <a:pPr marL="274320" indent="-274320" eaLnBrk="1" fontAlgn="auto" hangingPunct="1">
              <a:spcAft>
                <a:spcPts val="0"/>
              </a:spcAft>
              <a:buClr>
                <a:schemeClr val="accent3"/>
              </a:buClr>
              <a:buFont typeface="Wingdings 2" pitchFamily="18" charset="2"/>
              <a:buNone/>
              <a:defRPr/>
            </a:pPr>
            <a:r>
              <a:rPr lang="en-US" b="1" dirty="0">
                <a:latin typeface="Times New Roman" pitchFamily="18" charset="0"/>
                <a:cs typeface="Times New Roman" pitchFamily="18" charset="0"/>
              </a:rPr>
              <a:t>9.1.1 </a:t>
            </a:r>
            <a:r>
              <a:rPr lang="en-US" b="1" u="sng" dirty="0" err="1">
                <a:latin typeface="Times New Roman" pitchFamily="18" charset="0"/>
                <a:cs typeface="Times New Roman" pitchFamily="18" charset="0"/>
              </a:rPr>
              <a:t>Tương</a:t>
            </a:r>
            <a:r>
              <a:rPr lang="en-US" b="1" u="sng" dirty="0">
                <a:latin typeface="Times New Roman" pitchFamily="18" charset="0"/>
                <a:cs typeface="Times New Roman" pitchFamily="18" charset="0"/>
              </a:rPr>
              <a:t> </a:t>
            </a:r>
            <a:r>
              <a:rPr lang="en-US" b="1" u="sng" dirty="0" err="1">
                <a:latin typeface="Times New Roman" pitchFamily="18" charset="0"/>
                <a:cs typeface="Times New Roman" pitchFamily="18" charset="0"/>
              </a:rPr>
              <a:t>tác</a:t>
            </a:r>
            <a:r>
              <a:rPr lang="en-US" b="1" u="sng" dirty="0">
                <a:latin typeface="Times New Roman" pitchFamily="18" charset="0"/>
                <a:cs typeface="Times New Roman" pitchFamily="18" charset="0"/>
              </a:rPr>
              <a:t> </a:t>
            </a:r>
            <a:r>
              <a:rPr lang="en-US" b="1" u="sng" dirty="0" err="1">
                <a:latin typeface="Times New Roman" pitchFamily="18" charset="0"/>
                <a:cs typeface="Times New Roman" pitchFamily="18" charset="0"/>
              </a:rPr>
              <a:t>từ</a:t>
            </a:r>
            <a:r>
              <a:rPr lang="en-US" b="1" u="sng" dirty="0">
                <a:latin typeface="Times New Roman" pitchFamily="18" charset="0"/>
                <a:cs typeface="Times New Roman" pitchFamily="18" charset="0"/>
              </a:rPr>
              <a:t> </a:t>
            </a:r>
            <a:r>
              <a:rPr lang="en-US" b="1" u="sng" dirty="0" err="1">
                <a:latin typeface="Times New Roman" pitchFamily="18" charset="0"/>
                <a:cs typeface="Times New Roman" pitchFamily="18" charset="0"/>
              </a:rPr>
              <a:t>của</a:t>
            </a:r>
            <a:r>
              <a:rPr lang="en-US" b="1" u="sng" dirty="0">
                <a:latin typeface="Times New Roman" pitchFamily="18" charset="0"/>
                <a:cs typeface="Times New Roman" pitchFamily="18" charset="0"/>
              </a:rPr>
              <a:t> </a:t>
            </a:r>
            <a:r>
              <a:rPr lang="en-US" b="1" u="sng" dirty="0" err="1">
                <a:latin typeface="Times New Roman" pitchFamily="18" charset="0"/>
                <a:cs typeface="Times New Roman" pitchFamily="18" charset="0"/>
              </a:rPr>
              <a:t>dòng</a:t>
            </a:r>
            <a:r>
              <a:rPr lang="en-US" b="1" u="sng" dirty="0">
                <a:latin typeface="Times New Roman" pitchFamily="18" charset="0"/>
                <a:cs typeface="Times New Roman" pitchFamily="18" charset="0"/>
              </a:rPr>
              <a:t> </a:t>
            </a:r>
            <a:r>
              <a:rPr lang="en-US" b="1" u="sng" dirty="0" err="1">
                <a:latin typeface="Times New Roman" pitchFamily="18" charset="0"/>
                <a:cs typeface="Times New Roman" pitchFamily="18" charset="0"/>
              </a:rPr>
              <a:t>điện</a:t>
            </a:r>
            <a:endParaRPr lang="en-US" b="1" u="sng" dirty="0">
              <a:latin typeface="Times New Roman" pitchFamily="18" charset="0"/>
              <a:cs typeface="Times New Roman" pitchFamily="18" charset="0"/>
            </a:endParaRPr>
          </a:p>
        </p:txBody>
      </p:sp>
      <p:pic>
        <p:nvPicPr>
          <p:cNvPr id="9220"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9200" y="1600200"/>
            <a:ext cx="215265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1"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91200" y="1600200"/>
            <a:ext cx="21431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3"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91200" y="1600200"/>
            <a:ext cx="21240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3" name="Straight Connector 12"/>
          <p:cNvCxnSpPr/>
          <p:nvPr/>
        </p:nvCxnSpPr>
        <p:spPr>
          <a:xfrm rot="5400000">
            <a:off x="377032" y="3999706"/>
            <a:ext cx="2209800" cy="1587"/>
          </a:xfrm>
          <a:prstGeom prst="line">
            <a:avLst/>
          </a:prstGeom>
          <a:ln w="25400">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rot="5400000">
            <a:off x="1140619" y="3998119"/>
            <a:ext cx="2209800" cy="1588"/>
          </a:xfrm>
          <a:prstGeom prst="line">
            <a:avLst/>
          </a:prstGeom>
          <a:ln w="25400">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
        <p:nvSpPr>
          <p:cNvPr id="19" name="Freeform 18"/>
          <p:cNvSpPr/>
          <p:nvPr/>
        </p:nvSpPr>
        <p:spPr>
          <a:xfrm>
            <a:off x="1447800" y="2894013"/>
            <a:ext cx="152400" cy="2209800"/>
          </a:xfrm>
          <a:custGeom>
            <a:avLst/>
            <a:gdLst>
              <a:gd name="connsiteX0" fmla="*/ 0 w 505692"/>
              <a:gd name="connsiteY0" fmla="*/ 0 h 2339109"/>
              <a:gd name="connsiteX1" fmla="*/ 443346 w 505692"/>
              <a:gd name="connsiteY1" fmla="*/ 817418 h 2339109"/>
              <a:gd name="connsiteX2" fmla="*/ 374073 w 505692"/>
              <a:gd name="connsiteY2" fmla="*/ 1856509 h 2339109"/>
              <a:gd name="connsiteX3" fmla="*/ 193964 w 505692"/>
              <a:gd name="connsiteY3" fmla="*/ 2272145 h 2339109"/>
              <a:gd name="connsiteX4" fmla="*/ 193964 w 505692"/>
              <a:gd name="connsiteY4" fmla="*/ 2258291 h 2339109"/>
              <a:gd name="connsiteX0" fmla="*/ 0 w 505692"/>
              <a:gd name="connsiteY0" fmla="*/ 0 h 2339109"/>
              <a:gd name="connsiteX1" fmla="*/ 443346 w 505692"/>
              <a:gd name="connsiteY1" fmla="*/ 817418 h 2339109"/>
              <a:gd name="connsiteX2" fmla="*/ 374073 w 505692"/>
              <a:gd name="connsiteY2" fmla="*/ 1856509 h 2339109"/>
              <a:gd name="connsiteX3" fmla="*/ 193964 w 505692"/>
              <a:gd name="connsiteY3" fmla="*/ 2272145 h 2339109"/>
              <a:gd name="connsiteX4" fmla="*/ 193964 w 505692"/>
              <a:gd name="connsiteY4" fmla="*/ 2258291 h 2339109"/>
              <a:gd name="connsiteX0" fmla="*/ 0 w 505692"/>
              <a:gd name="connsiteY0" fmla="*/ 0 h 2272145"/>
              <a:gd name="connsiteX1" fmla="*/ 443346 w 505692"/>
              <a:gd name="connsiteY1" fmla="*/ 817418 h 2272145"/>
              <a:gd name="connsiteX2" fmla="*/ 374073 w 505692"/>
              <a:gd name="connsiteY2" fmla="*/ 1856509 h 2272145"/>
              <a:gd name="connsiteX3" fmla="*/ 193964 w 505692"/>
              <a:gd name="connsiteY3" fmla="*/ 2272145 h 2272145"/>
              <a:gd name="connsiteX0" fmla="*/ 0 w 505692"/>
              <a:gd name="connsiteY0" fmla="*/ 0 h 2272145"/>
              <a:gd name="connsiteX1" fmla="*/ 443346 w 505692"/>
              <a:gd name="connsiteY1" fmla="*/ 817418 h 2272145"/>
              <a:gd name="connsiteX2" fmla="*/ 374073 w 505692"/>
              <a:gd name="connsiteY2" fmla="*/ 1856509 h 2272145"/>
              <a:gd name="connsiteX3" fmla="*/ 374587 w 505692"/>
              <a:gd name="connsiteY3" fmla="*/ 1717964 h 2272145"/>
              <a:gd name="connsiteX4" fmla="*/ 193964 w 505692"/>
              <a:gd name="connsiteY4" fmla="*/ 2272145 h 2272145"/>
              <a:gd name="connsiteX0" fmla="*/ 0 w 505692"/>
              <a:gd name="connsiteY0" fmla="*/ 0 h 2272145"/>
              <a:gd name="connsiteX1" fmla="*/ 443346 w 505692"/>
              <a:gd name="connsiteY1" fmla="*/ 817418 h 2272145"/>
              <a:gd name="connsiteX2" fmla="*/ 374073 w 505692"/>
              <a:gd name="connsiteY2" fmla="*/ 1856509 h 2272145"/>
              <a:gd name="connsiteX3" fmla="*/ 193964 w 505692"/>
              <a:gd name="connsiteY3" fmla="*/ 2272145 h 2272145"/>
              <a:gd name="connsiteX0" fmla="*/ 0 w 505692"/>
              <a:gd name="connsiteY0" fmla="*/ 0 h 2272145"/>
              <a:gd name="connsiteX1" fmla="*/ 443346 w 505692"/>
              <a:gd name="connsiteY1" fmla="*/ 817418 h 2272145"/>
              <a:gd name="connsiteX2" fmla="*/ 374073 w 505692"/>
              <a:gd name="connsiteY2" fmla="*/ 1856509 h 2272145"/>
              <a:gd name="connsiteX3" fmla="*/ 193964 w 505692"/>
              <a:gd name="connsiteY3" fmla="*/ 2272145 h 2272145"/>
              <a:gd name="connsiteX0" fmla="*/ 0 w 505692"/>
              <a:gd name="connsiteY0" fmla="*/ 0 h 2272145"/>
              <a:gd name="connsiteX1" fmla="*/ 443346 w 505692"/>
              <a:gd name="connsiteY1" fmla="*/ 817418 h 2272145"/>
              <a:gd name="connsiteX2" fmla="*/ 374073 w 505692"/>
              <a:gd name="connsiteY2" fmla="*/ 1856509 h 2272145"/>
              <a:gd name="connsiteX3" fmla="*/ 193964 w 505692"/>
              <a:gd name="connsiteY3" fmla="*/ 2272145 h 2272145"/>
              <a:gd name="connsiteX0" fmla="*/ 0 w 808952"/>
              <a:gd name="connsiteY0" fmla="*/ 0 h 2272145"/>
              <a:gd name="connsiteX1" fmla="*/ 443346 w 808952"/>
              <a:gd name="connsiteY1" fmla="*/ 817418 h 2272145"/>
              <a:gd name="connsiteX2" fmla="*/ 683107 w 808952"/>
              <a:gd name="connsiteY2" fmla="*/ 1856509 h 2272145"/>
              <a:gd name="connsiteX3" fmla="*/ 193964 w 808952"/>
              <a:gd name="connsiteY3" fmla="*/ 2272145 h 2272145"/>
              <a:gd name="connsiteX0" fmla="*/ 0 w 505692"/>
              <a:gd name="connsiteY0" fmla="*/ 0 h 2272145"/>
              <a:gd name="connsiteX1" fmla="*/ 443346 w 505692"/>
              <a:gd name="connsiteY1" fmla="*/ 817418 h 2272145"/>
              <a:gd name="connsiteX2" fmla="*/ 374073 w 505692"/>
              <a:gd name="connsiteY2" fmla="*/ 1856509 h 2272145"/>
              <a:gd name="connsiteX3" fmla="*/ 193964 w 505692"/>
              <a:gd name="connsiteY3" fmla="*/ 2272145 h 2272145"/>
              <a:gd name="connsiteX0" fmla="*/ 0 w 505692"/>
              <a:gd name="connsiteY0" fmla="*/ 0 h 2272145"/>
              <a:gd name="connsiteX1" fmla="*/ 443346 w 505692"/>
              <a:gd name="connsiteY1" fmla="*/ 817418 h 2272145"/>
              <a:gd name="connsiteX2" fmla="*/ 374073 w 505692"/>
              <a:gd name="connsiteY2" fmla="*/ 1856509 h 2272145"/>
              <a:gd name="connsiteX3" fmla="*/ 193964 w 505692"/>
              <a:gd name="connsiteY3" fmla="*/ 2272145 h 2272145"/>
              <a:gd name="connsiteX0" fmla="*/ 0 w 505692"/>
              <a:gd name="connsiteY0" fmla="*/ 0 h 2275609"/>
              <a:gd name="connsiteX1" fmla="*/ 443346 w 505692"/>
              <a:gd name="connsiteY1" fmla="*/ 817418 h 2275609"/>
              <a:gd name="connsiteX2" fmla="*/ 374073 w 505692"/>
              <a:gd name="connsiteY2" fmla="*/ 1856509 h 2275609"/>
              <a:gd name="connsiteX3" fmla="*/ 193964 w 505692"/>
              <a:gd name="connsiteY3" fmla="*/ 2272145 h 2275609"/>
              <a:gd name="connsiteX0" fmla="*/ 0 w 505691"/>
              <a:gd name="connsiteY0" fmla="*/ 0 h 2275609"/>
              <a:gd name="connsiteX1" fmla="*/ 443346 w 505691"/>
              <a:gd name="connsiteY1" fmla="*/ 817418 h 2275609"/>
              <a:gd name="connsiteX2" fmla="*/ 374073 w 505691"/>
              <a:gd name="connsiteY2" fmla="*/ 1627909 h 2275609"/>
              <a:gd name="connsiteX3" fmla="*/ 193964 w 505691"/>
              <a:gd name="connsiteY3" fmla="*/ 2272145 h 2275609"/>
              <a:gd name="connsiteX0" fmla="*/ 0 w 505691"/>
              <a:gd name="connsiteY0" fmla="*/ 0 h 2275609"/>
              <a:gd name="connsiteX1" fmla="*/ 443346 w 505691"/>
              <a:gd name="connsiteY1" fmla="*/ 817418 h 2275609"/>
              <a:gd name="connsiteX2" fmla="*/ 374073 w 505691"/>
              <a:gd name="connsiteY2" fmla="*/ 1627909 h 2275609"/>
              <a:gd name="connsiteX3" fmla="*/ 193964 w 505691"/>
              <a:gd name="connsiteY3" fmla="*/ 2272145 h 2275609"/>
              <a:gd name="connsiteX0" fmla="*/ 0 w 505691"/>
              <a:gd name="connsiteY0" fmla="*/ 0 h 2275609"/>
              <a:gd name="connsiteX1" fmla="*/ 443346 w 505691"/>
              <a:gd name="connsiteY1" fmla="*/ 817418 h 2275609"/>
              <a:gd name="connsiteX2" fmla="*/ 374073 w 505691"/>
              <a:gd name="connsiteY2" fmla="*/ 1627909 h 2275609"/>
              <a:gd name="connsiteX3" fmla="*/ 193964 w 505691"/>
              <a:gd name="connsiteY3" fmla="*/ 2272145 h 2275609"/>
              <a:gd name="connsiteX0" fmla="*/ 294103 w 799794"/>
              <a:gd name="connsiteY0" fmla="*/ 0 h 2428009"/>
              <a:gd name="connsiteX1" fmla="*/ 737449 w 799794"/>
              <a:gd name="connsiteY1" fmla="*/ 817418 h 2428009"/>
              <a:gd name="connsiteX2" fmla="*/ 668176 w 799794"/>
              <a:gd name="connsiteY2" fmla="*/ 1627909 h 2428009"/>
              <a:gd name="connsiteX3" fmla="*/ 140406 w 799794"/>
              <a:gd name="connsiteY3" fmla="*/ 2424545 h 2428009"/>
            </a:gdLst>
            <a:ahLst/>
            <a:cxnLst>
              <a:cxn ang="0">
                <a:pos x="connsiteX0" y="connsiteY0"/>
              </a:cxn>
              <a:cxn ang="0">
                <a:pos x="connsiteX1" y="connsiteY1"/>
              </a:cxn>
              <a:cxn ang="0">
                <a:pos x="connsiteX2" y="connsiteY2"/>
              </a:cxn>
              <a:cxn ang="0">
                <a:pos x="connsiteX3" y="connsiteY3"/>
              </a:cxn>
            </a:cxnLst>
            <a:rect l="l" t="t" r="r" b="b"/>
            <a:pathLst>
              <a:path w="799794" h="2428009">
                <a:moveTo>
                  <a:pt x="294103" y="0"/>
                </a:moveTo>
                <a:cubicBezTo>
                  <a:pt x="484603" y="254000"/>
                  <a:pt x="675104" y="546100"/>
                  <a:pt x="737449" y="817418"/>
                </a:cubicBezTo>
                <a:cubicBezTo>
                  <a:pt x="799794" y="1088736"/>
                  <a:pt x="756563" y="1212273"/>
                  <a:pt x="668176" y="1627909"/>
                </a:cubicBezTo>
                <a:cubicBezTo>
                  <a:pt x="626612" y="1870363"/>
                  <a:pt x="1" y="2428009"/>
                  <a:pt x="140406" y="2424545"/>
                </a:cubicBezTo>
              </a:path>
            </a:pathLst>
          </a:custGeom>
          <a:ln w="25400">
            <a:solidFill>
              <a:schemeClr val="tx2">
                <a:lumMod val="50000"/>
              </a:schemeClr>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sz="3200" b="1"/>
          </a:p>
        </p:txBody>
      </p:sp>
      <p:sp>
        <p:nvSpPr>
          <p:cNvPr id="20" name="Freeform 19"/>
          <p:cNvSpPr/>
          <p:nvPr/>
        </p:nvSpPr>
        <p:spPr>
          <a:xfrm rot="10800000">
            <a:off x="2103438" y="2894013"/>
            <a:ext cx="152400" cy="2209800"/>
          </a:xfrm>
          <a:custGeom>
            <a:avLst/>
            <a:gdLst>
              <a:gd name="connsiteX0" fmla="*/ 0 w 505692"/>
              <a:gd name="connsiteY0" fmla="*/ 0 h 2339109"/>
              <a:gd name="connsiteX1" fmla="*/ 443346 w 505692"/>
              <a:gd name="connsiteY1" fmla="*/ 817418 h 2339109"/>
              <a:gd name="connsiteX2" fmla="*/ 374073 w 505692"/>
              <a:gd name="connsiteY2" fmla="*/ 1856509 h 2339109"/>
              <a:gd name="connsiteX3" fmla="*/ 193964 w 505692"/>
              <a:gd name="connsiteY3" fmla="*/ 2272145 h 2339109"/>
              <a:gd name="connsiteX4" fmla="*/ 193964 w 505692"/>
              <a:gd name="connsiteY4" fmla="*/ 2258291 h 2339109"/>
              <a:gd name="connsiteX0" fmla="*/ 0 w 505692"/>
              <a:gd name="connsiteY0" fmla="*/ 0 h 2339109"/>
              <a:gd name="connsiteX1" fmla="*/ 443346 w 505692"/>
              <a:gd name="connsiteY1" fmla="*/ 817418 h 2339109"/>
              <a:gd name="connsiteX2" fmla="*/ 374073 w 505692"/>
              <a:gd name="connsiteY2" fmla="*/ 1856509 h 2339109"/>
              <a:gd name="connsiteX3" fmla="*/ 193964 w 505692"/>
              <a:gd name="connsiteY3" fmla="*/ 2272145 h 2339109"/>
              <a:gd name="connsiteX4" fmla="*/ 193964 w 505692"/>
              <a:gd name="connsiteY4" fmla="*/ 2258291 h 2339109"/>
              <a:gd name="connsiteX0" fmla="*/ 0 w 505692"/>
              <a:gd name="connsiteY0" fmla="*/ 0 h 2272145"/>
              <a:gd name="connsiteX1" fmla="*/ 443346 w 505692"/>
              <a:gd name="connsiteY1" fmla="*/ 817418 h 2272145"/>
              <a:gd name="connsiteX2" fmla="*/ 374073 w 505692"/>
              <a:gd name="connsiteY2" fmla="*/ 1856509 h 2272145"/>
              <a:gd name="connsiteX3" fmla="*/ 193964 w 505692"/>
              <a:gd name="connsiteY3" fmla="*/ 2272145 h 2272145"/>
              <a:gd name="connsiteX0" fmla="*/ 0 w 505692"/>
              <a:gd name="connsiteY0" fmla="*/ 0 h 2272145"/>
              <a:gd name="connsiteX1" fmla="*/ 443346 w 505692"/>
              <a:gd name="connsiteY1" fmla="*/ 817418 h 2272145"/>
              <a:gd name="connsiteX2" fmla="*/ 374073 w 505692"/>
              <a:gd name="connsiteY2" fmla="*/ 1856509 h 2272145"/>
              <a:gd name="connsiteX3" fmla="*/ 374587 w 505692"/>
              <a:gd name="connsiteY3" fmla="*/ 1717964 h 2272145"/>
              <a:gd name="connsiteX4" fmla="*/ 193964 w 505692"/>
              <a:gd name="connsiteY4" fmla="*/ 2272145 h 2272145"/>
              <a:gd name="connsiteX0" fmla="*/ 0 w 505692"/>
              <a:gd name="connsiteY0" fmla="*/ 0 h 2272145"/>
              <a:gd name="connsiteX1" fmla="*/ 443346 w 505692"/>
              <a:gd name="connsiteY1" fmla="*/ 817418 h 2272145"/>
              <a:gd name="connsiteX2" fmla="*/ 374073 w 505692"/>
              <a:gd name="connsiteY2" fmla="*/ 1856509 h 2272145"/>
              <a:gd name="connsiteX3" fmla="*/ 193964 w 505692"/>
              <a:gd name="connsiteY3" fmla="*/ 2272145 h 2272145"/>
              <a:gd name="connsiteX0" fmla="*/ 0 w 505692"/>
              <a:gd name="connsiteY0" fmla="*/ 0 h 2272145"/>
              <a:gd name="connsiteX1" fmla="*/ 443346 w 505692"/>
              <a:gd name="connsiteY1" fmla="*/ 817418 h 2272145"/>
              <a:gd name="connsiteX2" fmla="*/ 374073 w 505692"/>
              <a:gd name="connsiteY2" fmla="*/ 1856509 h 2272145"/>
              <a:gd name="connsiteX3" fmla="*/ 193964 w 505692"/>
              <a:gd name="connsiteY3" fmla="*/ 2272145 h 2272145"/>
              <a:gd name="connsiteX0" fmla="*/ 0 w 505692"/>
              <a:gd name="connsiteY0" fmla="*/ 0 h 2272145"/>
              <a:gd name="connsiteX1" fmla="*/ 443346 w 505692"/>
              <a:gd name="connsiteY1" fmla="*/ 817418 h 2272145"/>
              <a:gd name="connsiteX2" fmla="*/ 374073 w 505692"/>
              <a:gd name="connsiteY2" fmla="*/ 1856509 h 2272145"/>
              <a:gd name="connsiteX3" fmla="*/ 193964 w 505692"/>
              <a:gd name="connsiteY3" fmla="*/ 2272145 h 2272145"/>
              <a:gd name="connsiteX0" fmla="*/ 0 w 808952"/>
              <a:gd name="connsiteY0" fmla="*/ 0 h 2272145"/>
              <a:gd name="connsiteX1" fmla="*/ 443346 w 808952"/>
              <a:gd name="connsiteY1" fmla="*/ 817418 h 2272145"/>
              <a:gd name="connsiteX2" fmla="*/ 683107 w 808952"/>
              <a:gd name="connsiteY2" fmla="*/ 1856509 h 2272145"/>
              <a:gd name="connsiteX3" fmla="*/ 193964 w 808952"/>
              <a:gd name="connsiteY3" fmla="*/ 2272145 h 2272145"/>
              <a:gd name="connsiteX0" fmla="*/ 0 w 505692"/>
              <a:gd name="connsiteY0" fmla="*/ 0 h 2272145"/>
              <a:gd name="connsiteX1" fmla="*/ 443346 w 505692"/>
              <a:gd name="connsiteY1" fmla="*/ 817418 h 2272145"/>
              <a:gd name="connsiteX2" fmla="*/ 374073 w 505692"/>
              <a:gd name="connsiteY2" fmla="*/ 1856509 h 2272145"/>
              <a:gd name="connsiteX3" fmla="*/ 193964 w 505692"/>
              <a:gd name="connsiteY3" fmla="*/ 2272145 h 2272145"/>
              <a:gd name="connsiteX0" fmla="*/ 0 w 505692"/>
              <a:gd name="connsiteY0" fmla="*/ 0 h 2272145"/>
              <a:gd name="connsiteX1" fmla="*/ 443346 w 505692"/>
              <a:gd name="connsiteY1" fmla="*/ 817418 h 2272145"/>
              <a:gd name="connsiteX2" fmla="*/ 374073 w 505692"/>
              <a:gd name="connsiteY2" fmla="*/ 1856509 h 2272145"/>
              <a:gd name="connsiteX3" fmla="*/ 193964 w 505692"/>
              <a:gd name="connsiteY3" fmla="*/ 2272145 h 2272145"/>
              <a:gd name="connsiteX0" fmla="*/ 0 w 505692"/>
              <a:gd name="connsiteY0" fmla="*/ 0 h 2275609"/>
              <a:gd name="connsiteX1" fmla="*/ 443346 w 505692"/>
              <a:gd name="connsiteY1" fmla="*/ 817418 h 2275609"/>
              <a:gd name="connsiteX2" fmla="*/ 374073 w 505692"/>
              <a:gd name="connsiteY2" fmla="*/ 1856509 h 2275609"/>
              <a:gd name="connsiteX3" fmla="*/ 193964 w 505692"/>
              <a:gd name="connsiteY3" fmla="*/ 2272145 h 2275609"/>
              <a:gd name="connsiteX0" fmla="*/ 0 w 505691"/>
              <a:gd name="connsiteY0" fmla="*/ 0 h 2275609"/>
              <a:gd name="connsiteX1" fmla="*/ 443346 w 505691"/>
              <a:gd name="connsiteY1" fmla="*/ 817418 h 2275609"/>
              <a:gd name="connsiteX2" fmla="*/ 374073 w 505691"/>
              <a:gd name="connsiteY2" fmla="*/ 1627909 h 2275609"/>
              <a:gd name="connsiteX3" fmla="*/ 193964 w 505691"/>
              <a:gd name="connsiteY3" fmla="*/ 2272145 h 2275609"/>
              <a:gd name="connsiteX0" fmla="*/ 0 w 505691"/>
              <a:gd name="connsiteY0" fmla="*/ 0 h 2275609"/>
              <a:gd name="connsiteX1" fmla="*/ 443346 w 505691"/>
              <a:gd name="connsiteY1" fmla="*/ 817418 h 2275609"/>
              <a:gd name="connsiteX2" fmla="*/ 374073 w 505691"/>
              <a:gd name="connsiteY2" fmla="*/ 1627909 h 2275609"/>
              <a:gd name="connsiteX3" fmla="*/ 193964 w 505691"/>
              <a:gd name="connsiteY3" fmla="*/ 2272145 h 2275609"/>
              <a:gd name="connsiteX0" fmla="*/ 0 w 505691"/>
              <a:gd name="connsiteY0" fmla="*/ 0 h 2275609"/>
              <a:gd name="connsiteX1" fmla="*/ 443346 w 505691"/>
              <a:gd name="connsiteY1" fmla="*/ 817418 h 2275609"/>
              <a:gd name="connsiteX2" fmla="*/ 374073 w 505691"/>
              <a:gd name="connsiteY2" fmla="*/ 1627909 h 2275609"/>
              <a:gd name="connsiteX3" fmla="*/ 193964 w 505691"/>
              <a:gd name="connsiteY3" fmla="*/ 2272145 h 2275609"/>
              <a:gd name="connsiteX0" fmla="*/ 294103 w 799794"/>
              <a:gd name="connsiteY0" fmla="*/ 0 h 2428009"/>
              <a:gd name="connsiteX1" fmla="*/ 737449 w 799794"/>
              <a:gd name="connsiteY1" fmla="*/ 817418 h 2428009"/>
              <a:gd name="connsiteX2" fmla="*/ 668176 w 799794"/>
              <a:gd name="connsiteY2" fmla="*/ 1627909 h 2428009"/>
              <a:gd name="connsiteX3" fmla="*/ 140406 w 799794"/>
              <a:gd name="connsiteY3" fmla="*/ 2424545 h 2428009"/>
            </a:gdLst>
            <a:ahLst/>
            <a:cxnLst>
              <a:cxn ang="0">
                <a:pos x="connsiteX0" y="connsiteY0"/>
              </a:cxn>
              <a:cxn ang="0">
                <a:pos x="connsiteX1" y="connsiteY1"/>
              </a:cxn>
              <a:cxn ang="0">
                <a:pos x="connsiteX2" y="connsiteY2"/>
              </a:cxn>
              <a:cxn ang="0">
                <a:pos x="connsiteX3" y="connsiteY3"/>
              </a:cxn>
            </a:cxnLst>
            <a:rect l="l" t="t" r="r" b="b"/>
            <a:pathLst>
              <a:path w="799794" h="2428009">
                <a:moveTo>
                  <a:pt x="294103" y="0"/>
                </a:moveTo>
                <a:cubicBezTo>
                  <a:pt x="484603" y="254000"/>
                  <a:pt x="675104" y="546100"/>
                  <a:pt x="737449" y="817418"/>
                </a:cubicBezTo>
                <a:cubicBezTo>
                  <a:pt x="799794" y="1088736"/>
                  <a:pt x="756563" y="1212273"/>
                  <a:pt x="668176" y="1627909"/>
                </a:cubicBezTo>
                <a:cubicBezTo>
                  <a:pt x="626612" y="1870363"/>
                  <a:pt x="1" y="2428009"/>
                  <a:pt x="140406" y="2424545"/>
                </a:cubicBezTo>
              </a:path>
            </a:pathLst>
          </a:custGeom>
          <a:ln w="25400">
            <a:solidFill>
              <a:schemeClr val="tx2">
                <a:lumMod val="50000"/>
              </a:schemeClr>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sz="3200" b="1"/>
          </a:p>
        </p:txBody>
      </p:sp>
      <p:cxnSp>
        <p:nvCxnSpPr>
          <p:cNvPr id="22" name="Straight Arrow Connector 21"/>
          <p:cNvCxnSpPr/>
          <p:nvPr/>
        </p:nvCxnSpPr>
        <p:spPr>
          <a:xfrm rot="5400000">
            <a:off x="1329532" y="4037806"/>
            <a:ext cx="304800" cy="1587"/>
          </a:xfrm>
          <a:prstGeom prst="straightConnector1">
            <a:avLst/>
          </a:prstGeom>
          <a:ln>
            <a:tailEnd type="stealth" w="lg" len="lg"/>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p:nvPr/>
        </p:nvCxnSpPr>
        <p:spPr>
          <a:xfrm rot="5400000">
            <a:off x="2105819" y="4052094"/>
            <a:ext cx="304800" cy="1588"/>
          </a:xfrm>
          <a:prstGeom prst="straightConnector1">
            <a:avLst/>
          </a:prstGeom>
          <a:ln>
            <a:tailEnd type="stealth" w="lg" len="lg"/>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rot="5400000">
            <a:off x="1516857" y="4114006"/>
            <a:ext cx="139700" cy="14287"/>
          </a:xfrm>
          <a:prstGeom prst="straightConnector1">
            <a:avLst/>
          </a:prstGeom>
          <a:ln>
            <a:tailEnd type="stealth" w="lg" len="lg"/>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p:nvPr/>
        </p:nvCxnSpPr>
        <p:spPr>
          <a:xfrm rot="5400000">
            <a:off x="2031207" y="4134644"/>
            <a:ext cx="152400" cy="1587"/>
          </a:xfrm>
          <a:prstGeom prst="straightConnector1">
            <a:avLst/>
          </a:prstGeom>
          <a:ln>
            <a:tailEnd type="stealth" w="lg" len="lg"/>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rot="5400000">
            <a:off x="3082132" y="3987006"/>
            <a:ext cx="2209800" cy="1587"/>
          </a:xfrm>
          <a:prstGeom prst="line">
            <a:avLst/>
          </a:prstGeom>
          <a:ln w="25400">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rot="5400000">
            <a:off x="3844132" y="3985419"/>
            <a:ext cx="2209800" cy="1587"/>
          </a:xfrm>
          <a:prstGeom prst="line">
            <a:avLst/>
          </a:prstGeom>
          <a:ln w="25400">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
        <p:nvSpPr>
          <p:cNvPr id="32" name="Freeform 31"/>
          <p:cNvSpPr/>
          <p:nvPr/>
        </p:nvSpPr>
        <p:spPr>
          <a:xfrm>
            <a:off x="4953000" y="2895600"/>
            <a:ext cx="152400" cy="2209800"/>
          </a:xfrm>
          <a:custGeom>
            <a:avLst/>
            <a:gdLst>
              <a:gd name="connsiteX0" fmla="*/ 0 w 505692"/>
              <a:gd name="connsiteY0" fmla="*/ 0 h 2339109"/>
              <a:gd name="connsiteX1" fmla="*/ 443346 w 505692"/>
              <a:gd name="connsiteY1" fmla="*/ 817418 h 2339109"/>
              <a:gd name="connsiteX2" fmla="*/ 374073 w 505692"/>
              <a:gd name="connsiteY2" fmla="*/ 1856509 h 2339109"/>
              <a:gd name="connsiteX3" fmla="*/ 193964 w 505692"/>
              <a:gd name="connsiteY3" fmla="*/ 2272145 h 2339109"/>
              <a:gd name="connsiteX4" fmla="*/ 193964 w 505692"/>
              <a:gd name="connsiteY4" fmla="*/ 2258291 h 2339109"/>
              <a:gd name="connsiteX0" fmla="*/ 0 w 505692"/>
              <a:gd name="connsiteY0" fmla="*/ 0 h 2339109"/>
              <a:gd name="connsiteX1" fmla="*/ 443346 w 505692"/>
              <a:gd name="connsiteY1" fmla="*/ 817418 h 2339109"/>
              <a:gd name="connsiteX2" fmla="*/ 374073 w 505692"/>
              <a:gd name="connsiteY2" fmla="*/ 1856509 h 2339109"/>
              <a:gd name="connsiteX3" fmla="*/ 193964 w 505692"/>
              <a:gd name="connsiteY3" fmla="*/ 2272145 h 2339109"/>
              <a:gd name="connsiteX4" fmla="*/ 193964 w 505692"/>
              <a:gd name="connsiteY4" fmla="*/ 2258291 h 2339109"/>
              <a:gd name="connsiteX0" fmla="*/ 0 w 505692"/>
              <a:gd name="connsiteY0" fmla="*/ 0 h 2272145"/>
              <a:gd name="connsiteX1" fmla="*/ 443346 w 505692"/>
              <a:gd name="connsiteY1" fmla="*/ 817418 h 2272145"/>
              <a:gd name="connsiteX2" fmla="*/ 374073 w 505692"/>
              <a:gd name="connsiteY2" fmla="*/ 1856509 h 2272145"/>
              <a:gd name="connsiteX3" fmla="*/ 193964 w 505692"/>
              <a:gd name="connsiteY3" fmla="*/ 2272145 h 2272145"/>
              <a:gd name="connsiteX0" fmla="*/ 0 w 505692"/>
              <a:gd name="connsiteY0" fmla="*/ 0 h 2272145"/>
              <a:gd name="connsiteX1" fmla="*/ 443346 w 505692"/>
              <a:gd name="connsiteY1" fmla="*/ 817418 h 2272145"/>
              <a:gd name="connsiteX2" fmla="*/ 374073 w 505692"/>
              <a:gd name="connsiteY2" fmla="*/ 1856509 h 2272145"/>
              <a:gd name="connsiteX3" fmla="*/ 374587 w 505692"/>
              <a:gd name="connsiteY3" fmla="*/ 1717964 h 2272145"/>
              <a:gd name="connsiteX4" fmla="*/ 193964 w 505692"/>
              <a:gd name="connsiteY4" fmla="*/ 2272145 h 2272145"/>
              <a:gd name="connsiteX0" fmla="*/ 0 w 505692"/>
              <a:gd name="connsiteY0" fmla="*/ 0 h 2272145"/>
              <a:gd name="connsiteX1" fmla="*/ 443346 w 505692"/>
              <a:gd name="connsiteY1" fmla="*/ 817418 h 2272145"/>
              <a:gd name="connsiteX2" fmla="*/ 374073 w 505692"/>
              <a:gd name="connsiteY2" fmla="*/ 1856509 h 2272145"/>
              <a:gd name="connsiteX3" fmla="*/ 193964 w 505692"/>
              <a:gd name="connsiteY3" fmla="*/ 2272145 h 2272145"/>
              <a:gd name="connsiteX0" fmla="*/ 0 w 505692"/>
              <a:gd name="connsiteY0" fmla="*/ 0 h 2272145"/>
              <a:gd name="connsiteX1" fmla="*/ 443346 w 505692"/>
              <a:gd name="connsiteY1" fmla="*/ 817418 h 2272145"/>
              <a:gd name="connsiteX2" fmla="*/ 374073 w 505692"/>
              <a:gd name="connsiteY2" fmla="*/ 1856509 h 2272145"/>
              <a:gd name="connsiteX3" fmla="*/ 193964 w 505692"/>
              <a:gd name="connsiteY3" fmla="*/ 2272145 h 2272145"/>
              <a:gd name="connsiteX0" fmla="*/ 0 w 505692"/>
              <a:gd name="connsiteY0" fmla="*/ 0 h 2272145"/>
              <a:gd name="connsiteX1" fmla="*/ 443346 w 505692"/>
              <a:gd name="connsiteY1" fmla="*/ 817418 h 2272145"/>
              <a:gd name="connsiteX2" fmla="*/ 374073 w 505692"/>
              <a:gd name="connsiteY2" fmla="*/ 1856509 h 2272145"/>
              <a:gd name="connsiteX3" fmla="*/ 193964 w 505692"/>
              <a:gd name="connsiteY3" fmla="*/ 2272145 h 2272145"/>
              <a:gd name="connsiteX0" fmla="*/ 0 w 808952"/>
              <a:gd name="connsiteY0" fmla="*/ 0 h 2272145"/>
              <a:gd name="connsiteX1" fmla="*/ 443346 w 808952"/>
              <a:gd name="connsiteY1" fmla="*/ 817418 h 2272145"/>
              <a:gd name="connsiteX2" fmla="*/ 683107 w 808952"/>
              <a:gd name="connsiteY2" fmla="*/ 1856509 h 2272145"/>
              <a:gd name="connsiteX3" fmla="*/ 193964 w 808952"/>
              <a:gd name="connsiteY3" fmla="*/ 2272145 h 2272145"/>
              <a:gd name="connsiteX0" fmla="*/ 0 w 505692"/>
              <a:gd name="connsiteY0" fmla="*/ 0 h 2272145"/>
              <a:gd name="connsiteX1" fmla="*/ 443346 w 505692"/>
              <a:gd name="connsiteY1" fmla="*/ 817418 h 2272145"/>
              <a:gd name="connsiteX2" fmla="*/ 374073 w 505692"/>
              <a:gd name="connsiteY2" fmla="*/ 1856509 h 2272145"/>
              <a:gd name="connsiteX3" fmla="*/ 193964 w 505692"/>
              <a:gd name="connsiteY3" fmla="*/ 2272145 h 2272145"/>
              <a:gd name="connsiteX0" fmla="*/ 0 w 505692"/>
              <a:gd name="connsiteY0" fmla="*/ 0 h 2272145"/>
              <a:gd name="connsiteX1" fmla="*/ 443346 w 505692"/>
              <a:gd name="connsiteY1" fmla="*/ 817418 h 2272145"/>
              <a:gd name="connsiteX2" fmla="*/ 374073 w 505692"/>
              <a:gd name="connsiteY2" fmla="*/ 1856509 h 2272145"/>
              <a:gd name="connsiteX3" fmla="*/ 193964 w 505692"/>
              <a:gd name="connsiteY3" fmla="*/ 2272145 h 2272145"/>
              <a:gd name="connsiteX0" fmla="*/ 0 w 505692"/>
              <a:gd name="connsiteY0" fmla="*/ 0 h 2275609"/>
              <a:gd name="connsiteX1" fmla="*/ 443346 w 505692"/>
              <a:gd name="connsiteY1" fmla="*/ 817418 h 2275609"/>
              <a:gd name="connsiteX2" fmla="*/ 374073 w 505692"/>
              <a:gd name="connsiteY2" fmla="*/ 1856509 h 2275609"/>
              <a:gd name="connsiteX3" fmla="*/ 193964 w 505692"/>
              <a:gd name="connsiteY3" fmla="*/ 2272145 h 2275609"/>
              <a:gd name="connsiteX0" fmla="*/ 0 w 505691"/>
              <a:gd name="connsiteY0" fmla="*/ 0 h 2275609"/>
              <a:gd name="connsiteX1" fmla="*/ 443346 w 505691"/>
              <a:gd name="connsiteY1" fmla="*/ 817418 h 2275609"/>
              <a:gd name="connsiteX2" fmla="*/ 374073 w 505691"/>
              <a:gd name="connsiteY2" fmla="*/ 1627909 h 2275609"/>
              <a:gd name="connsiteX3" fmla="*/ 193964 w 505691"/>
              <a:gd name="connsiteY3" fmla="*/ 2272145 h 2275609"/>
              <a:gd name="connsiteX0" fmla="*/ 0 w 505691"/>
              <a:gd name="connsiteY0" fmla="*/ 0 h 2275609"/>
              <a:gd name="connsiteX1" fmla="*/ 443346 w 505691"/>
              <a:gd name="connsiteY1" fmla="*/ 817418 h 2275609"/>
              <a:gd name="connsiteX2" fmla="*/ 374073 w 505691"/>
              <a:gd name="connsiteY2" fmla="*/ 1627909 h 2275609"/>
              <a:gd name="connsiteX3" fmla="*/ 193964 w 505691"/>
              <a:gd name="connsiteY3" fmla="*/ 2272145 h 2275609"/>
              <a:gd name="connsiteX0" fmla="*/ 0 w 505691"/>
              <a:gd name="connsiteY0" fmla="*/ 0 h 2275609"/>
              <a:gd name="connsiteX1" fmla="*/ 443346 w 505691"/>
              <a:gd name="connsiteY1" fmla="*/ 817418 h 2275609"/>
              <a:gd name="connsiteX2" fmla="*/ 374073 w 505691"/>
              <a:gd name="connsiteY2" fmla="*/ 1627909 h 2275609"/>
              <a:gd name="connsiteX3" fmla="*/ 193964 w 505691"/>
              <a:gd name="connsiteY3" fmla="*/ 2272145 h 2275609"/>
              <a:gd name="connsiteX0" fmla="*/ 294103 w 799794"/>
              <a:gd name="connsiteY0" fmla="*/ 0 h 2428009"/>
              <a:gd name="connsiteX1" fmla="*/ 737449 w 799794"/>
              <a:gd name="connsiteY1" fmla="*/ 817418 h 2428009"/>
              <a:gd name="connsiteX2" fmla="*/ 668176 w 799794"/>
              <a:gd name="connsiteY2" fmla="*/ 1627909 h 2428009"/>
              <a:gd name="connsiteX3" fmla="*/ 140406 w 799794"/>
              <a:gd name="connsiteY3" fmla="*/ 2424545 h 2428009"/>
            </a:gdLst>
            <a:ahLst/>
            <a:cxnLst>
              <a:cxn ang="0">
                <a:pos x="connsiteX0" y="connsiteY0"/>
              </a:cxn>
              <a:cxn ang="0">
                <a:pos x="connsiteX1" y="connsiteY1"/>
              </a:cxn>
              <a:cxn ang="0">
                <a:pos x="connsiteX2" y="connsiteY2"/>
              </a:cxn>
              <a:cxn ang="0">
                <a:pos x="connsiteX3" y="connsiteY3"/>
              </a:cxn>
            </a:cxnLst>
            <a:rect l="l" t="t" r="r" b="b"/>
            <a:pathLst>
              <a:path w="799794" h="2428009">
                <a:moveTo>
                  <a:pt x="294103" y="0"/>
                </a:moveTo>
                <a:cubicBezTo>
                  <a:pt x="484603" y="254000"/>
                  <a:pt x="675104" y="546100"/>
                  <a:pt x="737449" y="817418"/>
                </a:cubicBezTo>
                <a:cubicBezTo>
                  <a:pt x="799794" y="1088736"/>
                  <a:pt x="756563" y="1212273"/>
                  <a:pt x="668176" y="1627909"/>
                </a:cubicBezTo>
                <a:cubicBezTo>
                  <a:pt x="626612" y="1870363"/>
                  <a:pt x="1" y="2428009"/>
                  <a:pt x="140406" y="2424545"/>
                </a:cubicBezTo>
              </a:path>
            </a:pathLst>
          </a:custGeom>
          <a:ln w="25400">
            <a:solidFill>
              <a:schemeClr val="tx2">
                <a:lumMod val="50000"/>
              </a:schemeClr>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sz="3200" b="1"/>
          </a:p>
        </p:txBody>
      </p:sp>
      <p:sp>
        <p:nvSpPr>
          <p:cNvPr id="33" name="Freeform 32"/>
          <p:cNvSpPr/>
          <p:nvPr/>
        </p:nvSpPr>
        <p:spPr>
          <a:xfrm rot="10800000">
            <a:off x="4044950" y="2881313"/>
            <a:ext cx="152400" cy="2209800"/>
          </a:xfrm>
          <a:custGeom>
            <a:avLst/>
            <a:gdLst>
              <a:gd name="connsiteX0" fmla="*/ 0 w 505692"/>
              <a:gd name="connsiteY0" fmla="*/ 0 h 2339109"/>
              <a:gd name="connsiteX1" fmla="*/ 443346 w 505692"/>
              <a:gd name="connsiteY1" fmla="*/ 817418 h 2339109"/>
              <a:gd name="connsiteX2" fmla="*/ 374073 w 505692"/>
              <a:gd name="connsiteY2" fmla="*/ 1856509 h 2339109"/>
              <a:gd name="connsiteX3" fmla="*/ 193964 w 505692"/>
              <a:gd name="connsiteY3" fmla="*/ 2272145 h 2339109"/>
              <a:gd name="connsiteX4" fmla="*/ 193964 w 505692"/>
              <a:gd name="connsiteY4" fmla="*/ 2258291 h 2339109"/>
              <a:gd name="connsiteX0" fmla="*/ 0 w 505692"/>
              <a:gd name="connsiteY0" fmla="*/ 0 h 2339109"/>
              <a:gd name="connsiteX1" fmla="*/ 443346 w 505692"/>
              <a:gd name="connsiteY1" fmla="*/ 817418 h 2339109"/>
              <a:gd name="connsiteX2" fmla="*/ 374073 w 505692"/>
              <a:gd name="connsiteY2" fmla="*/ 1856509 h 2339109"/>
              <a:gd name="connsiteX3" fmla="*/ 193964 w 505692"/>
              <a:gd name="connsiteY3" fmla="*/ 2272145 h 2339109"/>
              <a:gd name="connsiteX4" fmla="*/ 193964 w 505692"/>
              <a:gd name="connsiteY4" fmla="*/ 2258291 h 2339109"/>
              <a:gd name="connsiteX0" fmla="*/ 0 w 505692"/>
              <a:gd name="connsiteY0" fmla="*/ 0 h 2272145"/>
              <a:gd name="connsiteX1" fmla="*/ 443346 w 505692"/>
              <a:gd name="connsiteY1" fmla="*/ 817418 h 2272145"/>
              <a:gd name="connsiteX2" fmla="*/ 374073 w 505692"/>
              <a:gd name="connsiteY2" fmla="*/ 1856509 h 2272145"/>
              <a:gd name="connsiteX3" fmla="*/ 193964 w 505692"/>
              <a:gd name="connsiteY3" fmla="*/ 2272145 h 2272145"/>
              <a:gd name="connsiteX0" fmla="*/ 0 w 505692"/>
              <a:gd name="connsiteY0" fmla="*/ 0 h 2272145"/>
              <a:gd name="connsiteX1" fmla="*/ 443346 w 505692"/>
              <a:gd name="connsiteY1" fmla="*/ 817418 h 2272145"/>
              <a:gd name="connsiteX2" fmla="*/ 374073 w 505692"/>
              <a:gd name="connsiteY2" fmla="*/ 1856509 h 2272145"/>
              <a:gd name="connsiteX3" fmla="*/ 374587 w 505692"/>
              <a:gd name="connsiteY3" fmla="*/ 1717964 h 2272145"/>
              <a:gd name="connsiteX4" fmla="*/ 193964 w 505692"/>
              <a:gd name="connsiteY4" fmla="*/ 2272145 h 2272145"/>
              <a:gd name="connsiteX0" fmla="*/ 0 w 505692"/>
              <a:gd name="connsiteY0" fmla="*/ 0 h 2272145"/>
              <a:gd name="connsiteX1" fmla="*/ 443346 w 505692"/>
              <a:gd name="connsiteY1" fmla="*/ 817418 h 2272145"/>
              <a:gd name="connsiteX2" fmla="*/ 374073 w 505692"/>
              <a:gd name="connsiteY2" fmla="*/ 1856509 h 2272145"/>
              <a:gd name="connsiteX3" fmla="*/ 193964 w 505692"/>
              <a:gd name="connsiteY3" fmla="*/ 2272145 h 2272145"/>
              <a:gd name="connsiteX0" fmla="*/ 0 w 505692"/>
              <a:gd name="connsiteY0" fmla="*/ 0 h 2272145"/>
              <a:gd name="connsiteX1" fmla="*/ 443346 w 505692"/>
              <a:gd name="connsiteY1" fmla="*/ 817418 h 2272145"/>
              <a:gd name="connsiteX2" fmla="*/ 374073 w 505692"/>
              <a:gd name="connsiteY2" fmla="*/ 1856509 h 2272145"/>
              <a:gd name="connsiteX3" fmla="*/ 193964 w 505692"/>
              <a:gd name="connsiteY3" fmla="*/ 2272145 h 2272145"/>
              <a:gd name="connsiteX0" fmla="*/ 0 w 505692"/>
              <a:gd name="connsiteY0" fmla="*/ 0 h 2272145"/>
              <a:gd name="connsiteX1" fmla="*/ 443346 w 505692"/>
              <a:gd name="connsiteY1" fmla="*/ 817418 h 2272145"/>
              <a:gd name="connsiteX2" fmla="*/ 374073 w 505692"/>
              <a:gd name="connsiteY2" fmla="*/ 1856509 h 2272145"/>
              <a:gd name="connsiteX3" fmla="*/ 193964 w 505692"/>
              <a:gd name="connsiteY3" fmla="*/ 2272145 h 2272145"/>
              <a:gd name="connsiteX0" fmla="*/ 0 w 808952"/>
              <a:gd name="connsiteY0" fmla="*/ 0 h 2272145"/>
              <a:gd name="connsiteX1" fmla="*/ 443346 w 808952"/>
              <a:gd name="connsiteY1" fmla="*/ 817418 h 2272145"/>
              <a:gd name="connsiteX2" fmla="*/ 683107 w 808952"/>
              <a:gd name="connsiteY2" fmla="*/ 1856509 h 2272145"/>
              <a:gd name="connsiteX3" fmla="*/ 193964 w 808952"/>
              <a:gd name="connsiteY3" fmla="*/ 2272145 h 2272145"/>
              <a:gd name="connsiteX0" fmla="*/ 0 w 505692"/>
              <a:gd name="connsiteY0" fmla="*/ 0 h 2272145"/>
              <a:gd name="connsiteX1" fmla="*/ 443346 w 505692"/>
              <a:gd name="connsiteY1" fmla="*/ 817418 h 2272145"/>
              <a:gd name="connsiteX2" fmla="*/ 374073 w 505692"/>
              <a:gd name="connsiteY2" fmla="*/ 1856509 h 2272145"/>
              <a:gd name="connsiteX3" fmla="*/ 193964 w 505692"/>
              <a:gd name="connsiteY3" fmla="*/ 2272145 h 2272145"/>
              <a:gd name="connsiteX0" fmla="*/ 0 w 505692"/>
              <a:gd name="connsiteY0" fmla="*/ 0 h 2272145"/>
              <a:gd name="connsiteX1" fmla="*/ 443346 w 505692"/>
              <a:gd name="connsiteY1" fmla="*/ 817418 h 2272145"/>
              <a:gd name="connsiteX2" fmla="*/ 374073 w 505692"/>
              <a:gd name="connsiteY2" fmla="*/ 1856509 h 2272145"/>
              <a:gd name="connsiteX3" fmla="*/ 193964 w 505692"/>
              <a:gd name="connsiteY3" fmla="*/ 2272145 h 2272145"/>
              <a:gd name="connsiteX0" fmla="*/ 0 w 505692"/>
              <a:gd name="connsiteY0" fmla="*/ 0 h 2275609"/>
              <a:gd name="connsiteX1" fmla="*/ 443346 w 505692"/>
              <a:gd name="connsiteY1" fmla="*/ 817418 h 2275609"/>
              <a:gd name="connsiteX2" fmla="*/ 374073 w 505692"/>
              <a:gd name="connsiteY2" fmla="*/ 1856509 h 2275609"/>
              <a:gd name="connsiteX3" fmla="*/ 193964 w 505692"/>
              <a:gd name="connsiteY3" fmla="*/ 2272145 h 2275609"/>
              <a:gd name="connsiteX0" fmla="*/ 0 w 505691"/>
              <a:gd name="connsiteY0" fmla="*/ 0 h 2275609"/>
              <a:gd name="connsiteX1" fmla="*/ 443346 w 505691"/>
              <a:gd name="connsiteY1" fmla="*/ 817418 h 2275609"/>
              <a:gd name="connsiteX2" fmla="*/ 374073 w 505691"/>
              <a:gd name="connsiteY2" fmla="*/ 1627909 h 2275609"/>
              <a:gd name="connsiteX3" fmla="*/ 193964 w 505691"/>
              <a:gd name="connsiteY3" fmla="*/ 2272145 h 2275609"/>
              <a:gd name="connsiteX0" fmla="*/ 0 w 505691"/>
              <a:gd name="connsiteY0" fmla="*/ 0 h 2275609"/>
              <a:gd name="connsiteX1" fmla="*/ 443346 w 505691"/>
              <a:gd name="connsiteY1" fmla="*/ 817418 h 2275609"/>
              <a:gd name="connsiteX2" fmla="*/ 374073 w 505691"/>
              <a:gd name="connsiteY2" fmla="*/ 1627909 h 2275609"/>
              <a:gd name="connsiteX3" fmla="*/ 193964 w 505691"/>
              <a:gd name="connsiteY3" fmla="*/ 2272145 h 2275609"/>
              <a:gd name="connsiteX0" fmla="*/ 0 w 505691"/>
              <a:gd name="connsiteY0" fmla="*/ 0 h 2275609"/>
              <a:gd name="connsiteX1" fmla="*/ 443346 w 505691"/>
              <a:gd name="connsiteY1" fmla="*/ 817418 h 2275609"/>
              <a:gd name="connsiteX2" fmla="*/ 374073 w 505691"/>
              <a:gd name="connsiteY2" fmla="*/ 1627909 h 2275609"/>
              <a:gd name="connsiteX3" fmla="*/ 193964 w 505691"/>
              <a:gd name="connsiteY3" fmla="*/ 2272145 h 2275609"/>
              <a:gd name="connsiteX0" fmla="*/ 294103 w 799794"/>
              <a:gd name="connsiteY0" fmla="*/ 0 h 2428009"/>
              <a:gd name="connsiteX1" fmla="*/ 737449 w 799794"/>
              <a:gd name="connsiteY1" fmla="*/ 817418 h 2428009"/>
              <a:gd name="connsiteX2" fmla="*/ 668176 w 799794"/>
              <a:gd name="connsiteY2" fmla="*/ 1627909 h 2428009"/>
              <a:gd name="connsiteX3" fmla="*/ 140406 w 799794"/>
              <a:gd name="connsiteY3" fmla="*/ 2424545 h 2428009"/>
            </a:gdLst>
            <a:ahLst/>
            <a:cxnLst>
              <a:cxn ang="0">
                <a:pos x="connsiteX0" y="connsiteY0"/>
              </a:cxn>
              <a:cxn ang="0">
                <a:pos x="connsiteX1" y="connsiteY1"/>
              </a:cxn>
              <a:cxn ang="0">
                <a:pos x="connsiteX2" y="connsiteY2"/>
              </a:cxn>
              <a:cxn ang="0">
                <a:pos x="connsiteX3" y="connsiteY3"/>
              </a:cxn>
            </a:cxnLst>
            <a:rect l="l" t="t" r="r" b="b"/>
            <a:pathLst>
              <a:path w="799794" h="2428009">
                <a:moveTo>
                  <a:pt x="294103" y="0"/>
                </a:moveTo>
                <a:cubicBezTo>
                  <a:pt x="484603" y="254000"/>
                  <a:pt x="675104" y="546100"/>
                  <a:pt x="737449" y="817418"/>
                </a:cubicBezTo>
                <a:cubicBezTo>
                  <a:pt x="799794" y="1088736"/>
                  <a:pt x="756563" y="1212273"/>
                  <a:pt x="668176" y="1627909"/>
                </a:cubicBezTo>
                <a:cubicBezTo>
                  <a:pt x="626612" y="1870363"/>
                  <a:pt x="1" y="2428009"/>
                  <a:pt x="140406" y="2424545"/>
                </a:cubicBezTo>
              </a:path>
            </a:pathLst>
          </a:custGeom>
          <a:ln w="25400">
            <a:solidFill>
              <a:schemeClr val="tx2">
                <a:lumMod val="50000"/>
              </a:schemeClr>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sz="3200" b="1"/>
          </a:p>
        </p:txBody>
      </p:sp>
      <p:cxnSp>
        <p:nvCxnSpPr>
          <p:cNvPr id="34" name="Straight Arrow Connector 33"/>
          <p:cNvCxnSpPr/>
          <p:nvPr/>
        </p:nvCxnSpPr>
        <p:spPr>
          <a:xfrm rot="5400000">
            <a:off x="4033838" y="3997325"/>
            <a:ext cx="304800" cy="0"/>
          </a:xfrm>
          <a:prstGeom prst="straightConnector1">
            <a:avLst/>
          </a:prstGeom>
          <a:ln>
            <a:tailEnd type="stealth" w="lg" len="lg"/>
          </a:ln>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p:nvPr/>
        </p:nvCxnSpPr>
        <p:spPr>
          <a:xfrm rot="16200000" flipV="1">
            <a:off x="4833144" y="4071144"/>
            <a:ext cx="214312" cy="12700"/>
          </a:xfrm>
          <a:prstGeom prst="straightConnector1">
            <a:avLst/>
          </a:prstGeom>
          <a:ln>
            <a:tailEnd type="stealth" w="lg" len="lg"/>
          </a:ln>
        </p:spPr>
        <p:style>
          <a:lnRef idx="1">
            <a:schemeClr val="accent1"/>
          </a:lnRef>
          <a:fillRef idx="0">
            <a:schemeClr val="accent1"/>
          </a:fillRef>
          <a:effectRef idx="0">
            <a:schemeClr val="accent1"/>
          </a:effectRef>
          <a:fontRef idx="minor">
            <a:schemeClr val="tx1"/>
          </a:fontRef>
        </p:style>
      </p:cxnSp>
      <p:cxnSp>
        <p:nvCxnSpPr>
          <p:cNvPr id="36" name="Straight Arrow Connector 35"/>
          <p:cNvCxnSpPr/>
          <p:nvPr/>
        </p:nvCxnSpPr>
        <p:spPr>
          <a:xfrm rot="5400000">
            <a:off x="3983038" y="4079875"/>
            <a:ext cx="138112" cy="14288"/>
          </a:xfrm>
          <a:prstGeom prst="straightConnector1">
            <a:avLst/>
          </a:prstGeom>
          <a:ln>
            <a:tailEnd type="stealth" w="lg" len="lg"/>
          </a:ln>
        </p:spPr>
        <p:style>
          <a:lnRef idx="1">
            <a:schemeClr val="accent1"/>
          </a:lnRef>
          <a:fillRef idx="0">
            <a:schemeClr val="accent1"/>
          </a:fillRef>
          <a:effectRef idx="0">
            <a:schemeClr val="accent1"/>
          </a:effectRef>
          <a:fontRef idx="minor">
            <a:schemeClr val="tx1"/>
          </a:fontRef>
        </p:style>
      </p:cxnSp>
      <p:cxnSp>
        <p:nvCxnSpPr>
          <p:cNvPr id="37" name="Straight Arrow Connector 36"/>
          <p:cNvCxnSpPr/>
          <p:nvPr/>
        </p:nvCxnSpPr>
        <p:spPr>
          <a:xfrm rot="5400000" flipH="1" flipV="1">
            <a:off x="5016500" y="4032250"/>
            <a:ext cx="152400" cy="12700"/>
          </a:xfrm>
          <a:prstGeom prst="straightConnector1">
            <a:avLst/>
          </a:prstGeom>
          <a:ln>
            <a:tailEnd type="stealth" w="lg" len="lg"/>
          </a:ln>
        </p:spPr>
        <p:style>
          <a:lnRef idx="1">
            <a:schemeClr val="accent1"/>
          </a:lnRef>
          <a:fillRef idx="0">
            <a:schemeClr val="accent1"/>
          </a:fillRef>
          <a:effectRef idx="0">
            <a:schemeClr val="accent1"/>
          </a:effectRef>
          <a:fontRef idx="minor">
            <a:schemeClr val="tx1"/>
          </a:fontRef>
        </p:style>
      </p:cxnSp>
      <p:sp>
        <p:nvSpPr>
          <p:cNvPr id="23" name="Right Arrow 22"/>
          <p:cNvSpPr/>
          <p:nvPr/>
        </p:nvSpPr>
        <p:spPr>
          <a:xfrm>
            <a:off x="5791200" y="3657600"/>
            <a:ext cx="533400" cy="228600"/>
          </a:xfrm>
          <a:prstGeom prst="rightArrow">
            <a:avLst/>
          </a:prstGeom>
          <a:ln>
            <a:solidFill>
              <a:srgbClr val="FFFF0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3200" b="1">
              <a:solidFill>
                <a:srgbClr val="0070C0"/>
              </a:solidFill>
              <a:latin typeface="Times New Roman" pitchFamily="18" charset="0"/>
              <a:cs typeface="Times New Roman" pitchFamily="18" charset="0"/>
            </a:endParaRPr>
          </a:p>
        </p:txBody>
      </p:sp>
      <p:sp>
        <p:nvSpPr>
          <p:cNvPr id="27" name="TextBox 26"/>
          <p:cNvSpPr txBox="1">
            <a:spLocks noChangeArrowheads="1"/>
          </p:cNvSpPr>
          <p:nvPr/>
        </p:nvSpPr>
        <p:spPr bwMode="auto">
          <a:xfrm>
            <a:off x="6470650" y="3505200"/>
            <a:ext cx="252095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3200" b="1">
                <a:solidFill>
                  <a:srgbClr val="FF0000"/>
                </a:solidFill>
                <a:latin typeface="Times New Roman" pitchFamily="18" charset="0"/>
                <a:cs typeface="Times New Roman" pitchFamily="18" charset="0"/>
              </a:rPr>
              <a:t>T</a:t>
            </a:r>
            <a:r>
              <a:rPr lang="vi-VN" sz="3200" b="1">
                <a:solidFill>
                  <a:srgbClr val="FF0000"/>
                </a:solidFill>
                <a:latin typeface="Times New Roman" pitchFamily="18" charset="0"/>
                <a:cs typeface="Times New Roman" pitchFamily="18" charset="0"/>
              </a:rPr>
              <a:t>ươ</a:t>
            </a:r>
            <a:r>
              <a:rPr lang="en-US" sz="3200" b="1">
                <a:solidFill>
                  <a:srgbClr val="FF0000"/>
                </a:solidFill>
                <a:latin typeface="Times New Roman" pitchFamily="18" charset="0"/>
                <a:cs typeface="Times New Roman" pitchFamily="18" charset="0"/>
              </a:rPr>
              <a:t>ng tác từ</a:t>
            </a:r>
          </a:p>
        </p:txBody>
      </p:sp>
      <p:pic>
        <p:nvPicPr>
          <p:cNvPr id="6170" name="Picture 26" descr="E:\Images\Hinh Anh\Anh Dong\anh dong\questionwht.gif"/>
          <p:cNvPicPr>
            <a:picLocks noChangeAspect="1" noChangeArrowheads="1" noCrop="1"/>
          </p:cNvPicPr>
          <p:nvPr/>
        </p:nvPicPr>
        <p:blipFill>
          <a:blip r:embed="rId5">
            <a:extLst>
              <a:ext uri="{28A0092B-C50C-407E-A947-70E740481C1C}">
                <a14:useLocalDpi xmlns:a14="http://schemas.microsoft.com/office/drawing/2010/main" val="0"/>
              </a:ext>
            </a:extLst>
          </a:blip>
          <a:srcRect/>
          <a:stretch>
            <a:fillRect/>
          </a:stretch>
        </p:blipFill>
        <p:spPr bwMode="auto">
          <a:xfrm>
            <a:off x="1600200" y="5153025"/>
            <a:ext cx="1400175" cy="1400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 name="TextBox 37"/>
          <p:cNvSpPr txBox="1">
            <a:spLocks noChangeArrowheads="1"/>
          </p:cNvSpPr>
          <p:nvPr/>
        </p:nvSpPr>
        <p:spPr bwMode="auto">
          <a:xfrm>
            <a:off x="228600" y="5502275"/>
            <a:ext cx="1828800"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3200" b="1">
                <a:solidFill>
                  <a:srgbClr val="080CA8"/>
                </a:solidFill>
                <a:latin typeface="Times New Roman" pitchFamily="18" charset="0"/>
                <a:cs typeface="Times New Roman" pitchFamily="18" charset="0"/>
              </a:rPr>
              <a:t>Tác nhân</a:t>
            </a:r>
          </a:p>
        </p:txBody>
      </p:sp>
      <p:sp>
        <p:nvSpPr>
          <p:cNvPr id="28" name="TextBox 27"/>
          <p:cNvSpPr txBox="1">
            <a:spLocks noChangeArrowheads="1"/>
          </p:cNvSpPr>
          <p:nvPr/>
        </p:nvSpPr>
        <p:spPr bwMode="auto">
          <a:xfrm>
            <a:off x="304800" y="2362200"/>
            <a:ext cx="34544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3200" b="1">
                <a:solidFill>
                  <a:srgbClr val="002060"/>
                </a:solidFill>
                <a:latin typeface="Times New Roman" pitchFamily="18" charset="0"/>
                <a:cs typeface="Times New Roman" pitchFamily="18" charset="0"/>
              </a:rPr>
              <a:t>2 dòng cùng chiều</a:t>
            </a:r>
          </a:p>
        </p:txBody>
      </p:sp>
      <p:sp>
        <p:nvSpPr>
          <p:cNvPr id="39" name="TextBox 38"/>
          <p:cNvSpPr txBox="1">
            <a:spLocks noChangeArrowheads="1"/>
          </p:cNvSpPr>
          <p:nvPr/>
        </p:nvSpPr>
        <p:spPr bwMode="auto">
          <a:xfrm>
            <a:off x="3716338" y="2362200"/>
            <a:ext cx="3827462"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3200" b="1">
                <a:solidFill>
                  <a:srgbClr val="002060"/>
                </a:solidFill>
                <a:latin typeface="Times New Roman" pitchFamily="18" charset="0"/>
                <a:cs typeface="Times New Roman" pitchFamily="18" charset="0"/>
              </a:rPr>
              <a:t>2 dòng ng</a:t>
            </a:r>
            <a:r>
              <a:rPr lang="vi-VN" sz="3200" b="1">
                <a:solidFill>
                  <a:srgbClr val="002060"/>
                </a:solidFill>
                <a:latin typeface="Times New Roman" pitchFamily="18" charset="0"/>
                <a:cs typeface="Times New Roman" pitchFamily="18" charset="0"/>
              </a:rPr>
              <a:t>ược</a:t>
            </a:r>
            <a:r>
              <a:rPr lang="en-US" sz="3200" b="1">
                <a:solidFill>
                  <a:srgbClr val="002060"/>
                </a:solidFill>
                <a:latin typeface="Times New Roman" pitchFamily="18" charset="0"/>
                <a:cs typeface="Times New Roman" pitchFamily="18" charset="0"/>
              </a:rPr>
              <a:t> chiều</a:t>
            </a:r>
          </a:p>
        </p:txBody>
      </p:sp>
      <p:sp>
        <p:nvSpPr>
          <p:cNvPr id="40" name="TextBox 39"/>
          <p:cNvSpPr txBox="1">
            <a:spLocks noChangeArrowheads="1"/>
          </p:cNvSpPr>
          <p:nvPr/>
        </p:nvSpPr>
        <p:spPr bwMode="auto">
          <a:xfrm>
            <a:off x="2667000" y="5105400"/>
            <a:ext cx="3657600" cy="157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just" eaLnBrk="1" hangingPunct="1"/>
            <a:r>
              <a:rPr lang="en-US" sz="3200" b="1">
                <a:solidFill>
                  <a:srgbClr val="002060"/>
                </a:solidFill>
                <a:latin typeface="Times New Roman" pitchFamily="18" charset="0"/>
                <a:cs typeface="Times New Roman" pitchFamily="18" charset="0"/>
              </a:rPr>
              <a:t>Môi tr</a:t>
            </a:r>
            <a:r>
              <a:rPr lang="vi-VN" sz="3200" b="1">
                <a:solidFill>
                  <a:srgbClr val="002060"/>
                </a:solidFill>
                <a:latin typeface="Times New Roman" pitchFamily="18" charset="0"/>
                <a:cs typeface="Times New Roman" pitchFamily="18" charset="0"/>
              </a:rPr>
              <a:t>ường</a:t>
            </a:r>
            <a:r>
              <a:rPr lang="en-US" sz="3200" b="1">
                <a:solidFill>
                  <a:srgbClr val="002060"/>
                </a:solidFill>
                <a:latin typeface="Times New Roman" pitchFamily="18" charset="0"/>
                <a:cs typeface="Times New Roman" pitchFamily="18" charset="0"/>
              </a:rPr>
              <a:t> vật chất </a:t>
            </a:r>
            <a:r>
              <a:rPr lang="vi-VN" sz="3200" b="1">
                <a:solidFill>
                  <a:srgbClr val="002060"/>
                </a:solidFill>
                <a:latin typeface="Times New Roman" pitchFamily="18" charset="0"/>
                <a:cs typeface="Times New Roman" pitchFamily="18" charset="0"/>
              </a:rPr>
              <a:t>đặ</a:t>
            </a:r>
            <a:r>
              <a:rPr lang="en-US" sz="3200" b="1">
                <a:solidFill>
                  <a:srgbClr val="002060"/>
                </a:solidFill>
                <a:latin typeface="Times New Roman" pitchFamily="18" charset="0"/>
                <a:cs typeface="Times New Roman" pitchFamily="18" charset="0"/>
              </a:rPr>
              <a:t>c biệt bao quanh dòng </a:t>
            </a:r>
            <a:r>
              <a:rPr lang="vi-VN" sz="3200" b="1">
                <a:solidFill>
                  <a:srgbClr val="002060"/>
                </a:solidFill>
                <a:latin typeface="Times New Roman" pitchFamily="18" charset="0"/>
                <a:cs typeface="Times New Roman" pitchFamily="18" charset="0"/>
              </a:rPr>
              <a:t>đ</a:t>
            </a:r>
            <a:r>
              <a:rPr lang="en-US" sz="3200" b="1">
                <a:solidFill>
                  <a:srgbClr val="002060"/>
                </a:solidFill>
                <a:latin typeface="Times New Roman" pitchFamily="18" charset="0"/>
                <a:cs typeface="Times New Roman" pitchFamily="18" charset="0"/>
              </a:rPr>
              <a:t>iện</a:t>
            </a:r>
          </a:p>
        </p:txBody>
      </p:sp>
      <p:sp>
        <p:nvSpPr>
          <p:cNvPr id="41" name="Right Arrow 40"/>
          <p:cNvSpPr/>
          <p:nvPr/>
        </p:nvSpPr>
        <p:spPr>
          <a:xfrm>
            <a:off x="2133600" y="5715000"/>
            <a:ext cx="533400" cy="228600"/>
          </a:xfrm>
          <a:prstGeom prst="rightArrow">
            <a:avLst/>
          </a:prstGeom>
          <a:ln>
            <a:solidFill>
              <a:srgbClr val="FFFF0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3200" b="1">
              <a:solidFill>
                <a:srgbClr val="0070C0"/>
              </a:solidFill>
              <a:latin typeface="Times New Roman" pitchFamily="18" charset="0"/>
              <a:cs typeface="Times New Roman" pitchFamily="18" charset="0"/>
            </a:endParaRPr>
          </a:p>
        </p:txBody>
      </p:sp>
      <p:sp>
        <p:nvSpPr>
          <p:cNvPr id="42" name="Right Arrow 41"/>
          <p:cNvSpPr/>
          <p:nvPr/>
        </p:nvSpPr>
        <p:spPr>
          <a:xfrm>
            <a:off x="6400800" y="5181600"/>
            <a:ext cx="533400" cy="1371600"/>
          </a:xfrm>
          <a:prstGeom prst="rightArrow">
            <a:avLst/>
          </a:prstGeom>
          <a:ln>
            <a:solidFill>
              <a:srgbClr val="FFFF0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3200" b="1">
              <a:solidFill>
                <a:srgbClr val="0070C0"/>
              </a:solidFill>
              <a:latin typeface="Times New Roman" pitchFamily="18" charset="0"/>
              <a:cs typeface="Times New Roman" pitchFamily="18" charset="0"/>
            </a:endParaRPr>
          </a:p>
        </p:txBody>
      </p:sp>
      <p:sp>
        <p:nvSpPr>
          <p:cNvPr id="43" name="TextBox 42"/>
          <p:cNvSpPr txBox="1">
            <a:spLocks noChangeArrowheads="1"/>
          </p:cNvSpPr>
          <p:nvPr/>
        </p:nvSpPr>
        <p:spPr bwMode="auto">
          <a:xfrm>
            <a:off x="7010400" y="5588000"/>
            <a:ext cx="22098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3200" b="1">
                <a:solidFill>
                  <a:srgbClr val="FF0000"/>
                </a:solidFill>
                <a:latin typeface="Times New Roman" pitchFamily="18" charset="0"/>
                <a:cs typeface="Times New Roman" pitchFamily="18" charset="0"/>
              </a:rPr>
              <a:t>T</a:t>
            </a:r>
            <a:r>
              <a:rPr lang="vi-VN" sz="3200" b="1">
                <a:solidFill>
                  <a:srgbClr val="FF0000"/>
                </a:solidFill>
                <a:latin typeface="Times New Roman" pitchFamily="18" charset="0"/>
                <a:cs typeface="Times New Roman" pitchFamily="18" charset="0"/>
              </a:rPr>
              <a:t>ừ</a:t>
            </a:r>
            <a:r>
              <a:rPr lang="en-US" sz="3200" b="1">
                <a:solidFill>
                  <a:srgbClr val="FF0000"/>
                </a:solidFill>
                <a:latin typeface="Times New Roman" pitchFamily="18" charset="0"/>
                <a:cs typeface="Times New Roman" pitchFamily="18" charset="0"/>
              </a:rPr>
              <a:t> tr</a:t>
            </a:r>
            <a:r>
              <a:rPr lang="vi-VN" sz="3200" b="1">
                <a:solidFill>
                  <a:srgbClr val="FF0000"/>
                </a:solidFill>
                <a:latin typeface="Times New Roman" pitchFamily="18" charset="0"/>
                <a:cs typeface="Times New Roman" pitchFamily="18" charset="0"/>
              </a:rPr>
              <a:t>ường</a:t>
            </a:r>
            <a:endParaRPr lang="en-US" sz="3200" b="1">
              <a:solidFill>
                <a:srgbClr val="FF0000"/>
              </a:solidFill>
              <a:latin typeface="Times New Roman" pitchFamily="18" charset="0"/>
              <a:cs typeface="Times New Roman" pitchFamily="18" charset="0"/>
            </a:endParaRPr>
          </a:p>
        </p:txBody>
      </p:sp>
      <p:sp>
        <p:nvSpPr>
          <p:cNvPr id="2" name="Footer Placeholder 1">
            <a:extLst>
              <a:ext uri="{FF2B5EF4-FFF2-40B4-BE49-F238E27FC236}">
                <a16:creationId xmlns:a16="http://schemas.microsoft.com/office/drawing/2014/main" id="{CFFF96FB-1624-12C2-C50A-DD0FDECDC1AE}"/>
              </a:ext>
            </a:extLst>
          </p:cNvPr>
          <p:cNvSpPr>
            <a:spLocks noGrp="1"/>
          </p:cNvSpPr>
          <p:nvPr>
            <p:ph type="ftr" sz="quarter" idx="11"/>
          </p:nvPr>
        </p:nvSpPr>
        <p:spPr/>
        <p:txBody>
          <a:bodyPr/>
          <a:lstStyle/>
          <a:p>
            <a:pPr>
              <a:defRPr/>
            </a:pPr>
            <a:r>
              <a:rPr lang="en-US"/>
              <a:t>Bùi Quốc Trung - VLDC</a:t>
            </a:r>
          </a:p>
        </p:txBody>
      </p:sp>
      <p:sp>
        <p:nvSpPr>
          <p:cNvPr id="3" name="Slide Number Placeholder 2">
            <a:extLst>
              <a:ext uri="{FF2B5EF4-FFF2-40B4-BE49-F238E27FC236}">
                <a16:creationId xmlns:a16="http://schemas.microsoft.com/office/drawing/2014/main" id="{0F6C28BC-CEAA-A2C6-A5D9-76645B6BCAAA}"/>
              </a:ext>
            </a:extLst>
          </p:cNvPr>
          <p:cNvSpPr>
            <a:spLocks noGrp="1"/>
          </p:cNvSpPr>
          <p:nvPr>
            <p:ph type="sldNum" sz="quarter" idx="12"/>
          </p:nvPr>
        </p:nvSpPr>
        <p:spPr/>
        <p:txBody>
          <a:bodyPr/>
          <a:lstStyle/>
          <a:p>
            <a:pPr>
              <a:defRPr/>
            </a:pPr>
            <a:fld id="{DA0BBFDE-23F6-4D0C-90FC-3AED58BCB197}" type="slidenum">
              <a:rPr lang="en-US" smtClean="0"/>
              <a:pPr>
                <a:defRPr/>
              </a:pPr>
              <a:t>2</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9221"/>
                                        </p:tgtEl>
                                        <p:attrNameLst>
                                          <p:attrName>style.visibility</p:attrName>
                                        </p:attrNameLst>
                                      </p:cBhvr>
                                      <p:to>
                                        <p:strVal val="visible"/>
                                      </p:to>
                                    </p:set>
                                    <p:anim calcmode="lin" valueType="num">
                                      <p:cBhvr additive="base">
                                        <p:cTn id="7" dur="1000" fill="hold"/>
                                        <p:tgtEl>
                                          <p:spTgt spid="9221"/>
                                        </p:tgtEl>
                                        <p:attrNameLst>
                                          <p:attrName>ppt_x</p:attrName>
                                        </p:attrNameLst>
                                      </p:cBhvr>
                                      <p:tavLst>
                                        <p:tav tm="0">
                                          <p:val>
                                            <p:strVal val="#ppt_x"/>
                                          </p:val>
                                        </p:tav>
                                        <p:tav tm="100000">
                                          <p:val>
                                            <p:strVal val="#ppt_x"/>
                                          </p:val>
                                        </p:tav>
                                      </p:tavLst>
                                    </p:anim>
                                    <p:anim calcmode="lin" valueType="num">
                                      <p:cBhvr additive="base">
                                        <p:cTn id="8" dur="1000" fill="hold"/>
                                        <p:tgtEl>
                                          <p:spTgt spid="9221"/>
                                        </p:tgtEl>
                                        <p:attrNameLst>
                                          <p:attrName>ppt_y</p:attrName>
                                        </p:attrNameLst>
                                      </p:cBhvr>
                                      <p:tavLst>
                                        <p:tav tm="0">
                                          <p:val>
                                            <p:strVal val="1+#ppt_h/2"/>
                                          </p:val>
                                        </p:tav>
                                        <p:tav tm="100000">
                                          <p:val>
                                            <p:strVal val="#ppt_y"/>
                                          </p:val>
                                        </p:tav>
                                      </p:tavLst>
                                    </p:anim>
                                  </p:childTnLst>
                                </p:cTn>
                              </p:par>
                            </p:childTnLst>
                          </p:cTn>
                        </p:par>
                        <p:par>
                          <p:cTn id="9" fill="hold" nodeType="afterGroup">
                            <p:stCondLst>
                              <p:cond delay="1000"/>
                            </p:stCondLst>
                            <p:childTnLst>
                              <p:par>
                                <p:cTn id="10" presetID="35" presetClass="path" presetSubtype="0" accel="50000" decel="50000" fill="hold" nodeType="afterEffect">
                                  <p:stCondLst>
                                    <p:cond delay="0"/>
                                  </p:stCondLst>
                                  <p:childTnLst>
                                    <p:animMotion origin="layout" path="M -8.33333E-7 0 L -0.12552 0 " pathEditMode="relative" rAng="0" ptsTypes="AA">
                                      <p:cBhvr>
                                        <p:cTn id="11" dur="2000" fill="hold"/>
                                        <p:tgtEl>
                                          <p:spTgt spid="9221"/>
                                        </p:tgtEl>
                                        <p:attrNameLst>
                                          <p:attrName>ppt_x</p:attrName>
                                          <p:attrName>ppt_y</p:attrName>
                                        </p:attrNameLst>
                                      </p:cBhvr>
                                      <p:rCtr x="-6300" y="0"/>
                                    </p:animMotion>
                                  </p:childTnLst>
                                </p:cTn>
                              </p:par>
                              <p:par>
                                <p:cTn id="12" presetID="63" presetClass="path" presetSubtype="0" accel="50000" decel="50000" fill="hold" nodeType="withEffect">
                                  <p:stCondLst>
                                    <p:cond delay="0"/>
                                  </p:stCondLst>
                                  <p:childTnLst>
                                    <p:animMotion origin="layout" path="M -1.66667E-6 -4.44444E-6 L 0.14063 -4.44444E-6 " pathEditMode="relative" rAng="0" ptsTypes="AA">
                                      <p:cBhvr>
                                        <p:cTn id="13" dur="2000" fill="hold"/>
                                        <p:tgtEl>
                                          <p:spTgt spid="9220"/>
                                        </p:tgtEl>
                                        <p:attrNameLst>
                                          <p:attrName>ppt_x</p:attrName>
                                          <p:attrName>ppt_y</p:attrName>
                                        </p:attrNameLst>
                                      </p:cBhvr>
                                      <p:rCtr x="7000" y="0"/>
                                    </p:animMotion>
                                  </p:childTnLst>
                                </p:cTn>
                              </p:par>
                            </p:childTnLst>
                          </p:cTn>
                        </p:par>
                      </p:childTnLst>
                    </p:cTn>
                  </p:par>
                  <p:par>
                    <p:cTn id="14" fill="hold" nodeType="clickPar">
                      <p:stCondLst>
                        <p:cond delay="indefinite"/>
                      </p:stCondLst>
                      <p:childTnLst>
                        <p:par>
                          <p:cTn id="15" fill="hold" nodeType="withGroup">
                            <p:stCondLst>
                              <p:cond delay="0"/>
                            </p:stCondLst>
                            <p:childTnLst>
                              <p:par>
                                <p:cTn id="16" presetID="5" presetClass="exit" presetSubtype="10" fill="hold" nodeType="clickEffect">
                                  <p:stCondLst>
                                    <p:cond delay="0"/>
                                  </p:stCondLst>
                                  <p:childTnLst>
                                    <p:animEffect transition="out" filter="checkerboard(across)">
                                      <p:cBhvr>
                                        <p:cTn id="17" dur="500"/>
                                        <p:tgtEl>
                                          <p:spTgt spid="9221"/>
                                        </p:tgtEl>
                                      </p:cBhvr>
                                    </p:animEffect>
                                    <p:set>
                                      <p:cBhvr>
                                        <p:cTn id="18" dur="1" fill="hold">
                                          <p:stCondLst>
                                            <p:cond delay="499"/>
                                          </p:stCondLst>
                                        </p:cTn>
                                        <p:tgtEl>
                                          <p:spTgt spid="9221"/>
                                        </p:tgtEl>
                                        <p:attrNameLst>
                                          <p:attrName>style.visibility</p:attrName>
                                        </p:attrNameLst>
                                      </p:cBhvr>
                                      <p:to>
                                        <p:strVal val="hidden"/>
                                      </p:to>
                                    </p:set>
                                  </p:childTnLst>
                                </p:cTn>
                              </p:par>
                              <p:par>
                                <p:cTn id="19" presetID="5" presetClass="exit" presetSubtype="10" fill="hold" nodeType="withEffect">
                                  <p:stCondLst>
                                    <p:cond delay="0"/>
                                  </p:stCondLst>
                                  <p:childTnLst>
                                    <p:animEffect transition="out" filter="checkerboard(across)">
                                      <p:cBhvr>
                                        <p:cTn id="20" dur="500"/>
                                        <p:tgtEl>
                                          <p:spTgt spid="9220"/>
                                        </p:tgtEl>
                                      </p:cBhvr>
                                    </p:animEffect>
                                    <p:set>
                                      <p:cBhvr>
                                        <p:cTn id="21" dur="1" fill="hold">
                                          <p:stCondLst>
                                            <p:cond delay="499"/>
                                          </p:stCondLst>
                                        </p:cTn>
                                        <p:tgtEl>
                                          <p:spTgt spid="9220"/>
                                        </p:tgtEl>
                                        <p:attrNameLst>
                                          <p:attrName>style.visibility</p:attrName>
                                        </p:attrNameLst>
                                      </p:cBhvr>
                                      <p:to>
                                        <p:strVal val="hidden"/>
                                      </p:to>
                                    </p:set>
                                  </p:childTnLst>
                                </p:cTn>
                              </p:par>
                            </p:childTnLst>
                          </p:cTn>
                        </p:par>
                        <p:par>
                          <p:cTn id="22" fill="hold" nodeType="afterGroup">
                            <p:stCondLst>
                              <p:cond delay="500"/>
                            </p:stCondLst>
                            <p:childTnLst>
                              <p:par>
                                <p:cTn id="23" presetID="2" presetClass="entr" presetSubtype="4" fill="hold" nodeType="afterEffect">
                                  <p:stCondLst>
                                    <p:cond delay="500"/>
                                  </p:stCondLst>
                                  <p:childTnLst>
                                    <p:set>
                                      <p:cBhvr>
                                        <p:cTn id="24" dur="1" fill="hold">
                                          <p:stCondLst>
                                            <p:cond delay="0"/>
                                          </p:stCondLst>
                                        </p:cTn>
                                        <p:tgtEl>
                                          <p:spTgt spid="9220"/>
                                        </p:tgtEl>
                                        <p:attrNameLst>
                                          <p:attrName>style.visibility</p:attrName>
                                        </p:attrNameLst>
                                      </p:cBhvr>
                                      <p:to>
                                        <p:strVal val="visible"/>
                                      </p:to>
                                    </p:set>
                                    <p:anim calcmode="lin" valueType="num">
                                      <p:cBhvr additive="base">
                                        <p:cTn id="25" dur="1000" fill="hold"/>
                                        <p:tgtEl>
                                          <p:spTgt spid="9220"/>
                                        </p:tgtEl>
                                        <p:attrNameLst>
                                          <p:attrName>ppt_x</p:attrName>
                                        </p:attrNameLst>
                                      </p:cBhvr>
                                      <p:tavLst>
                                        <p:tav tm="0">
                                          <p:val>
                                            <p:strVal val="#ppt_x"/>
                                          </p:val>
                                        </p:tav>
                                        <p:tav tm="100000">
                                          <p:val>
                                            <p:strVal val="#ppt_x"/>
                                          </p:val>
                                        </p:tav>
                                      </p:tavLst>
                                    </p:anim>
                                    <p:anim calcmode="lin" valueType="num">
                                      <p:cBhvr additive="base">
                                        <p:cTn id="26" dur="1000" fill="hold"/>
                                        <p:tgtEl>
                                          <p:spTgt spid="9220"/>
                                        </p:tgtEl>
                                        <p:attrNameLst>
                                          <p:attrName>ppt_y</p:attrName>
                                        </p:attrNameLst>
                                      </p:cBhvr>
                                      <p:tavLst>
                                        <p:tav tm="0">
                                          <p:val>
                                            <p:strVal val="1+#ppt_h/2"/>
                                          </p:val>
                                        </p:tav>
                                        <p:tav tm="100000">
                                          <p:val>
                                            <p:strVal val="#ppt_y"/>
                                          </p:val>
                                        </p:tav>
                                      </p:tavLst>
                                    </p:anim>
                                  </p:childTnLst>
                                </p:cTn>
                              </p:par>
                            </p:childTnLst>
                          </p:cTn>
                        </p:par>
                        <p:par>
                          <p:cTn id="27" fill="hold" nodeType="afterGroup">
                            <p:stCondLst>
                              <p:cond delay="2000"/>
                            </p:stCondLst>
                            <p:childTnLst>
                              <p:par>
                                <p:cTn id="28" presetID="2" presetClass="entr" presetSubtype="4" fill="hold" nodeType="afterEffect">
                                  <p:stCondLst>
                                    <p:cond delay="0"/>
                                  </p:stCondLst>
                                  <p:childTnLst>
                                    <p:set>
                                      <p:cBhvr>
                                        <p:cTn id="29" dur="1" fill="hold">
                                          <p:stCondLst>
                                            <p:cond delay="0"/>
                                          </p:stCondLst>
                                        </p:cTn>
                                        <p:tgtEl>
                                          <p:spTgt spid="9223"/>
                                        </p:tgtEl>
                                        <p:attrNameLst>
                                          <p:attrName>style.visibility</p:attrName>
                                        </p:attrNameLst>
                                      </p:cBhvr>
                                      <p:to>
                                        <p:strVal val="visible"/>
                                      </p:to>
                                    </p:set>
                                    <p:anim calcmode="lin" valueType="num">
                                      <p:cBhvr additive="base">
                                        <p:cTn id="30" dur="1000" fill="hold"/>
                                        <p:tgtEl>
                                          <p:spTgt spid="9223"/>
                                        </p:tgtEl>
                                        <p:attrNameLst>
                                          <p:attrName>ppt_x</p:attrName>
                                        </p:attrNameLst>
                                      </p:cBhvr>
                                      <p:tavLst>
                                        <p:tav tm="0">
                                          <p:val>
                                            <p:strVal val="#ppt_x"/>
                                          </p:val>
                                        </p:tav>
                                        <p:tav tm="100000">
                                          <p:val>
                                            <p:strVal val="#ppt_x"/>
                                          </p:val>
                                        </p:tav>
                                      </p:tavLst>
                                    </p:anim>
                                    <p:anim calcmode="lin" valueType="num">
                                      <p:cBhvr additive="base">
                                        <p:cTn id="31" dur="1000" fill="hold"/>
                                        <p:tgtEl>
                                          <p:spTgt spid="9223"/>
                                        </p:tgtEl>
                                        <p:attrNameLst>
                                          <p:attrName>ppt_y</p:attrName>
                                        </p:attrNameLst>
                                      </p:cBhvr>
                                      <p:tavLst>
                                        <p:tav tm="0">
                                          <p:val>
                                            <p:strVal val="1+#ppt_h/2"/>
                                          </p:val>
                                        </p:tav>
                                        <p:tav tm="100000">
                                          <p:val>
                                            <p:strVal val="#ppt_y"/>
                                          </p:val>
                                        </p:tav>
                                      </p:tavLst>
                                    </p:anim>
                                  </p:childTnLst>
                                </p:cTn>
                              </p:par>
                            </p:childTnLst>
                          </p:cTn>
                        </p:par>
                        <p:par>
                          <p:cTn id="32" fill="hold" nodeType="afterGroup">
                            <p:stCondLst>
                              <p:cond delay="3000"/>
                            </p:stCondLst>
                            <p:childTnLst>
                              <p:par>
                                <p:cTn id="33" presetID="63" presetClass="path" presetSubtype="0" accel="50000" decel="50000" fill="hold" nodeType="afterEffect">
                                  <p:stCondLst>
                                    <p:cond delay="0"/>
                                  </p:stCondLst>
                                  <p:childTnLst>
                                    <p:animMotion origin="layout" path="M 8.33333E-7 0 L 0.12552 0 " pathEditMode="relative" rAng="0" ptsTypes="AA">
                                      <p:cBhvr>
                                        <p:cTn id="34" dur="2000" fill="hold"/>
                                        <p:tgtEl>
                                          <p:spTgt spid="9223"/>
                                        </p:tgtEl>
                                        <p:attrNameLst>
                                          <p:attrName>ppt_x</p:attrName>
                                          <p:attrName>ppt_y</p:attrName>
                                        </p:attrNameLst>
                                      </p:cBhvr>
                                      <p:rCtr x="6300" y="0"/>
                                    </p:animMotion>
                                  </p:childTnLst>
                                </p:cTn>
                              </p:par>
                              <p:par>
                                <p:cTn id="35" presetID="35" presetClass="path" presetSubtype="0" accel="50000" decel="50000" fill="hold" nodeType="withEffect">
                                  <p:stCondLst>
                                    <p:cond delay="0"/>
                                  </p:stCondLst>
                                  <p:childTnLst>
                                    <p:animMotion origin="layout" path="M -1.66667E-6 -4.44444E-6 L -0.12604 -4.44444E-6 " pathEditMode="relative" rAng="0" ptsTypes="AA">
                                      <p:cBhvr>
                                        <p:cTn id="36" dur="2000" fill="hold"/>
                                        <p:tgtEl>
                                          <p:spTgt spid="9220"/>
                                        </p:tgtEl>
                                        <p:attrNameLst>
                                          <p:attrName>ppt_x</p:attrName>
                                          <p:attrName>ppt_y</p:attrName>
                                        </p:attrNameLst>
                                      </p:cBhvr>
                                      <p:rCtr x="-6300" y="0"/>
                                    </p:animMotion>
                                  </p:childTnLst>
                                </p:cTn>
                              </p:par>
                            </p:childTnLst>
                          </p:cTn>
                        </p:par>
                      </p:childTnLst>
                    </p:cTn>
                  </p:par>
                  <p:par>
                    <p:cTn id="37" fill="hold" nodeType="clickPar">
                      <p:stCondLst>
                        <p:cond delay="indefinite"/>
                      </p:stCondLst>
                      <p:childTnLst>
                        <p:par>
                          <p:cTn id="38" fill="hold" nodeType="withGroup">
                            <p:stCondLst>
                              <p:cond delay="0"/>
                            </p:stCondLst>
                            <p:childTnLst>
                              <p:par>
                                <p:cTn id="39" presetID="8" presetClass="entr" presetSubtype="16" fill="hold" nodeType="clickEffect">
                                  <p:stCondLst>
                                    <p:cond delay="0"/>
                                  </p:stCondLst>
                                  <p:childTnLst>
                                    <p:set>
                                      <p:cBhvr>
                                        <p:cTn id="40" dur="1" fill="hold">
                                          <p:stCondLst>
                                            <p:cond delay="0"/>
                                          </p:stCondLst>
                                        </p:cTn>
                                        <p:tgtEl>
                                          <p:spTgt spid="13"/>
                                        </p:tgtEl>
                                        <p:attrNameLst>
                                          <p:attrName>style.visibility</p:attrName>
                                        </p:attrNameLst>
                                      </p:cBhvr>
                                      <p:to>
                                        <p:strVal val="visible"/>
                                      </p:to>
                                    </p:set>
                                    <p:animEffect transition="in" filter="diamond(in)">
                                      <p:cBhvr>
                                        <p:cTn id="41" dur="1000"/>
                                        <p:tgtEl>
                                          <p:spTgt spid="13"/>
                                        </p:tgtEl>
                                      </p:cBhvr>
                                    </p:animEffect>
                                  </p:childTnLst>
                                </p:cTn>
                              </p:par>
                              <p:par>
                                <p:cTn id="42" presetID="8" presetClass="entr" presetSubtype="16" fill="hold"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diamond(in)">
                                      <p:cBhvr>
                                        <p:cTn id="44" dur="1000"/>
                                        <p:tgtEl>
                                          <p:spTgt spid="16"/>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4" presetClass="entr" presetSubtype="16" fill="hold" nodeType="clickEffect">
                                  <p:stCondLst>
                                    <p:cond delay="0"/>
                                  </p:stCondLst>
                                  <p:childTnLst>
                                    <p:set>
                                      <p:cBhvr>
                                        <p:cTn id="48" dur="1" fill="hold">
                                          <p:stCondLst>
                                            <p:cond delay="0"/>
                                          </p:stCondLst>
                                        </p:cTn>
                                        <p:tgtEl>
                                          <p:spTgt spid="22"/>
                                        </p:tgtEl>
                                        <p:attrNameLst>
                                          <p:attrName>style.visibility</p:attrName>
                                        </p:attrNameLst>
                                      </p:cBhvr>
                                      <p:to>
                                        <p:strVal val="visible"/>
                                      </p:to>
                                    </p:set>
                                    <p:animEffect transition="in" filter="box(in)">
                                      <p:cBhvr>
                                        <p:cTn id="49" dur="1000"/>
                                        <p:tgtEl>
                                          <p:spTgt spid="22"/>
                                        </p:tgtEl>
                                      </p:cBhvr>
                                    </p:animEffect>
                                  </p:childTnLst>
                                </p:cTn>
                              </p:par>
                              <p:par>
                                <p:cTn id="50" presetID="4" presetClass="entr" presetSubtype="16" fill="hold" nodeType="withEffect">
                                  <p:stCondLst>
                                    <p:cond delay="0"/>
                                  </p:stCondLst>
                                  <p:childTnLst>
                                    <p:set>
                                      <p:cBhvr>
                                        <p:cTn id="51" dur="1" fill="hold">
                                          <p:stCondLst>
                                            <p:cond delay="0"/>
                                          </p:stCondLst>
                                        </p:cTn>
                                        <p:tgtEl>
                                          <p:spTgt spid="24"/>
                                        </p:tgtEl>
                                        <p:attrNameLst>
                                          <p:attrName>style.visibility</p:attrName>
                                        </p:attrNameLst>
                                      </p:cBhvr>
                                      <p:to>
                                        <p:strVal val="visible"/>
                                      </p:to>
                                    </p:set>
                                    <p:animEffect transition="in" filter="box(in)">
                                      <p:cBhvr>
                                        <p:cTn id="52" dur="1000"/>
                                        <p:tgtEl>
                                          <p:spTgt spid="24"/>
                                        </p:tgtEl>
                                      </p:cBhvr>
                                    </p:animEffect>
                                  </p:childTnLst>
                                </p:cTn>
                              </p:par>
                              <p:par>
                                <p:cTn id="53" presetID="4" presetClass="exit" presetSubtype="16" fill="hold" nodeType="withEffect">
                                  <p:stCondLst>
                                    <p:cond delay="0"/>
                                  </p:stCondLst>
                                  <p:childTnLst>
                                    <p:animEffect transition="out" filter="box(in)">
                                      <p:cBhvr>
                                        <p:cTn id="54" dur="500"/>
                                        <p:tgtEl>
                                          <p:spTgt spid="13"/>
                                        </p:tgtEl>
                                      </p:cBhvr>
                                    </p:animEffect>
                                    <p:set>
                                      <p:cBhvr>
                                        <p:cTn id="55" dur="1" fill="hold">
                                          <p:stCondLst>
                                            <p:cond delay="499"/>
                                          </p:stCondLst>
                                        </p:cTn>
                                        <p:tgtEl>
                                          <p:spTgt spid="13"/>
                                        </p:tgtEl>
                                        <p:attrNameLst>
                                          <p:attrName>style.visibility</p:attrName>
                                        </p:attrNameLst>
                                      </p:cBhvr>
                                      <p:to>
                                        <p:strVal val="hidden"/>
                                      </p:to>
                                    </p:set>
                                  </p:childTnLst>
                                </p:cTn>
                              </p:par>
                              <p:par>
                                <p:cTn id="56" presetID="4" presetClass="exit" presetSubtype="16" fill="hold" nodeType="withEffect">
                                  <p:stCondLst>
                                    <p:cond delay="0"/>
                                  </p:stCondLst>
                                  <p:childTnLst>
                                    <p:animEffect transition="out" filter="box(in)">
                                      <p:cBhvr>
                                        <p:cTn id="57" dur="500"/>
                                        <p:tgtEl>
                                          <p:spTgt spid="16"/>
                                        </p:tgtEl>
                                      </p:cBhvr>
                                    </p:animEffect>
                                    <p:set>
                                      <p:cBhvr>
                                        <p:cTn id="58" dur="1" fill="hold">
                                          <p:stCondLst>
                                            <p:cond delay="499"/>
                                          </p:stCondLst>
                                        </p:cTn>
                                        <p:tgtEl>
                                          <p:spTgt spid="16"/>
                                        </p:tgtEl>
                                        <p:attrNameLst>
                                          <p:attrName>style.visibility</p:attrName>
                                        </p:attrNameLst>
                                      </p:cBhvr>
                                      <p:to>
                                        <p:strVal val="hidden"/>
                                      </p:to>
                                    </p:set>
                                  </p:childTnLst>
                                </p:cTn>
                              </p:par>
                              <p:par>
                                <p:cTn id="59" presetID="4" presetClass="exit" presetSubtype="16" fill="hold" nodeType="withEffect">
                                  <p:stCondLst>
                                    <p:cond delay="0"/>
                                  </p:stCondLst>
                                  <p:childTnLst>
                                    <p:animEffect transition="out" filter="box(in)">
                                      <p:cBhvr>
                                        <p:cTn id="60" dur="500"/>
                                        <p:tgtEl>
                                          <p:spTgt spid="22"/>
                                        </p:tgtEl>
                                      </p:cBhvr>
                                    </p:animEffect>
                                    <p:set>
                                      <p:cBhvr>
                                        <p:cTn id="61" dur="1" fill="hold">
                                          <p:stCondLst>
                                            <p:cond delay="499"/>
                                          </p:stCondLst>
                                        </p:cTn>
                                        <p:tgtEl>
                                          <p:spTgt spid="22"/>
                                        </p:tgtEl>
                                        <p:attrNameLst>
                                          <p:attrName>style.visibility</p:attrName>
                                        </p:attrNameLst>
                                      </p:cBhvr>
                                      <p:to>
                                        <p:strVal val="hidden"/>
                                      </p:to>
                                    </p:set>
                                  </p:childTnLst>
                                </p:cTn>
                              </p:par>
                              <p:par>
                                <p:cTn id="62" presetID="4" presetClass="exit" presetSubtype="16" fill="hold" nodeType="withEffect">
                                  <p:stCondLst>
                                    <p:cond delay="0"/>
                                  </p:stCondLst>
                                  <p:childTnLst>
                                    <p:animEffect transition="out" filter="box(in)">
                                      <p:cBhvr>
                                        <p:cTn id="63" dur="500"/>
                                        <p:tgtEl>
                                          <p:spTgt spid="24"/>
                                        </p:tgtEl>
                                      </p:cBhvr>
                                    </p:animEffect>
                                    <p:set>
                                      <p:cBhvr>
                                        <p:cTn id="64" dur="1" fill="hold">
                                          <p:stCondLst>
                                            <p:cond delay="499"/>
                                          </p:stCondLst>
                                        </p:cTn>
                                        <p:tgtEl>
                                          <p:spTgt spid="24"/>
                                        </p:tgtEl>
                                        <p:attrNameLst>
                                          <p:attrName>style.visibility</p:attrName>
                                        </p:attrNameLst>
                                      </p:cBhvr>
                                      <p:to>
                                        <p:strVal val="hidden"/>
                                      </p:to>
                                    </p:set>
                                  </p:childTnLst>
                                </p:cTn>
                              </p:par>
                              <p:par>
                                <p:cTn id="65" presetID="4" presetClass="entr" presetSubtype="16" fill="hold" nodeType="withEffect">
                                  <p:stCondLst>
                                    <p:cond delay="0"/>
                                  </p:stCondLst>
                                  <p:childTnLst>
                                    <p:set>
                                      <p:cBhvr>
                                        <p:cTn id="66" dur="1" fill="hold">
                                          <p:stCondLst>
                                            <p:cond delay="0"/>
                                          </p:stCondLst>
                                        </p:cTn>
                                        <p:tgtEl>
                                          <p:spTgt spid="19"/>
                                        </p:tgtEl>
                                        <p:attrNameLst>
                                          <p:attrName>style.visibility</p:attrName>
                                        </p:attrNameLst>
                                      </p:cBhvr>
                                      <p:to>
                                        <p:strVal val="visible"/>
                                      </p:to>
                                    </p:set>
                                    <p:animEffect transition="in" filter="box(in)">
                                      <p:cBhvr>
                                        <p:cTn id="67" dur="500"/>
                                        <p:tgtEl>
                                          <p:spTgt spid="19"/>
                                        </p:tgtEl>
                                      </p:cBhvr>
                                    </p:animEffect>
                                  </p:childTnLst>
                                </p:cTn>
                              </p:par>
                              <p:par>
                                <p:cTn id="68" presetID="4" presetClass="entr" presetSubtype="16" fill="hold" nodeType="withEffect">
                                  <p:stCondLst>
                                    <p:cond delay="0"/>
                                  </p:stCondLst>
                                  <p:childTnLst>
                                    <p:set>
                                      <p:cBhvr>
                                        <p:cTn id="69" dur="1" fill="hold">
                                          <p:stCondLst>
                                            <p:cond delay="0"/>
                                          </p:stCondLst>
                                        </p:cTn>
                                        <p:tgtEl>
                                          <p:spTgt spid="20"/>
                                        </p:tgtEl>
                                        <p:attrNameLst>
                                          <p:attrName>style.visibility</p:attrName>
                                        </p:attrNameLst>
                                      </p:cBhvr>
                                      <p:to>
                                        <p:strVal val="visible"/>
                                      </p:to>
                                    </p:set>
                                    <p:animEffect transition="in" filter="box(in)">
                                      <p:cBhvr>
                                        <p:cTn id="70" dur="500"/>
                                        <p:tgtEl>
                                          <p:spTgt spid="20"/>
                                        </p:tgtEl>
                                      </p:cBhvr>
                                    </p:animEffect>
                                  </p:childTnLst>
                                </p:cTn>
                              </p:par>
                              <p:par>
                                <p:cTn id="71" presetID="4" presetClass="entr" presetSubtype="16" fill="hold" nodeType="withEffect">
                                  <p:stCondLst>
                                    <p:cond delay="0"/>
                                  </p:stCondLst>
                                  <p:childTnLst>
                                    <p:set>
                                      <p:cBhvr>
                                        <p:cTn id="72" dur="1" fill="hold">
                                          <p:stCondLst>
                                            <p:cond delay="0"/>
                                          </p:stCondLst>
                                        </p:cTn>
                                        <p:tgtEl>
                                          <p:spTgt spid="25"/>
                                        </p:tgtEl>
                                        <p:attrNameLst>
                                          <p:attrName>style.visibility</p:attrName>
                                        </p:attrNameLst>
                                      </p:cBhvr>
                                      <p:to>
                                        <p:strVal val="visible"/>
                                      </p:to>
                                    </p:set>
                                    <p:animEffect transition="in" filter="box(in)">
                                      <p:cBhvr>
                                        <p:cTn id="73" dur="1000"/>
                                        <p:tgtEl>
                                          <p:spTgt spid="25"/>
                                        </p:tgtEl>
                                      </p:cBhvr>
                                    </p:animEffect>
                                  </p:childTnLst>
                                </p:cTn>
                              </p:par>
                              <p:par>
                                <p:cTn id="74" presetID="4" presetClass="entr" presetSubtype="16" fill="hold" nodeType="withEffect">
                                  <p:stCondLst>
                                    <p:cond delay="0"/>
                                  </p:stCondLst>
                                  <p:childTnLst>
                                    <p:set>
                                      <p:cBhvr>
                                        <p:cTn id="75" dur="1" fill="hold">
                                          <p:stCondLst>
                                            <p:cond delay="0"/>
                                          </p:stCondLst>
                                        </p:cTn>
                                        <p:tgtEl>
                                          <p:spTgt spid="26"/>
                                        </p:tgtEl>
                                        <p:attrNameLst>
                                          <p:attrName>style.visibility</p:attrName>
                                        </p:attrNameLst>
                                      </p:cBhvr>
                                      <p:to>
                                        <p:strVal val="visible"/>
                                      </p:to>
                                    </p:set>
                                    <p:animEffect transition="in" filter="box(in)">
                                      <p:cBhvr>
                                        <p:cTn id="76" dur="1000"/>
                                        <p:tgtEl>
                                          <p:spTgt spid="26"/>
                                        </p:tgtEl>
                                      </p:cBhvr>
                                    </p:animEffect>
                                  </p:childTnLst>
                                </p:cTn>
                              </p:par>
                              <p:par>
                                <p:cTn id="77" presetID="5" presetClass="entr" presetSubtype="10" fill="hold" nodeType="withEffect">
                                  <p:stCondLst>
                                    <p:cond delay="0"/>
                                  </p:stCondLst>
                                  <p:childTnLst>
                                    <p:set>
                                      <p:cBhvr>
                                        <p:cTn id="78" dur="1" fill="hold">
                                          <p:stCondLst>
                                            <p:cond delay="0"/>
                                          </p:stCondLst>
                                        </p:cTn>
                                        <p:tgtEl>
                                          <p:spTgt spid="28">
                                            <p:txEl>
                                              <p:pRg st="0" end="0"/>
                                            </p:txEl>
                                          </p:spTgt>
                                        </p:tgtEl>
                                        <p:attrNameLst>
                                          <p:attrName>style.visibility</p:attrName>
                                        </p:attrNameLst>
                                      </p:cBhvr>
                                      <p:to>
                                        <p:strVal val="visible"/>
                                      </p:to>
                                    </p:set>
                                    <p:animEffect transition="in" filter="checkerboard(across)">
                                      <p:cBhvr>
                                        <p:cTn id="79" dur="500"/>
                                        <p:tgtEl>
                                          <p:spTgt spid="28">
                                            <p:txEl>
                                              <p:pRg st="0" end="0"/>
                                            </p:txEl>
                                          </p:spTgt>
                                        </p:tgtEl>
                                      </p:cBhvr>
                                    </p:animEffect>
                                  </p:childTnLst>
                                </p:cTn>
                              </p:par>
                            </p:childTnLst>
                          </p:cTn>
                        </p:par>
                      </p:childTnLst>
                    </p:cTn>
                  </p:par>
                  <p:par>
                    <p:cTn id="80" fill="hold" nodeType="clickPar">
                      <p:stCondLst>
                        <p:cond delay="indefinite"/>
                      </p:stCondLst>
                      <p:childTnLst>
                        <p:par>
                          <p:cTn id="81" fill="hold" nodeType="withGroup">
                            <p:stCondLst>
                              <p:cond delay="0"/>
                            </p:stCondLst>
                            <p:childTnLst>
                              <p:par>
                                <p:cTn id="82" presetID="8" presetClass="entr" presetSubtype="16" fill="hold" nodeType="clickEffect">
                                  <p:stCondLst>
                                    <p:cond delay="0"/>
                                  </p:stCondLst>
                                  <p:childTnLst>
                                    <p:set>
                                      <p:cBhvr>
                                        <p:cTn id="83" dur="1" fill="hold">
                                          <p:stCondLst>
                                            <p:cond delay="0"/>
                                          </p:stCondLst>
                                        </p:cTn>
                                        <p:tgtEl>
                                          <p:spTgt spid="30"/>
                                        </p:tgtEl>
                                        <p:attrNameLst>
                                          <p:attrName>style.visibility</p:attrName>
                                        </p:attrNameLst>
                                      </p:cBhvr>
                                      <p:to>
                                        <p:strVal val="visible"/>
                                      </p:to>
                                    </p:set>
                                    <p:animEffect transition="in" filter="diamond(in)">
                                      <p:cBhvr>
                                        <p:cTn id="84" dur="1000"/>
                                        <p:tgtEl>
                                          <p:spTgt spid="30"/>
                                        </p:tgtEl>
                                      </p:cBhvr>
                                    </p:animEffect>
                                  </p:childTnLst>
                                </p:cTn>
                              </p:par>
                              <p:par>
                                <p:cTn id="85" presetID="8" presetClass="entr" presetSubtype="16" fill="hold" nodeType="withEffect">
                                  <p:stCondLst>
                                    <p:cond delay="0"/>
                                  </p:stCondLst>
                                  <p:childTnLst>
                                    <p:set>
                                      <p:cBhvr>
                                        <p:cTn id="86" dur="1" fill="hold">
                                          <p:stCondLst>
                                            <p:cond delay="0"/>
                                          </p:stCondLst>
                                        </p:cTn>
                                        <p:tgtEl>
                                          <p:spTgt spid="31"/>
                                        </p:tgtEl>
                                        <p:attrNameLst>
                                          <p:attrName>style.visibility</p:attrName>
                                        </p:attrNameLst>
                                      </p:cBhvr>
                                      <p:to>
                                        <p:strVal val="visible"/>
                                      </p:to>
                                    </p:set>
                                    <p:animEffect transition="in" filter="diamond(in)">
                                      <p:cBhvr>
                                        <p:cTn id="87" dur="1000"/>
                                        <p:tgtEl>
                                          <p:spTgt spid="31"/>
                                        </p:tgtEl>
                                      </p:cBhvr>
                                    </p:animEffect>
                                  </p:childTnLst>
                                </p:cTn>
                              </p:par>
                            </p:childTnLst>
                          </p:cTn>
                        </p:par>
                      </p:childTnLst>
                    </p:cTn>
                  </p:par>
                  <p:par>
                    <p:cTn id="88" fill="hold" nodeType="clickPar">
                      <p:stCondLst>
                        <p:cond delay="indefinite"/>
                      </p:stCondLst>
                      <p:childTnLst>
                        <p:par>
                          <p:cTn id="89" fill="hold" nodeType="withGroup">
                            <p:stCondLst>
                              <p:cond delay="0"/>
                            </p:stCondLst>
                            <p:childTnLst>
                              <p:par>
                                <p:cTn id="90" presetID="8" presetClass="entr" presetSubtype="16" fill="hold" nodeType="clickEffect">
                                  <p:stCondLst>
                                    <p:cond delay="0"/>
                                  </p:stCondLst>
                                  <p:childTnLst>
                                    <p:set>
                                      <p:cBhvr>
                                        <p:cTn id="91" dur="1" fill="hold">
                                          <p:stCondLst>
                                            <p:cond delay="0"/>
                                          </p:stCondLst>
                                        </p:cTn>
                                        <p:tgtEl>
                                          <p:spTgt spid="35"/>
                                        </p:tgtEl>
                                        <p:attrNameLst>
                                          <p:attrName>style.visibility</p:attrName>
                                        </p:attrNameLst>
                                      </p:cBhvr>
                                      <p:to>
                                        <p:strVal val="visible"/>
                                      </p:to>
                                    </p:set>
                                    <p:animEffect transition="in" filter="diamond(in)">
                                      <p:cBhvr>
                                        <p:cTn id="92" dur="500"/>
                                        <p:tgtEl>
                                          <p:spTgt spid="35"/>
                                        </p:tgtEl>
                                      </p:cBhvr>
                                    </p:animEffect>
                                  </p:childTnLst>
                                </p:cTn>
                              </p:par>
                              <p:par>
                                <p:cTn id="93" presetID="8" presetClass="entr" presetSubtype="16" fill="hold" nodeType="withEffect">
                                  <p:stCondLst>
                                    <p:cond delay="0"/>
                                  </p:stCondLst>
                                  <p:childTnLst>
                                    <p:set>
                                      <p:cBhvr>
                                        <p:cTn id="94" dur="1" fill="hold">
                                          <p:stCondLst>
                                            <p:cond delay="0"/>
                                          </p:stCondLst>
                                        </p:cTn>
                                        <p:tgtEl>
                                          <p:spTgt spid="34"/>
                                        </p:tgtEl>
                                        <p:attrNameLst>
                                          <p:attrName>style.visibility</p:attrName>
                                        </p:attrNameLst>
                                      </p:cBhvr>
                                      <p:to>
                                        <p:strVal val="visible"/>
                                      </p:to>
                                    </p:set>
                                    <p:animEffect transition="in" filter="diamond(in)">
                                      <p:cBhvr>
                                        <p:cTn id="95" dur="500"/>
                                        <p:tgtEl>
                                          <p:spTgt spid="34"/>
                                        </p:tgtEl>
                                      </p:cBhvr>
                                    </p:animEffect>
                                  </p:childTnLst>
                                </p:cTn>
                              </p:par>
                              <p:par>
                                <p:cTn id="96" presetID="4" presetClass="exit" presetSubtype="16" fill="hold" nodeType="withEffect">
                                  <p:stCondLst>
                                    <p:cond delay="0"/>
                                  </p:stCondLst>
                                  <p:childTnLst>
                                    <p:animEffect transition="out" filter="box(in)">
                                      <p:cBhvr>
                                        <p:cTn id="97" dur="500"/>
                                        <p:tgtEl>
                                          <p:spTgt spid="30"/>
                                        </p:tgtEl>
                                      </p:cBhvr>
                                    </p:animEffect>
                                    <p:set>
                                      <p:cBhvr>
                                        <p:cTn id="98" dur="1" fill="hold">
                                          <p:stCondLst>
                                            <p:cond delay="499"/>
                                          </p:stCondLst>
                                        </p:cTn>
                                        <p:tgtEl>
                                          <p:spTgt spid="30"/>
                                        </p:tgtEl>
                                        <p:attrNameLst>
                                          <p:attrName>style.visibility</p:attrName>
                                        </p:attrNameLst>
                                      </p:cBhvr>
                                      <p:to>
                                        <p:strVal val="hidden"/>
                                      </p:to>
                                    </p:set>
                                  </p:childTnLst>
                                </p:cTn>
                              </p:par>
                              <p:par>
                                <p:cTn id="99" presetID="4" presetClass="exit" presetSubtype="16" fill="hold" nodeType="withEffect">
                                  <p:stCondLst>
                                    <p:cond delay="0"/>
                                  </p:stCondLst>
                                  <p:childTnLst>
                                    <p:animEffect transition="out" filter="box(in)">
                                      <p:cBhvr>
                                        <p:cTn id="100" dur="500"/>
                                        <p:tgtEl>
                                          <p:spTgt spid="31"/>
                                        </p:tgtEl>
                                      </p:cBhvr>
                                    </p:animEffect>
                                    <p:set>
                                      <p:cBhvr>
                                        <p:cTn id="101" dur="1" fill="hold">
                                          <p:stCondLst>
                                            <p:cond delay="499"/>
                                          </p:stCondLst>
                                        </p:cTn>
                                        <p:tgtEl>
                                          <p:spTgt spid="31"/>
                                        </p:tgtEl>
                                        <p:attrNameLst>
                                          <p:attrName>style.visibility</p:attrName>
                                        </p:attrNameLst>
                                      </p:cBhvr>
                                      <p:to>
                                        <p:strVal val="hidden"/>
                                      </p:to>
                                    </p:set>
                                  </p:childTnLst>
                                </p:cTn>
                              </p:par>
                              <p:par>
                                <p:cTn id="102" presetID="4" presetClass="exit" presetSubtype="16" fill="hold" nodeType="withEffect">
                                  <p:stCondLst>
                                    <p:cond delay="0"/>
                                  </p:stCondLst>
                                  <p:childTnLst>
                                    <p:animEffect transition="out" filter="box(in)">
                                      <p:cBhvr>
                                        <p:cTn id="103" dur="500"/>
                                        <p:tgtEl>
                                          <p:spTgt spid="34"/>
                                        </p:tgtEl>
                                      </p:cBhvr>
                                    </p:animEffect>
                                    <p:set>
                                      <p:cBhvr>
                                        <p:cTn id="104" dur="1" fill="hold">
                                          <p:stCondLst>
                                            <p:cond delay="499"/>
                                          </p:stCondLst>
                                        </p:cTn>
                                        <p:tgtEl>
                                          <p:spTgt spid="34"/>
                                        </p:tgtEl>
                                        <p:attrNameLst>
                                          <p:attrName>style.visibility</p:attrName>
                                        </p:attrNameLst>
                                      </p:cBhvr>
                                      <p:to>
                                        <p:strVal val="hidden"/>
                                      </p:to>
                                    </p:set>
                                  </p:childTnLst>
                                </p:cTn>
                              </p:par>
                              <p:par>
                                <p:cTn id="105" presetID="4" presetClass="exit" presetSubtype="16" fill="hold" nodeType="withEffect">
                                  <p:stCondLst>
                                    <p:cond delay="0"/>
                                  </p:stCondLst>
                                  <p:childTnLst>
                                    <p:animEffect transition="out" filter="box(in)">
                                      <p:cBhvr>
                                        <p:cTn id="106" dur="500"/>
                                        <p:tgtEl>
                                          <p:spTgt spid="35"/>
                                        </p:tgtEl>
                                      </p:cBhvr>
                                    </p:animEffect>
                                    <p:set>
                                      <p:cBhvr>
                                        <p:cTn id="107" dur="1" fill="hold">
                                          <p:stCondLst>
                                            <p:cond delay="499"/>
                                          </p:stCondLst>
                                        </p:cTn>
                                        <p:tgtEl>
                                          <p:spTgt spid="35"/>
                                        </p:tgtEl>
                                        <p:attrNameLst>
                                          <p:attrName>style.visibility</p:attrName>
                                        </p:attrNameLst>
                                      </p:cBhvr>
                                      <p:to>
                                        <p:strVal val="hidden"/>
                                      </p:to>
                                    </p:set>
                                  </p:childTnLst>
                                </p:cTn>
                              </p:par>
                              <p:par>
                                <p:cTn id="108" presetID="4" presetClass="entr" presetSubtype="16" fill="hold" nodeType="withEffect">
                                  <p:stCondLst>
                                    <p:cond delay="0"/>
                                  </p:stCondLst>
                                  <p:childTnLst>
                                    <p:set>
                                      <p:cBhvr>
                                        <p:cTn id="109" dur="1" fill="hold">
                                          <p:stCondLst>
                                            <p:cond delay="0"/>
                                          </p:stCondLst>
                                        </p:cTn>
                                        <p:tgtEl>
                                          <p:spTgt spid="32"/>
                                        </p:tgtEl>
                                        <p:attrNameLst>
                                          <p:attrName>style.visibility</p:attrName>
                                        </p:attrNameLst>
                                      </p:cBhvr>
                                      <p:to>
                                        <p:strVal val="visible"/>
                                      </p:to>
                                    </p:set>
                                    <p:animEffect transition="in" filter="box(in)">
                                      <p:cBhvr>
                                        <p:cTn id="110" dur="500"/>
                                        <p:tgtEl>
                                          <p:spTgt spid="32"/>
                                        </p:tgtEl>
                                      </p:cBhvr>
                                    </p:animEffect>
                                  </p:childTnLst>
                                </p:cTn>
                              </p:par>
                              <p:par>
                                <p:cTn id="111" presetID="4" presetClass="entr" presetSubtype="16" fill="hold" nodeType="withEffect">
                                  <p:stCondLst>
                                    <p:cond delay="0"/>
                                  </p:stCondLst>
                                  <p:childTnLst>
                                    <p:set>
                                      <p:cBhvr>
                                        <p:cTn id="112" dur="1" fill="hold">
                                          <p:stCondLst>
                                            <p:cond delay="0"/>
                                          </p:stCondLst>
                                        </p:cTn>
                                        <p:tgtEl>
                                          <p:spTgt spid="33"/>
                                        </p:tgtEl>
                                        <p:attrNameLst>
                                          <p:attrName>style.visibility</p:attrName>
                                        </p:attrNameLst>
                                      </p:cBhvr>
                                      <p:to>
                                        <p:strVal val="visible"/>
                                      </p:to>
                                    </p:set>
                                    <p:animEffect transition="in" filter="box(in)">
                                      <p:cBhvr>
                                        <p:cTn id="113" dur="500"/>
                                        <p:tgtEl>
                                          <p:spTgt spid="33"/>
                                        </p:tgtEl>
                                      </p:cBhvr>
                                    </p:animEffect>
                                  </p:childTnLst>
                                </p:cTn>
                              </p:par>
                              <p:par>
                                <p:cTn id="114" presetID="4" presetClass="entr" presetSubtype="16" fill="hold" nodeType="withEffect">
                                  <p:stCondLst>
                                    <p:cond delay="0"/>
                                  </p:stCondLst>
                                  <p:childTnLst>
                                    <p:set>
                                      <p:cBhvr>
                                        <p:cTn id="115" dur="1" fill="hold">
                                          <p:stCondLst>
                                            <p:cond delay="0"/>
                                          </p:stCondLst>
                                        </p:cTn>
                                        <p:tgtEl>
                                          <p:spTgt spid="36"/>
                                        </p:tgtEl>
                                        <p:attrNameLst>
                                          <p:attrName>style.visibility</p:attrName>
                                        </p:attrNameLst>
                                      </p:cBhvr>
                                      <p:to>
                                        <p:strVal val="visible"/>
                                      </p:to>
                                    </p:set>
                                    <p:animEffect transition="in" filter="box(in)">
                                      <p:cBhvr>
                                        <p:cTn id="116" dur="1000"/>
                                        <p:tgtEl>
                                          <p:spTgt spid="36"/>
                                        </p:tgtEl>
                                      </p:cBhvr>
                                    </p:animEffect>
                                  </p:childTnLst>
                                </p:cTn>
                              </p:par>
                              <p:par>
                                <p:cTn id="117" presetID="4" presetClass="entr" presetSubtype="16" fill="hold" nodeType="withEffect">
                                  <p:stCondLst>
                                    <p:cond delay="0"/>
                                  </p:stCondLst>
                                  <p:childTnLst>
                                    <p:set>
                                      <p:cBhvr>
                                        <p:cTn id="118" dur="1" fill="hold">
                                          <p:stCondLst>
                                            <p:cond delay="0"/>
                                          </p:stCondLst>
                                        </p:cTn>
                                        <p:tgtEl>
                                          <p:spTgt spid="37"/>
                                        </p:tgtEl>
                                        <p:attrNameLst>
                                          <p:attrName>style.visibility</p:attrName>
                                        </p:attrNameLst>
                                      </p:cBhvr>
                                      <p:to>
                                        <p:strVal val="visible"/>
                                      </p:to>
                                    </p:set>
                                    <p:animEffect transition="in" filter="box(in)">
                                      <p:cBhvr>
                                        <p:cTn id="119" dur="1000"/>
                                        <p:tgtEl>
                                          <p:spTgt spid="37"/>
                                        </p:tgtEl>
                                      </p:cBhvr>
                                    </p:animEffect>
                                  </p:childTnLst>
                                </p:cTn>
                              </p:par>
                            </p:childTnLst>
                          </p:cTn>
                        </p:par>
                        <p:par>
                          <p:cTn id="120" fill="hold" nodeType="afterGroup">
                            <p:stCondLst>
                              <p:cond delay="1000"/>
                            </p:stCondLst>
                            <p:childTnLst>
                              <p:par>
                                <p:cTn id="121" presetID="5" presetClass="entr" presetSubtype="10" fill="hold" nodeType="afterEffect">
                                  <p:stCondLst>
                                    <p:cond delay="0"/>
                                  </p:stCondLst>
                                  <p:childTnLst>
                                    <p:set>
                                      <p:cBhvr>
                                        <p:cTn id="122" dur="1" fill="hold">
                                          <p:stCondLst>
                                            <p:cond delay="0"/>
                                          </p:stCondLst>
                                        </p:cTn>
                                        <p:tgtEl>
                                          <p:spTgt spid="39">
                                            <p:txEl>
                                              <p:pRg st="0" end="0"/>
                                            </p:txEl>
                                          </p:spTgt>
                                        </p:tgtEl>
                                        <p:attrNameLst>
                                          <p:attrName>style.visibility</p:attrName>
                                        </p:attrNameLst>
                                      </p:cBhvr>
                                      <p:to>
                                        <p:strVal val="visible"/>
                                      </p:to>
                                    </p:set>
                                    <p:animEffect transition="in" filter="checkerboard(across)">
                                      <p:cBhvr>
                                        <p:cTn id="123" dur="500"/>
                                        <p:tgtEl>
                                          <p:spTgt spid="39">
                                            <p:txEl>
                                              <p:pRg st="0" end="0"/>
                                            </p:txEl>
                                          </p:spTgt>
                                        </p:tgtEl>
                                      </p:cBhvr>
                                    </p:animEffect>
                                  </p:childTnLst>
                                </p:cTn>
                              </p:par>
                            </p:childTnLst>
                          </p:cTn>
                        </p:par>
                      </p:childTnLst>
                    </p:cTn>
                  </p:par>
                  <p:par>
                    <p:cTn id="124" fill="hold" nodeType="clickPar">
                      <p:stCondLst>
                        <p:cond delay="indefinite"/>
                      </p:stCondLst>
                      <p:childTnLst>
                        <p:par>
                          <p:cTn id="125" fill="hold" nodeType="withGroup">
                            <p:stCondLst>
                              <p:cond delay="0"/>
                            </p:stCondLst>
                            <p:childTnLst>
                              <p:par>
                                <p:cTn id="126" presetID="2" presetClass="entr" presetSubtype="4" fill="hold" grpId="0" nodeType="clickEffect">
                                  <p:stCondLst>
                                    <p:cond delay="0"/>
                                  </p:stCondLst>
                                  <p:childTnLst>
                                    <p:set>
                                      <p:cBhvr>
                                        <p:cTn id="127" dur="1" fill="hold">
                                          <p:stCondLst>
                                            <p:cond delay="0"/>
                                          </p:stCondLst>
                                        </p:cTn>
                                        <p:tgtEl>
                                          <p:spTgt spid="23"/>
                                        </p:tgtEl>
                                        <p:attrNameLst>
                                          <p:attrName>style.visibility</p:attrName>
                                        </p:attrNameLst>
                                      </p:cBhvr>
                                      <p:to>
                                        <p:strVal val="visible"/>
                                      </p:to>
                                    </p:set>
                                    <p:anim calcmode="lin" valueType="num">
                                      <p:cBhvr additive="base">
                                        <p:cTn id="128" dur="500" fill="hold"/>
                                        <p:tgtEl>
                                          <p:spTgt spid="23"/>
                                        </p:tgtEl>
                                        <p:attrNameLst>
                                          <p:attrName>ppt_x</p:attrName>
                                        </p:attrNameLst>
                                      </p:cBhvr>
                                      <p:tavLst>
                                        <p:tav tm="0">
                                          <p:val>
                                            <p:strVal val="#ppt_x"/>
                                          </p:val>
                                        </p:tav>
                                        <p:tav tm="100000">
                                          <p:val>
                                            <p:strVal val="#ppt_x"/>
                                          </p:val>
                                        </p:tav>
                                      </p:tavLst>
                                    </p:anim>
                                    <p:anim calcmode="lin" valueType="num">
                                      <p:cBhvr additive="base">
                                        <p:cTn id="129" dur="500" fill="hold"/>
                                        <p:tgtEl>
                                          <p:spTgt spid="23"/>
                                        </p:tgtEl>
                                        <p:attrNameLst>
                                          <p:attrName>ppt_y</p:attrName>
                                        </p:attrNameLst>
                                      </p:cBhvr>
                                      <p:tavLst>
                                        <p:tav tm="0">
                                          <p:val>
                                            <p:strVal val="1+#ppt_h/2"/>
                                          </p:val>
                                        </p:tav>
                                        <p:tav tm="100000">
                                          <p:val>
                                            <p:strVal val="#ppt_y"/>
                                          </p:val>
                                        </p:tav>
                                      </p:tavLst>
                                    </p:anim>
                                  </p:childTnLst>
                                </p:cTn>
                              </p:par>
                            </p:childTnLst>
                          </p:cTn>
                        </p:par>
                        <p:par>
                          <p:cTn id="130" fill="hold" nodeType="afterGroup">
                            <p:stCondLst>
                              <p:cond delay="500"/>
                            </p:stCondLst>
                            <p:childTnLst>
                              <p:par>
                                <p:cTn id="131" presetID="5" presetClass="entr" presetSubtype="10" fill="hold" nodeType="afterEffect">
                                  <p:stCondLst>
                                    <p:cond delay="0"/>
                                  </p:stCondLst>
                                  <p:childTnLst>
                                    <p:set>
                                      <p:cBhvr>
                                        <p:cTn id="132" dur="1" fill="hold">
                                          <p:stCondLst>
                                            <p:cond delay="0"/>
                                          </p:stCondLst>
                                        </p:cTn>
                                        <p:tgtEl>
                                          <p:spTgt spid="27">
                                            <p:txEl>
                                              <p:pRg st="0" end="0"/>
                                            </p:txEl>
                                          </p:spTgt>
                                        </p:tgtEl>
                                        <p:attrNameLst>
                                          <p:attrName>style.visibility</p:attrName>
                                        </p:attrNameLst>
                                      </p:cBhvr>
                                      <p:to>
                                        <p:strVal val="visible"/>
                                      </p:to>
                                    </p:set>
                                    <p:animEffect transition="in" filter="checkerboard(across)">
                                      <p:cBhvr>
                                        <p:cTn id="133" dur="500"/>
                                        <p:tgtEl>
                                          <p:spTgt spid="27">
                                            <p:txEl>
                                              <p:pRg st="0" end="0"/>
                                            </p:txEl>
                                          </p:spTgt>
                                        </p:tgtEl>
                                      </p:cBhvr>
                                    </p:animEffect>
                                  </p:childTnLst>
                                </p:cTn>
                              </p:par>
                            </p:childTnLst>
                          </p:cTn>
                        </p:par>
                      </p:childTnLst>
                    </p:cTn>
                  </p:par>
                  <p:par>
                    <p:cTn id="134" fill="hold" nodeType="clickPar">
                      <p:stCondLst>
                        <p:cond delay="indefinite"/>
                      </p:stCondLst>
                      <p:childTnLst>
                        <p:par>
                          <p:cTn id="135" fill="hold" nodeType="withGroup">
                            <p:stCondLst>
                              <p:cond delay="0"/>
                            </p:stCondLst>
                            <p:childTnLst>
                              <p:par>
                                <p:cTn id="136" presetID="5" presetClass="entr" presetSubtype="10" fill="hold" nodeType="clickEffect">
                                  <p:stCondLst>
                                    <p:cond delay="0"/>
                                  </p:stCondLst>
                                  <p:childTnLst>
                                    <p:set>
                                      <p:cBhvr>
                                        <p:cTn id="137" dur="1" fill="hold">
                                          <p:stCondLst>
                                            <p:cond delay="0"/>
                                          </p:stCondLst>
                                        </p:cTn>
                                        <p:tgtEl>
                                          <p:spTgt spid="38">
                                            <p:txEl>
                                              <p:pRg st="0" end="0"/>
                                            </p:txEl>
                                          </p:spTgt>
                                        </p:tgtEl>
                                        <p:attrNameLst>
                                          <p:attrName>style.visibility</p:attrName>
                                        </p:attrNameLst>
                                      </p:cBhvr>
                                      <p:to>
                                        <p:strVal val="visible"/>
                                      </p:to>
                                    </p:set>
                                    <p:animEffect transition="in" filter="checkerboard(across)">
                                      <p:cBhvr>
                                        <p:cTn id="138" dur="500"/>
                                        <p:tgtEl>
                                          <p:spTgt spid="38">
                                            <p:txEl>
                                              <p:pRg st="0" end="0"/>
                                            </p:txEl>
                                          </p:spTgt>
                                        </p:tgtEl>
                                      </p:cBhvr>
                                    </p:animEffect>
                                  </p:childTnLst>
                                </p:cTn>
                              </p:par>
                            </p:childTnLst>
                          </p:cTn>
                        </p:par>
                        <p:par>
                          <p:cTn id="139" fill="hold" nodeType="afterGroup">
                            <p:stCondLst>
                              <p:cond delay="500"/>
                            </p:stCondLst>
                            <p:childTnLst>
                              <p:par>
                                <p:cTn id="140" presetID="14" presetClass="entr" presetSubtype="10" fill="hold" nodeType="afterEffect">
                                  <p:stCondLst>
                                    <p:cond delay="0"/>
                                  </p:stCondLst>
                                  <p:childTnLst>
                                    <p:set>
                                      <p:cBhvr>
                                        <p:cTn id="141" dur="1" fill="hold">
                                          <p:stCondLst>
                                            <p:cond delay="0"/>
                                          </p:stCondLst>
                                        </p:cTn>
                                        <p:tgtEl>
                                          <p:spTgt spid="6170"/>
                                        </p:tgtEl>
                                        <p:attrNameLst>
                                          <p:attrName>style.visibility</p:attrName>
                                        </p:attrNameLst>
                                      </p:cBhvr>
                                      <p:to>
                                        <p:strVal val="visible"/>
                                      </p:to>
                                    </p:set>
                                    <p:animEffect transition="in" filter="randombar(horizontal)">
                                      <p:cBhvr>
                                        <p:cTn id="142" dur="1000"/>
                                        <p:tgtEl>
                                          <p:spTgt spid="6170"/>
                                        </p:tgtEl>
                                      </p:cBhvr>
                                    </p:animEffect>
                                  </p:childTnLst>
                                </p:cTn>
                              </p:par>
                            </p:childTnLst>
                          </p:cTn>
                        </p:par>
                      </p:childTnLst>
                    </p:cTn>
                  </p:par>
                  <p:par>
                    <p:cTn id="143" fill="hold" nodeType="clickPar">
                      <p:stCondLst>
                        <p:cond delay="indefinite"/>
                      </p:stCondLst>
                      <p:childTnLst>
                        <p:par>
                          <p:cTn id="144" fill="hold" nodeType="withGroup">
                            <p:stCondLst>
                              <p:cond delay="0"/>
                            </p:stCondLst>
                            <p:childTnLst>
                              <p:par>
                                <p:cTn id="145" presetID="5" presetClass="exit" presetSubtype="10" fill="hold" nodeType="clickEffect">
                                  <p:stCondLst>
                                    <p:cond delay="0"/>
                                  </p:stCondLst>
                                  <p:childTnLst>
                                    <p:animEffect transition="out" filter="checkerboard(across)">
                                      <p:cBhvr>
                                        <p:cTn id="146" dur="500"/>
                                        <p:tgtEl>
                                          <p:spTgt spid="6170"/>
                                        </p:tgtEl>
                                      </p:cBhvr>
                                    </p:animEffect>
                                    <p:set>
                                      <p:cBhvr>
                                        <p:cTn id="147" dur="1" fill="hold">
                                          <p:stCondLst>
                                            <p:cond delay="499"/>
                                          </p:stCondLst>
                                        </p:cTn>
                                        <p:tgtEl>
                                          <p:spTgt spid="6170"/>
                                        </p:tgtEl>
                                        <p:attrNameLst>
                                          <p:attrName>style.visibility</p:attrName>
                                        </p:attrNameLst>
                                      </p:cBhvr>
                                      <p:to>
                                        <p:strVal val="hidden"/>
                                      </p:to>
                                    </p:set>
                                  </p:childTnLst>
                                </p:cTn>
                              </p:par>
                            </p:childTnLst>
                          </p:cTn>
                        </p:par>
                        <p:par>
                          <p:cTn id="148" fill="hold" nodeType="afterGroup">
                            <p:stCondLst>
                              <p:cond delay="500"/>
                            </p:stCondLst>
                            <p:childTnLst>
                              <p:par>
                                <p:cTn id="149" presetID="2" presetClass="entr" presetSubtype="4" fill="hold" grpId="0" nodeType="afterEffect">
                                  <p:stCondLst>
                                    <p:cond delay="0"/>
                                  </p:stCondLst>
                                  <p:childTnLst>
                                    <p:set>
                                      <p:cBhvr>
                                        <p:cTn id="150" dur="1" fill="hold">
                                          <p:stCondLst>
                                            <p:cond delay="0"/>
                                          </p:stCondLst>
                                        </p:cTn>
                                        <p:tgtEl>
                                          <p:spTgt spid="41"/>
                                        </p:tgtEl>
                                        <p:attrNameLst>
                                          <p:attrName>style.visibility</p:attrName>
                                        </p:attrNameLst>
                                      </p:cBhvr>
                                      <p:to>
                                        <p:strVal val="visible"/>
                                      </p:to>
                                    </p:set>
                                    <p:anim calcmode="lin" valueType="num">
                                      <p:cBhvr additive="base">
                                        <p:cTn id="151" dur="500" fill="hold"/>
                                        <p:tgtEl>
                                          <p:spTgt spid="41"/>
                                        </p:tgtEl>
                                        <p:attrNameLst>
                                          <p:attrName>ppt_x</p:attrName>
                                        </p:attrNameLst>
                                      </p:cBhvr>
                                      <p:tavLst>
                                        <p:tav tm="0">
                                          <p:val>
                                            <p:strVal val="#ppt_x"/>
                                          </p:val>
                                        </p:tav>
                                        <p:tav tm="100000">
                                          <p:val>
                                            <p:strVal val="#ppt_x"/>
                                          </p:val>
                                        </p:tav>
                                      </p:tavLst>
                                    </p:anim>
                                    <p:anim calcmode="lin" valueType="num">
                                      <p:cBhvr additive="base">
                                        <p:cTn id="152" dur="500" fill="hold"/>
                                        <p:tgtEl>
                                          <p:spTgt spid="41"/>
                                        </p:tgtEl>
                                        <p:attrNameLst>
                                          <p:attrName>ppt_y</p:attrName>
                                        </p:attrNameLst>
                                      </p:cBhvr>
                                      <p:tavLst>
                                        <p:tav tm="0">
                                          <p:val>
                                            <p:strVal val="1+#ppt_h/2"/>
                                          </p:val>
                                        </p:tav>
                                        <p:tav tm="100000">
                                          <p:val>
                                            <p:strVal val="#ppt_y"/>
                                          </p:val>
                                        </p:tav>
                                      </p:tavLst>
                                    </p:anim>
                                  </p:childTnLst>
                                </p:cTn>
                              </p:par>
                            </p:childTnLst>
                          </p:cTn>
                        </p:par>
                        <p:par>
                          <p:cTn id="153" fill="hold" nodeType="afterGroup">
                            <p:stCondLst>
                              <p:cond delay="1000"/>
                            </p:stCondLst>
                            <p:childTnLst>
                              <p:par>
                                <p:cTn id="154" presetID="5" presetClass="entr" presetSubtype="10" fill="hold" nodeType="afterEffect">
                                  <p:stCondLst>
                                    <p:cond delay="500"/>
                                  </p:stCondLst>
                                  <p:childTnLst>
                                    <p:set>
                                      <p:cBhvr>
                                        <p:cTn id="155" dur="1" fill="hold">
                                          <p:stCondLst>
                                            <p:cond delay="0"/>
                                          </p:stCondLst>
                                        </p:cTn>
                                        <p:tgtEl>
                                          <p:spTgt spid="40">
                                            <p:txEl>
                                              <p:pRg st="0" end="0"/>
                                            </p:txEl>
                                          </p:spTgt>
                                        </p:tgtEl>
                                        <p:attrNameLst>
                                          <p:attrName>style.visibility</p:attrName>
                                        </p:attrNameLst>
                                      </p:cBhvr>
                                      <p:to>
                                        <p:strVal val="visible"/>
                                      </p:to>
                                    </p:set>
                                    <p:animEffect transition="in" filter="checkerboard(across)">
                                      <p:cBhvr>
                                        <p:cTn id="156" dur="500"/>
                                        <p:tgtEl>
                                          <p:spTgt spid="40">
                                            <p:txEl>
                                              <p:pRg st="0" end="0"/>
                                            </p:txEl>
                                          </p:spTgt>
                                        </p:tgtEl>
                                      </p:cBhvr>
                                    </p:animEffect>
                                  </p:childTnLst>
                                </p:cTn>
                              </p:par>
                            </p:childTnLst>
                          </p:cTn>
                        </p:par>
                      </p:childTnLst>
                    </p:cTn>
                  </p:par>
                  <p:par>
                    <p:cTn id="157" fill="hold" nodeType="clickPar">
                      <p:stCondLst>
                        <p:cond delay="indefinite"/>
                      </p:stCondLst>
                      <p:childTnLst>
                        <p:par>
                          <p:cTn id="158" fill="hold" nodeType="withGroup">
                            <p:stCondLst>
                              <p:cond delay="0"/>
                            </p:stCondLst>
                            <p:childTnLst>
                              <p:par>
                                <p:cTn id="159" presetID="2" presetClass="entr" presetSubtype="4" fill="hold" grpId="0" nodeType="clickEffect">
                                  <p:stCondLst>
                                    <p:cond delay="0"/>
                                  </p:stCondLst>
                                  <p:childTnLst>
                                    <p:set>
                                      <p:cBhvr>
                                        <p:cTn id="160" dur="1" fill="hold">
                                          <p:stCondLst>
                                            <p:cond delay="0"/>
                                          </p:stCondLst>
                                        </p:cTn>
                                        <p:tgtEl>
                                          <p:spTgt spid="42"/>
                                        </p:tgtEl>
                                        <p:attrNameLst>
                                          <p:attrName>style.visibility</p:attrName>
                                        </p:attrNameLst>
                                      </p:cBhvr>
                                      <p:to>
                                        <p:strVal val="visible"/>
                                      </p:to>
                                    </p:set>
                                    <p:anim calcmode="lin" valueType="num">
                                      <p:cBhvr additive="base">
                                        <p:cTn id="161" dur="500" fill="hold"/>
                                        <p:tgtEl>
                                          <p:spTgt spid="42"/>
                                        </p:tgtEl>
                                        <p:attrNameLst>
                                          <p:attrName>ppt_x</p:attrName>
                                        </p:attrNameLst>
                                      </p:cBhvr>
                                      <p:tavLst>
                                        <p:tav tm="0">
                                          <p:val>
                                            <p:strVal val="#ppt_x"/>
                                          </p:val>
                                        </p:tav>
                                        <p:tav tm="100000">
                                          <p:val>
                                            <p:strVal val="#ppt_x"/>
                                          </p:val>
                                        </p:tav>
                                      </p:tavLst>
                                    </p:anim>
                                    <p:anim calcmode="lin" valueType="num">
                                      <p:cBhvr additive="base">
                                        <p:cTn id="162" dur="500" fill="hold"/>
                                        <p:tgtEl>
                                          <p:spTgt spid="42"/>
                                        </p:tgtEl>
                                        <p:attrNameLst>
                                          <p:attrName>ppt_y</p:attrName>
                                        </p:attrNameLst>
                                      </p:cBhvr>
                                      <p:tavLst>
                                        <p:tav tm="0">
                                          <p:val>
                                            <p:strVal val="1+#ppt_h/2"/>
                                          </p:val>
                                        </p:tav>
                                        <p:tav tm="100000">
                                          <p:val>
                                            <p:strVal val="#ppt_y"/>
                                          </p:val>
                                        </p:tav>
                                      </p:tavLst>
                                    </p:anim>
                                  </p:childTnLst>
                                </p:cTn>
                              </p:par>
                            </p:childTnLst>
                          </p:cTn>
                        </p:par>
                        <p:par>
                          <p:cTn id="163" fill="hold" nodeType="afterGroup">
                            <p:stCondLst>
                              <p:cond delay="500"/>
                            </p:stCondLst>
                            <p:childTnLst>
                              <p:par>
                                <p:cTn id="164" presetID="5" presetClass="entr" presetSubtype="10" fill="hold" nodeType="afterEffect">
                                  <p:stCondLst>
                                    <p:cond delay="0"/>
                                  </p:stCondLst>
                                  <p:childTnLst>
                                    <p:set>
                                      <p:cBhvr>
                                        <p:cTn id="165" dur="1" fill="hold">
                                          <p:stCondLst>
                                            <p:cond delay="0"/>
                                          </p:stCondLst>
                                        </p:cTn>
                                        <p:tgtEl>
                                          <p:spTgt spid="43">
                                            <p:txEl>
                                              <p:pRg st="0" end="0"/>
                                            </p:txEl>
                                          </p:spTgt>
                                        </p:tgtEl>
                                        <p:attrNameLst>
                                          <p:attrName>style.visibility</p:attrName>
                                        </p:attrNameLst>
                                      </p:cBhvr>
                                      <p:to>
                                        <p:strVal val="visible"/>
                                      </p:to>
                                    </p:set>
                                    <p:animEffect transition="in" filter="checkerboard(across)">
                                      <p:cBhvr>
                                        <p:cTn id="166" dur="500"/>
                                        <p:tgtEl>
                                          <p:spTgt spid="4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41" grpId="0" animBg="1"/>
      <p:bldP spid="42"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p:cNvSpPr>
            <a:spLocks noGrp="1"/>
          </p:cNvSpPr>
          <p:nvPr>
            <p:ph type="ctrTitle"/>
          </p:nvPr>
        </p:nvSpPr>
        <p:spPr>
          <a:xfrm>
            <a:off x="455955" y="685800"/>
            <a:ext cx="7239000" cy="632930"/>
          </a:xfrm>
        </p:spPr>
        <p:txBody>
          <a:bodyPr/>
          <a:lstStyle/>
          <a:p>
            <a:pPr marL="274320" indent="-274320" algn="just" fontAlgn="auto">
              <a:spcBef>
                <a:spcPct val="20000"/>
              </a:spcBef>
              <a:spcAft>
                <a:spcPts val="0"/>
              </a:spcAft>
              <a:defRPr/>
            </a:pPr>
            <a:r>
              <a:rPr lang="en-US" sz="3200" b="1" dirty="0">
                <a:latin typeface="Times New Roman" pitchFamily="18" charset="0"/>
                <a:cs typeface="Times New Roman" pitchFamily="18" charset="0"/>
              </a:rPr>
              <a:t>9.1.2  </a:t>
            </a:r>
            <a:r>
              <a:rPr lang="en-US" sz="3200" b="1" u="sng" dirty="0" err="1">
                <a:latin typeface="Times New Roman" pitchFamily="18" charset="0"/>
                <a:cs typeface="Times New Roman" pitchFamily="18" charset="0"/>
              </a:rPr>
              <a:t>Định</a:t>
            </a:r>
            <a:r>
              <a:rPr lang="en-US" sz="3200" b="1" u="sng" dirty="0">
                <a:latin typeface="Times New Roman" pitchFamily="18" charset="0"/>
                <a:cs typeface="Times New Roman" pitchFamily="18" charset="0"/>
              </a:rPr>
              <a:t> </a:t>
            </a:r>
            <a:r>
              <a:rPr lang="en-US" sz="3200" b="1" u="sng" dirty="0" err="1">
                <a:latin typeface="Times New Roman" pitchFamily="18" charset="0"/>
                <a:cs typeface="Times New Roman" pitchFamily="18" charset="0"/>
              </a:rPr>
              <a:t>luật</a:t>
            </a:r>
            <a:r>
              <a:rPr lang="en-US" sz="3200" b="1" u="sng" dirty="0">
                <a:latin typeface="Times New Roman" pitchFamily="18" charset="0"/>
                <a:cs typeface="Times New Roman" pitchFamily="18" charset="0"/>
              </a:rPr>
              <a:t> Bio-Savart-Laplace</a:t>
            </a:r>
          </a:p>
        </p:txBody>
      </p:sp>
      <p:sp>
        <p:nvSpPr>
          <p:cNvPr id="4" name="TextBox 3"/>
          <p:cNvSpPr txBox="1">
            <a:spLocks noChangeArrowheads="1"/>
          </p:cNvSpPr>
          <p:nvPr/>
        </p:nvSpPr>
        <p:spPr bwMode="auto">
          <a:xfrm>
            <a:off x="76200" y="1274763"/>
            <a:ext cx="48006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3200" b="1">
                <a:solidFill>
                  <a:srgbClr val="080CA8"/>
                </a:solidFill>
                <a:latin typeface="Times New Roman" pitchFamily="18" charset="0"/>
                <a:cs typeface="Times New Roman" pitchFamily="18" charset="0"/>
              </a:rPr>
              <a:t>_        : phần t</a:t>
            </a:r>
            <a:r>
              <a:rPr lang="vi-VN" sz="3200" b="1">
                <a:solidFill>
                  <a:srgbClr val="080CA8"/>
                </a:solidFill>
                <a:latin typeface="Times New Roman" pitchFamily="18" charset="0"/>
                <a:cs typeface="Times New Roman" pitchFamily="18" charset="0"/>
              </a:rPr>
              <a:t>ử</a:t>
            </a:r>
            <a:r>
              <a:rPr lang="en-US" sz="3200" b="1">
                <a:solidFill>
                  <a:srgbClr val="080CA8"/>
                </a:solidFill>
                <a:latin typeface="Times New Roman" pitchFamily="18" charset="0"/>
                <a:cs typeface="Times New Roman" pitchFamily="18" charset="0"/>
              </a:rPr>
              <a:t> dòng </a:t>
            </a:r>
            <a:r>
              <a:rPr lang="vi-VN" sz="3200" b="1">
                <a:solidFill>
                  <a:srgbClr val="080CA8"/>
                </a:solidFill>
                <a:latin typeface="Times New Roman" pitchFamily="18" charset="0"/>
                <a:cs typeface="Times New Roman" pitchFamily="18" charset="0"/>
              </a:rPr>
              <a:t>đ</a:t>
            </a:r>
            <a:r>
              <a:rPr lang="en-US" sz="3200" b="1">
                <a:solidFill>
                  <a:srgbClr val="080CA8"/>
                </a:solidFill>
                <a:latin typeface="Times New Roman" pitchFamily="18" charset="0"/>
                <a:cs typeface="Times New Roman" pitchFamily="18" charset="0"/>
              </a:rPr>
              <a:t>iện</a:t>
            </a:r>
          </a:p>
        </p:txBody>
      </p:sp>
      <p:sp>
        <p:nvSpPr>
          <p:cNvPr id="5" name="Freeform 4"/>
          <p:cNvSpPr/>
          <p:nvPr/>
        </p:nvSpPr>
        <p:spPr>
          <a:xfrm>
            <a:off x="5459413" y="1404938"/>
            <a:ext cx="3684587" cy="646112"/>
          </a:xfrm>
          <a:custGeom>
            <a:avLst/>
            <a:gdLst>
              <a:gd name="connsiteX0" fmla="*/ 27709 w 3685309"/>
              <a:gd name="connsiteY0" fmla="*/ 0 h 646546"/>
              <a:gd name="connsiteX1" fmla="*/ 27709 w 3685309"/>
              <a:gd name="connsiteY1" fmla="*/ 69273 h 646546"/>
              <a:gd name="connsiteX2" fmla="*/ 193963 w 3685309"/>
              <a:gd name="connsiteY2" fmla="*/ 401782 h 646546"/>
              <a:gd name="connsiteX3" fmla="*/ 900545 w 3685309"/>
              <a:gd name="connsiteY3" fmla="*/ 623455 h 646546"/>
              <a:gd name="connsiteX4" fmla="*/ 1884218 w 3685309"/>
              <a:gd name="connsiteY4" fmla="*/ 263237 h 646546"/>
              <a:gd name="connsiteX5" fmla="*/ 3006436 w 3685309"/>
              <a:gd name="connsiteY5" fmla="*/ 13855 h 646546"/>
              <a:gd name="connsiteX6" fmla="*/ 3588327 w 3685309"/>
              <a:gd name="connsiteY6" fmla="*/ 346364 h 646546"/>
              <a:gd name="connsiteX7" fmla="*/ 3588327 w 3685309"/>
              <a:gd name="connsiteY7" fmla="*/ 332510 h 6465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85309" h="646546">
                <a:moveTo>
                  <a:pt x="27709" y="0"/>
                </a:moveTo>
                <a:cubicBezTo>
                  <a:pt x="13854" y="1154"/>
                  <a:pt x="0" y="2309"/>
                  <a:pt x="27709" y="69273"/>
                </a:cubicBezTo>
                <a:cubicBezTo>
                  <a:pt x="55418" y="136237"/>
                  <a:pt x="48491" y="309418"/>
                  <a:pt x="193963" y="401782"/>
                </a:cubicBezTo>
                <a:cubicBezTo>
                  <a:pt x="339435" y="494146"/>
                  <a:pt x="618836" y="646546"/>
                  <a:pt x="900545" y="623455"/>
                </a:cubicBezTo>
                <a:cubicBezTo>
                  <a:pt x="1182254" y="600364"/>
                  <a:pt x="1533236" y="364837"/>
                  <a:pt x="1884218" y="263237"/>
                </a:cubicBezTo>
                <a:cubicBezTo>
                  <a:pt x="2235200" y="161637"/>
                  <a:pt x="2722418" y="1"/>
                  <a:pt x="3006436" y="13855"/>
                </a:cubicBezTo>
                <a:cubicBezTo>
                  <a:pt x="3290454" y="27709"/>
                  <a:pt x="3491345" y="293255"/>
                  <a:pt x="3588327" y="346364"/>
                </a:cubicBezTo>
                <a:cubicBezTo>
                  <a:pt x="3685309" y="399473"/>
                  <a:pt x="3636818" y="365991"/>
                  <a:pt x="3588327" y="332510"/>
                </a:cubicBezTo>
              </a:path>
            </a:pathLst>
          </a:custGeom>
          <a:ln w="38100">
            <a:solidFill>
              <a:srgbClr val="080CA8"/>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sz="3200">
              <a:latin typeface="Times New Roman" pitchFamily="18" charset="0"/>
              <a:cs typeface="Times New Roman" pitchFamily="18" charset="0"/>
            </a:endParaRPr>
          </a:p>
        </p:txBody>
      </p:sp>
      <p:cxnSp>
        <p:nvCxnSpPr>
          <p:cNvPr id="6" name="Straight Arrow Connector 5"/>
          <p:cNvCxnSpPr/>
          <p:nvPr/>
        </p:nvCxnSpPr>
        <p:spPr>
          <a:xfrm>
            <a:off x="5797550" y="1903413"/>
            <a:ext cx="381000" cy="138112"/>
          </a:xfrm>
          <a:prstGeom prst="straightConnector1">
            <a:avLst/>
          </a:prstGeom>
          <a:ln w="31750">
            <a:solidFill>
              <a:srgbClr val="FF0000"/>
            </a:solidFill>
            <a:tailEnd type="arrow" w="lg" len="lg"/>
          </a:ln>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rot="5400000">
            <a:off x="5722938" y="1846263"/>
            <a:ext cx="166687" cy="71437"/>
          </a:xfrm>
          <a:prstGeom prst="line">
            <a:avLst/>
          </a:prstGeom>
          <a:ln w="317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p:nvPr/>
        </p:nvCxnSpPr>
        <p:spPr>
          <a:xfrm flipV="1">
            <a:off x="8259763" y="1404938"/>
            <a:ext cx="204787" cy="23812"/>
          </a:xfrm>
          <a:prstGeom prst="straightConnector1">
            <a:avLst/>
          </a:prstGeom>
          <a:ln w="22225">
            <a:solidFill>
              <a:srgbClr val="080CA8"/>
            </a:solidFill>
            <a:tailEnd type="arrow" w="lg" len="lg"/>
          </a:ln>
        </p:spPr>
        <p:style>
          <a:lnRef idx="1">
            <a:schemeClr val="accent1"/>
          </a:lnRef>
          <a:fillRef idx="0">
            <a:schemeClr val="accent1"/>
          </a:fillRef>
          <a:effectRef idx="0">
            <a:schemeClr val="accent1"/>
          </a:effectRef>
          <a:fontRef idx="minor">
            <a:schemeClr val="tx1"/>
          </a:fontRef>
        </p:style>
      </p:cxnSp>
      <p:graphicFrame>
        <p:nvGraphicFramePr>
          <p:cNvPr id="9" name="Object 13"/>
          <p:cNvGraphicFramePr>
            <a:graphicFrameLocks noChangeAspect="1"/>
          </p:cNvGraphicFramePr>
          <p:nvPr/>
        </p:nvGraphicFramePr>
        <p:xfrm>
          <a:off x="8305800" y="1036638"/>
          <a:ext cx="355600" cy="381000"/>
        </p:xfrm>
        <a:graphic>
          <a:graphicData uri="http://schemas.openxmlformats.org/presentationml/2006/ole">
            <mc:AlternateContent xmlns:mc="http://schemas.openxmlformats.org/markup-compatibility/2006">
              <mc:Choice xmlns:v="urn:schemas-microsoft-com:vml" Requires="v">
                <p:oleObj name="Equation" r:id="rId2" imgW="101468" imgH="164885" progId="Equation.3">
                  <p:embed/>
                </p:oleObj>
              </mc:Choice>
              <mc:Fallback>
                <p:oleObj name="Equation" r:id="rId2" imgW="101468" imgH="164885"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05800" y="1036638"/>
                        <a:ext cx="355600" cy="381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 name="Object 14"/>
          <p:cNvGraphicFramePr>
            <a:graphicFrameLocks noChangeAspect="1"/>
          </p:cNvGraphicFramePr>
          <p:nvPr/>
        </p:nvGraphicFramePr>
        <p:xfrm>
          <a:off x="5389563" y="2027238"/>
          <a:ext cx="355600" cy="381000"/>
        </p:xfrm>
        <a:graphic>
          <a:graphicData uri="http://schemas.openxmlformats.org/presentationml/2006/ole">
            <mc:AlternateContent xmlns:mc="http://schemas.openxmlformats.org/markup-compatibility/2006">
              <mc:Choice xmlns:v="urn:schemas-microsoft-com:vml" Requires="v">
                <p:oleObj name="Equation" r:id="rId4" imgW="101468" imgH="164885" progId="Equation.3">
                  <p:embed/>
                </p:oleObj>
              </mc:Choice>
              <mc:Fallback>
                <p:oleObj name="Equation" r:id="rId4" imgW="101468" imgH="164885"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89563" y="2027238"/>
                        <a:ext cx="355600" cy="381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 name="Object 15"/>
          <p:cNvGraphicFramePr>
            <a:graphicFrameLocks noChangeAspect="1"/>
          </p:cNvGraphicFramePr>
          <p:nvPr/>
        </p:nvGraphicFramePr>
        <p:xfrm>
          <a:off x="5548313" y="1909763"/>
          <a:ext cx="460375" cy="528637"/>
        </p:xfrm>
        <a:graphic>
          <a:graphicData uri="http://schemas.openxmlformats.org/presentationml/2006/ole">
            <mc:AlternateContent xmlns:mc="http://schemas.openxmlformats.org/markup-compatibility/2006">
              <mc:Choice xmlns:v="urn:schemas-microsoft-com:vml" Requires="v">
                <p:oleObj name="Equation" r:id="rId6" imgW="190500" imgH="228600" progId="Equation.3">
                  <p:embed/>
                </p:oleObj>
              </mc:Choice>
              <mc:Fallback>
                <p:oleObj name="Equation" r:id="rId6" imgW="190500" imgH="22860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548313" y="1909763"/>
                        <a:ext cx="460375" cy="5286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2" name="Group 38"/>
          <p:cNvGrpSpPr>
            <a:grpSpLocks/>
          </p:cNvGrpSpPr>
          <p:nvPr/>
        </p:nvGrpSpPr>
        <p:grpSpPr bwMode="auto">
          <a:xfrm rot="-1558018">
            <a:off x="6130925" y="1878013"/>
            <a:ext cx="409575" cy="228600"/>
            <a:chOff x="5915890" y="2348345"/>
            <a:chExt cx="408710" cy="228600"/>
          </a:xfrm>
        </p:grpSpPr>
        <p:cxnSp>
          <p:nvCxnSpPr>
            <p:cNvPr id="13" name="Straight Arrow Connector 12"/>
            <p:cNvCxnSpPr/>
            <p:nvPr/>
          </p:nvCxnSpPr>
          <p:spPr>
            <a:xfrm>
              <a:off x="5942760" y="2422203"/>
              <a:ext cx="381780" cy="138113"/>
            </a:xfrm>
            <a:prstGeom prst="straightConnector1">
              <a:avLst/>
            </a:prstGeom>
            <a:ln w="31750">
              <a:solidFill>
                <a:srgbClr val="FF0000"/>
              </a:solidFill>
              <a:tailEnd type="arrow" w="lg" len="lg"/>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rot="5400000">
              <a:off x="5877855" y="2385895"/>
              <a:ext cx="152400" cy="76039"/>
            </a:xfrm>
            <a:prstGeom prst="line">
              <a:avLst/>
            </a:prstGeom>
            <a:ln w="3175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15" name="Group 39"/>
          <p:cNvGrpSpPr>
            <a:grpSpLocks/>
          </p:cNvGrpSpPr>
          <p:nvPr/>
        </p:nvGrpSpPr>
        <p:grpSpPr bwMode="auto">
          <a:xfrm rot="-2626447">
            <a:off x="6519863" y="1766888"/>
            <a:ext cx="409575" cy="228600"/>
            <a:chOff x="5915890" y="2348345"/>
            <a:chExt cx="408710" cy="228600"/>
          </a:xfrm>
        </p:grpSpPr>
        <p:cxnSp>
          <p:nvCxnSpPr>
            <p:cNvPr id="16" name="Straight Arrow Connector 15"/>
            <p:cNvCxnSpPr/>
            <p:nvPr/>
          </p:nvCxnSpPr>
          <p:spPr>
            <a:xfrm>
              <a:off x="5948064" y="2430239"/>
              <a:ext cx="381780" cy="138113"/>
            </a:xfrm>
            <a:prstGeom prst="straightConnector1">
              <a:avLst/>
            </a:prstGeom>
            <a:ln w="31750">
              <a:solidFill>
                <a:srgbClr val="FF0000"/>
              </a:solidFill>
              <a:tailEnd type="arrow" w="lg" len="lg"/>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rot="5400000">
              <a:off x="5877293" y="2381044"/>
              <a:ext cx="152400" cy="76039"/>
            </a:xfrm>
            <a:prstGeom prst="line">
              <a:avLst/>
            </a:prstGeom>
            <a:ln w="3175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18" name="Group 42"/>
          <p:cNvGrpSpPr>
            <a:grpSpLocks/>
          </p:cNvGrpSpPr>
          <p:nvPr/>
        </p:nvGrpSpPr>
        <p:grpSpPr bwMode="auto">
          <a:xfrm rot="-2626447">
            <a:off x="6886575" y="1617663"/>
            <a:ext cx="409575" cy="228600"/>
            <a:chOff x="5915890" y="2348345"/>
            <a:chExt cx="408710" cy="228600"/>
          </a:xfrm>
        </p:grpSpPr>
        <p:cxnSp>
          <p:nvCxnSpPr>
            <p:cNvPr id="19" name="Straight Arrow Connector 18"/>
            <p:cNvCxnSpPr/>
            <p:nvPr/>
          </p:nvCxnSpPr>
          <p:spPr>
            <a:xfrm>
              <a:off x="5948065" y="2430239"/>
              <a:ext cx="381779" cy="138113"/>
            </a:xfrm>
            <a:prstGeom prst="straightConnector1">
              <a:avLst/>
            </a:prstGeom>
            <a:ln w="31750">
              <a:solidFill>
                <a:srgbClr val="FF0000"/>
              </a:solidFill>
              <a:tailEnd type="arrow" w="lg" len="lg"/>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rot="5400000">
              <a:off x="5877293" y="2381044"/>
              <a:ext cx="152400" cy="76039"/>
            </a:xfrm>
            <a:prstGeom prst="line">
              <a:avLst/>
            </a:prstGeom>
            <a:ln w="3175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21" name="Group 45"/>
          <p:cNvGrpSpPr>
            <a:grpSpLocks/>
          </p:cNvGrpSpPr>
          <p:nvPr/>
        </p:nvGrpSpPr>
        <p:grpSpPr bwMode="auto">
          <a:xfrm rot="-2281824">
            <a:off x="7267575" y="1508125"/>
            <a:ext cx="409575" cy="228600"/>
            <a:chOff x="5915890" y="2348345"/>
            <a:chExt cx="408710" cy="228600"/>
          </a:xfrm>
        </p:grpSpPr>
        <p:cxnSp>
          <p:nvCxnSpPr>
            <p:cNvPr id="22" name="Straight Arrow Connector 21"/>
            <p:cNvCxnSpPr/>
            <p:nvPr/>
          </p:nvCxnSpPr>
          <p:spPr>
            <a:xfrm>
              <a:off x="5952928" y="2411057"/>
              <a:ext cx="381779" cy="138113"/>
            </a:xfrm>
            <a:prstGeom prst="straightConnector1">
              <a:avLst/>
            </a:prstGeom>
            <a:ln w="31750">
              <a:solidFill>
                <a:srgbClr val="FF0000"/>
              </a:solidFill>
              <a:tailEnd type="arrow" w="lg" len="lg"/>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rot="5400000">
              <a:off x="5877570" y="2382821"/>
              <a:ext cx="152400" cy="76039"/>
            </a:xfrm>
            <a:prstGeom prst="line">
              <a:avLst/>
            </a:prstGeom>
            <a:ln w="31750">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24" name="Content Placeholder 2"/>
          <p:cNvSpPr txBox="1">
            <a:spLocks/>
          </p:cNvSpPr>
          <p:nvPr/>
        </p:nvSpPr>
        <p:spPr bwMode="auto">
          <a:xfrm>
            <a:off x="571500" y="1765300"/>
            <a:ext cx="4572000" cy="901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just" eaLnBrk="1" hangingPunct="1">
              <a:spcBef>
                <a:spcPct val="20000"/>
              </a:spcBef>
              <a:buClr>
                <a:srgbClr val="0BD0D9"/>
              </a:buClr>
              <a:buSzPct val="95000"/>
              <a:buFont typeface="Wingdings 2" pitchFamily="18" charset="2"/>
              <a:buNone/>
            </a:pPr>
            <a:r>
              <a:rPr lang="en-US" sz="3200" b="1">
                <a:solidFill>
                  <a:srgbClr val="002060"/>
                </a:solidFill>
                <a:latin typeface="Times New Roman" pitchFamily="18" charset="0"/>
                <a:cs typeface="Times New Roman" pitchFamily="18" charset="0"/>
              </a:rPr>
              <a:t>dòng </a:t>
            </a:r>
            <a:r>
              <a:rPr lang="vi-VN" sz="3200" b="1">
                <a:solidFill>
                  <a:srgbClr val="002060"/>
                </a:solidFill>
                <a:latin typeface="Times New Roman" pitchFamily="18" charset="0"/>
                <a:cs typeface="Times New Roman" pitchFamily="18" charset="0"/>
              </a:rPr>
              <a:t>đ</a:t>
            </a:r>
            <a:r>
              <a:rPr lang="en-US" sz="3200" b="1">
                <a:solidFill>
                  <a:srgbClr val="002060"/>
                </a:solidFill>
                <a:latin typeface="Times New Roman" pitchFamily="18" charset="0"/>
                <a:cs typeface="Times New Roman" pitchFamily="18" charset="0"/>
              </a:rPr>
              <a:t>iện là tập h</a:t>
            </a:r>
            <a:r>
              <a:rPr lang="vi-VN" sz="3200" b="1">
                <a:solidFill>
                  <a:srgbClr val="002060"/>
                </a:solidFill>
                <a:latin typeface="Times New Roman" pitchFamily="18" charset="0"/>
                <a:cs typeface="Times New Roman" pitchFamily="18" charset="0"/>
              </a:rPr>
              <a:t>ợp</a:t>
            </a:r>
            <a:r>
              <a:rPr lang="en-US" sz="3200" b="1">
                <a:solidFill>
                  <a:srgbClr val="002060"/>
                </a:solidFill>
                <a:latin typeface="Times New Roman" pitchFamily="18" charset="0"/>
                <a:cs typeface="Times New Roman" pitchFamily="18" charset="0"/>
              </a:rPr>
              <a:t> vô số các phần t</a:t>
            </a:r>
            <a:r>
              <a:rPr lang="vi-VN" sz="3200" b="1">
                <a:solidFill>
                  <a:srgbClr val="002060"/>
                </a:solidFill>
                <a:latin typeface="Times New Roman" pitchFamily="18" charset="0"/>
                <a:cs typeface="Times New Roman" pitchFamily="18" charset="0"/>
              </a:rPr>
              <a:t>ử</a:t>
            </a:r>
            <a:r>
              <a:rPr lang="en-US" sz="3200" b="1">
                <a:solidFill>
                  <a:srgbClr val="002060"/>
                </a:solidFill>
                <a:latin typeface="Times New Roman" pitchFamily="18" charset="0"/>
                <a:cs typeface="Times New Roman" pitchFamily="18" charset="0"/>
              </a:rPr>
              <a:t> dòng </a:t>
            </a:r>
            <a:r>
              <a:rPr lang="vi-VN" sz="3200" b="1">
                <a:solidFill>
                  <a:srgbClr val="002060"/>
                </a:solidFill>
                <a:latin typeface="Times New Roman" pitchFamily="18" charset="0"/>
                <a:cs typeface="Times New Roman" pitchFamily="18" charset="0"/>
              </a:rPr>
              <a:t>đ</a:t>
            </a:r>
            <a:r>
              <a:rPr lang="en-US" sz="3200" b="1">
                <a:solidFill>
                  <a:srgbClr val="002060"/>
                </a:solidFill>
                <a:latin typeface="Times New Roman" pitchFamily="18" charset="0"/>
                <a:cs typeface="Times New Roman" pitchFamily="18" charset="0"/>
              </a:rPr>
              <a:t>iện </a:t>
            </a:r>
          </a:p>
        </p:txBody>
      </p:sp>
      <p:sp>
        <p:nvSpPr>
          <p:cNvPr id="25" name="TextBox 24"/>
          <p:cNvSpPr txBox="1">
            <a:spLocks noChangeArrowheads="1"/>
          </p:cNvSpPr>
          <p:nvPr/>
        </p:nvSpPr>
        <p:spPr bwMode="auto">
          <a:xfrm>
            <a:off x="533400" y="2844800"/>
            <a:ext cx="19812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3200" b="1" u="sng">
                <a:solidFill>
                  <a:srgbClr val="FF0000"/>
                </a:solidFill>
                <a:latin typeface="Times New Roman" pitchFamily="18" charset="0"/>
                <a:cs typeface="Times New Roman" pitchFamily="18" charset="0"/>
              </a:rPr>
              <a:t>Định luật:</a:t>
            </a:r>
          </a:p>
        </p:txBody>
      </p:sp>
      <p:cxnSp>
        <p:nvCxnSpPr>
          <p:cNvPr id="26" name="Straight Arrow Connector 25"/>
          <p:cNvCxnSpPr/>
          <p:nvPr/>
        </p:nvCxnSpPr>
        <p:spPr>
          <a:xfrm rot="16200000" flipH="1">
            <a:off x="5638800" y="3400425"/>
            <a:ext cx="1066800" cy="106680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27" name="Oval 26"/>
          <p:cNvSpPr/>
          <p:nvPr/>
        </p:nvSpPr>
        <p:spPr>
          <a:xfrm>
            <a:off x="7924800" y="3400425"/>
            <a:ext cx="76200" cy="76200"/>
          </a:xfrm>
          <a:prstGeom prst="ellipse">
            <a:avLst/>
          </a:prstGeom>
          <a:solidFill>
            <a:srgbClr val="FF0000"/>
          </a:solidFill>
          <a:ln w="2540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3200">
              <a:latin typeface="Times New Roman" pitchFamily="18" charset="0"/>
              <a:cs typeface="Times New Roman" pitchFamily="18" charset="0"/>
            </a:endParaRPr>
          </a:p>
        </p:txBody>
      </p:sp>
      <p:cxnSp>
        <p:nvCxnSpPr>
          <p:cNvPr id="28" name="Straight Arrow Connector 27"/>
          <p:cNvCxnSpPr>
            <a:endCxn id="27" idx="1"/>
          </p:cNvCxnSpPr>
          <p:nvPr/>
        </p:nvCxnSpPr>
        <p:spPr>
          <a:xfrm>
            <a:off x="5638800" y="3400425"/>
            <a:ext cx="2297113" cy="11113"/>
          </a:xfrm>
          <a:prstGeom prst="straightConnector1">
            <a:avLst/>
          </a:prstGeom>
          <a:ln w="38100">
            <a:solidFill>
              <a:srgbClr val="002060"/>
            </a:solidFill>
            <a:tailEnd type="arrow" w="lg" len="med"/>
          </a:ln>
        </p:spPr>
        <p:style>
          <a:lnRef idx="1">
            <a:schemeClr val="accent1"/>
          </a:lnRef>
          <a:fillRef idx="0">
            <a:schemeClr val="accent1"/>
          </a:fillRef>
          <a:effectRef idx="0">
            <a:schemeClr val="accent1"/>
          </a:effectRef>
          <a:fontRef idx="minor">
            <a:schemeClr val="tx1"/>
          </a:fontRef>
        </p:style>
      </p:cxnSp>
      <p:graphicFrame>
        <p:nvGraphicFramePr>
          <p:cNvPr id="29" name="Object 16"/>
          <p:cNvGraphicFramePr>
            <a:graphicFrameLocks noChangeAspect="1"/>
          </p:cNvGraphicFramePr>
          <p:nvPr/>
        </p:nvGraphicFramePr>
        <p:xfrm>
          <a:off x="5624513" y="3865563"/>
          <a:ext cx="582612" cy="528637"/>
        </p:xfrm>
        <a:graphic>
          <a:graphicData uri="http://schemas.openxmlformats.org/presentationml/2006/ole">
            <mc:AlternateContent xmlns:mc="http://schemas.openxmlformats.org/markup-compatibility/2006">
              <mc:Choice xmlns:v="urn:schemas-microsoft-com:vml" Requires="v">
                <p:oleObj name="Equation" r:id="rId8" imgW="241300" imgH="228600" progId="Equation.3">
                  <p:embed/>
                </p:oleObj>
              </mc:Choice>
              <mc:Fallback>
                <p:oleObj name="Equation" r:id="rId8" imgW="241300" imgH="228600"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624513" y="3865563"/>
                        <a:ext cx="582612" cy="5286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0" name="Object 17"/>
          <p:cNvGraphicFramePr>
            <a:graphicFrameLocks noChangeAspect="1"/>
          </p:cNvGraphicFramePr>
          <p:nvPr/>
        </p:nvGraphicFramePr>
        <p:xfrm>
          <a:off x="6721475" y="3024188"/>
          <a:ext cx="276225" cy="381000"/>
        </p:xfrm>
        <a:graphic>
          <a:graphicData uri="http://schemas.openxmlformats.org/presentationml/2006/ole">
            <mc:AlternateContent xmlns:mc="http://schemas.openxmlformats.org/markup-compatibility/2006">
              <mc:Choice xmlns:v="urn:schemas-microsoft-com:vml" Requires="v">
                <p:oleObj name="Equation" r:id="rId10" imgW="114151" imgH="164885" progId="Equation.3">
                  <p:embed/>
                </p:oleObj>
              </mc:Choice>
              <mc:Fallback>
                <p:oleObj name="Equation" r:id="rId10" imgW="114151" imgH="164885" progId="Equation.3">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721475" y="3024188"/>
                        <a:ext cx="276225" cy="381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1" name="Arc 30"/>
          <p:cNvSpPr/>
          <p:nvPr/>
        </p:nvSpPr>
        <p:spPr>
          <a:xfrm rot="8834360" flipH="1">
            <a:off x="5626100" y="3387725"/>
            <a:ext cx="512763" cy="342900"/>
          </a:xfrm>
          <a:prstGeom prst="arc">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sz="3200">
              <a:latin typeface="Times New Roman" pitchFamily="18" charset="0"/>
              <a:cs typeface="Times New Roman" pitchFamily="18" charset="0"/>
            </a:endParaRPr>
          </a:p>
        </p:txBody>
      </p:sp>
      <p:graphicFrame>
        <p:nvGraphicFramePr>
          <p:cNvPr id="32" name="Object 18"/>
          <p:cNvGraphicFramePr>
            <a:graphicFrameLocks noChangeAspect="1"/>
          </p:cNvGraphicFramePr>
          <p:nvPr/>
        </p:nvGraphicFramePr>
        <p:xfrm>
          <a:off x="6121400" y="3454400"/>
          <a:ext cx="307975" cy="412750"/>
        </p:xfrm>
        <a:graphic>
          <a:graphicData uri="http://schemas.openxmlformats.org/presentationml/2006/ole">
            <mc:AlternateContent xmlns:mc="http://schemas.openxmlformats.org/markup-compatibility/2006">
              <mc:Choice xmlns:v="urn:schemas-microsoft-com:vml" Requires="v">
                <p:oleObj name="Equation" r:id="rId2" imgW="126725" imgH="177415" progId="Equation.3">
                  <p:embed/>
                </p:oleObj>
              </mc:Choice>
              <mc:Fallback>
                <p:oleObj name="Equation" r:id="rId2" imgW="126725" imgH="177415" progId="Equation.3">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121400" y="3454400"/>
                        <a:ext cx="307975" cy="412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33" name="Group 97"/>
          <p:cNvGrpSpPr>
            <a:grpSpLocks/>
          </p:cNvGrpSpPr>
          <p:nvPr/>
        </p:nvGrpSpPr>
        <p:grpSpPr bwMode="auto">
          <a:xfrm>
            <a:off x="4572000" y="2894013"/>
            <a:ext cx="4495800" cy="1677987"/>
            <a:chOff x="3581400" y="3505200"/>
            <a:chExt cx="4495800" cy="1677988"/>
          </a:xfrm>
        </p:grpSpPr>
        <p:cxnSp>
          <p:nvCxnSpPr>
            <p:cNvPr id="34" name="Straight Connector 33"/>
            <p:cNvCxnSpPr/>
            <p:nvPr/>
          </p:nvCxnSpPr>
          <p:spPr>
            <a:xfrm>
              <a:off x="3581400" y="3505200"/>
              <a:ext cx="3352800" cy="1587"/>
            </a:xfrm>
            <a:prstGeom prst="line">
              <a:avLst/>
            </a:prstGeom>
            <a:ln w="38100">
              <a:solidFill>
                <a:srgbClr val="080CA8"/>
              </a:solidFill>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a:xfrm rot="16200000" flipH="1">
              <a:off x="6667500" y="3771900"/>
              <a:ext cx="1676401" cy="1143000"/>
            </a:xfrm>
            <a:prstGeom prst="line">
              <a:avLst/>
            </a:prstGeom>
            <a:ln w="38100">
              <a:solidFill>
                <a:srgbClr val="080CA8"/>
              </a:solidFill>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a:xfrm rot="16200000" flipH="1">
              <a:off x="3314700" y="3771900"/>
              <a:ext cx="1676401" cy="1143000"/>
            </a:xfrm>
            <a:prstGeom prst="line">
              <a:avLst/>
            </a:prstGeom>
            <a:ln w="38100">
              <a:solidFill>
                <a:srgbClr val="080CA8"/>
              </a:solidFill>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a:xfrm>
              <a:off x="4724400" y="5181601"/>
              <a:ext cx="3352800" cy="1587"/>
            </a:xfrm>
            <a:prstGeom prst="line">
              <a:avLst/>
            </a:prstGeom>
            <a:ln w="38100">
              <a:solidFill>
                <a:srgbClr val="080CA8"/>
              </a:solidFill>
            </a:ln>
          </p:spPr>
          <p:style>
            <a:lnRef idx="1">
              <a:schemeClr val="accent1"/>
            </a:lnRef>
            <a:fillRef idx="0">
              <a:schemeClr val="accent1"/>
            </a:fillRef>
            <a:effectRef idx="0">
              <a:schemeClr val="accent1"/>
            </a:effectRef>
            <a:fontRef idx="minor">
              <a:schemeClr val="tx1"/>
            </a:fontRef>
          </p:style>
        </p:cxnSp>
      </p:grpSp>
      <p:cxnSp>
        <p:nvCxnSpPr>
          <p:cNvPr id="38" name="Straight Arrow Connector 37"/>
          <p:cNvCxnSpPr/>
          <p:nvPr/>
        </p:nvCxnSpPr>
        <p:spPr>
          <a:xfrm rot="5400000" flipH="1" flipV="1">
            <a:off x="7366000" y="2790825"/>
            <a:ext cx="1230313" cy="11113"/>
          </a:xfrm>
          <a:prstGeom prst="straightConnector1">
            <a:avLst/>
          </a:prstGeom>
          <a:ln w="38100">
            <a:solidFill>
              <a:srgbClr val="C00000"/>
            </a:solidFill>
            <a:tailEnd type="arrow"/>
          </a:ln>
        </p:spPr>
        <p:style>
          <a:lnRef idx="1">
            <a:schemeClr val="accent1"/>
          </a:lnRef>
          <a:fillRef idx="0">
            <a:schemeClr val="accent1"/>
          </a:fillRef>
          <a:effectRef idx="0">
            <a:schemeClr val="accent1"/>
          </a:effectRef>
          <a:fontRef idx="minor">
            <a:schemeClr val="tx1"/>
          </a:fontRef>
        </p:style>
      </p:cxnSp>
      <p:graphicFrame>
        <p:nvGraphicFramePr>
          <p:cNvPr id="39" name="Object 19"/>
          <p:cNvGraphicFramePr>
            <a:graphicFrameLocks noChangeAspect="1"/>
          </p:cNvGraphicFramePr>
          <p:nvPr/>
        </p:nvGraphicFramePr>
        <p:xfrm>
          <a:off x="8089900" y="2139950"/>
          <a:ext cx="520700" cy="498475"/>
        </p:xfrm>
        <a:graphic>
          <a:graphicData uri="http://schemas.openxmlformats.org/presentationml/2006/ole">
            <mc:AlternateContent xmlns:mc="http://schemas.openxmlformats.org/markup-compatibility/2006">
              <mc:Choice xmlns:v="urn:schemas-microsoft-com:vml" Requires="v">
                <p:oleObj name="Equation" r:id="rId4" imgW="215619" imgH="215619" progId="Equation.3">
                  <p:embed/>
                </p:oleObj>
              </mc:Choice>
              <mc:Fallback>
                <p:oleObj name="Equation" r:id="rId4" imgW="215619" imgH="215619" progId="Equation.3">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8089900" y="2139950"/>
                        <a:ext cx="520700" cy="498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0" name="Object 20"/>
          <p:cNvGraphicFramePr>
            <a:graphicFrameLocks noChangeAspect="1"/>
          </p:cNvGraphicFramePr>
          <p:nvPr/>
        </p:nvGraphicFramePr>
        <p:xfrm>
          <a:off x="1806575" y="3173413"/>
          <a:ext cx="2974975" cy="1093787"/>
        </p:xfrm>
        <a:graphic>
          <a:graphicData uri="http://schemas.openxmlformats.org/presentationml/2006/ole">
            <mc:AlternateContent xmlns:mc="http://schemas.openxmlformats.org/markup-compatibility/2006">
              <mc:Choice xmlns:v="urn:schemas-microsoft-com:vml" Requires="v">
                <p:oleObj name="Equation" r:id="rId14" imgW="1091726" imgH="418918" progId="Equation.3">
                  <p:embed/>
                </p:oleObj>
              </mc:Choice>
              <mc:Fallback>
                <p:oleObj name="Equation" r:id="rId14" imgW="1091726" imgH="418918" progId="Equation.3">
                  <p:embed/>
                  <p:pic>
                    <p:nvPicPr>
                      <p:cNvPr id="0" nam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806575" y="3173413"/>
                        <a:ext cx="2974975" cy="1093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1" name="Content Placeholder 2"/>
          <p:cNvSpPr txBox="1">
            <a:spLocks/>
          </p:cNvSpPr>
          <p:nvPr/>
        </p:nvSpPr>
        <p:spPr bwMode="auto">
          <a:xfrm>
            <a:off x="1420813" y="4178300"/>
            <a:ext cx="17526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73050" indent="-273050"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20000"/>
              </a:spcBef>
              <a:buClr>
                <a:srgbClr val="0BD0D9"/>
              </a:buClr>
              <a:buSzPct val="95000"/>
              <a:buFont typeface="Wingdings 2" pitchFamily="18" charset="2"/>
              <a:buNone/>
            </a:pPr>
            <a:r>
              <a:rPr lang="en-US" sz="3200" b="1">
                <a:solidFill>
                  <a:srgbClr val="FF0000"/>
                </a:solidFill>
                <a:latin typeface="Times New Roman" pitchFamily="18" charset="0"/>
                <a:cs typeface="Times New Roman" pitchFamily="18" charset="0"/>
              </a:rPr>
              <a:t>Phương:</a:t>
            </a:r>
          </a:p>
        </p:txBody>
      </p:sp>
      <p:sp>
        <p:nvSpPr>
          <p:cNvPr id="42" name="Content Placeholder 2"/>
          <p:cNvSpPr txBox="1">
            <a:spLocks/>
          </p:cNvSpPr>
          <p:nvPr/>
        </p:nvSpPr>
        <p:spPr bwMode="auto">
          <a:xfrm>
            <a:off x="1344613" y="4692650"/>
            <a:ext cx="7799387"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73050" indent="-273050"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20000"/>
              </a:spcBef>
              <a:buClr>
                <a:srgbClr val="0BD0D9"/>
              </a:buClr>
              <a:buSzPct val="95000"/>
              <a:buFont typeface="Wingdings 2" pitchFamily="18" charset="2"/>
              <a:buNone/>
            </a:pPr>
            <a:r>
              <a:rPr lang="en-US" sz="3200" b="1">
                <a:solidFill>
                  <a:srgbClr val="FF0000"/>
                </a:solidFill>
                <a:latin typeface="Times New Roman" pitchFamily="18" charset="0"/>
                <a:cs typeface="Times New Roman" pitchFamily="18" charset="0"/>
              </a:rPr>
              <a:t>Chiều: </a:t>
            </a:r>
            <a:r>
              <a:rPr lang="en-US" sz="3200" b="1">
                <a:latin typeface="Times New Roman" pitchFamily="18" charset="0"/>
                <a:cs typeface="Times New Roman" pitchFamily="18" charset="0"/>
                <a:hlinkClick r:id="" action="ppaction://noaction"/>
              </a:rPr>
              <a:t>theo q/t</a:t>
            </a:r>
            <a:r>
              <a:rPr lang="vi-VN" sz="3200" b="1">
                <a:latin typeface="Times New Roman" pitchFamily="18" charset="0"/>
                <a:cs typeface="Times New Roman" pitchFamily="18" charset="0"/>
                <a:hlinkClick r:id="" action="ppaction://noaction"/>
              </a:rPr>
              <a:t>ắc</a:t>
            </a:r>
            <a:r>
              <a:rPr lang="en-US" sz="3200" b="1">
                <a:latin typeface="Times New Roman" pitchFamily="18" charset="0"/>
                <a:cs typeface="Times New Roman" pitchFamily="18" charset="0"/>
                <a:hlinkClick r:id="" action="ppaction://noaction"/>
              </a:rPr>
              <a:t> v</a:t>
            </a:r>
            <a:r>
              <a:rPr lang="vi-VN" sz="3200" b="1">
                <a:latin typeface="Times New Roman" pitchFamily="18" charset="0"/>
                <a:cs typeface="Times New Roman" pitchFamily="18" charset="0"/>
                <a:hlinkClick r:id="" action="ppaction://noaction"/>
              </a:rPr>
              <a:t>ặn</a:t>
            </a:r>
            <a:r>
              <a:rPr lang="en-US" sz="3200" b="1">
                <a:latin typeface="Times New Roman" pitchFamily="18" charset="0"/>
                <a:cs typeface="Times New Roman" pitchFamily="18" charset="0"/>
                <a:hlinkClick r:id="" action="ppaction://noaction"/>
              </a:rPr>
              <a:t> </a:t>
            </a:r>
            <a:r>
              <a:rPr lang="vi-VN" sz="3200" b="1">
                <a:latin typeface="Times New Roman" pitchFamily="18" charset="0"/>
                <a:cs typeface="Times New Roman" pitchFamily="18" charset="0"/>
                <a:hlinkClick r:id="" action="ppaction://noaction"/>
              </a:rPr>
              <a:t>đ</a:t>
            </a:r>
            <a:r>
              <a:rPr lang="en-US" sz="3200" b="1">
                <a:latin typeface="Times New Roman" pitchFamily="18" charset="0"/>
                <a:cs typeface="Times New Roman" pitchFamily="18" charset="0"/>
                <a:hlinkClick r:id="" action="ppaction://noaction"/>
              </a:rPr>
              <a:t>inh ốc</a:t>
            </a:r>
            <a:r>
              <a:rPr lang="en-US" sz="3200" b="1">
                <a:latin typeface="Times New Roman" pitchFamily="18" charset="0"/>
                <a:cs typeface="Times New Roman" pitchFamily="18" charset="0"/>
              </a:rPr>
              <a:t>/ </a:t>
            </a:r>
            <a:r>
              <a:rPr lang="en-US" sz="3200" b="1">
                <a:latin typeface="Times New Roman" pitchFamily="18" charset="0"/>
                <a:cs typeface="Times New Roman" pitchFamily="18" charset="0"/>
                <a:hlinkClick r:id="" action="ppaction://noaction"/>
              </a:rPr>
              <a:t>nắm tay phải</a:t>
            </a:r>
            <a:endParaRPr lang="en-US" sz="3200" b="1">
              <a:latin typeface="Times New Roman" pitchFamily="18" charset="0"/>
              <a:cs typeface="Times New Roman" pitchFamily="18" charset="0"/>
            </a:endParaRPr>
          </a:p>
        </p:txBody>
      </p:sp>
      <p:sp>
        <p:nvSpPr>
          <p:cNvPr id="43" name="Content Placeholder 2"/>
          <p:cNvSpPr txBox="1">
            <a:spLocks/>
          </p:cNvSpPr>
          <p:nvPr/>
        </p:nvSpPr>
        <p:spPr bwMode="auto">
          <a:xfrm>
            <a:off x="1420813" y="5303838"/>
            <a:ext cx="17526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73050" indent="-273050"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20000"/>
              </a:spcBef>
              <a:buClr>
                <a:srgbClr val="0BD0D9"/>
              </a:buClr>
              <a:buSzPct val="95000"/>
              <a:buFont typeface="Wingdings 2" pitchFamily="18" charset="2"/>
              <a:buNone/>
            </a:pPr>
            <a:r>
              <a:rPr lang="en-US" sz="3200" b="1">
                <a:solidFill>
                  <a:srgbClr val="FF0000"/>
                </a:solidFill>
                <a:latin typeface="Times New Roman" pitchFamily="18" charset="0"/>
                <a:cs typeface="Times New Roman" pitchFamily="18" charset="0"/>
              </a:rPr>
              <a:t>Độ lớn: </a:t>
            </a:r>
          </a:p>
        </p:txBody>
      </p:sp>
      <p:cxnSp>
        <p:nvCxnSpPr>
          <p:cNvPr id="44" name="Straight Arrow Connector 43"/>
          <p:cNvCxnSpPr/>
          <p:nvPr/>
        </p:nvCxnSpPr>
        <p:spPr>
          <a:xfrm flipV="1">
            <a:off x="658813" y="4483100"/>
            <a:ext cx="685800" cy="485775"/>
          </a:xfrm>
          <a:prstGeom prst="straightConnector1">
            <a:avLst/>
          </a:prstGeom>
          <a:ln w="38100">
            <a:solidFill>
              <a:srgbClr val="0070C0"/>
            </a:solidFill>
            <a:tailEnd type="arrow"/>
          </a:ln>
        </p:spPr>
        <p:style>
          <a:lnRef idx="1">
            <a:schemeClr val="accent1"/>
          </a:lnRef>
          <a:fillRef idx="0">
            <a:schemeClr val="accent1"/>
          </a:fillRef>
          <a:effectRef idx="0">
            <a:schemeClr val="accent1"/>
          </a:effectRef>
          <a:fontRef idx="minor">
            <a:schemeClr val="tx1"/>
          </a:fontRef>
        </p:style>
      </p:cxnSp>
      <p:cxnSp>
        <p:nvCxnSpPr>
          <p:cNvPr id="45" name="Straight Arrow Connector 44"/>
          <p:cNvCxnSpPr>
            <a:endCxn id="42" idx="1"/>
          </p:cNvCxnSpPr>
          <p:nvPr/>
        </p:nvCxnSpPr>
        <p:spPr>
          <a:xfrm>
            <a:off x="658813" y="4997450"/>
            <a:ext cx="685800" cy="0"/>
          </a:xfrm>
          <a:prstGeom prst="straightConnector1">
            <a:avLst/>
          </a:prstGeom>
          <a:ln w="38100">
            <a:solidFill>
              <a:srgbClr val="0070C0"/>
            </a:solidFill>
            <a:tailEnd type="arrow"/>
          </a:ln>
        </p:spPr>
        <p:style>
          <a:lnRef idx="1">
            <a:schemeClr val="accent1"/>
          </a:lnRef>
          <a:fillRef idx="0">
            <a:schemeClr val="accent1"/>
          </a:fillRef>
          <a:effectRef idx="0">
            <a:schemeClr val="accent1"/>
          </a:effectRef>
          <a:fontRef idx="minor">
            <a:schemeClr val="tx1"/>
          </a:fontRef>
        </p:style>
      </p:cxnSp>
      <p:cxnSp>
        <p:nvCxnSpPr>
          <p:cNvPr id="46" name="Straight Arrow Connector 45"/>
          <p:cNvCxnSpPr/>
          <p:nvPr/>
        </p:nvCxnSpPr>
        <p:spPr>
          <a:xfrm>
            <a:off x="658813" y="4968875"/>
            <a:ext cx="685800" cy="517525"/>
          </a:xfrm>
          <a:prstGeom prst="straightConnector1">
            <a:avLst/>
          </a:prstGeom>
          <a:ln w="38100">
            <a:solidFill>
              <a:srgbClr val="0070C0"/>
            </a:solidFill>
            <a:tailEnd type="arrow"/>
          </a:ln>
        </p:spPr>
        <p:style>
          <a:lnRef idx="1">
            <a:schemeClr val="accent1"/>
          </a:lnRef>
          <a:fillRef idx="0">
            <a:schemeClr val="accent1"/>
          </a:fillRef>
          <a:effectRef idx="0">
            <a:schemeClr val="accent1"/>
          </a:effectRef>
          <a:fontRef idx="minor">
            <a:schemeClr val="tx1"/>
          </a:fontRef>
        </p:style>
      </p:cxnSp>
      <p:graphicFrame>
        <p:nvGraphicFramePr>
          <p:cNvPr id="47" name="Object 23"/>
          <p:cNvGraphicFramePr>
            <a:graphicFrameLocks noChangeAspect="1"/>
          </p:cNvGraphicFramePr>
          <p:nvPr/>
        </p:nvGraphicFramePr>
        <p:xfrm>
          <a:off x="-34925" y="4594225"/>
          <a:ext cx="693738" cy="663575"/>
        </p:xfrm>
        <a:graphic>
          <a:graphicData uri="http://schemas.openxmlformats.org/presentationml/2006/ole">
            <mc:AlternateContent xmlns:mc="http://schemas.openxmlformats.org/markup-compatibility/2006">
              <mc:Choice xmlns:v="urn:schemas-microsoft-com:vml" Requires="v">
                <p:oleObj name="Equation" r:id="rId16" imgW="215619" imgH="215619" progId="Equation.3">
                  <p:embed/>
                </p:oleObj>
              </mc:Choice>
              <mc:Fallback>
                <p:oleObj name="Equation" r:id="rId16" imgW="215619" imgH="215619" progId="Equation.3">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4925" y="4594225"/>
                        <a:ext cx="693738" cy="663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8" name="Object 24"/>
          <p:cNvGraphicFramePr>
            <a:graphicFrameLocks noChangeAspect="1"/>
          </p:cNvGraphicFramePr>
          <p:nvPr/>
        </p:nvGraphicFramePr>
        <p:xfrm>
          <a:off x="3117850" y="4178300"/>
          <a:ext cx="2071688" cy="588963"/>
        </p:xfrm>
        <a:graphic>
          <a:graphicData uri="http://schemas.openxmlformats.org/presentationml/2006/ole">
            <mc:AlternateContent xmlns:mc="http://schemas.openxmlformats.org/markup-compatibility/2006">
              <mc:Choice xmlns:v="urn:schemas-microsoft-com:vml" Requires="v">
                <p:oleObj name="Equation" r:id="rId17" imgW="812447" imgH="241195" progId="Equation.3">
                  <p:embed/>
                </p:oleObj>
              </mc:Choice>
              <mc:Fallback>
                <p:oleObj name="Equation" r:id="rId17" imgW="812447" imgH="241195" progId="Equation.3">
                  <p:embed/>
                  <p:pic>
                    <p:nvPicPr>
                      <p:cNvPr id="0" name=""/>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117850" y="4178300"/>
                        <a:ext cx="2071688" cy="588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9" name="Object 25"/>
          <p:cNvGraphicFramePr>
            <a:graphicFrameLocks noChangeAspect="1"/>
          </p:cNvGraphicFramePr>
          <p:nvPr/>
        </p:nvGraphicFramePr>
        <p:xfrm>
          <a:off x="2935288" y="5303838"/>
          <a:ext cx="2717800" cy="868362"/>
        </p:xfrm>
        <a:graphic>
          <a:graphicData uri="http://schemas.openxmlformats.org/presentationml/2006/ole">
            <mc:AlternateContent xmlns:mc="http://schemas.openxmlformats.org/markup-compatibility/2006">
              <mc:Choice xmlns:v="urn:schemas-microsoft-com:vml" Requires="v">
                <p:oleObj name="Equation" r:id="rId19" imgW="1180588" imgH="393529" progId="Equation.3">
                  <p:embed/>
                </p:oleObj>
              </mc:Choice>
              <mc:Fallback>
                <p:oleObj name="Equation" r:id="rId19" imgW="1180588" imgH="393529" progId="Equation.3">
                  <p:embed/>
                  <p:pic>
                    <p:nvPicPr>
                      <p:cNvPr id="0" name=""/>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2935288" y="5303838"/>
                        <a:ext cx="2717800" cy="868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0" name="Object 27"/>
          <p:cNvGraphicFramePr>
            <a:graphicFrameLocks noChangeAspect="1"/>
          </p:cNvGraphicFramePr>
          <p:nvPr/>
        </p:nvGraphicFramePr>
        <p:xfrm>
          <a:off x="5791200" y="6351588"/>
          <a:ext cx="460375" cy="382587"/>
        </p:xfrm>
        <a:graphic>
          <a:graphicData uri="http://schemas.openxmlformats.org/presentationml/2006/ole">
            <mc:AlternateContent xmlns:mc="http://schemas.openxmlformats.org/markup-compatibility/2006">
              <mc:Choice xmlns:v="urn:schemas-microsoft-com:vml" Requires="v">
                <p:oleObj name="Equation" r:id="rId21" imgW="190335" imgH="164957" progId="Equation.3">
                  <p:embed/>
                </p:oleObj>
              </mc:Choice>
              <mc:Fallback>
                <p:oleObj name="Equation" r:id="rId21" imgW="190335" imgH="164957" progId="Equation.3">
                  <p:embed/>
                  <p:pic>
                    <p:nvPicPr>
                      <p:cNvPr id="0" name=""/>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5791200" y="6351588"/>
                        <a:ext cx="460375" cy="3825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1" name="Content Placeholder 2"/>
          <p:cNvSpPr txBox="1">
            <a:spLocks/>
          </p:cNvSpPr>
          <p:nvPr/>
        </p:nvSpPr>
        <p:spPr bwMode="auto">
          <a:xfrm>
            <a:off x="3200400" y="6172200"/>
            <a:ext cx="23241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73050" indent="-273050"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20000"/>
              </a:spcBef>
              <a:buClr>
                <a:srgbClr val="0BD0D9"/>
              </a:buClr>
              <a:buSzPct val="95000"/>
              <a:buFont typeface="Wingdings 2" pitchFamily="18" charset="2"/>
              <a:buNone/>
            </a:pPr>
            <a:r>
              <a:rPr lang="en-US" sz="3200" b="1">
                <a:solidFill>
                  <a:srgbClr val="080CA8"/>
                </a:solidFill>
                <a:latin typeface="Times New Roman" pitchFamily="18" charset="0"/>
                <a:cs typeface="Times New Roman" pitchFamily="18" charset="0"/>
              </a:rPr>
              <a:t>:h</a:t>
            </a:r>
            <a:r>
              <a:rPr lang="vi-VN" sz="3200" b="1">
                <a:solidFill>
                  <a:srgbClr val="080CA8"/>
                </a:solidFill>
                <a:latin typeface="Times New Roman" pitchFamily="18" charset="0"/>
                <a:cs typeface="Times New Roman" pitchFamily="18" charset="0"/>
              </a:rPr>
              <a:t>ằng</a:t>
            </a:r>
            <a:r>
              <a:rPr lang="en-US" sz="3200" b="1">
                <a:solidFill>
                  <a:srgbClr val="080CA8"/>
                </a:solidFill>
                <a:latin typeface="Times New Roman" pitchFamily="18" charset="0"/>
                <a:cs typeface="Times New Roman" pitchFamily="18" charset="0"/>
              </a:rPr>
              <a:t> số t</a:t>
            </a:r>
            <a:r>
              <a:rPr lang="vi-VN" sz="3200" b="1">
                <a:solidFill>
                  <a:srgbClr val="080CA8"/>
                </a:solidFill>
                <a:latin typeface="Times New Roman" pitchFamily="18" charset="0"/>
                <a:cs typeface="Times New Roman" pitchFamily="18" charset="0"/>
              </a:rPr>
              <a:t>ừ</a:t>
            </a:r>
            <a:endParaRPr lang="en-US" sz="3200" b="1">
              <a:solidFill>
                <a:srgbClr val="080CA8"/>
              </a:solidFill>
              <a:latin typeface="Times New Roman" pitchFamily="18" charset="0"/>
              <a:cs typeface="Times New Roman" pitchFamily="18" charset="0"/>
            </a:endParaRPr>
          </a:p>
        </p:txBody>
      </p:sp>
      <p:graphicFrame>
        <p:nvGraphicFramePr>
          <p:cNvPr id="52" name="Object 29"/>
          <p:cNvGraphicFramePr>
            <a:graphicFrameLocks noChangeAspect="1"/>
          </p:cNvGraphicFramePr>
          <p:nvPr>
            <p:extLst>
              <p:ext uri="{D42A27DB-BD31-4B8C-83A1-F6EECF244321}">
                <p14:modId xmlns:p14="http://schemas.microsoft.com/office/powerpoint/2010/main" val="611540365"/>
              </p:ext>
            </p:extLst>
          </p:nvPr>
        </p:nvGraphicFramePr>
        <p:xfrm>
          <a:off x="190500" y="6203950"/>
          <a:ext cx="3086100" cy="577850"/>
        </p:xfrm>
        <a:graphic>
          <a:graphicData uri="http://schemas.openxmlformats.org/presentationml/2006/ole">
            <mc:AlternateContent xmlns:mc="http://schemas.openxmlformats.org/markup-compatibility/2006">
              <mc:Choice xmlns:v="urn:schemas-microsoft-com:vml" Requires="v">
                <p:oleObj name="Equation" r:id="rId23" imgW="1295400" imgH="254000" progId="Equation.DSMT4">
                  <p:embed/>
                </p:oleObj>
              </mc:Choice>
              <mc:Fallback>
                <p:oleObj name="Equation" r:id="rId23" imgW="1295400" imgH="254000" progId="Equation.DSMT4">
                  <p:embed/>
                  <p:pic>
                    <p:nvPicPr>
                      <p:cNvPr id="0" name=""/>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190500" y="6203950"/>
                        <a:ext cx="3086100" cy="57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3" name="Content Placeholder 2"/>
          <p:cNvSpPr txBox="1">
            <a:spLocks/>
          </p:cNvSpPr>
          <p:nvPr/>
        </p:nvSpPr>
        <p:spPr bwMode="auto">
          <a:xfrm>
            <a:off x="5638800" y="6172200"/>
            <a:ext cx="35321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73050" indent="-273050"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20000"/>
              </a:spcBef>
              <a:buClr>
                <a:srgbClr val="0BD0D9"/>
              </a:buClr>
              <a:buSzPct val="95000"/>
              <a:buFont typeface="Wingdings 2" pitchFamily="18" charset="2"/>
              <a:buNone/>
            </a:pPr>
            <a:r>
              <a:rPr lang="en-US" sz="3200" b="1">
                <a:solidFill>
                  <a:srgbClr val="080CA8"/>
                </a:solidFill>
                <a:latin typeface="Times New Roman" pitchFamily="18" charset="0"/>
                <a:cs typeface="Times New Roman" pitchFamily="18" charset="0"/>
              </a:rPr>
              <a:t>(    </a:t>
            </a:r>
            <a:r>
              <a:rPr lang="vi-VN" sz="3200" b="1">
                <a:solidFill>
                  <a:srgbClr val="080CA8"/>
                </a:solidFill>
                <a:latin typeface="Times New Roman" pitchFamily="18" charset="0"/>
                <a:cs typeface="Times New Roman" pitchFamily="18" charset="0"/>
              </a:rPr>
              <a:t>độ</a:t>
            </a:r>
            <a:r>
              <a:rPr lang="en-US" sz="3200" b="1">
                <a:solidFill>
                  <a:srgbClr val="080CA8"/>
                </a:solidFill>
                <a:latin typeface="Times New Roman" pitchFamily="18" charset="0"/>
                <a:cs typeface="Times New Roman" pitchFamily="18" charset="0"/>
              </a:rPr>
              <a:t> thẩm t</a:t>
            </a:r>
            <a:r>
              <a:rPr lang="vi-VN" sz="3200" b="1">
                <a:solidFill>
                  <a:srgbClr val="080CA8"/>
                </a:solidFill>
                <a:latin typeface="Times New Roman" pitchFamily="18" charset="0"/>
                <a:cs typeface="Times New Roman" pitchFamily="18" charset="0"/>
              </a:rPr>
              <a:t>ừ</a:t>
            </a:r>
            <a:r>
              <a:rPr lang="en-US" sz="3200" b="1">
                <a:solidFill>
                  <a:srgbClr val="080CA8"/>
                </a:solidFill>
                <a:latin typeface="Times New Roman" pitchFamily="18" charset="0"/>
                <a:cs typeface="Times New Roman" pitchFamily="18" charset="0"/>
              </a:rPr>
              <a:t> môi)</a:t>
            </a:r>
          </a:p>
        </p:txBody>
      </p:sp>
      <p:graphicFrame>
        <p:nvGraphicFramePr>
          <p:cNvPr id="54" name="Object 31"/>
          <p:cNvGraphicFramePr>
            <a:graphicFrameLocks noChangeAspect="1"/>
          </p:cNvGraphicFramePr>
          <p:nvPr/>
        </p:nvGraphicFramePr>
        <p:xfrm>
          <a:off x="5865813" y="5527675"/>
          <a:ext cx="1574800" cy="415925"/>
        </p:xfrm>
        <a:graphic>
          <a:graphicData uri="http://schemas.openxmlformats.org/presentationml/2006/ole">
            <mc:AlternateContent xmlns:mc="http://schemas.openxmlformats.org/markup-compatibility/2006">
              <mc:Choice xmlns:v="urn:schemas-microsoft-com:vml" Requires="v">
                <p:oleObj name="Equation" r:id="rId25" imgW="736600" imgH="203200" progId="Equation.DSMT4">
                  <p:embed/>
                </p:oleObj>
              </mc:Choice>
              <mc:Fallback>
                <p:oleObj name="Equation" r:id="rId25" imgW="736600" imgH="203200" progId="Equation.DSMT4">
                  <p:embed/>
                  <p:pic>
                    <p:nvPicPr>
                      <p:cNvPr id="0" name=""/>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5865813" y="5527675"/>
                        <a:ext cx="1574800" cy="4159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5" name="Object 58"/>
          <p:cNvGraphicFramePr>
            <a:graphicFrameLocks noChangeAspect="1"/>
          </p:cNvGraphicFramePr>
          <p:nvPr/>
        </p:nvGraphicFramePr>
        <p:xfrm>
          <a:off x="530225" y="1311275"/>
          <a:ext cx="644525" cy="500063"/>
        </p:xfrm>
        <a:graphic>
          <a:graphicData uri="http://schemas.openxmlformats.org/presentationml/2006/ole">
            <mc:AlternateContent xmlns:mc="http://schemas.openxmlformats.org/markup-compatibility/2006">
              <mc:Choice xmlns:v="urn:schemas-microsoft-com:vml" Requires="v">
                <p:oleObj name="Equation" r:id="rId27" imgW="266353" imgH="215619" progId="Equation.DSMT4">
                  <p:embed/>
                </p:oleObj>
              </mc:Choice>
              <mc:Fallback>
                <p:oleObj name="Equation" r:id="rId27" imgW="266353" imgH="215619" progId="Equation.DSMT4">
                  <p:embed/>
                  <p:pic>
                    <p:nvPicPr>
                      <p:cNvPr id="0" name=""/>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530225" y="1311275"/>
                        <a:ext cx="644525" cy="5000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6" name="Right Arrow 55"/>
          <p:cNvSpPr/>
          <p:nvPr/>
        </p:nvSpPr>
        <p:spPr>
          <a:xfrm>
            <a:off x="114300" y="1924050"/>
            <a:ext cx="381000" cy="355600"/>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57" name="Rectangle 56"/>
          <p:cNvSpPr>
            <a:spLocks noChangeArrowheads="1"/>
          </p:cNvSpPr>
          <p:nvPr/>
        </p:nvSpPr>
        <p:spPr bwMode="auto">
          <a:xfrm>
            <a:off x="76200" y="2827338"/>
            <a:ext cx="55245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sz="3600" b="1">
                <a:solidFill>
                  <a:srgbClr val="1109B7"/>
                </a:solidFill>
                <a:latin typeface="Times New Roman" pitchFamily="18" charset="0"/>
                <a:sym typeface="Wingdings" pitchFamily="2" charset="2"/>
              </a:rPr>
              <a:t></a:t>
            </a:r>
            <a:endParaRPr lang="en-US" sz="3600">
              <a:solidFill>
                <a:srgbClr val="1109B7"/>
              </a:solidFill>
            </a:endParaRPr>
          </a:p>
        </p:txBody>
      </p:sp>
      <p:sp>
        <p:nvSpPr>
          <p:cNvPr id="58" name="Title 1"/>
          <p:cNvSpPr txBox="1">
            <a:spLocks/>
          </p:cNvSpPr>
          <p:nvPr/>
        </p:nvSpPr>
        <p:spPr bwMode="auto">
          <a:xfrm>
            <a:off x="533400" y="-76200"/>
            <a:ext cx="7010400" cy="839788"/>
          </a:xfrm>
          <a:prstGeom prst="rect">
            <a:avLst/>
          </a:prstGeom>
          <a:noFill/>
          <a:ln w="9525">
            <a:noFill/>
            <a:miter lim="800000"/>
            <a:headEnd/>
            <a:tailEnd/>
          </a:ln>
        </p:spPr>
        <p:txBody>
          <a:bodyPr lIns="0" rIns="0" bIns="0" anchor="b"/>
          <a:lstStyle/>
          <a:p>
            <a:pPr>
              <a:spcBef>
                <a:spcPts val="2400"/>
              </a:spcBef>
              <a:defRPr/>
            </a:pPr>
            <a:r>
              <a:rPr lang="en-US" sz="2400" b="1" dirty="0">
                <a:solidFill>
                  <a:srgbClr val="002060"/>
                </a:solidFill>
                <a:latin typeface="Times New Roman" pitchFamily="18" charset="0"/>
                <a:ea typeface="+mj-ea"/>
                <a:cs typeface="Times New Roman" pitchFamily="18" charset="0"/>
              </a:rPr>
              <a:t>9.1  TƯƠNG TÁC TỪ CỦA DÒNG ĐIỆN</a:t>
            </a:r>
            <a:br>
              <a:rPr lang="en-US" sz="2400" b="1" dirty="0">
                <a:solidFill>
                  <a:srgbClr val="002060"/>
                </a:solidFill>
                <a:latin typeface="Times New Roman" pitchFamily="18" charset="0"/>
                <a:ea typeface="+mj-ea"/>
                <a:cs typeface="Times New Roman" pitchFamily="18" charset="0"/>
              </a:rPr>
            </a:br>
            <a:r>
              <a:rPr lang="en-US" sz="2400" b="1" dirty="0">
                <a:solidFill>
                  <a:srgbClr val="002060"/>
                </a:solidFill>
                <a:latin typeface="Times New Roman" pitchFamily="18" charset="0"/>
                <a:ea typeface="+mj-ea"/>
                <a:cs typeface="Times New Roman" pitchFamily="18" charset="0"/>
              </a:rPr>
              <a:t>        ĐỊNH LUẬT BIO-SAVART-LAPLACE</a:t>
            </a:r>
          </a:p>
        </p:txBody>
      </p:sp>
      <p:sp>
        <p:nvSpPr>
          <p:cNvPr id="2" name="Right Arrow 1">
            <a:hlinkClick r:id="rId29" action="ppaction://hlinkfile"/>
          </p:cNvPr>
          <p:cNvSpPr/>
          <p:nvPr/>
        </p:nvSpPr>
        <p:spPr>
          <a:xfrm>
            <a:off x="8077200" y="381000"/>
            <a:ext cx="978408"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p:cNvSpPr/>
          <p:nvPr/>
        </p:nvSpPr>
        <p:spPr>
          <a:xfrm>
            <a:off x="7986713" y="3523681"/>
            <a:ext cx="304800" cy="333376"/>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b="1">
                <a:solidFill>
                  <a:schemeClr val="tx1"/>
                </a:solidFill>
              </a:rPr>
              <a:t>M</a:t>
            </a:r>
          </a:p>
        </p:txBody>
      </p:sp>
      <p:sp>
        <p:nvSpPr>
          <p:cNvPr id="60" name="Curved Up Arrow 59"/>
          <p:cNvSpPr/>
          <p:nvPr/>
        </p:nvSpPr>
        <p:spPr>
          <a:xfrm>
            <a:off x="6395690" y="3672721"/>
            <a:ext cx="1216152" cy="731520"/>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9" name="Footer Placeholder 58">
            <a:extLst>
              <a:ext uri="{FF2B5EF4-FFF2-40B4-BE49-F238E27FC236}">
                <a16:creationId xmlns:a16="http://schemas.microsoft.com/office/drawing/2014/main" id="{21850E58-4FC8-C312-95C6-E8F2903627D1}"/>
              </a:ext>
            </a:extLst>
          </p:cNvPr>
          <p:cNvSpPr>
            <a:spLocks noGrp="1"/>
          </p:cNvSpPr>
          <p:nvPr>
            <p:ph type="ftr" sz="quarter" idx="11"/>
          </p:nvPr>
        </p:nvSpPr>
        <p:spPr/>
        <p:txBody>
          <a:bodyPr/>
          <a:lstStyle/>
          <a:p>
            <a:pPr>
              <a:defRPr/>
            </a:pPr>
            <a:r>
              <a:rPr lang="en-US"/>
              <a:t>Bùi Quốc Trung - VLDC</a:t>
            </a:r>
          </a:p>
        </p:txBody>
      </p:sp>
      <p:sp>
        <p:nvSpPr>
          <p:cNvPr id="61" name="Slide Number Placeholder 60">
            <a:extLst>
              <a:ext uri="{FF2B5EF4-FFF2-40B4-BE49-F238E27FC236}">
                <a16:creationId xmlns:a16="http://schemas.microsoft.com/office/drawing/2014/main" id="{EBFE2A61-690D-D759-5BBC-E858AD4D8A3F}"/>
              </a:ext>
            </a:extLst>
          </p:cNvPr>
          <p:cNvSpPr>
            <a:spLocks noGrp="1"/>
          </p:cNvSpPr>
          <p:nvPr>
            <p:ph type="sldNum" sz="quarter" idx="12"/>
          </p:nvPr>
        </p:nvSpPr>
        <p:spPr/>
        <p:txBody>
          <a:bodyPr/>
          <a:lstStyle/>
          <a:p>
            <a:pPr>
              <a:defRPr/>
            </a:pPr>
            <a:fld id="{89293DEA-2A20-4A48-AEC7-CF8D592A212C}" type="slidenum">
              <a:rPr lang="en-US" smtClean="0"/>
              <a:pPr>
                <a:defRPr/>
              </a:pPr>
              <a:t>3</a:t>
            </a:fld>
            <a:endParaRPr lang="en-US" dirty="0"/>
          </a:p>
        </p:txBody>
      </p:sp>
    </p:spTree>
    <p:extLst>
      <p:ext uri="{BB962C8B-B14F-4D97-AF65-F5344CB8AC3E}">
        <p14:creationId xmlns:p14="http://schemas.microsoft.com/office/powerpoint/2010/main" val="15933763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randombar(horizontal)">
                                      <p:cBhvr>
                                        <p:cTn id="7" dur="500"/>
                                        <p:tgtEl>
                                          <p:spTgt spid="5"/>
                                        </p:tgtEl>
                                      </p:cBhvr>
                                    </p:animEffect>
                                  </p:childTnLst>
                                </p:cTn>
                              </p:par>
                            </p:childTnLst>
                          </p:cTn>
                        </p:par>
                        <p:par>
                          <p:cTn id="8" fill="hold">
                            <p:stCondLst>
                              <p:cond delay="500"/>
                            </p:stCondLst>
                            <p:childTnLst>
                              <p:par>
                                <p:cTn id="9" presetID="14" presetClass="entr" presetSubtype="10" fill="hold"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randombar(horizontal)">
                                      <p:cBhvr>
                                        <p:cTn id="11" dur="500"/>
                                        <p:tgtEl>
                                          <p:spTgt spid="8"/>
                                        </p:tgtEl>
                                      </p:cBhvr>
                                    </p:animEffect>
                                  </p:childTnLst>
                                </p:cTn>
                              </p:par>
                              <p:par>
                                <p:cTn id="12" presetID="14" presetClass="entr" presetSubtype="10" fill="hold"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randombar(horizontal)">
                                      <p:cBhvr>
                                        <p:cTn id="14" dur="5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14" presetClass="entr" presetSubtype="1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randombar(horizontal)">
                                      <p:cBhvr>
                                        <p:cTn id="19" dur="500"/>
                                        <p:tgtEl>
                                          <p:spTgt spid="6"/>
                                        </p:tgtEl>
                                      </p:cBhvr>
                                    </p:animEffect>
                                  </p:childTnLst>
                                </p:cTn>
                              </p:par>
                              <p:par>
                                <p:cTn id="20" presetID="14" presetClass="entr" presetSubtype="10" fill="hold" nodeType="with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randombar(horizontal)">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nodeType="click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box(in)">
                                      <p:cBhvr>
                                        <p:cTn id="27" dur="1000"/>
                                        <p:tgtEl>
                                          <p:spTgt spid="11"/>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16" fill="hold"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box(in)">
                                      <p:cBhvr>
                                        <p:cTn id="32" dur="500"/>
                                        <p:tgtEl>
                                          <p:spTgt spid="10"/>
                                        </p:tgtEl>
                                      </p:cBhvr>
                                    </p:animEffect>
                                  </p:childTnLst>
                                </p:cTn>
                              </p:par>
                            </p:childTnLst>
                          </p:cTn>
                        </p:par>
                      </p:childTnLst>
                    </p:cTn>
                  </p:par>
                  <p:par>
                    <p:cTn id="33" fill="hold">
                      <p:stCondLst>
                        <p:cond delay="indefinite"/>
                      </p:stCondLst>
                      <p:childTnLst>
                        <p:par>
                          <p:cTn id="34" fill="hold">
                            <p:stCondLst>
                              <p:cond delay="0"/>
                            </p:stCondLst>
                            <p:childTnLst>
                              <p:par>
                                <p:cTn id="35" presetID="5" presetClass="entr" presetSubtype="10" fill="hold" nodeType="clickEffect">
                                  <p:stCondLst>
                                    <p:cond delay="0"/>
                                  </p:stCondLst>
                                  <p:childTnLst>
                                    <p:set>
                                      <p:cBhvr>
                                        <p:cTn id="36" dur="1" fill="hold">
                                          <p:stCondLst>
                                            <p:cond delay="0"/>
                                          </p:stCondLst>
                                        </p:cTn>
                                        <p:tgtEl>
                                          <p:spTgt spid="4">
                                            <p:txEl>
                                              <p:pRg st="0" end="0"/>
                                            </p:txEl>
                                          </p:spTgt>
                                        </p:tgtEl>
                                        <p:attrNameLst>
                                          <p:attrName>style.visibility</p:attrName>
                                        </p:attrNameLst>
                                      </p:cBhvr>
                                      <p:to>
                                        <p:strVal val="visible"/>
                                      </p:to>
                                    </p:set>
                                    <p:animEffect transition="in" filter="checkerboard(across)">
                                      <p:cBhvr>
                                        <p:cTn id="37" dur="500"/>
                                        <p:tgtEl>
                                          <p:spTgt spid="4">
                                            <p:txEl>
                                              <p:pRg st="0" end="0"/>
                                            </p:txEl>
                                          </p:spTgt>
                                        </p:tgtEl>
                                      </p:cBhvr>
                                    </p:animEffect>
                                  </p:childTnLst>
                                </p:cTn>
                              </p:par>
                              <p:par>
                                <p:cTn id="38" presetID="4" presetClass="entr" presetSubtype="16" fill="hold" nodeType="withEffect">
                                  <p:stCondLst>
                                    <p:cond delay="0"/>
                                  </p:stCondLst>
                                  <p:childTnLst>
                                    <p:set>
                                      <p:cBhvr>
                                        <p:cTn id="39" dur="1" fill="hold">
                                          <p:stCondLst>
                                            <p:cond delay="0"/>
                                          </p:stCondLst>
                                        </p:cTn>
                                        <p:tgtEl>
                                          <p:spTgt spid="55"/>
                                        </p:tgtEl>
                                        <p:attrNameLst>
                                          <p:attrName>style.visibility</p:attrName>
                                        </p:attrNameLst>
                                      </p:cBhvr>
                                      <p:to>
                                        <p:strVal val="visible"/>
                                      </p:to>
                                    </p:set>
                                    <p:animEffect transition="in" filter="box(in)">
                                      <p:cBhvr>
                                        <p:cTn id="40" dur="1000"/>
                                        <p:tgtEl>
                                          <p:spTgt spid="55"/>
                                        </p:tgtEl>
                                      </p:cBhvr>
                                    </p:animEffect>
                                  </p:childTnLst>
                                </p:cTn>
                              </p:par>
                            </p:childTnLst>
                          </p:cTn>
                        </p:par>
                      </p:childTnLst>
                    </p:cTn>
                  </p:par>
                  <p:par>
                    <p:cTn id="41" fill="hold">
                      <p:stCondLst>
                        <p:cond delay="indefinite"/>
                      </p:stCondLst>
                      <p:childTnLst>
                        <p:par>
                          <p:cTn id="42" fill="hold">
                            <p:stCondLst>
                              <p:cond delay="0"/>
                            </p:stCondLst>
                            <p:childTnLst>
                              <p:par>
                                <p:cTn id="43" presetID="14" presetClass="entr" presetSubtype="10" fill="hold" nodeType="clickEffect">
                                  <p:stCondLst>
                                    <p:cond delay="0"/>
                                  </p:stCondLst>
                                  <p:childTnLst>
                                    <p:set>
                                      <p:cBhvr>
                                        <p:cTn id="44" dur="1" fill="hold">
                                          <p:stCondLst>
                                            <p:cond delay="0"/>
                                          </p:stCondLst>
                                        </p:cTn>
                                        <p:tgtEl>
                                          <p:spTgt spid="12"/>
                                        </p:tgtEl>
                                        <p:attrNameLst>
                                          <p:attrName>style.visibility</p:attrName>
                                        </p:attrNameLst>
                                      </p:cBhvr>
                                      <p:to>
                                        <p:strVal val="visible"/>
                                      </p:to>
                                    </p:set>
                                    <p:animEffect transition="in" filter="randombar(horizontal)">
                                      <p:cBhvr>
                                        <p:cTn id="45" dur="500"/>
                                        <p:tgtEl>
                                          <p:spTgt spid="12"/>
                                        </p:tgtEl>
                                      </p:cBhvr>
                                    </p:animEffect>
                                  </p:childTnLst>
                                </p:cTn>
                              </p:par>
                            </p:childTnLst>
                          </p:cTn>
                        </p:par>
                        <p:par>
                          <p:cTn id="46" fill="hold">
                            <p:stCondLst>
                              <p:cond delay="500"/>
                            </p:stCondLst>
                            <p:childTnLst>
                              <p:par>
                                <p:cTn id="47" presetID="14" presetClass="entr" presetSubtype="10" fill="hold" nodeType="afterEffect">
                                  <p:stCondLst>
                                    <p:cond delay="500"/>
                                  </p:stCondLst>
                                  <p:childTnLst>
                                    <p:set>
                                      <p:cBhvr>
                                        <p:cTn id="48" dur="1" fill="hold">
                                          <p:stCondLst>
                                            <p:cond delay="0"/>
                                          </p:stCondLst>
                                        </p:cTn>
                                        <p:tgtEl>
                                          <p:spTgt spid="15"/>
                                        </p:tgtEl>
                                        <p:attrNameLst>
                                          <p:attrName>style.visibility</p:attrName>
                                        </p:attrNameLst>
                                      </p:cBhvr>
                                      <p:to>
                                        <p:strVal val="visible"/>
                                      </p:to>
                                    </p:set>
                                    <p:animEffect transition="in" filter="randombar(horizontal)">
                                      <p:cBhvr>
                                        <p:cTn id="49" dur="500"/>
                                        <p:tgtEl>
                                          <p:spTgt spid="15"/>
                                        </p:tgtEl>
                                      </p:cBhvr>
                                    </p:animEffect>
                                  </p:childTnLst>
                                </p:cTn>
                              </p:par>
                            </p:childTnLst>
                          </p:cTn>
                        </p:par>
                        <p:par>
                          <p:cTn id="50" fill="hold">
                            <p:stCondLst>
                              <p:cond delay="1500"/>
                            </p:stCondLst>
                            <p:childTnLst>
                              <p:par>
                                <p:cTn id="51" presetID="14" presetClass="entr" presetSubtype="10" fill="hold" nodeType="afterEffect">
                                  <p:stCondLst>
                                    <p:cond delay="500"/>
                                  </p:stCondLst>
                                  <p:childTnLst>
                                    <p:set>
                                      <p:cBhvr>
                                        <p:cTn id="52" dur="1" fill="hold">
                                          <p:stCondLst>
                                            <p:cond delay="0"/>
                                          </p:stCondLst>
                                        </p:cTn>
                                        <p:tgtEl>
                                          <p:spTgt spid="18"/>
                                        </p:tgtEl>
                                        <p:attrNameLst>
                                          <p:attrName>style.visibility</p:attrName>
                                        </p:attrNameLst>
                                      </p:cBhvr>
                                      <p:to>
                                        <p:strVal val="visible"/>
                                      </p:to>
                                    </p:set>
                                    <p:animEffect transition="in" filter="randombar(horizontal)">
                                      <p:cBhvr>
                                        <p:cTn id="53" dur="500"/>
                                        <p:tgtEl>
                                          <p:spTgt spid="18"/>
                                        </p:tgtEl>
                                      </p:cBhvr>
                                    </p:animEffect>
                                  </p:childTnLst>
                                </p:cTn>
                              </p:par>
                            </p:childTnLst>
                          </p:cTn>
                        </p:par>
                        <p:par>
                          <p:cTn id="54" fill="hold">
                            <p:stCondLst>
                              <p:cond delay="2500"/>
                            </p:stCondLst>
                            <p:childTnLst>
                              <p:par>
                                <p:cTn id="55" presetID="14" presetClass="entr" presetSubtype="10" fill="hold" nodeType="afterEffect">
                                  <p:stCondLst>
                                    <p:cond delay="500"/>
                                  </p:stCondLst>
                                  <p:childTnLst>
                                    <p:set>
                                      <p:cBhvr>
                                        <p:cTn id="56" dur="1" fill="hold">
                                          <p:stCondLst>
                                            <p:cond delay="0"/>
                                          </p:stCondLst>
                                        </p:cTn>
                                        <p:tgtEl>
                                          <p:spTgt spid="21"/>
                                        </p:tgtEl>
                                        <p:attrNameLst>
                                          <p:attrName>style.visibility</p:attrName>
                                        </p:attrNameLst>
                                      </p:cBhvr>
                                      <p:to>
                                        <p:strVal val="visible"/>
                                      </p:to>
                                    </p:set>
                                    <p:animEffect transition="in" filter="randombar(horizontal)">
                                      <p:cBhvr>
                                        <p:cTn id="57" dur="500"/>
                                        <p:tgtEl>
                                          <p:spTgt spid="21"/>
                                        </p:tgtEl>
                                      </p:cBhvr>
                                    </p:animEffect>
                                  </p:childTnLst>
                                </p:cTn>
                              </p:par>
                            </p:childTnLst>
                          </p:cTn>
                        </p:par>
                        <p:par>
                          <p:cTn id="58" fill="hold">
                            <p:stCondLst>
                              <p:cond delay="3500"/>
                            </p:stCondLst>
                            <p:childTnLst>
                              <p:par>
                                <p:cTn id="59" presetID="8" presetClass="entr" presetSubtype="16" fill="hold" grpId="0" nodeType="afterEffect">
                                  <p:stCondLst>
                                    <p:cond delay="0"/>
                                  </p:stCondLst>
                                  <p:childTnLst>
                                    <p:set>
                                      <p:cBhvr>
                                        <p:cTn id="60" dur="1" fill="hold">
                                          <p:stCondLst>
                                            <p:cond delay="0"/>
                                          </p:stCondLst>
                                        </p:cTn>
                                        <p:tgtEl>
                                          <p:spTgt spid="56"/>
                                        </p:tgtEl>
                                        <p:attrNameLst>
                                          <p:attrName>style.visibility</p:attrName>
                                        </p:attrNameLst>
                                      </p:cBhvr>
                                      <p:to>
                                        <p:strVal val="visible"/>
                                      </p:to>
                                    </p:set>
                                    <p:animEffect transition="in" filter="diamond(in)">
                                      <p:cBhvr>
                                        <p:cTn id="61" dur="1000"/>
                                        <p:tgtEl>
                                          <p:spTgt spid="56"/>
                                        </p:tgtEl>
                                      </p:cBhvr>
                                    </p:animEffect>
                                  </p:childTnLst>
                                </p:cTn>
                              </p:par>
                            </p:childTnLst>
                          </p:cTn>
                        </p:par>
                        <p:par>
                          <p:cTn id="62" fill="hold">
                            <p:stCondLst>
                              <p:cond delay="4500"/>
                            </p:stCondLst>
                            <p:childTnLst>
                              <p:par>
                                <p:cTn id="63" presetID="8" presetClass="entr" presetSubtype="16" fill="hold" grpId="0" nodeType="afterEffect">
                                  <p:stCondLst>
                                    <p:cond delay="500"/>
                                  </p:stCondLst>
                                  <p:childTnLst>
                                    <p:set>
                                      <p:cBhvr>
                                        <p:cTn id="64" dur="1" fill="hold">
                                          <p:stCondLst>
                                            <p:cond delay="0"/>
                                          </p:stCondLst>
                                        </p:cTn>
                                        <p:tgtEl>
                                          <p:spTgt spid="24"/>
                                        </p:tgtEl>
                                        <p:attrNameLst>
                                          <p:attrName>style.visibility</p:attrName>
                                        </p:attrNameLst>
                                      </p:cBhvr>
                                      <p:to>
                                        <p:strVal val="visible"/>
                                      </p:to>
                                    </p:set>
                                    <p:animEffect transition="in" filter="diamond(in)">
                                      <p:cBhvr>
                                        <p:cTn id="65" dur="1000"/>
                                        <p:tgtEl>
                                          <p:spTgt spid="24"/>
                                        </p:tgtEl>
                                      </p:cBhvr>
                                    </p:animEffect>
                                  </p:childTnLst>
                                </p:cTn>
                              </p:par>
                            </p:childTnLst>
                          </p:cTn>
                        </p:par>
                      </p:childTnLst>
                    </p:cTn>
                  </p:par>
                  <p:par>
                    <p:cTn id="66" fill="hold">
                      <p:stCondLst>
                        <p:cond delay="indefinite"/>
                      </p:stCondLst>
                      <p:childTnLst>
                        <p:par>
                          <p:cTn id="67" fill="hold">
                            <p:stCondLst>
                              <p:cond delay="0"/>
                            </p:stCondLst>
                            <p:childTnLst>
                              <p:par>
                                <p:cTn id="68" presetID="22" presetClass="entr" presetSubtype="4" fill="hold" grpId="0" nodeType="clickEffect">
                                  <p:stCondLst>
                                    <p:cond delay="0"/>
                                  </p:stCondLst>
                                  <p:childTnLst>
                                    <p:set>
                                      <p:cBhvr>
                                        <p:cTn id="69" dur="1" fill="hold">
                                          <p:stCondLst>
                                            <p:cond delay="0"/>
                                          </p:stCondLst>
                                        </p:cTn>
                                        <p:tgtEl>
                                          <p:spTgt spid="57"/>
                                        </p:tgtEl>
                                        <p:attrNameLst>
                                          <p:attrName>style.visibility</p:attrName>
                                        </p:attrNameLst>
                                      </p:cBhvr>
                                      <p:to>
                                        <p:strVal val="visible"/>
                                      </p:to>
                                    </p:set>
                                    <p:animEffect transition="in" filter="wipe(down)">
                                      <p:cBhvr>
                                        <p:cTn id="70" dur="500"/>
                                        <p:tgtEl>
                                          <p:spTgt spid="57"/>
                                        </p:tgtEl>
                                      </p:cBhvr>
                                    </p:animEffect>
                                  </p:childTnLst>
                                </p:cTn>
                              </p:par>
                            </p:childTnLst>
                          </p:cTn>
                        </p:par>
                        <p:par>
                          <p:cTn id="71" fill="hold">
                            <p:stCondLst>
                              <p:cond delay="500"/>
                            </p:stCondLst>
                            <p:childTnLst>
                              <p:par>
                                <p:cTn id="72" presetID="5" presetClass="entr" presetSubtype="10" fill="hold" nodeType="afterEffect">
                                  <p:stCondLst>
                                    <p:cond delay="0"/>
                                  </p:stCondLst>
                                  <p:childTnLst>
                                    <p:set>
                                      <p:cBhvr>
                                        <p:cTn id="73" dur="1" fill="hold">
                                          <p:stCondLst>
                                            <p:cond delay="0"/>
                                          </p:stCondLst>
                                        </p:cTn>
                                        <p:tgtEl>
                                          <p:spTgt spid="25">
                                            <p:txEl>
                                              <p:pRg st="0" end="0"/>
                                            </p:txEl>
                                          </p:spTgt>
                                        </p:tgtEl>
                                        <p:attrNameLst>
                                          <p:attrName>style.visibility</p:attrName>
                                        </p:attrNameLst>
                                      </p:cBhvr>
                                      <p:to>
                                        <p:strVal val="visible"/>
                                      </p:to>
                                    </p:set>
                                    <p:animEffect transition="in" filter="checkerboard(across)">
                                      <p:cBhvr>
                                        <p:cTn id="74" dur="500"/>
                                        <p:tgtEl>
                                          <p:spTgt spid="25">
                                            <p:txEl>
                                              <p:pRg st="0" end="0"/>
                                            </p:txEl>
                                          </p:spTgt>
                                        </p:tgtEl>
                                      </p:cBhvr>
                                    </p:animEffect>
                                  </p:childTnLst>
                                </p:cTn>
                              </p:par>
                            </p:childTnLst>
                          </p:cTn>
                        </p:par>
                      </p:childTnLst>
                    </p:cTn>
                  </p:par>
                  <p:par>
                    <p:cTn id="75" fill="hold">
                      <p:stCondLst>
                        <p:cond delay="indefinite"/>
                      </p:stCondLst>
                      <p:childTnLst>
                        <p:par>
                          <p:cTn id="76" fill="hold">
                            <p:stCondLst>
                              <p:cond delay="0"/>
                            </p:stCondLst>
                            <p:childTnLst>
                              <p:par>
                                <p:cTn id="77" presetID="2" presetClass="entr" presetSubtype="4" fill="hold" nodeType="clickEffect">
                                  <p:stCondLst>
                                    <p:cond delay="0"/>
                                  </p:stCondLst>
                                  <p:childTnLst>
                                    <p:set>
                                      <p:cBhvr>
                                        <p:cTn id="78" dur="1" fill="hold">
                                          <p:stCondLst>
                                            <p:cond delay="0"/>
                                          </p:stCondLst>
                                        </p:cTn>
                                        <p:tgtEl>
                                          <p:spTgt spid="26"/>
                                        </p:tgtEl>
                                        <p:attrNameLst>
                                          <p:attrName>style.visibility</p:attrName>
                                        </p:attrNameLst>
                                      </p:cBhvr>
                                      <p:to>
                                        <p:strVal val="visible"/>
                                      </p:to>
                                    </p:set>
                                    <p:anim calcmode="lin" valueType="num">
                                      <p:cBhvr additive="base">
                                        <p:cTn id="79" dur="500" fill="hold"/>
                                        <p:tgtEl>
                                          <p:spTgt spid="26"/>
                                        </p:tgtEl>
                                        <p:attrNameLst>
                                          <p:attrName>ppt_x</p:attrName>
                                        </p:attrNameLst>
                                      </p:cBhvr>
                                      <p:tavLst>
                                        <p:tav tm="0">
                                          <p:val>
                                            <p:strVal val="#ppt_x"/>
                                          </p:val>
                                        </p:tav>
                                        <p:tav tm="100000">
                                          <p:val>
                                            <p:strVal val="#ppt_x"/>
                                          </p:val>
                                        </p:tav>
                                      </p:tavLst>
                                    </p:anim>
                                    <p:anim calcmode="lin" valueType="num">
                                      <p:cBhvr additive="base">
                                        <p:cTn id="80" dur="500" fill="hold"/>
                                        <p:tgtEl>
                                          <p:spTgt spid="26"/>
                                        </p:tgtEl>
                                        <p:attrNameLst>
                                          <p:attrName>ppt_y</p:attrName>
                                        </p:attrNameLst>
                                      </p:cBhvr>
                                      <p:tavLst>
                                        <p:tav tm="0">
                                          <p:val>
                                            <p:strVal val="1+#ppt_h/2"/>
                                          </p:val>
                                        </p:tav>
                                        <p:tav tm="100000">
                                          <p:val>
                                            <p:strVal val="#ppt_y"/>
                                          </p:val>
                                        </p:tav>
                                      </p:tavLst>
                                    </p:anim>
                                  </p:childTnLst>
                                </p:cTn>
                              </p:par>
                              <p:par>
                                <p:cTn id="81" presetID="2" presetClass="entr" presetSubtype="4" fill="hold" nodeType="withEffect">
                                  <p:stCondLst>
                                    <p:cond delay="0"/>
                                  </p:stCondLst>
                                  <p:childTnLst>
                                    <p:set>
                                      <p:cBhvr>
                                        <p:cTn id="82" dur="1" fill="hold">
                                          <p:stCondLst>
                                            <p:cond delay="0"/>
                                          </p:stCondLst>
                                        </p:cTn>
                                        <p:tgtEl>
                                          <p:spTgt spid="29"/>
                                        </p:tgtEl>
                                        <p:attrNameLst>
                                          <p:attrName>style.visibility</p:attrName>
                                        </p:attrNameLst>
                                      </p:cBhvr>
                                      <p:to>
                                        <p:strVal val="visible"/>
                                      </p:to>
                                    </p:set>
                                    <p:anim calcmode="lin" valueType="num">
                                      <p:cBhvr additive="base">
                                        <p:cTn id="83" dur="500" fill="hold"/>
                                        <p:tgtEl>
                                          <p:spTgt spid="29"/>
                                        </p:tgtEl>
                                        <p:attrNameLst>
                                          <p:attrName>ppt_x</p:attrName>
                                        </p:attrNameLst>
                                      </p:cBhvr>
                                      <p:tavLst>
                                        <p:tav tm="0">
                                          <p:val>
                                            <p:strVal val="#ppt_x"/>
                                          </p:val>
                                        </p:tav>
                                        <p:tav tm="100000">
                                          <p:val>
                                            <p:strVal val="#ppt_x"/>
                                          </p:val>
                                        </p:tav>
                                      </p:tavLst>
                                    </p:anim>
                                    <p:anim calcmode="lin" valueType="num">
                                      <p:cBhvr additive="base">
                                        <p:cTn id="84" dur="500" fill="hold"/>
                                        <p:tgtEl>
                                          <p:spTgt spid="29"/>
                                        </p:tgtEl>
                                        <p:attrNameLst>
                                          <p:attrName>ppt_y</p:attrName>
                                        </p:attrNameLst>
                                      </p:cBhvr>
                                      <p:tavLst>
                                        <p:tav tm="0">
                                          <p:val>
                                            <p:strVal val="1+#ppt_h/2"/>
                                          </p:val>
                                        </p:tav>
                                        <p:tav tm="100000">
                                          <p:val>
                                            <p:strVal val="#ppt_y"/>
                                          </p:val>
                                        </p:tav>
                                      </p:tavLst>
                                    </p:anim>
                                  </p:childTnLst>
                                </p:cTn>
                              </p:par>
                            </p:childTnLst>
                          </p:cTn>
                        </p:par>
                      </p:childTnLst>
                    </p:cTn>
                  </p:par>
                  <p:par>
                    <p:cTn id="85" fill="hold">
                      <p:stCondLst>
                        <p:cond delay="indefinite"/>
                      </p:stCondLst>
                      <p:childTnLst>
                        <p:par>
                          <p:cTn id="86" fill="hold">
                            <p:stCondLst>
                              <p:cond delay="0"/>
                            </p:stCondLst>
                            <p:childTnLst>
                              <p:par>
                                <p:cTn id="87" presetID="14" presetClass="entr" presetSubtype="10" fill="hold" grpId="0" nodeType="clickEffect">
                                  <p:stCondLst>
                                    <p:cond delay="0"/>
                                  </p:stCondLst>
                                  <p:childTnLst>
                                    <p:set>
                                      <p:cBhvr>
                                        <p:cTn id="88" dur="1" fill="hold">
                                          <p:stCondLst>
                                            <p:cond delay="0"/>
                                          </p:stCondLst>
                                        </p:cTn>
                                        <p:tgtEl>
                                          <p:spTgt spid="27"/>
                                        </p:tgtEl>
                                        <p:attrNameLst>
                                          <p:attrName>style.visibility</p:attrName>
                                        </p:attrNameLst>
                                      </p:cBhvr>
                                      <p:to>
                                        <p:strVal val="visible"/>
                                      </p:to>
                                    </p:set>
                                    <p:animEffect transition="in" filter="randombar(horizontal)">
                                      <p:cBhvr>
                                        <p:cTn id="89" dur="1000"/>
                                        <p:tgtEl>
                                          <p:spTgt spid="27"/>
                                        </p:tgtEl>
                                      </p:cBhvr>
                                    </p:animEffect>
                                  </p:childTnLst>
                                </p:cTn>
                              </p:par>
                            </p:childTnLst>
                          </p:cTn>
                        </p:par>
                      </p:childTnLst>
                    </p:cTn>
                  </p:par>
                  <p:par>
                    <p:cTn id="90" fill="hold">
                      <p:stCondLst>
                        <p:cond delay="indefinite"/>
                      </p:stCondLst>
                      <p:childTnLst>
                        <p:par>
                          <p:cTn id="91" fill="hold">
                            <p:stCondLst>
                              <p:cond delay="0"/>
                            </p:stCondLst>
                            <p:childTnLst>
                              <p:par>
                                <p:cTn id="92" presetID="10" presetClass="entr" presetSubtype="0" fill="hold" grpId="0" nodeType="clickEffect">
                                  <p:stCondLst>
                                    <p:cond delay="0"/>
                                  </p:stCondLst>
                                  <p:childTnLst>
                                    <p:set>
                                      <p:cBhvr>
                                        <p:cTn id="93" dur="1" fill="hold">
                                          <p:stCondLst>
                                            <p:cond delay="0"/>
                                          </p:stCondLst>
                                        </p:cTn>
                                        <p:tgtEl>
                                          <p:spTgt spid="3"/>
                                        </p:tgtEl>
                                        <p:attrNameLst>
                                          <p:attrName>style.visibility</p:attrName>
                                        </p:attrNameLst>
                                      </p:cBhvr>
                                      <p:to>
                                        <p:strVal val="visible"/>
                                      </p:to>
                                    </p:set>
                                    <p:animEffect transition="in" filter="fade">
                                      <p:cBhvr>
                                        <p:cTn id="94" dur="500"/>
                                        <p:tgtEl>
                                          <p:spTgt spid="3"/>
                                        </p:tgtEl>
                                      </p:cBhvr>
                                    </p:animEffect>
                                  </p:childTnLst>
                                </p:cTn>
                              </p:par>
                            </p:childTnLst>
                          </p:cTn>
                        </p:par>
                      </p:childTnLst>
                    </p:cTn>
                  </p:par>
                  <p:par>
                    <p:cTn id="95" fill="hold">
                      <p:stCondLst>
                        <p:cond delay="indefinite"/>
                      </p:stCondLst>
                      <p:childTnLst>
                        <p:par>
                          <p:cTn id="96" fill="hold">
                            <p:stCondLst>
                              <p:cond delay="0"/>
                            </p:stCondLst>
                            <p:childTnLst>
                              <p:par>
                                <p:cTn id="97" presetID="8" presetClass="entr" presetSubtype="32" fill="hold" nodeType="clickEffect">
                                  <p:stCondLst>
                                    <p:cond delay="0"/>
                                  </p:stCondLst>
                                  <p:childTnLst>
                                    <p:set>
                                      <p:cBhvr>
                                        <p:cTn id="98" dur="1" fill="hold">
                                          <p:stCondLst>
                                            <p:cond delay="0"/>
                                          </p:stCondLst>
                                        </p:cTn>
                                        <p:tgtEl>
                                          <p:spTgt spid="28"/>
                                        </p:tgtEl>
                                        <p:attrNameLst>
                                          <p:attrName>style.visibility</p:attrName>
                                        </p:attrNameLst>
                                      </p:cBhvr>
                                      <p:to>
                                        <p:strVal val="visible"/>
                                      </p:to>
                                    </p:set>
                                    <p:animEffect transition="in" filter="diamond(out)">
                                      <p:cBhvr>
                                        <p:cTn id="99" dur="1000"/>
                                        <p:tgtEl>
                                          <p:spTgt spid="28"/>
                                        </p:tgtEl>
                                      </p:cBhvr>
                                    </p:animEffect>
                                  </p:childTnLst>
                                </p:cTn>
                              </p:par>
                            </p:childTnLst>
                          </p:cTn>
                        </p:par>
                        <p:par>
                          <p:cTn id="100" fill="hold">
                            <p:stCondLst>
                              <p:cond delay="1000"/>
                            </p:stCondLst>
                            <p:childTnLst>
                              <p:par>
                                <p:cTn id="101" presetID="14" presetClass="entr" presetSubtype="10" fill="hold" nodeType="afterEffect">
                                  <p:stCondLst>
                                    <p:cond delay="0"/>
                                  </p:stCondLst>
                                  <p:childTnLst>
                                    <p:set>
                                      <p:cBhvr>
                                        <p:cTn id="102" dur="1" fill="hold">
                                          <p:stCondLst>
                                            <p:cond delay="0"/>
                                          </p:stCondLst>
                                        </p:cTn>
                                        <p:tgtEl>
                                          <p:spTgt spid="30"/>
                                        </p:tgtEl>
                                        <p:attrNameLst>
                                          <p:attrName>style.visibility</p:attrName>
                                        </p:attrNameLst>
                                      </p:cBhvr>
                                      <p:to>
                                        <p:strVal val="visible"/>
                                      </p:to>
                                    </p:set>
                                    <p:animEffect transition="in" filter="randombar(horizontal)">
                                      <p:cBhvr>
                                        <p:cTn id="103" dur="500"/>
                                        <p:tgtEl>
                                          <p:spTgt spid="30"/>
                                        </p:tgtEl>
                                      </p:cBhvr>
                                    </p:animEffect>
                                  </p:childTnLst>
                                </p:cTn>
                              </p:par>
                            </p:childTnLst>
                          </p:cTn>
                        </p:par>
                      </p:childTnLst>
                    </p:cTn>
                  </p:par>
                  <p:par>
                    <p:cTn id="104" fill="hold">
                      <p:stCondLst>
                        <p:cond delay="indefinite"/>
                      </p:stCondLst>
                      <p:childTnLst>
                        <p:par>
                          <p:cTn id="105" fill="hold">
                            <p:stCondLst>
                              <p:cond delay="0"/>
                            </p:stCondLst>
                            <p:childTnLst>
                              <p:par>
                                <p:cTn id="106" presetID="14" presetClass="entr" presetSubtype="10" fill="hold" nodeType="clickEffect">
                                  <p:stCondLst>
                                    <p:cond delay="0"/>
                                  </p:stCondLst>
                                  <p:childTnLst>
                                    <p:set>
                                      <p:cBhvr>
                                        <p:cTn id="107" dur="1" fill="hold">
                                          <p:stCondLst>
                                            <p:cond delay="0"/>
                                          </p:stCondLst>
                                        </p:cTn>
                                        <p:tgtEl>
                                          <p:spTgt spid="40"/>
                                        </p:tgtEl>
                                        <p:attrNameLst>
                                          <p:attrName>style.visibility</p:attrName>
                                        </p:attrNameLst>
                                      </p:cBhvr>
                                      <p:to>
                                        <p:strVal val="visible"/>
                                      </p:to>
                                    </p:set>
                                    <p:animEffect transition="in" filter="randombar(horizontal)">
                                      <p:cBhvr>
                                        <p:cTn id="108" dur="1000"/>
                                        <p:tgtEl>
                                          <p:spTgt spid="40"/>
                                        </p:tgtEl>
                                      </p:cBhvr>
                                    </p:animEffect>
                                  </p:childTnLst>
                                </p:cTn>
                              </p:par>
                            </p:childTnLst>
                          </p:cTn>
                        </p:par>
                      </p:childTnLst>
                    </p:cTn>
                  </p:par>
                  <p:par>
                    <p:cTn id="109" fill="hold">
                      <p:stCondLst>
                        <p:cond delay="indefinite"/>
                      </p:stCondLst>
                      <p:childTnLst>
                        <p:par>
                          <p:cTn id="110" fill="hold">
                            <p:stCondLst>
                              <p:cond delay="0"/>
                            </p:stCondLst>
                            <p:childTnLst>
                              <p:par>
                                <p:cTn id="111" presetID="3" presetClass="entr" presetSubtype="10" fill="hold" nodeType="clickEffect">
                                  <p:stCondLst>
                                    <p:cond delay="0"/>
                                  </p:stCondLst>
                                  <p:childTnLst>
                                    <p:set>
                                      <p:cBhvr>
                                        <p:cTn id="112" dur="1" fill="hold">
                                          <p:stCondLst>
                                            <p:cond delay="0"/>
                                          </p:stCondLst>
                                        </p:cTn>
                                        <p:tgtEl>
                                          <p:spTgt spid="47"/>
                                        </p:tgtEl>
                                        <p:attrNameLst>
                                          <p:attrName>style.visibility</p:attrName>
                                        </p:attrNameLst>
                                      </p:cBhvr>
                                      <p:to>
                                        <p:strVal val="visible"/>
                                      </p:to>
                                    </p:set>
                                    <p:animEffect transition="in" filter="blinds(horizontal)">
                                      <p:cBhvr>
                                        <p:cTn id="113" dur="500"/>
                                        <p:tgtEl>
                                          <p:spTgt spid="47"/>
                                        </p:tgtEl>
                                      </p:cBhvr>
                                    </p:animEffect>
                                  </p:childTnLst>
                                </p:cTn>
                              </p:par>
                            </p:childTnLst>
                          </p:cTn>
                        </p:par>
                      </p:childTnLst>
                    </p:cTn>
                  </p:par>
                  <p:par>
                    <p:cTn id="114" fill="hold">
                      <p:stCondLst>
                        <p:cond delay="indefinite"/>
                      </p:stCondLst>
                      <p:childTnLst>
                        <p:par>
                          <p:cTn id="115" fill="hold">
                            <p:stCondLst>
                              <p:cond delay="0"/>
                            </p:stCondLst>
                            <p:childTnLst>
                              <p:par>
                                <p:cTn id="116" presetID="2" presetClass="entr" presetSubtype="4" fill="hold" nodeType="clickEffect">
                                  <p:stCondLst>
                                    <p:cond delay="0"/>
                                  </p:stCondLst>
                                  <p:childTnLst>
                                    <p:set>
                                      <p:cBhvr>
                                        <p:cTn id="117" dur="1" fill="hold">
                                          <p:stCondLst>
                                            <p:cond delay="0"/>
                                          </p:stCondLst>
                                        </p:cTn>
                                        <p:tgtEl>
                                          <p:spTgt spid="44"/>
                                        </p:tgtEl>
                                        <p:attrNameLst>
                                          <p:attrName>style.visibility</p:attrName>
                                        </p:attrNameLst>
                                      </p:cBhvr>
                                      <p:to>
                                        <p:strVal val="visible"/>
                                      </p:to>
                                    </p:set>
                                    <p:anim calcmode="lin" valueType="num">
                                      <p:cBhvr additive="base">
                                        <p:cTn id="118" dur="500" fill="hold"/>
                                        <p:tgtEl>
                                          <p:spTgt spid="44"/>
                                        </p:tgtEl>
                                        <p:attrNameLst>
                                          <p:attrName>ppt_x</p:attrName>
                                        </p:attrNameLst>
                                      </p:cBhvr>
                                      <p:tavLst>
                                        <p:tav tm="0">
                                          <p:val>
                                            <p:strVal val="#ppt_x"/>
                                          </p:val>
                                        </p:tav>
                                        <p:tav tm="100000">
                                          <p:val>
                                            <p:strVal val="#ppt_x"/>
                                          </p:val>
                                        </p:tav>
                                      </p:tavLst>
                                    </p:anim>
                                    <p:anim calcmode="lin" valueType="num">
                                      <p:cBhvr additive="base">
                                        <p:cTn id="119" dur="500" fill="hold"/>
                                        <p:tgtEl>
                                          <p:spTgt spid="44"/>
                                        </p:tgtEl>
                                        <p:attrNameLst>
                                          <p:attrName>ppt_y</p:attrName>
                                        </p:attrNameLst>
                                      </p:cBhvr>
                                      <p:tavLst>
                                        <p:tav tm="0">
                                          <p:val>
                                            <p:strVal val="1+#ppt_h/2"/>
                                          </p:val>
                                        </p:tav>
                                        <p:tav tm="100000">
                                          <p:val>
                                            <p:strVal val="#ppt_y"/>
                                          </p:val>
                                        </p:tav>
                                      </p:tavLst>
                                    </p:anim>
                                  </p:childTnLst>
                                </p:cTn>
                              </p:par>
                            </p:childTnLst>
                          </p:cTn>
                        </p:par>
                        <p:par>
                          <p:cTn id="120" fill="hold">
                            <p:stCondLst>
                              <p:cond delay="500"/>
                            </p:stCondLst>
                            <p:childTnLst>
                              <p:par>
                                <p:cTn id="121" presetID="5" presetClass="entr" presetSubtype="10" fill="hold" grpId="0" nodeType="afterEffect">
                                  <p:stCondLst>
                                    <p:cond delay="500"/>
                                  </p:stCondLst>
                                  <p:childTnLst>
                                    <p:set>
                                      <p:cBhvr>
                                        <p:cTn id="122" dur="1" fill="hold">
                                          <p:stCondLst>
                                            <p:cond delay="0"/>
                                          </p:stCondLst>
                                        </p:cTn>
                                        <p:tgtEl>
                                          <p:spTgt spid="41"/>
                                        </p:tgtEl>
                                        <p:attrNameLst>
                                          <p:attrName>style.visibility</p:attrName>
                                        </p:attrNameLst>
                                      </p:cBhvr>
                                      <p:to>
                                        <p:strVal val="visible"/>
                                      </p:to>
                                    </p:set>
                                    <p:animEffect transition="in" filter="checkerboard(across)">
                                      <p:cBhvr>
                                        <p:cTn id="123" dur="500"/>
                                        <p:tgtEl>
                                          <p:spTgt spid="41"/>
                                        </p:tgtEl>
                                      </p:cBhvr>
                                    </p:animEffect>
                                  </p:childTnLst>
                                </p:cTn>
                              </p:par>
                            </p:childTnLst>
                          </p:cTn>
                        </p:par>
                      </p:childTnLst>
                    </p:cTn>
                  </p:par>
                  <p:par>
                    <p:cTn id="124" fill="hold">
                      <p:stCondLst>
                        <p:cond delay="indefinite"/>
                      </p:stCondLst>
                      <p:childTnLst>
                        <p:par>
                          <p:cTn id="125" fill="hold">
                            <p:stCondLst>
                              <p:cond delay="0"/>
                            </p:stCondLst>
                            <p:childTnLst>
                              <p:par>
                                <p:cTn id="126" presetID="14" presetClass="entr" presetSubtype="10" fill="hold" nodeType="clickEffect">
                                  <p:stCondLst>
                                    <p:cond delay="0"/>
                                  </p:stCondLst>
                                  <p:childTnLst>
                                    <p:set>
                                      <p:cBhvr>
                                        <p:cTn id="127" dur="1" fill="hold">
                                          <p:stCondLst>
                                            <p:cond delay="0"/>
                                          </p:stCondLst>
                                        </p:cTn>
                                        <p:tgtEl>
                                          <p:spTgt spid="48"/>
                                        </p:tgtEl>
                                        <p:attrNameLst>
                                          <p:attrName>style.visibility</p:attrName>
                                        </p:attrNameLst>
                                      </p:cBhvr>
                                      <p:to>
                                        <p:strVal val="visible"/>
                                      </p:to>
                                    </p:set>
                                    <p:animEffect transition="in" filter="randombar(horizontal)">
                                      <p:cBhvr>
                                        <p:cTn id="128" dur="500"/>
                                        <p:tgtEl>
                                          <p:spTgt spid="48"/>
                                        </p:tgtEl>
                                      </p:cBhvr>
                                    </p:animEffect>
                                  </p:childTnLst>
                                </p:cTn>
                              </p:par>
                            </p:childTnLst>
                          </p:cTn>
                        </p:par>
                      </p:childTnLst>
                    </p:cTn>
                  </p:par>
                  <p:par>
                    <p:cTn id="129" fill="hold">
                      <p:stCondLst>
                        <p:cond delay="indefinite"/>
                      </p:stCondLst>
                      <p:childTnLst>
                        <p:par>
                          <p:cTn id="130" fill="hold">
                            <p:stCondLst>
                              <p:cond delay="0"/>
                            </p:stCondLst>
                            <p:childTnLst>
                              <p:par>
                                <p:cTn id="131" presetID="8" presetClass="entr" presetSubtype="16" fill="hold" nodeType="clickEffect">
                                  <p:stCondLst>
                                    <p:cond delay="0"/>
                                  </p:stCondLst>
                                  <p:childTnLst>
                                    <p:set>
                                      <p:cBhvr>
                                        <p:cTn id="132" dur="1" fill="hold">
                                          <p:stCondLst>
                                            <p:cond delay="0"/>
                                          </p:stCondLst>
                                        </p:cTn>
                                        <p:tgtEl>
                                          <p:spTgt spid="33"/>
                                        </p:tgtEl>
                                        <p:attrNameLst>
                                          <p:attrName>style.visibility</p:attrName>
                                        </p:attrNameLst>
                                      </p:cBhvr>
                                      <p:to>
                                        <p:strVal val="visible"/>
                                      </p:to>
                                    </p:set>
                                    <p:animEffect transition="in" filter="diamond(in)">
                                      <p:cBhvr>
                                        <p:cTn id="133" dur="1000"/>
                                        <p:tgtEl>
                                          <p:spTgt spid="33"/>
                                        </p:tgtEl>
                                      </p:cBhvr>
                                    </p:animEffect>
                                  </p:childTnLst>
                                </p:cTn>
                              </p:par>
                            </p:childTnLst>
                          </p:cTn>
                        </p:par>
                      </p:childTnLst>
                    </p:cTn>
                  </p:par>
                  <p:par>
                    <p:cTn id="134" fill="hold">
                      <p:stCondLst>
                        <p:cond delay="indefinite"/>
                      </p:stCondLst>
                      <p:childTnLst>
                        <p:par>
                          <p:cTn id="135" fill="hold">
                            <p:stCondLst>
                              <p:cond delay="0"/>
                            </p:stCondLst>
                            <p:childTnLst>
                              <p:par>
                                <p:cTn id="136" presetID="2" presetClass="entr" presetSubtype="4" fill="hold" nodeType="clickEffect">
                                  <p:stCondLst>
                                    <p:cond delay="0"/>
                                  </p:stCondLst>
                                  <p:childTnLst>
                                    <p:set>
                                      <p:cBhvr>
                                        <p:cTn id="137" dur="1" fill="hold">
                                          <p:stCondLst>
                                            <p:cond delay="0"/>
                                          </p:stCondLst>
                                        </p:cTn>
                                        <p:tgtEl>
                                          <p:spTgt spid="45"/>
                                        </p:tgtEl>
                                        <p:attrNameLst>
                                          <p:attrName>style.visibility</p:attrName>
                                        </p:attrNameLst>
                                      </p:cBhvr>
                                      <p:to>
                                        <p:strVal val="visible"/>
                                      </p:to>
                                    </p:set>
                                    <p:anim calcmode="lin" valueType="num">
                                      <p:cBhvr additive="base">
                                        <p:cTn id="138" dur="500" fill="hold"/>
                                        <p:tgtEl>
                                          <p:spTgt spid="45"/>
                                        </p:tgtEl>
                                        <p:attrNameLst>
                                          <p:attrName>ppt_x</p:attrName>
                                        </p:attrNameLst>
                                      </p:cBhvr>
                                      <p:tavLst>
                                        <p:tav tm="0">
                                          <p:val>
                                            <p:strVal val="#ppt_x"/>
                                          </p:val>
                                        </p:tav>
                                        <p:tav tm="100000">
                                          <p:val>
                                            <p:strVal val="#ppt_x"/>
                                          </p:val>
                                        </p:tav>
                                      </p:tavLst>
                                    </p:anim>
                                    <p:anim calcmode="lin" valueType="num">
                                      <p:cBhvr additive="base">
                                        <p:cTn id="139" dur="500" fill="hold"/>
                                        <p:tgtEl>
                                          <p:spTgt spid="45"/>
                                        </p:tgtEl>
                                        <p:attrNameLst>
                                          <p:attrName>ppt_y</p:attrName>
                                        </p:attrNameLst>
                                      </p:cBhvr>
                                      <p:tavLst>
                                        <p:tav tm="0">
                                          <p:val>
                                            <p:strVal val="1+#ppt_h/2"/>
                                          </p:val>
                                        </p:tav>
                                        <p:tav tm="100000">
                                          <p:val>
                                            <p:strVal val="#ppt_y"/>
                                          </p:val>
                                        </p:tav>
                                      </p:tavLst>
                                    </p:anim>
                                  </p:childTnLst>
                                </p:cTn>
                              </p:par>
                            </p:childTnLst>
                          </p:cTn>
                        </p:par>
                        <p:par>
                          <p:cTn id="140" fill="hold">
                            <p:stCondLst>
                              <p:cond delay="500"/>
                            </p:stCondLst>
                            <p:childTnLst>
                              <p:par>
                                <p:cTn id="141" presetID="5" presetClass="entr" presetSubtype="10" fill="hold" grpId="0" nodeType="afterEffect">
                                  <p:stCondLst>
                                    <p:cond delay="500"/>
                                  </p:stCondLst>
                                  <p:childTnLst>
                                    <p:set>
                                      <p:cBhvr>
                                        <p:cTn id="142" dur="1" fill="hold">
                                          <p:stCondLst>
                                            <p:cond delay="0"/>
                                          </p:stCondLst>
                                        </p:cTn>
                                        <p:tgtEl>
                                          <p:spTgt spid="42"/>
                                        </p:tgtEl>
                                        <p:attrNameLst>
                                          <p:attrName>style.visibility</p:attrName>
                                        </p:attrNameLst>
                                      </p:cBhvr>
                                      <p:to>
                                        <p:strVal val="visible"/>
                                      </p:to>
                                    </p:set>
                                    <p:animEffect transition="in" filter="checkerboard(across)">
                                      <p:cBhvr>
                                        <p:cTn id="143" dur="500"/>
                                        <p:tgtEl>
                                          <p:spTgt spid="42"/>
                                        </p:tgtEl>
                                      </p:cBhvr>
                                    </p:animEffect>
                                  </p:childTnLst>
                                </p:cTn>
                              </p:par>
                            </p:childTnLst>
                          </p:cTn>
                        </p:par>
                      </p:childTnLst>
                    </p:cTn>
                  </p:par>
                  <p:par>
                    <p:cTn id="144" fill="hold">
                      <p:stCondLst>
                        <p:cond delay="indefinite"/>
                      </p:stCondLst>
                      <p:childTnLst>
                        <p:par>
                          <p:cTn id="145" fill="hold">
                            <p:stCondLst>
                              <p:cond delay="0"/>
                            </p:stCondLst>
                            <p:childTnLst>
                              <p:par>
                                <p:cTn id="146" presetID="8" presetClass="entr" presetSubtype="16" fill="hold" nodeType="clickEffect">
                                  <p:stCondLst>
                                    <p:cond delay="0"/>
                                  </p:stCondLst>
                                  <p:childTnLst>
                                    <p:set>
                                      <p:cBhvr>
                                        <p:cTn id="147" dur="1" fill="hold">
                                          <p:stCondLst>
                                            <p:cond delay="0"/>
                                          </p:stCondLst>
                                        </p:cTn>
                                        <p:tgtEl>
                                          <p:spTgt spid="38"/>
                                        </p:tgtEl>
                                        <p:attrNameLst>
                                          <p:attrName>style.visibility</p:attrName>
                                        </p:attrNameLst>
                                      </p:cBhvr>
                                      <p:to>
                                        <p:strVal val="visible"/>
                                      </p:to>
                                    </p:set>
                                    <p:animEffect transition="in" filter="diamond(in)">
                                      <p:cBhvr>
                                        <p:cTn id="148" dur="1000"/>
                                        <p:tgtEl>
                                          <p:spTgt spid="38"/>
                                        </p:tgtEl>
                                      </p:cBhvr>
                                    </p:animEffect>
                                  </p:childTnLst>
                                </p:cTn>
                              </p:par>
                            </p:childTnLst>
                          </p:cTn>
                        </p:par>
                        <p:par>
                          <p:cTn id="149" fill="hold">
                            <p:stCondLst>
                              <p:cond delay="1000"/>
                            </p:stCondLst>
                            <p:childTnLst>
                              <p:par>
                                <p:cTn id="150" presetID="8" presetClass="entr" presetSubtype="16" fill="hold" nodeType="afterEffect">
                                  <p:stCondLst>
                                    <p:cond delay="0"/>
                                  </p:stCondLst>
                                  <p:childTnLst>
                                    <p:set>
                                      <p:cBhvr>
                                        <p:cTn id="151" dur="1" fill="hold">
                                          <p:stCondLst>
                                            <p:cond delay="0"/>
                                          </p:stCondLst>
                                        </p:cTn>
                                        <p:tgtEl>
                                          <p:spTgt spid="39"/>
                                        </p:tgtEl>
                                        <p:attrNameLst>
                                          <p:attrName>style.visibility</p:attrName>
                                        </p:attrNameLst>
                                      </p:cBhvr>
                                      <p:to>
                                        <p:strVal val="visible"/>
                                      </p:to>
                                    </p:set>
                                    <p:animEffect transition="in" filter="diamond(in)">
                                      <p:cBhvr>
                                        <p:cTn id="152" dur="1000"/>
                                        <p:tgtEl>
                                          <p:spTgt spid="39"/>
                                        </p:tgtEl>
                                      </p:cBhvr>
                                    </p:animEffect>
                                  </p:childTnLst>
                                </p:cTn>
                              </p:par>
                            </p:childTnLst>
                          </p:cTn>
                        </p:par>
                      </p:childTnLst>
                    </p:cTn>
                  </p:par>
                  <p:par>
                    <p:cTn id="153" fill="hold">
                      <p:stCondLst>
                        <p:cond delay="indefinite"/>
                      </p:stCondLst>
                      <p:childTnLst>
                        <p:par>
                          <p:cTn id="154" fill="hold">
                            <p:stCondLst>
                              <p:cond delay="0"/>
                            </p:stCondLst>
                            <p:childTnLst>
                              <p:par>
                                <p:cTn id="155" presetID="2" presetClass="entr" presetSubtype="4" fill="hold" nodeType="clickEffect">
                                  <p:stCondLst>
                                    <p:cond delay="0"/>
                                  </p:stCondLst>
                                  <p:childTnLst>
                                    <p:set>
                                      <p:cBhvr>
                                        <p:cTn id="156" dur="1" fill="hold">
                                          <p:stCondLst>
                                            <p:cond delay="0"/>
                                          </p:stCondLst>
                                        </p:cTn>
                                        <p:tgtEl>
                                          <p:spTgt spid="46"/>
                                        </p:tgtEl>
                                        <p:attrNameLst>
                                          <p:attrName>style.visibility</p:attrName>
                                        </p:attrNameLst>
                                      </p:cBhvr>
                                      <p:to>
                                        <p:strVal val="visible"/>
                                      </p:to>
                                    </p:set>
                                    <p:anim calcmode="lin" valueType="num">
                                      <p:cBhvr additive="base">
                                        <p:cTn id="157" dur="500" fill="hold"/>
                                        <p:tgtEl>
                                          <p:spTgt spid="46"/>
                                        </p:tgtEl>
                                        <p:attrNameLst>
                                          <p:attrName>ppt_x</p:attrName>
                                        </p:attrNameLst>
                                      </p:cBhvr>
                                      <p:tavLst>
                                        <p:tav tm="0">
                                          <p:val>
                                            <p:strVal val="#ppt_x"/>
                                          </p:val>
                                        </p:tav>
                                        <p:tav tm="100000">
                                          <p:val>
                                            <p:strVal val="#ppt_x"/>
                                          </p:val>
                                        </p:tav>
                                      </p:tavLst>
                                    </p:anim>
                                    <p:anim calcmode="lin" valueType="num">
                                      <p:cBhvr additive="base">
                                        <p:cTn id="158" dur="500" fill="hold"/>
                                        <p:tgtEl>
                                          <p:spTgt spid="46"/>
                                        </p:tgtEl>
                                        <p:attrNameLst>
                                          <p:attrName>ppt_y</p:attrName>
                                        </p:attrNameLst>
                                      </p:cBhvr>
                                      <p:tavLst>
                                        <p:tav tm="0">
                                          <p:val>
                                            <p:strVal val="1+#ppt_h/2"/>
                                          </p:val>
                                        </p:tav>
                                        <p:tav tm="100000">
                                          <p:val>
                                            <p:strVal val="#ppt_y"/>
                                          </p:val>
                                        </p:tav>
                                      </p:tavLst>
                                    </p:anim>
                                  </p:childTnLst>
                                </p:cTn>
                              </p:par>
                            </p:childTnLst>
                          </p:cTn>
                        </p:par>
                        <p:par>
                          <p:cTn id="159" fill="hold">
                            <p:stCondLst>
                              <p:cond delay="500"/>
                            </p:stCondLst>
                            <p:childTnLst>
                              <p:par>
                                <p:cTn id="160" presetID="5" presetClass="entr" presetSubtype="10" fill="hold" grpId="0" nodeType="afterEffect">
                                  <p:stCondLst>
                                    <p:cond delay="500"/>
                                  </p:stCondLst>
                                  <p:childTnLst>
                                    <p:set>
                                      <p:cBhvr>
                                        <p:cTn id="161" dur="1" fill="hold">
                                          <p:stCondLst>
                                            <p:cond delay="0"/>
                                          </p:stCondLst>
                                        </p:cTn>
                                        <p:tgtEl>
                                          <p:spTgt spid="43"/>
                                        </p:tgtEl>
                                        <p:attrNameLst>
                                          <p:attrName>style.visibility</p:attrName>
                                        </p:attrNameLst>
                                      </p:cBhvr>
                                      <p:to>
                                        <p:strVal val="visible"/>
                                      </p:to>
                                    </p:set>
                                    <p:animEffect transition="in" filter="checkerboard(across)">
                                      <p:cBhvr>
                                        <p:cTn id="162" dur="500"/>
                                        <p:tgtEl>
                                          <p:spTgt spid="43"/>
                                        </p:tgtEl>
                                      </p:cBhvr>
                                    </p:animEffect>
                                  </p:childTnLst>
                                </p:cTn>
                              </p:par>
                            </p:childTnLst>
                          </p:cTn>
                        </p:par>
                      </p:childTnLst>
                    </p:cTn>
                  </p:par>
                  <p:par>
                    <p:cTn id="163" fill="hold">
                      <p:stCondLst>
                        <p:cond delay="indefinite"/>
                      </p:stCondLst>
                      <p:childTnLst>
                        <p:par>
                          <p:cTn id="164" fill="hold">
                            <p:stCondLst>
                              <p:cond delay="0"/>
                            </p:stCondLst>
                            <p:childTnLst>
                              <p:par>
                                <p:cTn id="165" presetID="14" presetClass="entr" presetSubtype="10" fill="hold" nodeType="clickEffect">
                                  <p:stCondLst>
                                    <p:cond delay="0"/>
                                  </p:stCondLst>
                                  <p:childTnLst>
                                    <p:set>
                                      <p:cBhvr>
                                        <p:cTn id="166" dur="1" fill="hold">
                                          <p:stCondLst>
                                            <p:cond delay="0"/>
                                          </p:stCondLst>
                                        </p:cTn>
                                        <p:tgtEl>
                                          <p:spTgt spid="31"/>
                                        </p:tgtEl>
                                        <p:attrNameLst>
                                          <p:attrName>style.visibility</p:attrName>
                                        </p:attrNameLst>
                                      </p:cBhvr>
                                      <p:to>
                                        <p:strVal val="visible"/>
                                      </p:to>
                                    </p:set>
                                    <p:animEffect transition="in" filter="randombar(horizontal)">
                                      <p:cBhvr>
                                        <p:cTn id="167" dur="500"/>
                                        <p:tgtEl>
                                          <p:spTgt spid="31"/>
                                        </p:tgtEl>
                                      </p:cBhvr>
                                    </p:animEffect>
                                  </p:childTnLst>
                                </p:cTn>
                              </p:par>
                              <p:par>
                                <p:cTn id="168" presetID="14" presetClass="entr" presetSubtype="10" fill="hold" nodeType="withEffect">
                                  <p:stCondLst>
                                    <p:cond delay="0"/>
                                  </p:stCondLst>
                                  <p:childTnLst>
                                    <p:set>
                                      <p:cBhvr>
                                        <p:cTn id="169" dur="1" fill="hold">
                                          <p:stCondLst>
                                            <p:cond delay="0"/>
                                          </p:stCondLst>
                                        </p:cTn>
                                        <p:tgtEl>
                                          <p:spTgt spid="32"/>
                                        </p:tgtEl>
                                        <p:attrNameLst>
                                          <p:attrName>style.visibility</p:attrName>
                                        </p:attrNameLst>
                                      </p:cBhvr>
                                      <p:to>
                                        <p:strVal val="visible"/>
                                      </p:to>
                                    </p:set>
                                    <p:animEffect transition="in" filter="randombar(horizontal)">
                                      <p:cBhvr>
                                        <p:cTn id="170" dur="500"/>
                                        <p:tgtEl>
                                          <p:spTgt spid="32"/>
                                        </p:tgtEl>
                                      </p:cBhvr>
                                    </p:animEffect>
                                  </p:childTnLst>
                                </p:cTn>
                              </p:par>
                            </p:childTnLst>
                          </p:cTn>
                        </p:par>
                      </p:childTnLst>
                    </p:cTn>
                  </p:par>
                  <p:par>
                    <p:cTn id="171" fill="hold">
                      <p:stCondLst>
                        <p:cond delay="indefinite"/>
                      </p:stCondLst>
                      <p:childTnLst>
                        <p:par>
                          <p:cTn id="172" fill="hold">
                            <p:stCondLst>
                              <p:cond delay="0"/>
                            </p:stCondLst>
                            <p:childTnLst>
                              <p:par>
                                <p:cTn id="173" presetID="14" presetClass="entr" presetSubtype="10" fill="hold" nodeType="clickEffect">
                                  <p:stCondLst>
                                    <p:cond delay="0"/>
                                  </p:stCondLst>
                                  <p:childTnLst>
                                    <p:set>
                                      <p:cBhvr>
                                        <p:cTn id="174" dur="1" fill="hold">
                                          <p:stCondLst>
                                            <p:cond delay="0"/>
                                          </p:stCondLst>
                                        </p:cTn>
                                        <p:tgtEl>
                                          <p:spTgt spid="49"/>
                                        </p:tgtEl>
                                        <p:attrNameLst>
                                          <p:attrName>style.visibility</p:attrName>
                                        </p:attrNameLst>
                                      </p:cBhvr>
                                      <p:to>
                                        <p:strVal val="visible"/>
                                      </p:to>
                                    </p:set>
                                    <p:animEffect transition="in" filter="randombar(horizontal)">
                                      <p:cBhvr>
                                        <p:cTn id="175" dur="500"/>
                                        <p:tgtEl>
                                          <p:spTgt spid="49"/>
                                        </p:tgtEl>
                                      </p:cBhvr>
                                    </p:animEffect>
                                  </p:childTnLst>
                                </p:cTn>
                              </p:par>
                            </p:childTnLst>
                          </p:cTn>
                        </p:par>
                      </p:childTnLst>
                    </p:cTn>
                  </p:par>
                  <p:par>
                    <p:cTn id="176" fill="hold">
                      <p:stCondLst>
                        <p:cond delay="indefinite"/>
                      </p:stCondLst>
                      <p:childTnLst>
                        <p:par>
                          <p:cTn id="177" fill="hold">
                            <p:stCondLst>
                              <p:cond delay="0"/>
                            </p:stCondLst>
                            <p:childTnLst>
                              <p:par>
                                <p:cTn id="178" presetID="14" presetClass="entr" presetSubtype="10" fill="hold" nodeType="clickEffect">
                                  <p:stCondLst>
                                    <p:cond delay="0"/>
                                  </p:stCondLst>
                                  <p:childTnLst>
                                    <p:set>
                                      <p:cBhvr>
                                        <p:cTn id="179" dur="1" fill="hold">
                                          <p:stCondLst>
                                            <p:cond delay="0"/>
                                          </p:stCondLst>
                                        </p:cTn>
                                        <p:tgtEl>
                                          <p:spTgt spid="54"/>
                                        </p:tgtEl>
                                        <p:attrNameLst>
                                          <p:attrName>style.visibility</p:attrName>
                                        </p:attrNameLst>
                                      </p:cBhvr>
                                      <p:to>
                                        <p:strVal val="visible"/>
                                      </p:to>
                                    </p:set>
                                    <p:animEffect transition="in" filter="randombar(horizontal)">
                                      <p:cBhvr>
                                        <p:cTn id="180" dur="500"/>
                                        <p:tgtEl>
                                          <p:spTgt spid="54"/>
                                        </p:tgtEl>
                                      </p:cBhvr>
                                    </p:animEffect>
                                  </p:childTnLst>
                                </p:cTn>
                              </p:par>
                            </p:childTnLst>
                          </p:cTn>
                        </p:par>
                        <p:par>
                          <p:cTn id="181" fill="hold">
                            <p:stCondLst>
                              <p:cond delay="500"/>
                            </p:stCondLst>
                            <p:childTnLst>
                              <p:par>
                                <p:cTn id="182" presetID="14" presetClass="entr" presetSubtype="10" fill="hold" nodeType="afterEffect">
                                  <p:stCondLst>
                                    <p:cond delay="500"/>
                                  </p:stCondLst>
                                  <p:childTnLst>
                                    <p:set>
                                      <p:cBhvr>
                                        <p:cTn id="183" dur="1" fill="hold">
                                          <p:stCondLst>
                                            <p:cond delay="0"/>
                                          </p:stCondLst>
                                        </p:cTn>
                                        <p:tgtEl>
                                          <p:spTgt spid="52"/>
                                        </p:tgtEl>
                                        <p:attrNameLst>
                                          <p:attrName>style.visibility</p:attrName>
                                        </p:attrNameLst>
                                      </p:cBhvr>
                                      <p:to>
                                        <p:strVal val="visible"/>
                                      </p:to>
                                    </p:set>
                                    <p:animEffect transition="in" filter="randombar(horizontal)">
                                      <p:cBhvr>
                                        <p:cTn id="184" dur="500"/>
                                        <p:tgtEl>
                                          <p:spTgt spid="52"/>
                                        </p:tgtEl>
                                      </p:cBhvr>
                                    </p:animEffect>
                                  </p:childTnLst>
                                </p:cTn>
                              </p:par>
                            </p:childTnLst>
                          </p:cTn>
                        </p:par>
                        <p:par>
                          <p:cTn id="185" fill="hold">
                            <p:stCondLst>
                              <p:cond delay="1500"/>
                            </p:stCondLst>
                            <p:childTnLst>
                              <p:par>
                                <p:cTn id="186" presetID="5" presetClass="entr" presetSubtype="10" fill="hold" grpId="0" nodeType="afterEffect">
                                  <p:stCondLst>
                                    <p:cond delay="0"/>
                                  </p:stCondLst>
                                  <p:childTnLst>
                                    <p:set>
                                      <p:cBhvr>
                                        <p:cTn id="187" dur="1" fill="hold">
                                          <p:stCondLst>
                                            <p:cond delay="0"/>
                                          </p:stCondLst>
                                        </p:cTn>
                                        <p:tgtEl>
                                          <p:spTgt spid="51"/>
                                        </p:tgtEl>
                                        <p:attrNameLst>
                                          <p:attrName>style.visibility</p:attrName>
                                        </p:attrNameLst>
                                      </p:cBhvr>
                                      <p:to>
                                        <p:strVal val="visible"/>
                                      </p:to>
                                    </p:set>
                                    <p:animEffect transition="in" filter="checkerboard(across)">
                                      <p:cBhvr>
                                        <p:cTn id="188" dur="500"/>
                                        <p:tgtEl>
                                          <p:spTgt spid="51"/>
                                        </p:tgtEl>
                                      </p:cBhvr>
                                    </p:animEffect>
                                  </p:childTnLst>
                                </p:cTn>
                              </p:par>
                            </p:childTnLst>
                          </p:cTn>
                        </p:par>
                      </p:childTnLst>
                    </p:cTn>
                  </p:par>
                  <p:par>
                    <p:cTn id="189" fill="hold">
                      <p:stCondLst>
                        <p:cond delay="indefinite"/>
                      </p:stCondLst>
                      <p:childTnLst>
                        <p:par>
                          <p:cTn id="190" fill="hold">
                            <p:stCondLst>
                              <p:cond delay="0"/>
                            </p:stCondLst>
                            <p:childTnLst>
                              <p:par>
                                <p:cTn id="191" presetID="2" presetClass="entr" presetSubtype="4" fill="hold" nodeType="clickEffect">
                                  <p:stCondLst>
                                    <p:cond delay="0"/>
                                  </p:stCondLst>
                                  <p:childTnLst>
                                    <p:set>
                                      <p:cBhvr>
                                        <p:cTn id="192" dur="1" fill="hold">
                                          <p:stCondLst>
                                            <p:cond delay="0"/>
                                          </p:stCondLst>
                                        </p:cTn>
                                        <p:tgtEl>
                                          <p:spTgt spid="50"/>
                                        </p:tgtEl>
                                        <p:attrNameLst>
                                          <p:attrName>style.visibility</p:attrName>
                                        </p:attrNameLst>
                                      </p:cBhvr>
                                      <p:to>
                                        <p:strVal val="visible"/>
                                      </p:to>
                                    </p:set>
                                    <p:anim calcmode="lin" valueType="num">
                                      <p:cBhvr additive="base">
                                        <p:cTn id="193" dur="500" fill="hold"/>
                                        <p:tgtEl>
                                          <p:spTgt spid="50"/>
                                        </p:tgtEl>
                                        <p:attrNameLst>
                                          <p:attrName>ppt_x</p:attrName>
                                        </p:attrNameLst>
                                      </p:cBhvr>
                                      <p:tavLst>
                                        <p:tav tm="0">
                                          <p:val>
                                            <p:strVal val="#ppt_x"/>
                                          </p:val>
                                        </p:tav>
                                        <p:tav tm="100000">
                                          <p:val>
                                            <p:strVal val="#ppt_x"/>
                                          </p:val>
                                        </p:tav>
                                      </p:tavLst>
                                    </p:anim>
                                    <p:anim calcmode="lin" valueType="num">
                                      <p:cBhvr additive="base">
                                        <p:cTn id="194" dur="500" fill="hold"/>
                                        <p:tgtEl>
                                          <p:spTgt spid="50"/>
                                        </p:tgtEl>
                                        <p:attrNameLst>
                                          <p:attrName>ppt_y</p:attrName>
                                        </p:attrNameLst>
                                      </p:cBhvr>
                                      <p:tavLst>
                                        <p:tav tm="0">
                                          <p:val>
                                            <p:strVal val="1+#ppt_h/2"/>
                                          </p:val>
                                        </p:tav>
                                        <p:tav tm="100000">
                                          <p:val>
                                            <p:strVal val="#ppt_y"/>
                                          </p:val>
                                        </p:tav>
                                      </p:tavLst>
                                    </p:anim>
                                  </p:childTnLst>
                                </p:cTn>
                              </p:par>
                            </p:childTnLst>
                          </p:cTn>
                        </p:par>
                        <p:par>
                          <p:cTn id="195" fill="hold">
                            <p:stCondLst>
                              <p:cond delay="500"/>
                            </p:stCondLst>
                            <p:childTnLst>
                              <p:par>
                                <p:cTn id="196" presetID="5" presetClass="entr" presetSubtype="10" fill="hold" grpId="0" nodeType="afterEffect">
                                  <p:stCondLst>
                                    <p:cond delay="0"/>
                                  </p:stCondLst>
                                  <p:childTnLst>
                                    <p:set>
                                      <p:cBhvr>
                                        <p:cTn id="197" dur="1" fill="hold">
                                          <p:stCondLst>
                                            <p:cond delay="0"/>
                                          </p:stCondLst>
                                        </p:cTn>
                                        <p:tgtEl>
                                          <p:spTgt spid="53"/>
                                        </p:tgtEl>
                                        <p:attrNameLst>
                                          <p:attrName>style.visibility</p:attrName>
                                        </p:attrNameLst>
                                      </p:cBhvr>
                                      <p:to>
                                        <p:strVal val="visible"/>
                                      </p:to>
                                    </p:set>
                                    <p:animEffect transition="in" filter="checkerboard(across)">
                                      <p:cBhvr>
                                        <p:cTn id="198" dur="50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27" grpId="0" animBg="1"/>
      <p:bldP spid="41" grpId="0"/>
      <p:bldP spid="42" grpId="0"/>
      <p:bldP spid="43" grpId="0"/>
      <p:bldP spid="51" grpId="0"/>
      <p:bldP spid="53" grpId="0"/>
      <p:bldP spid="56" grpId="0" animBg="1"/>
      <p:bldP spid="57" grpId="0"/>
      <p:bldP spid="3"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276600" y="3733800"/>
            <a:ext cx="5022891" cy="2794780"/>
          </a:xfr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4400" y="609600"/>
            <a:ext cx="4648200" cy="2850464"/>
          </a:xfrm>
          <a:prstGeom prst="rect">
            <a:avLst/>
          </a:prstGeom>
        </p:spPr>
      </p:pic>
      <p:sp>
        <p:nvSpPr>
          <p:cNvPr id="2" name="Footer Placeholder 1">
            <a:extLst>
              <a:ext uri="{FF2B5EF4-FFF2-40B4-BE49-F238E27FC236}">
                <a16:creationId xmlns:a16="http://schemas.microsoft.com/office/drawing/2014/main" id="{36FC3900-EFEA-29E0-E50B-6B557C0340F8}"/>
              </a:ext>
            </a:extLst>
          </p:cNvPr>
          <p:cNvSpPr>
            <a:spLocks noGrp="1"/>
          </p:cNvSpPr>
          <p:nvPr>
            <p:ph type="ftr" sz="quarter" idx="11"/>
          </p:nvPr>
        </p:nvSpPr>
        <p:spPr/>
        <p:txBody>
          <a:bodyPr/>
          <a:lstStyle/>
          <a:p>
            <a:pPr>
              <a:defRPr/>
            </a:pPr>
            <a:r>
              <a:rPr lang="en-US"/>
              <a:t>Bùi Quốc Trung - VLDC</a:t>
            </a:r>
          </a:p>
        </p:txBody>
      </p:sp>
      <p:sp>
        <p:nvSpPr>
          <p:cNvPr id="3" name="Slide Number Placeholder 2">
            <a:extLst>
              <a:ext uri="{FF2B5EF4-FFF2-40B4-BE49-F238E27FC236}">
                <a16:creationId xmlns:a16="http://schemas.microsoft.com/office/drawing/2014/main" id="{2890B87E-2513-F005-8772-455AB28CE6FA}"/>
              </a:ext>
            </a:extLst>
          </p:cNvPr>
          <p:cNvSpPr>
            <a:spLocks noGrp="1"/>
          </p:cNvSpPr>
          <p:nvPr>
            <p:ph type="sldNum" sz="quarter" idx="12"/>
          </p:nvPr>
        </p:nvSpPr>
        <p:spPr/>
        <p:txBody>
          <a:bodyPr/>
          <a:lstStyle/>
          <a:p>
            <a:pPr>
              <a:defRPr/>
            </a:pPr>
            <a:fld id="{DA0BBFDE-23F6-4D0C-90FC-3AED58BCB197}" type="slidenum">
              <a:rPr lang="en-US" smtClean="0"/>
              <a:pPr>
                <a:defRPr/>
              </a:pPr>
              <a:t>4</a:t>
            </a:fld>
            <a:endParaRPr lang="en-US" dirty="0"/>
          </a:p>
        </p:txBody>
      </p:sp>
    </p:spTree>
    <p:extLst>
      <p:ext uri="{BB962C8B-B14F-4D97-AF65-F5344CB8AC3E}">
        <p14:creationId xmlns:p14="http://schemas.microsoft.com/office/powerpoint/2010/main" val="11464852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circle(in)">
                                      <p:cBhvr>
                                        <p:cTn id="12"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lowchart: Connector 3"/>
          <p:cNvSpPr/>
          <p:nvPr/>
        </p:nvSpPr>
        <p:spPr>
          <a:xfrm>
            <a:off x="1219200" y="838200"/>
            <a:ext cx="457200" cy="457200"/>
          </a:xfrm>
          <a:prstGeom prst="flowChartConnector">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3600" b="1"/>
              <a:t>+</a:t>
            </a:r>
          </a:p>
        </p:txBody>
      </p:sp>
      <p:sp>
        <p:nvSpPr>
          <p:cNvPr id="5" name="Flowchart: Connector 4"/>
          <p:cNvSpPr/>
          <p:nvPr/>
        </p:nvSpPr>
        <p:spPr>
          <a:xfrm>
            <a:off x="1219200" y="1828800"/>
            <a:ext cx="457200" cy="457200"/>
          </a:xfrm>
          <a:prstGeom prst="flowChartConnector">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3600" b="1" dirty="0"/>
              <a:t>.</a:t>
            </a:r>
          </a:p>
        </p:txBody>
      </p:sp>
      <mc:AlternateContent xmlns:mc="http://schemas.openxmlformats.org/markup-compatibility/2006" xmlns:a14="http://schemas.microsoft.com/office/drawing/2010/main">
        <mc:Choice Requires="a14">
          <p:sp>
            <p:nvSpPr>
              <p:cNvPr id="6" name="Rectangle 5"/>
              <p:cNvSpPr/>
              <p:nvPr/>
            </p:nvSpPr>
            <p:spPr>
              <a:xfrm>
                <a:off x="2057400" y="828304"/>
                <a:ext cx="3429000" cy="457200"/>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14:m>
                  <m:oMath xmlns:m="http://schemas.openxmlformats.org/officeDocument/2006/math">
                    <m:acc>
                      <m:accPr>
                        <m:chr m:val="⃗"/>
                        <m:ctrlPr>
                          <a:rPr lang="en-US" i="1" smtClean="0">
                            <a:latin typeface="Cambria Math" panose="02040503050406030204" pitchFamily="18" charset="0"/>
                          </a:rPr>
                        </m:ctrlPr>
                      </m:accPr>
                      <m:e>
                        <m:r>
                          <a:rPr lang="en-US" b="0" i="1" smtClean="0">
                            <a:latin typeface="Cambria Math"/>
                          </a:rPr>
                          <m:t>𝐵</m:t>
                        </m:r>
                      </m:e>
                    </m:acc>
                  </m:oMath>
                </a14:m>
                <a:r>
                  <a:rPr lang="en-US"/>
                  <a:t> có chiều hướng vào trong</a:t>
                </a:r>
              </a:p>
            </p:txBody>
          </p:sp>
        </mc:Choice>
        <mc:Fallback xmlns="">
          <p:sp>
            <p:nvSpPr>
              <p:cNvPr id="6" name="Rectangle 5"/>
              <p:cNvSpPr>
                <a:spLocks noRot="1" noChangeAspect="1" noMove="1" noResize="1" noEditPoints="1" noAdjustHandles="1" noChangeArrowheads="1" noChangeShapeType="1" noTextEdit="1"/>
              </p:cNvSpPr>
              <p:nvPr/>
            </p:nvSpPr>
            <p:spPr>
              <a:xfrm>
                <a:off x="2057400" y="828304"/>
                <a:ext cx="3429000" cy="457200"/>
              </a:xfrm>
              <a:prstGeom prst="rect">
                <a:avLst/>
              </a:prstGeom>
              <a:blipFill rotWithShape="1">
                <a:blip r:embed="rId3"/>
                <a:stretch>
                  <a:fillRect b="-16000"/>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Rectangle 6"/>
              <p:cNvSpPr/>
              <p:nvPr/>
            </p:nvSpPr>
            <p:spPr>
              <a:xfrm>
                <a:off x="1920874" y="1822862"/>
                <a:ext cx="3429000" cy="457200"/>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14:m>
                  <m:oMath xmlns:m="http://schemas.openxmlformats.org/officeDocument/2006/math">
                    <m:acc>
                      <m:accPr>
                        <m:chr m:val="⃗"/>
                        <m:ctrlPr>
                          <a:rPr lang="en-US" i="1" smtClean="0">
                            <a:latin typeface="Cambria Math" panose="02040503050406030204" pitchFamily="18" charset="0"/>
                          </a:rPr>
                        </m:ctrlPr>
                      </m:accPr>
                      <m:e>
                        <m:r>
                          <a:rPr lang="en-US" b="0" i="1" smtClean="0">
                            <a:latin typeface="Cambria Math"/>
                          </a:rPr>
                          <m:t>𝐵</m:t>
                        </m:r>
                      </m:e>
                    </m:acc>
                  </m:oMath>
                </a14:m>
                <a:r>
                  <a:rPr lang="en-US"/>
                  <a:t> có chiều hướng ra ngoài</a:t>
                </a:r>
              </a:p>
            </p:txBody>
          </p:sp>
        </mc:Choice>
        <mc:Fallback xmlns="">
          <p:sp>
            <p:nvSpPr>
              <p:cNvPr id="7" name="Rectangle 6"/>
              <p:cNvSpPr>
                <a:spLocks noRot="1" noChangeAspect="1" noMove="1" noResize="1" noEditPoints="1" noAdjustHandles="1" noChangeArrowheads="1" noChangeShapeType="1" noTextEdit="1"/>
              </p:cNvSpPr>
              <p:nvPr/>
            </p:nvSpPr>
            <p:spPr>
              <a:xfrm>
                <a:off x="1920874" y="1822862"/>
                <a:ext cx="3429000" cy="457200"/>
              </a:xfrm>
              <a:prstGeom prst="rect">
                <a:avLst/>
              </a:prstGeom>
              <a:blipFill rotWithShape="1">
                <a:blip r:embed="rId4"/>
                <a:stretch>
                  <a:fillRect b="-16000"/>
                </a:stretch>
              </a:blipFill>
              <a:ln>
                <a:noFill/>
              </a:ln>
            </p:spPr>
            <p:txBody>
              <a:bodyPr/>
              <a:lstStyle/>
              <a:p>
                <a:r>
                  <a:rPr lang="en-US">
                    <a:noFill/>
                  </a:rPr>
                  <a:t> </a:t>
                </a:r>
              </a:p>
            </p:txBody>
          </p:sp>
        </mc:Fallback>
      </mc:AlternateContent>
      <p:sp>
        <p:nvSpPr>
          <p:cNvPr id="9" name="Oval 8"/>
          <p:cNvSpPr/>
          <p:nvPr/>
        </p:nvSpPr>
        <p:spPr>
          <a:xfrm>
            <a:off x="468311" y="4571999"/>
            <a:ext cx="2819400" cy="1066800"/>
          </a:xfrm>
          <a:prstGeom prst="ellipse">
            <a:avLst/>
          </a:prstGeom>
          <a:noFill/>
          <a:ln w="3810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3200" b="1"/>
          </a:p>
        </p:txBody>
      </p:sp>
      <p:cxnSp>
        <p:nvCxnSpPr>
          <p:cNvPr id="10" name="Straight Arrow Connector 9"/>
          <p:cNvCxnSpPr/>
          <p:nvPr/>
        </p:nvCxnSpPr>
        <p:spPr>
          <a:xfrm rot="5400000" flipH="1" flipV="1">
            <a:off x="2368322" y="5510211"/>
            <a:ext cx="73025" cy="184150"/>
          </a:xfrm>
          <a:prstGeom prst="straightConnector1">
            <a:avLst/>
          </a:prstGeom>
          <a:ln w="38100">
            <a:solidFill>
              <a:srgbClr val="0808FC"/>
            </a:solidFill>
            <a:tailEnd type="stealth" w="lg" len="lg"/>
          </a:ln>
        </p:spPr>
        <p:style>
          <a:lnRef idx="1">
            <a:schemeClr val="accent1"/>
          </a:lnRef>
          <a:fillRef idx="0">
            <a:schemeClr val="accent1"/>
          </a:fillRef>
          <a:effectRef idx="0">
            <a:schemeClr val="accent1"/>
          </a:effectRef>
          <a:fontRef idx="minor">
            <a:schemeClr val="tx1"/>
          </a:fontRef>
        </p:style>
      </p:cxnSp>
      <p:graphicFrame>
        <p:nvGraphicFramePr>
          <p:cNvPr id="11" name="Object 10"/>
          <p:cNvGraphicFramePr>
            <a:graphicFrameLocks noChangeAspect="1"/>
          </p:cNvGraphicFramePr>
          <p:nvPr>
            <p:extLst>
              <p:ext uri="{D42A27DB-BD31-4B8C-83A1-F6EECF244321}">
                <p14:modId xmlns:p14="http://schemas.microsoft.com/office/powerpoint/2010/main" val="560135294"/>
              </p:ext>
            </p:extLst>
          </p:nvPr>
        </p:nvGraphicFramePr>
        <p:xfrm>
          <a:off x="2344510" y="5791200"/>
          <a:ext cx="304800" cy="327025"/>
        </p:xfrm>
        <a:graphic>
          <a:graphicData uri="http://schemas.openxmlformats.org/presentationml/2006/ole">
            <mc:AlternateContent xmlns:mc="http://schemas.openxmlformats.org/markup-compatibility/2006">
              <mc:Choice xmlns:v="urn:schemas-microsoft-com:vml" Requires="v">
                <p:oleObj name="Equation" r:id="rId5" imgW="101468" imgH="164885" progId="Equation.3">
                  <p:embed/>
                </p:oleObj>
              </mc:Choice>
              <mc:Fallback>
                <p:oleObj name="Equation" r:id="rId5" imgW="101468" imgH="164885" progId="Equation.3">
                  <p:embed/>
                  <p:pic>
                    <p:nvPicPr>
                      <p:cNvPr id="0" name="Object 2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44510" y="5791200"/>
                        <a:ext cx="304800" cy="327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cxnSp>
        <p:nvCxnSpPr>
          <p:cNvPr id="12" name="Straight Connector 11"/>
          <p:cNvCxnSpPr/>
          <p:nvPr/>
        </p:nvCxnSpPr>
        <p:spPr>
          <a:xfrm rot="16200000" flipH="1">
            <a:off x="1011235" y="4244149"/>
            <a:ext cx="1725613" cy="20638"/>
          </a:xfrm>
          <a:prstGeom prst="line">
            <a:avLst/>
          </a:prstGeom>
          <a:ln w="38100">
            <a:solidFill>
              <a:srgbClr val="0808FC"/>
            </a:solidFill>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rot="5400000" flipH="1" flipV="1">
            <a:off x="1594641" y="3174741"/>
            <a:ext cx="538163" cy="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graphicFrame>
        <p:nvGraphicFramePr>
          <p:cNvPr id="14" name="Object 13"/>
          <p:cNvGraphicFramePr>
            <a:graphicFrameLocks noChangeAspect="1"/>
          </p:cNvGraphicFramePr>
          <p:nvPr>
            <p:extLst>
              <p:ext uri="{D42A27DB-BD31-4B8C-83A1-F6EECF244321}">
                <p14:modId xmlns:p14="http://schemas.microsoft.com/office/powerpoint/2010/main" val="4244185887"/>
              </p:ext>
            </p:extLst>
          </p:nvPr>
        </p:nvGraphicFramePr>
        <p:xfrm>
          <a:off x="2094963" y="2704841"/>
          <a:ext cx="368300" cy="469900"/>
        </p:xfrm>
        <a:graphic>
          <a:graphicData uri="http://schemas.openxmlformats.org/presentationml/2006/ole">
            <mc:AlternateContent xmlns:mc="http://schemas.openxmlformats.org/markup-compatibility/2006">
              <mc:Choice xmlns:v="urn:schemas-microsoft-com:vml" Requires="v">
                <p:oleObj name="Equation" r:id="rId7" imgW="152268" imgH="203024" progId="Equation.3">
                  <p:embed/>
                </p:oleObj>
              </mc:Choice>
              <mc:Fallback>
                <p:oleObj name="Equation" r:id="rId7" imgW="152268" imgH="203024" progId="Equation.3">
                  <p:embed/>
                  <p:pic>
                    <p:nvPicPr>
                      <p:cNvPr id="0" name="Object 2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094963" y="2704841"/>
                        <a:ext cx="368300" cy="469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5" name="Oval 14"/>
          <p:cNvSpPr/>
          <p:nvPr/>
        </p:nvSpPr>
        <p:spPr>
          <a:xfrm>
            <a:off x="4724400" y="3884014"/>
            <a:ext cx="2133600" cy="19050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 name="Rectangle 15"/>
          <p:cNvSpPr/>
          <p:nvPr/>
        </p:nvSpPr>
        <p:spPr>
          <a:xfrm>
            <a:off x="5045074" y="3577028"/>
            <a:ext cx="304800" cy="457200"/>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Times New Roman" pitchFamily="18" charset="0"/>
                <a:cs typeface="Times New Roman" pitchFamily="18" charset="0"/>
              </a:rPr>
              <a:t>I</a:t>
            </a:r>
          </a:p>
        </p:txBody>
      </p:sp>
      <p:sp>
        <p:nvSpPr>
          <p:cNvPr id="17" name="Flowchart: Connector 16"/>
          <p:cNvSpPr/>
          <p:nvPr/>
        </p:nvSpPr>
        <p:spPr>
          <a:xfrm>
            <a:off x="5562600" y="4607913"/>
            <a:ext cx="457200" cy="457200"/>
          </a:xfrm>
          <a:prstGeom prst="flowChartConnector">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3600" b="1"/>
              <a:t>+</a:t>
            </a:r>
          </a:p>
        </p:txBody>
      </p:sp>
      <mc:AlternateContent xmlns:mc="http://schemas.openxmlformats.org/markup-compatibility/2006" xmlns:a14="http://schemas.microsoft.com/office/drawing/2010/main">
        <mc:Choice Requires="a14">
          <p:sp>
            <p:nvSpPr>
              <p:cNvPr id="18" name="Rectangle 17"/>
              <p:cNvSpPr/>
              <p:nvPr/>
            </p:nvSpPr>
            <p:spPr>
              <a:xfrm>
                <a:off x="6096000" y="4607913"/>
                <a:ext cx="304800" cy="457200"/>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acc>
                        <m:accPr>
                          <m:chr m:val="⃗"/>
                          <m:ctrlPr>
                            <a:rPr lang="en-US" i="1" smtClean="0">
                              <a:latin typeface="Cambria Math" panose="02040503050406030204" pitchFamily="18" charset="0"/>
                            </a:rPr>
                          </m:ctrlPr>
                        </m:accPr>
                        <m:e>
                          <m:r>
                            <a:rPr lang="en-US" b="1" i="0" smtClean="0">
                              <a:latin typeface="Cambria Math"/>
                            </a:rPr>
                            <m:t>𝐁</m:t>
                          </m:r>
                        </m:e>
                      </m:acc>
                    </m:oMath>
                  </m:oMathPara>
                </a14:m>
                <a:endParaRPr lang="en-US"/>
              </a:p>
            </p:txBody>
          </p:sp>
        </mc:Choice>
        <mc:Fallback xmlns="">
          <p:sp>
            <p:nvSpPr>
              <p:cNvPr id="18" name="Rectangle 17"/>
              <p:cNvSpPr>
                <a:spLocks noRot="1" noChangeAspect="1" noMove="1" noResize="1" noEditPoints="1" noAdjustHandles="1" noChangeArrowheads="1" noChangeShapeType="1" noTextEdit="1"/>
              </p:cNvSpPr>
              <p:nvPr/>
            </p:nvSpPr>
            <p:spPr>
              <a:xfrm>
                <a:off x="6096000" y="4607913"/>
                <a:ext cx="304800" cy="457200"/>
              </a:xfrm>
              <a:prstGeom prst="rect">
                <a:avLst/>
              </a:prstGeom>
              <a:blipFill rotWithShape="1">
                <a:blip r:embed="rId9"/>
                <a:stretch>
                  <a:fillRect l="-10000"/>
                </a:stretch>
              </a:blipFill>
              <a:ln>
                <a:noFill/>
              </a:ln>
            </p:spPr>
            <p:txBody>
              <a:bodyPr/>
              <a:lstStyle/>
              <a:p>
                <a:r>
                  <a:rPr lang="en-US">
                    <a:noFill/>
                  </a:rPr>
                  <a:t> </a:t>
                </a:r>
              </a:p>
            </p:txBody>
          </p:sp>
        </mc:Fallback>
      </mc:AlternateContent>
      <p:cxnSp>
        <p:nvCxnSpPr>
          <p:cNvPr id="19" name="Straight Arrow Connector 18"/>
          <p:cNvCxnSpPr/>
          <p:nvPr/>
        </p:nvCxnSpPr>
        <p:spPr>
          <a:xfrm rot="5400000" flipH="1" flipV="1">
            <a:off x="5362761" y="3864965"/>
            <a:ext cx="73025" cy="184150"/>
          </a:xfrm>
          <a:prstGeom prst="straightConnector1">
            <a:avLst/>
          </a:prstGeom>
          <a:ln w="38100">
            <a:solidFill>
              <a:srgbClr val="0808FC"/>
            </a:solidFill>
            <a:tailEnd type="stealth" w="lg" len="lg"/>
          </a:ln>
        </p:spPr>
        <p:style>
          <a:lnRef idx="1">
            <a:schemeClr val="accent1"/>
          </a:lnRef>
          <a:fillRef idx="0">
            <a:schemeClr val="accent1"/>
          </a:fillRef>
          <a:effectRef idx="0">
            <a:schemeClr val="accent1"/>
          </a:effectRef>
          <a:fontRef idx="minor">
            <a:schemeClr val="tx1"/>
          </a:fontRef>
        </p:style>
      </p:cxnSp>
      <p:sp>
        <p:nvSpPr>
          <p:cNvPr id="21" name="Oval 20"/>
          <p:cNvSpPr/>
          <p:nvPr/>
        </p:nvSpPr>
        <p:spPr>
          <a:xfrm>
            <a:off x="5958444" y="1333500"/>
            <a:ext cx="2133600" cy="19050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3" name="Rectangle 22"/>
          <p:cNvSpPr/>
          <p:nvPr/>
        </p:nvSpPr>
        <p:spPr>
          <a:xfrm>
            <a:off x="6068250" y="1056904"/>
            <a:ext cx="304800" cy="457200"/>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Times New Roman" pitchFamily="18" charset="0"/>
                <a:cs typeface="Times New Roman" pitchFamily="18" charset="0"/>
              </a:rPr>
              <a:t>I</a:t>
            </a:r>
          </a:p>
        </p:txBody>
      </p:sp>
      <p:cxnSp>
        <p:nvCxnSpPr>
          <p:cNvPr id="24" name="Straight Arrow Connector 23"/>
          <p:cNvCxnSpPr/>
          <p:nvPr/>
        </p:nvCxnSpPr>
        <p:spPr>
          <a:xfrm rot="16200000" flipV="1">
            <a:off x="6211887" y="1441613"/>
            <a:ext cx="73025" cy="184150"/>
          </a:xfrm>
          <a:prstGeom prst="straightConnector1">
            <a:avLst/>
          </a:prstGeom>
          <a:ln w="38100">
            <a:solidFill>
              <a:srgbClr val="0808FC"/>
            </a:solidFill>
            <a:tailEnd type="stealth" w="lg" len="lg"/>
          </a:ln>
        </p:spPr>
        <p:style>
          <a:lnRef idx="1">
            <a:schemeClr val="accent1"/>
          </a:lnRef>
          <a:fillRef idx="0">
            <a:schemeClr val="accent1"/>
          </a:fillRef>
          <a:effectRef idx="0">
            <a:schemeClr val="accent1"/>
          </a:effectRef>
          <a:fontRef idx="minor">
            <a:schemeClr val="tx1"/>
          </a:fontRef>
        </p:style>
      </p:cxnSp>
      <p:sp>
        <p:nvSpPr>
          <p:cNvPr id="25" name="Flowchart: Connector 24"/>
          <p:cNvSpPr/>
          <p:nvPr/>
        </p:nvSpPr>
        <p:spPr>
          <a:xfrm>
            <a:off x="6796644" y="2091047"/>
            <a:ext cx="457200" cy="457200"/>
          </a:xfrm>
          <a:prstGeom prst="flowChartConnector">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3600" b="1" dirty="0"/>
              <a:t>.</a:t>
            </a:r>
          </a:p>
        </p:txBody>
      </p:sp>
      <p:sp>
        <p:nvSpPr>
          <p:cNvPr id="2" name="Footer Placeholder 1">
            <a:extLst>
              <a:ext uri="{FF2B5EF4-FFF2-40B4-BE49-F238E27FC236}">
                <a16:creationId xmlns:a16="http://schemas.microsoft.com/office/drawing/2014/main" id="{E26D3C95-4813-220E-56D3-8D5216D39A43}"/>
              </a:ext>
            </a:extLst>
          </p:cNvPr>
          <p:cNvSpPr>
            <a:spLocks noGrp="1"/>
          </p:cNvSpPr>
          <p:nvPr>
            <p:ph type="ftr" sz="quarter" idx="11"/>
          </p:nvPr>
        </p:nvSpPr>
        <p:spPr/>
        <p:txBody>
          <a:bodyPr/>
          <a:lstStyle/>
          <a:p>
            <a:pPr>
              <a:defRPr/>
            </a:pPr>
            <a:r>
              <a:rPr lang="en-US"/>
              <a:t>Bùi Quốc Trung - VLDC</a:t>
            </a:r>
          </a:p>
        </p:txBody>
      </p:sp>
      <p:sp>
        <p:nvSpPr>
          <p:cNvPr id="3" name="Slide Number Placeholder 2">
            <a:extLst>
              <a:ext uri="{FF2B5EF4-FFF2-40B4-BE49-F238E27FC236}">
                <a16:creationId xmlns:a16="http://schemas.microsoft.com/office/drawing/2014/main" id="{CA0C7250-2662-C35B-023C-0C55AD49E8EB}"/>
              </a:ext>
            </a:extLst>
          </p:cNvPr>
          <p:cNvSpPr>
            <a:spLocks noGrp="1"/>
          </p:cNvSpPr>
          <p:nvPr>
            <p:ph type="sldNum" sz="quarter" idx="12"/>
          </p:nvPr>
        </p:nvSpPr>
        <p:spPr/>
        <p:txBody>
          <a:bodyPr/>
          <a:lstStyle/>
          <a:p>
            <a:pPr>
              <a:defRPr/>
            </a:pPr>
            <a:fld id="{DA0BBFDE-23F6-4D0C-90FC-3AED58BCB197}" type="slidenum">
              <a:rPr lang="en-US" smtClean="0"/>
              <a:pPr>
                <a:defRPr/>
              </a:pPr>
              <a:t>5</a:t>
            </a:fld>
            <a:endParaRPr lang="en-US" dirty="0"/>
          </a:p>
        </p:txBody>
      </p:sp>
    </p:spTree>
    <p:extLst>
      <p:ext uri="{BB962C8B-B14F-4D97-AF65-F5344CB8AC3E}">
        <p14:creationId xmlns:p14="http://schemas.microsoft.com/office/powerpoint/2010/main" val="13954675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barn(inVertical)">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wipe(down)">
                                      <p:cBhvr>
                                        <p:cTn id="12" dur="500"/>
                                        <p:tgtEl>
                                          <p:spTgt spid="13"/>
                                        </p:tgtEl>
                                      </p:cBhvr>
                                    </p:animEffect>
                                  </p:childTnLst>
                                </p:cTn>
                              </p:par>
                              <p:par>
                                <p:cTn id="13" presetID="22" presetClass="entr" presetSubtype="4" fill="hold" nodeType="with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wipe(down)">
                                      <p:cBhvr>
                                        <p:cTn id="15" dur="5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8" presetID="6" presetClass="entr" presetSubtype="16" fill="hold" grpId="0" nodeType="clickEffect">
                                  <p:stCondLst>
                                    <p:cond delay="0"/>
                                  </p:stCondLst>
                                  <p:childTnLst>
                                    <p:set>
                                      <p:cBhvr>
                                        <p:cTn id="19" dur="1" fill="hold">
                                          <p:stCondLst>
                                            <p:cond delay="0"/>
                                          </p:stCondLst>
                                        </p:cTn>
                                        <p:tgtEl>
                                          <p:spTgt spid="17"/>
                                        </p:tgtEl>
                                        <p:attrNameLst>
                                          <p:attrName>style.visibility</p:attrName>
                                        </p:attrNameLst>
                                      </p:cBhvr>
                                      <p:to>
                                        <p:strVal val="visible"/>
                                      </p:to>
                                    </p:set>
                                    <p:animEffect transition="in" filter="circle(in)">
                                      <p:cBhvr>
                                        <p:cTn id="20" dur="2000"/>
                                        <p:tgtEl>
                                          <p:spTgt spid="17"/>
                                        </p:tgtEl>
                                      </p:cBhvr>
                                    </p:animEffect>
                                  </p:childTnLst>
                                </p:cTn>
                              </p:par>
                              <p:par>
                                <p:cTn id="21" presetID="6" presetClass="entr" presetSubtype="16" fill="hold" grpId="0" nodeType="withEffect">
                                  <p:stCondLst>
                                    <p:cond delay="0"/>
                                  </p:stCondLst>
                                  <p:childTnLst>
                                    <p:set>
                                      <p:cBhvr>
                                        <p:cTn id="22" dur="1" fill="hold">
                                          <p:stCondLst>
                                            <p:cond delay="0"/>
                                          </p:stCondLst>
                                        </p:cTn>
                                        <p:tgtEl>
                                          <p:spTgt spid="18"/>
                                        </p:tgtEl>
                                        <p:attrNameLst>
                                          <p:attrName>style.visibility</p:attrName>
                                        </p:attrNameLst>
                                      </p:cBhvr>
                                      <p:to>
                                        <p:strVal val="visible"/>
                                      </p:to>
                                    </p:set>
                                    <p:animEffect transition="in" filter="circle(in)">
                                      <p:cBhvr>
                                        <p:cTn id="23" dur="20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p:nvPr/>
        </p:nvPicPr>
        <p:blipFill>
          <a:blip r:embed="rId2"/>
          <a:stretch>
            <a:fillRect/>
          </a:stretch>
        </p:blipFill>
        <p:spPr>
          <a:xfrm>
            <a:off x="813245" y="885701"/>
            <a:ext cx="7924800" cy="5181599"/>
          </a:xfrm>
          <a:prstGeom prst="rect">
            <a:avLst/>
          </a:prstGeom>
        </p:spPr>
      </p:pic>
      <p:sp>
        <p:nvSpPr>
          <p:cNvPr id="5" name="Rectangle 4"/>
          <p:cNvSpPr/>
          <p:nvPr/>
        </p:nvSpPr>
        <p:spPr>
          <a:xfrm>
            <a:off x="3657600" y="3119828"/>
            <a:ext cx="304800" cy="457200"/>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a:latin typeface="Times New Roman" pitchFamily="18" charset="0"/>
                <a:cs typeface="Times New Roman" pitchFamily="18" charset="0"/>
              </a:rPr>
              <a:t>N</a:t>
            </a:r>
          </a:p>
        </p:txBody>
      </p:sp>
      <p:sp>
        <p:nvSpPr>
          <p:cNvPr id="6" name="Rectangle 5"/>
          <p:cNvSpPr/>
          <p:nvPr/>
        </p:nvSpPr>
        <p:spPr>
          <a:xfrm>
            <a:off x="1066800" y="3962400"/>
            <a:ext cx="304800" cy="457200"/>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a:latin typeface="Times New Roman" pitchFamily="18" charset="0"/>
                <a:cs typeface="Times New Roman" pitchFamily="18" charset="0"/>
              </a:rPr>
              <a:t>M</a:t>
            </a:r>
          </a:p>
        </p:txBody>
      </p:sp>
      <p:sp>
        <p:nvSpPr>
          <p:cNvPr id="7" name="Flowchart: Connector 6"/>
          <p:cNvSpPr/>
          <p:nvPr/>
        </p:nvSpPr>
        <p:spPr>
          <a:xfrm>
            <a:off x="1143000" y="3549893"/>
            <a:ext cx="457200" cy="457200"/>
          </a:xfrm>
          <a:prstGeom prst="flowChartConnector">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3600" b="1"/>
              <a:t>+</a:t>
            </a:r>
          </a:p>
        </p:txBody>
      </p:sp>
      <p:graphicFrame>
        <p:nvGraphicFramePr>
          <p:cNvPr id="8" name="Object 7"/>
          <p:cNvGraphicFramePr>
            <a:graphicFrameLocks noChangeAspect="1"/>
          </p:cNvGraphicFramePr>
          <p:nvPr>
            <p:extLst>
              <p:ext uri="{D42A27DB-BD31-4B8C-83A1-F6EECF244321}">
                <p14:modId xmlns:p14="http://schemas.microsoft.com/office/powerpoint/2010/main" val="1938157161"/>
              </p:ext>
            </p:extLst>
          </p:nvPr>
        </p:nvGraphicFramePr>
        <p:xfrm>
          <a:off x="546100" y="3229263"/>
          <a:ext cx="368300" cy="469900"/>
        </p:xfrm>
        <a:graphic>
          <a:graphicData uri="http://schemas.openxmlformats.org/presentationml/2006/ole">
            <mc:AlternateContent xmlns:mc="http://schemas.openxmlformats.org/markup-compatibility/2006">
              <mc:Choice xmlns:v="urn:schemas-microsoft-com:vml" Requires="v">
                <p:oleObj name="Equation" r:id="rId3" imgW="152268" imgH="203024" progId="Equation.3">
                  <p:embed/>
                </p:oleObj>
              </mc:Choice>
              <mc:Fallback>
                <p:oleObj name="Equation" r:id="rId3" imgW="152268" imgH="203024" progId="Equation.3">
                  <p:embed/>
                  <p:pic>
                    <p:nvPicPr>
                      <p:cNvPr id="0" name="Object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6100" y="3229263"/>
                        <a:ext cx="368300" cy="469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 name="Flowchart: Connector 8"/>
          <p:cNvSpPr/>
          <p:nvPr/>
        </p:nvSpPr>
        <p:spPr>
          <a:xfrm>
            <a:off x="3962400" y="2904093"/>
            <a:ext cx="457200" cy="457200"/>
          </a:xfrm>
          <a:prstGeom prst="flowChartConnector">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3600" b="1"/>
              <a:t>.</a:t>
            </a:r>
          </a:p>
        </p:txBody>
      </p:sp>
      <p:graphicFrame>
        <p:nvGraphicFramePr>
          <p:cNvPr id="10" name="Object 9"/>
          <p:cNvGraphicFramePr>
            <a:graphicFrameLocks noChangeAspect="1"/>
          </p:cNvGraphicFramePr>
          <p:nvPr>
            <p:extLst>
              <p:ext uri="{D42A27DB-BD31-4B8C-83A1-F6EECF244321}">
                <p14:modId xmlns:p14="http://schemas.microsoft.com/office/powerpoint/2010/main" val="2157802556"/>
              </p:ext>
            </p:extLst>
          </p:nvPr>
        </p:nvGraphicFramePr>
        <p:xfrm>
          <a:off x="3594100" y="2649928"/>
          <a:ext cx="368300" cy="469900"/>
        </p:xfrm>
        <a:graphic>
          <a:graphicData uri="http://schemas.openxmlformats.org/presentationml/2006/ole">
            <mc:AlternateContent xmlns:mc="http://schemas.openxmlformats.org/markup-compatibility/2006">
              <mc:Choice xmlns:v="urn:schemas-microsoft-com:vml" Requires="v">
                <p:oleObj name="Equation" r:id="rId3" imgW="152268" imgH="203024" progId="Equation.3">
                  <p:embed/>
                </p:oleObj>
              </mc:Choice>
              <mc:Fallback>
                <p:oleObj name="Equation" r:id="rId3" imgW="152268" imgH="203024" progId="Equation.3">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94100" y="2649928"/>
                        <a:ext cx="368300" cy="469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 name="Rectangle 10"/>
          <p:cNvSpPr/>
          <p:nvPr/>
        </p:nvSpPr>
        <p:spPr>
          <a:xfrm>
            <a:off x="5638800" y="3431868"/>
            <a:ext cx="304800" cy="457200"/>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b="1">
              <a:latin typeface="Times New Roman" pitchFamily="18" charset="0"/>
              <a:cs typeface="Times New Roman" pitchFamily="18" charset="0"/>
            </a:endParaRPr>
          </a:p>
        </p:txBody>
      </p:sp>
      <p:cxnSp>
        <p:nvCxnSpPr>
          <p:cNvPr id="12" name="Straight Arrow Connector 11"/>
          <p:cNvCxnSpPr/>
          <p:nvPr/>
        </p:nvCxnSpPr>
        <p:spPr>
          <a:xfrm rot="5400000" flipH="1" flipV="1">
            <a:off x="6054500" y="3708459"/>
            <a:ext cx="73025" cy="184150"/>
          </a:xfrm>
          <a:prstGeom prst="straightConnector1">
            <a:avLst/>
          </a:prstGeom>
          <a:ln w="38100">
            <a:solidFill>
              <a:srgbClr val="0808FC"/>
            </a:solidFill>
            <a:tailEnd type="stealth"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Rectangle 12"/>
              <p:cNvSpPr/>
              <p:nvPr/>
            </p:nvSpPr>
            <p:spPr>
              <a:xfrm>
                <a:off x="5638800" y="3348428"/>
                <a:ext cx="407291" cy="40293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acc>
                        <m:accPr>
                          <m:chr m:val="⃗"/>
                          <m:ctrlPr>
                            <a:rPr lang="en-US" i="1">
                              <a:latin typeface="Cambria Math" panose="02040503050406030204" pitchFamily="18" charset="0"/>
                            </a:rPr>
                          </m:ctrlPr>
                        </m:accPr>
                        <m:e>
                          <m:r>
                            <a:rPr lang="en-US" i="1">
                              <a:latin typeface="Cambria Math"/>
                            </a:rPr>
                            <m:t>𝐵</m:t>
                          </m:r>
                        </m:e>
                      </m:acc>
                    </m:oMath>
                  </m:oMathPara>
                </a14:m>
                <a:endParaRPr lang="en-US"/>
              </a:p>
            </p:txBody>
          </p:sp>
        </mc:Choice>
        <mc:Fallback xmlns="">
          <p:sp>
            <p:nvSpPr>
              <p:cNvPr id="13" name="Rectangle 12"/>
              <p:cNvSpPr>
                <a:spLocks noRot="1" noChangeAspect="1" noMove="1" noResize="1" noEditPoints="1" noAdjustHandles="1" noChangeArrowheads="1" noChangeShapeType="1" noTextEdit="1"/>
              </p:cNvSpPr>
              <p:nvPr/>
            </p:nvSpPr>
            <p:spPr>
              <a:xfrm>
                <a:off x="5638800" y="3348428"/>
                <a:ext cx="407291" cy="402931"/>
              </a:xfrm>
              <a:prstGeom prst="rect">
                <a:avLst/>
              </a:prstGeom>
              <a:blipFill rotWithShape="1">
                <a:blip r:embed="rId7"/>
                <a:stretch>
                  <a:fillRect/>
                </a:stretch>
              </a:blipFill>
            </p:spPr>
            <p:txBody>
              <a:bodyPr/>
              <a:lstStyle/>
              <a:p>
                <a:r>
                  <a:rPr lang="en-US">
                    <a:noFill/>
                  </a:rPr>
                  <a:t> </a:t>
                </a:r>
              </a:p>
            </p:txBody>
          </p:sp>
        </mc:Fallback>
      </mc:AlternateContent>
      <p:sp>
        <p:nvSpPr>
          <p:cNvPr id="2" name="Footer Placeholder 1">
            <a:extLst>
              <a:ext uri="{FF2B5EF4-FFF2-40B4-BE49-F238E27FC236}">
                <a16:creationId xmlns:a16="http://schemas.microsoft.com/office/drawing/2014/main" id="{0B73F77E-46CF-E01E-9544-26883C03AA02}"/>
              </a:ext>
            </a:extLst>
          </p:cNvPr>
          <p:cNvSpPr>
            <a:spLocks noGrp="1"/>
          </p:cNvSpPr>
          <p:nvPr>
            <p:ph type="ftr" sz="quarter" idx="11"/>
          </p:nvPr>
        </p:nvSpPr>
        <p:spPr/>
        <p:txBody>
          <a:bodyPr/>
          <a:lstStyle/>
          <a:p>
            <a:pPr>
              <a:defRPr/>
            </a:pPr>
            <a:r>
              <a:rPr lang="en-US"/>
              <a:t>Bùi Quốc Trung - VLDC</a:t>
            </a:r>
          </a:p>
        </p:txBody>
      </p:sp>
      <p:sp>
        <p:nvSpPr>
          <p:cNvPr id="3" name="Slide Number Placeholder 2">
            <a:extLst>
              <a:ext uri="{FF2B5EF4-FFF2-40B4-BE49-F238E27FC236}">
                <a16:creationId xmlns:a16="http://schemas.microsoft.com/office/drawing/2014/main" id="{83E30967-7824-9823-0E0D-DE5BCC180282}"/>
              </a:ext>
            </a:extLst>
          </p:cNvPr>
          <p:cNvSpPr>
            <a:spLocks noGrp="1"/>
          </p:cNvSpPr>
          <p:nvPr>
            <p:ph type="sldNum" sz="quarter" idx="12"/>
          </p:nvPr>
        </p:nvSpPr>
        <p:spPr/>
        <p:txBody>
          <a:bodyPr/>
          <a:lstStyle/>
          <a:p>
            <a:pPr>
              <a:defRPr/>
            </a:pPr>
            <a:fld id="{DA0BBFDE-23F6-4D0C-90FC-3AED58BCB197}" type="slidenum">
              <a:rPr lang="en-US" smtClean="0"/>
              <a:pPr>
                <a:defRPr/>
              </a:pPr>
              <a:t>6</a:t>
            </a:fld>
            <a:endParaRPr lang="en-US" dirty="0"/>
          </a:p>
        </p:txBody>
      </p:sp>
    </p:spTree>
    <p:extLst>
      <p:ext uri="{BB962C8B-B14F-4D97-AF65-F5344CB8AC3E}">
        <p14:creationId xmlns:p14="http://schemas.microsoft.com/office/powerpoint/2010/main" val="38082814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arn(inVertical)">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circle(in)">
                                      <p:cBhvr>
                                        <p:cTn id="12" dur="2000"/>
                                        <p:tgtEl>
                                          <p:spTgt spid="10"/>
                                        </p:tgtEl>
                                      </p:cBhvr>
                                    </p:animEffect>
                                  </p:childTnLst>
                                </p:cTn>
                              </p:par>
                              <p:par>
                                <p:cTn id="13" presetID="16" presetClass="entr" presetSubtype="21"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barn(inVertical)">
                                      <p:cBhvr>
                                        <p:cTn id="15" dur="500"/>
                                        <p:tgtEl>
                                          <p:spTgt spid="7"/>
                                        </p:tgtEl>
                                      </p:cBhvr>
                                    </p:animEffect>
                                  </p:childTnLst>
                                </p:cTn>
                              </p:par>
                              <p:par>
                                <p:cTn id="16" presetID="6" presetClass="entr" presetSubtype="16" fill="hold" grpId="0" nodeType="with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circle(in)">
                                      <p:cBhvr>
                                        <p:cTn id="18" dur="2000"/>
                                        <p:tgtEl>
                                          <p:spTgt spid="9"/>
                                        </p:tgtEl>
                                      </p:cBhvr>
                                    </p:animEffect>
                                  </p:childTnLst>
                                </p:cTn>
                              </p:par>
                            </p:childTnLst>
                          </p:cTn>
                        </p:par>
                      </p:childTnLst>
                    </p:cTn>
                  </p:par>
                  <p:par>
                    <p:cTn id="19" fill="hold">
                      <p:stCondLst>
                        <p:cond delay="indefinite"/>
                      </p:stCondLst>
                      <p:childTnLst>
                        <p:par>
                          <p:cTn id="20" fill="hold">
                            <p:stCondLst>
                              <p:cond delay="0"/>
                            </p:stCondLst>
                            <p:childTnLst>
                              <p:par>
                                <p:cTn id="21" presetID="16" presetClass="entr" presetSubtype="21" fill="hold" nodeType="click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barn(inVertical)">
                                      <p:cBhvr>
                                        <p:cTn id="23" dur="500"/>
                                        <p:tgtEl>
                                          <p:spTgt spid="12"/>
                                        </p:tgtEl>
                                      </p:cBhvr>
                                    </p:animEffect>
                                  </p:childTnLst>
                                </p:cTn>
                              </p:par>
                              <p:par>
                                <p:cTn id="24" presetID="16" presetClass="entr" presetSubtype="21" fill="hold" grpId="0" nodeType="with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barn(inVertical)">
                                      <p:cBhvr>
                                        <p:cTn id="26"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P spid="1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64802"/>
            <a:ext cx="8229600" cy="3352800"/>
          </a:xfrm>
        </p:spPr>
        <p:txBody>
          <a:bodyPr>
            <a:normAutofit/>
          </a:bodyPr>
          <a:lstStyle/>
          <a:p>
            <a:pPr marL="0" indent="0">
              <a:buNone/>
            </a:pPr>
            <a:r>
              <a:rPr lang="en-US" sz="2400" dirty="0" err="1">
                <a:latin typeface="Times New Roman" pitchFamily="18" charset="0"/>
                <a:cs typeface="Times New Roman" pitchFamily="18" charset="0"/>
              </a:rPr>
              <a:t>Nhìn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vào</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mặt</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một</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ống</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dây</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hình</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trụ</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chiều</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dòng</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điện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không</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đổi</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trong</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ống</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cùng</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chiều</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kim</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đồng</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hồ</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Nhận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xét</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đúng</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là</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Từ</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trường</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trong</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lòng</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ống</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là</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từ</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trường</a:t>
            </a:r>
            <a:endParaRPr lang="en-US" sz="2400" dirty="0">
              <a:latin typeface="Times New Roman" pitchFamily="18" charset="0"/>
              <a:cs typeface="Times New Roman" pitchFamily="18" charset="0"/>
            </a:endParaRPr>
          </a:p>
          <a:p>
            <a:pPr marL="0" indent="0">
              <a:buNone/>
            </a:pPr>
            <a:r>
              <a:rPr lang="en-US" sz="2400" b="1" dirty="0">
                <a:latin typeface="Times New Roman" pitchFamily="18" charset="0"/>
                <a:cs typeface="Times New Roman" pitchFamily="18" charset="0"/>
              </a:rPr>
              <a:t>A.</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không</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đều</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và</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hướng</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từ</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ngoài</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vào</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tron</a:t>
            </a:r>
            <a:r>
              <a:rPr lang="en-US" sz="2400" dirty="0">
                <a:latin typeface="Times New Roman" pitchFamily="18" charset="0"/>
                <a:cs typeface="Times New Roman" pitchFamily="18" charset="0"/>
              </a:rPr>
              <a:t>	</a:t>
            </a:r>
          </a:p>
          <a:p>
            <a:pPr marL="0" indent="0">
              <a:buNone/>
            </a:pPr>
            <a:r>
              <a:rPr lang="en-US" sz="2400" b="1" dirty="0">
                <a:latin typeface="Times New Roman" pitchFamily="18" charset="0"/>
                <a:cs typeface="Times New Roman" pitchFamily="18" charset="0"/>
              </a:rPr>
              <a:t>B.</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không</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đều</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và</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có</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chiều</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từ</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trong</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ra</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ngoài</a:t>
            </a:r>
            <a:r>
              <a:rPr lang="en-US" sz="2400" dirty="0">
                <a:latin typeface="Times New Roman" pitchFamily="18" charset="0"/>
                <a:cs typeface="Times New Roman" pitchFamily="18" charset="0"/>
              </a:rPr>
              <a:t>.</a:t>
            </a:r>
          </a:p>
          <a:p>
            <a:pPr marL="0" indent="0">
              <a:buNone/>
            </a:pPr>
            <a:r>
              <a:rPr lang="en-US" sz="2400" b="1" dirty="0">
                <a:latin typeface="Times New Roman" pitchFamily="18" charset="0"/>
                <a:cs typeface="Times New Roman" pitchFamily="18" charset="0"/>
              </a:rPr>
              <a:t>C.</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đều</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và</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có</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chiều</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từ</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ngoài</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vào</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trong</a:t>
            </a:r>
            <a:r>
              <a:rPr lang="en-US" sz="2400" dirty="0">
                <a:latin typeface="Times New Roman" pitchFamily="18" charset="0"/>
                <a:cs typeface="Times New Roman" pitchFamily="18" charset="0"/>
              </a:rPr>
              <a:t>	</a:t>
            </a:r>
          </a:p>
          <a:p>
            <a:pPr marL="0" indent="0">
              <a:buNone/>
            </a:pPr>
            <a:r>
              <a:rPr lang="en-US" sz="2400" b="1" dirty="0">
                <a:latin typeface="Times New Roman" pitchFamily="18" charset="0"/>
                <a:cs typeface="Times New Roman" pitchFamily="18" charset="0"/>
              </a:rPr>
              <a:t>D.</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đều</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và</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có</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chiều</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từ</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trong</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ra</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ngoài</a:t>
            </a:r>
            <a:r>
              <a:rPr lang="en-US" sz="2400" dirty="0">
                <a:latin typeface="Times New Roman" pitchFamily="18" charset="0"/>
                <a:cs typeface="Times New Roman" pitchFamily="18" charset="0"/>
              </a:rPr>
              <a:t>. </a:t>
            </a:r>
          </a:p>
          <a:p>
            <a:endParaRPr lang="en-US" sz="2400" dirty="0">
              <a:latin typeface="Times New Roman" pitchFamily="18" charset="0"/>
              <a:cs typeface="Times New Roman" pitchFamily="18" charset="0"/>
            </a:endParaRPr>
          </a:p>
        </p:txBody>
      </p:sp>
      <p:sp>
        <p:nvSpPr>
          <p:cNvPr id="4" name="Oval 3"/>
          <p:cNvSpPr/>
          <p:nvPr/>
        </p:nvSpPr>
        <p:spPr>
          <a:xfrm>
            <a:off x="990600" y="3962400"/>
            <a:ext cx="2133600" cy="19050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5" name="Straight Arrow Connector 4"/>
          <p:cNvCxnSpPr/>
          <p:nvPr/>
        </p:nvCxnSpPr>
        <p:spPr>
          <a:xfrm rot="5400000" flipH="1" flipV="1">
            <a:off x="1579562" y="3983037"/>
            <a:ext cx="73025" cy="184150"/>
          </a:xfrm>
          <a:prstGeom prst="straightConnector1">
            <a:avLst/>
          </a:prstGeom>
          <a:ln w="38100">
            <a:solidFill>
              <a:srgbClr val="0808FC"/>
            </a:solidFill>
            <a:tailEnd type="stealth" w="lg" len="lg"/>
          </a:ln>
        </p:spPr>
        <p:style>
          <a:lnRef idx="1">
            <a:schemeClr val="accent1"/>
          </a:lnRef>
          <a:fillRef idx="0">
            <a:schemeClr val="accent1"/>
          </a:fillRef>
          <a:effectRef idx="0">
            <a:schemeClr val="accent1"/>
          </a:effectRef>
          <a:fontRef idx="minor">
            <a:schemeClr val="tx1"/>
          </a:fontRef>
        </p:style>
      </p:cxnSp>
      <p:pic>
        <p:nvPicPr>
          <p:cNvPr id="6" name="Picture 12" descr="E:\Work\Food Industry College\Dien-Tu truong\Hinh anh\Tu truong khong doi\Solenoid2.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0" y="3587050"/>
            <a:ext cx="3581400" cy="26556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6"/>
          <p:cNvSpPr/>
          <p:nvPr/>
        </p:nvSpPr>
        <p:spPr>
          <a:xfrm>
            <a:off x="1311274" y="3655414"/>
            <a:ext cx="304800" cy="457200"/>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a:latin typeface="Times New Roman" pitchFamily="18" charset="0"/>
                <a:cs typeface="Times New Roman" pitchFamily="18" charset="0"/>
              </a:rPr>
              <a:t>I</a:t>
            </a:r>
          </a:p>
        </p:txBody>
      </p:sp>
      <p:sp>
        <p:nvSpPr>
          <p:cNvPr id="8" name="Flowchart: Connector 7"/>
          <p:cNvSpPr/>
          <p:nvPr/>
        </p:nvSpPr>
        <p:spPr>
          <a:xfrm>
            <a:off x="1828800" y="4686299"/>
            <a:ext cx="457200" cy="457200"/>
          </a:xfrm>
          <a:prstGeom prst="flowChartConnector">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3600" b="1" dirty="0"/>
              <a:t>+</a:t>
            </a:r>
          </a:p>
        </p:txBody>
      </p:sp>
      <mc:AlternateContent xmlns:mc="http://schemas.openxmlformats.org/markup-compatibility/2006" xmlns:a14="http://schemas.microsoft.com/office/drawing/2010/main">
        <mc:Choice Requires="a14">
          <p:sp>
            <p:nvSpPr>
              <p:cNvPr id="9" name="Rectangle 8"/>
              <p:cNvSpPr/>
              <p:nvPr/>
            </p:nvSpPr>
            <p:spPr>
              <a:xfrm>
                <a:off x="2362200" y="4686299"/>
                <a:ext cx="304800" cy="457200"/>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acc>
                        <m:accPr>
                          <m:chr m:val="⃗"/>
                          <m:ctrlPr>
                            <a:rPr lang="en-US" i="1" smtClean="0">
                              <a:latin typeface="Cambria Math" panose="02040503050406030204" pitchFamily="18" charset="0"/>
                            </a:rPr>
                          </m:ctrlPr>
                        </m:accPr>
                        <m:e>
                          <m:r>
                            <a:rPr lang="en-US" b="1" i="0" smtClean="0">
                              <a:latin typeface="Cambria Math"/>
                            </a:rPr>
                            <m:t>𝐁</m:t>
                          </m:r>
                        </m:e>
                      </m:acc>
                    </m:oMath>
                  </m:oMathPara>
                </a14:m>
                <a:endParaRPr lang="en-US" dirty="0"/>
              </a:p>
            </p:txBody>
          </p:sp>
        </mc:Choice>
        <mc:Fallback xmlns="">
          <p:sp>
            <p:nvSpPr>
              <p:cNvPr id="9" name="Rectangle 8"/>
              <p:cNvSpPr>
                <a:spLocks noRot="1" noChangeAspect="1" noMove="1" noResize="1" noEditPoints="1" noAdjustHandles="1" noChangeArrowheads="1" noChangeShapeType="1" noTextEdit="1"/>
              </p:cNvSpPr>
              <p:nvPr/>
            </p:nvSpPr>
            <p:spPr>
              <a:xfrm>
                <a:off x="2362200" y="4686299"/>
                <a:ext cx="304800" cy="457200"/>
              </a:xfrm>
              <a:prstGeom prst="rect">
                <a:avLst/>
              </a:prstGeom>
              <a:blipFill rotWithShape="1">
                <a:blip r:embed="rId3"/>
                <a:stretch>
                  <a:fillRect l="-12000"/>
                </a:stretch>
              </a:blipFill>
              <a:ln>
                <a:noFill/>
              </a:ln>
            </p:spPr>
            <p:txBody>
              <a:bodyPr/>
              <a:lstStyle/>
              <a:p>
                <a:r>
                  <a:rPr lang="en-US">
                    <a:noFill/>
                  </a:rPr>
                  <a:t> </a:t>
                </a:r>
              </a:p>
            </p:txBody>
          </p:sp>
        </mc:Fallback>
      </mc:AlternateContent>
      <p:sp>
        <p:nvSpPr>
          <p:cNvPr id="2" name="Footer Placeholder 1">
            <a:extLst>
              <a:ext uri="{FF2B5EF4-FFF2-40B4-BE49-F238E27FC236}">
                <a16:creationId xmlns:a16="http://schemas.microsoft.com/office/drawing/2014/main" id="{4891AE83-AAA3-24BA-83C2-F98686AAA657}"/>
              </a:ext>
            </a:extLst>
          </p:cNvPr>
          <p:cNvSpPr>
            <a:spLocks noGrp="1"/>
          </p:cNvSpPr>
          <p:nvPr>
            <p:ph type="ftr" sz="quarter" idx="11"/>
          </p:nvPr>
        </p:nvSpPr>
        <p:spPr/>
        <p:txBody>
          <a:bodyPr/>
          <a:lstStyle/>
          <a:p>
            <a:pPr>
              <a:defRPr/>
            </a:pPr>
            <a:r>
              <a:rPr lang="en-US"/>
              <a:t>Bùi Quốc Trung - VLDC</a:t>
            </a:r>
          </a:p>
        </p:txBody>
      </p:sp>
      <p:sp>
        <p:nvSpPr>
          <p:cNvPr id="10" name="Slide Number Placeholder 9">
            <a:extLst>
              <a:ext uri="{FF2B5EF4-FFF2-40B4-BE49-F238E27FC236}">
                <a16:creationId xmlns:a16="http://schemas.microsoft.com/office/drawing/2014/main" id="{20165C55-A171-9917-9B10-41AA2187F804}"/>
              </a:ext>
            </a:extLst>
          </p:cNvPr>
          <p:cNvSpPr>
            <a:spLocks noGrp="1"/>
          </p:cNvSpPr>
          <p:nvPr>
            <p:ph type="sldNum" sz="quarter" idx="12"/>
          </p:nvPr>
        </p:nvSpPr>
        <p:spPr/>
        <p:txBody>
          <a:bodyPr/>
          <a:lstStyle/>
          <a:p>
            <a:pPr>
              <a:defRPr/>
            </a:pPr>
            <a:fld id="{DA0BBFDE-23F6-4D0C-90FC-3AED58BCB197}" type="slidenum">
              <a:rPr lang="en-US" smtClean="0"/>
              <a:pPr>
                <a:defRPr/>
              </a:pPr>
              <a:t>7</a:t>
            </a:fld>
            <a:endParaRPr lang="en-US" dirty="0"/>
          </a:p>
        </p:txBody>
      </p:sp>
    </p:spTree>
    <p:extLst>
      <p:ext uri="{BB962C8B-B14F-4D97-AF65-F5344CB8AC3E}">
        <p14:creationId xmlns:p14="http://schemas.microsoft.com/office/powerpoint/2010/main" val="22836909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heckerboard(across)">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arn(inVertical)">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down)">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6" presetClass="entr" presetSubtype="16"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circle(in)">
                                      <p:cBhvr>
                                        <p:cTn id="22" dur="20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18" presetClass="emph" presetSubtype="0" fill="hold" nodeType="clickEffect">
                                  <p:stCondLst>
                                    <p:cond delay="0"/>
                                  </p:stCondLst>
                                  <p:iterate type="lt">
                                    <p:tmPct val="4000"/>
                                  </p:iterate>
                                  <p:childTnLst>
                                    <p:set>
                                      <p:cBhvr override="childStyle">
                                        <p:cTn id="26" dur="500" fill="hold"/>
                                        <p:tgtEl>
                                          <p:spTgt spid="3">
                                            <p:txEl>
                                              <p:pRg st="3" end="3"/>
                                            </p:txEl>
                                          </p:spTgt>
                                        </p:tgtEl>
                                        <p:attrNameLst>
                                          <p:attrName>style.textDecorationUnderline</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8" grpId="0" animBg="1"/>
    </p:bldLst>
  </p:timing>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7" name="Rounded Rectangle 86"/>
          <p:cNvSpPr/>
          <p:nvPr/>
        </p:nvSpPr>
        <p:spPr>
          <a:xfrm>
            <a:off x="2046288" y="5334000"/>
            <a:ext cx="2051050" cy="1371600"/>
          </a:xfrm>
          <a:prstGeom prst="roundRect">
            <a:avLst/>
          </a:prstGeom>
          <a:solidFill>
            <a:srgbClr val="FFFF6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3200" b="1">
              <a:latin typeface="Times New Roman" pitchFamily="18" charset="0"/>
              <a:cs typeface="Times New Roman" pitchFamily="18" charset="0"/>
            </a:endParaRPr>
          </a:p>
        </p:txBody>
      </p:sp>
      <p:sp>
        <p:nvSpPr>
          <p:cNvPr id="7171" name="Rectangle 10"/>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latin typeface="Constantia" pitchFamily="18" charset="0"/>
            </a:endParaRPr>
          </a:p>
        </p:txBody>
      </p:sp>
      <p:sp>
        <p:nvSpPr>
          <p:cNvPr id="7172" name="Rectangle 15"/>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latin typeface="Constantia" pitchFamily="18" charset="0"/>
            </a:endParaRPr>
          </a:p>
        </p:txBody>
      </p:sp>
      <p:sp>
        <p:nvSpPr>
          <p:cNvPr id="7173" name="Rectangle 17"/>
          <p:cNvSpPr>
            <a:spLocks noChangeArrowheads="1"/>
          </p:cNvSpPr>
          <p:nvPr/>
        </p:nvSpPr>
        <p:spPr bwMode="auto">
          <a:xfrm>
            <a:off x="0" y="9715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latin typeface="Gill Sans MT" pitchFamily="34" charset="0"/>
            </a:endParaRPr>
          </a:p>
        </p:txBody>
      </p:sp>
      <p:sp>
        <p:nvSpPr>
          <p:cNvPr id="48" name="Title 1"/>
          <p:cNvSpPr txBox="1">
            <a:spLocks/>
          </p:cNvSpPr>
          <p:nvPr/>
        </p:nvSpPr>
        <p:spPr bwMode="auto">
          <a:xfrm>
            <a:off x="533400" y="4763"/>
            <a:ext cx="7010400" cy="839787"/>
          </a:xfrm>
          <a:prstGeom prst="rect">
            <a:avLst/>
          </a:prstGeom>
          <a:noFill/>
          <a:ln w="9525">
            <a:noFill/>
            <a:miter lim="800000"/>
            <a:headEnd/>
            <a:tailEnd/>
          </a:ln>
        </p:spPr>
        <p:txBody>
          <a:bodyPr lIns="0" rIns="0" bIns="0" anchor="b"/>
          <a:lstStyle/>
          <a:p>
            <a:pPr>
              <a:spcBef>
                <a:spcPts val="2400"/>
              </a:spcBef>
              <a:defRPr/>
            </a:pPr>
            <a:r>
              <a:rPr lang="en-US" sz="2400" b="1" dirty="0">
                <a:solidFill>
                  <a:srgbClr val="002060"/>
                </a:solidFill>
                <a:latin typeface="Times New Roman" pitchFamily="18" charset="0"/>
                <a:ea typeface="+mj-ea"/>
                <a:cs typeface="Times New Roman" pitchFamily="18" charset="0"/>
              </a:rPr>
              <a:t>9.1  TƯƠNG TÁC TỪ CỦA DÒNG ĐIỆN</a:t>
            </a:r>
            <a:br>
              <a:rPr lang="en-US" sz="2400" b="1" dirty="0">
                <a:solidFill>
                  <a:srgbClr val="002060"/>
                </a:solidFill>
                <a:latin typeface="Times New Roman" pitchFamily="18" charset="0"/>
                <a:ea typeface="+mj-ea"/>
                <a:cs typeface="Times New Roman" pitchFamily="18" charset="0"/>
              </a:rPr>
            </a:br>
            <a:r>
              <a:rPr lang="en-US" sz="2400" b="1" dirty="0">
                <a:solidFill>
                  <a:srgbClr val="002060"/>
                </a:solidFill>
                <a:latin typeface="Times New Roman" pitchFamily="18" charset="0"/>
                <a:ea typeface="+mj-ea"/>
                <a:cs typeface="Times New Roman" pitchFamily="18" charset="0"/>
              </a:rPr>
              <a:t>        ĐỊNH LUẬT BIO-SAVART-LAPLACE</a:t>
            </a:r>
          </a:p>
        </p:txBody>
      </p:sp>
      <p:sp>
        <p:nvSpPr>
          <p:cNvPr id="49" name="Content Placeholder 2"/>
          <p:cNvSpPr txBox="1">
            <a:spLocks/>
          </p:cNvSpPr>
          <p:nvPr/>
        </p:nvSpPr>
        <p:spPr bwMode="auto">
          <a:xfrm>
            <a:off x="609600" y="768350"/>
            <a:ext cx="6705600" cy="609600"/>
          </a:xfrm>
          <a:prstGeom prst="rect">
            <a:avLst/>
          </a:prstGeom>
          <a:noFill/>
          <a:ln w="9525">
            <a:noFill/>
            <a:miter lim="800000"/>
            <a:headEnd/>
            <a:tailEnd/>
          </a:ln>
        </p:spPr>
        <p:txBody>
          <a:bodyPr/>
          <a:lstStyle/>
          <a:p>
            <a:pPr marL="274320" indent="-274320" fontAlgn="auto">
              <a:spcBef>
                <a:spcPct val="20000"/>
              </a:spcBef>
              <a:spcAft>
                <a:spcPts val="0"/>
              </a:spcAft>
              <a:buClr>
                <a:schemeClr val="accent3"/>
              </a:buClr>
              <a:buSzPct val="95000"/>
              <a:defRPr/>
            </a:pPr>
            <a:r>
              <a:rPr lang="en-US" sz="3200" b="1" dirty="0">
                <a:solidFill>
                  <a:srgbClr val="080CA8"/>
                </a:solidFill>
                <a:latin typeface="Times New Roman" pitchFamily="18" charset="0"/>
                <a:cs typeface="Times New Roman" pitchFamily="18" charset="0"/>
              </a:rPr>
              <a:t>9.1.2  </a:t>
            </a:r>
            <a:r>
              <a:rPr lang="en-US" sz="3200" b="1" u="sng" dirty="0" err="1">
                <a:solidFill>
                  <a:srgbClr val="080CA8"/>
                </a:solidFill>
                <a:latin typeface="Times New Roman" pitchFamily="18" charset="0"/>
                <a:cs typeface="Times New Roman" pitchFamily="18" charset="0"/>
              </a:rPr>
              <a:t>Định</a:t>
            </a:r>
            <a:r>
              <a:rPr lang="en-US" sz="3200" b="1" u="sng" dirty="0">
                <a:solidFill>
                  <a:srgbClr val="080CA8"/>
                </a:solidFill>
                <a:latin typeface="Times New Roman" pitchFamily="18" charset="0"/>
                <a:cs typeface="Times New Roman" pitchFamily="18" charset="0"/>
              </a:rPr>
              <a:t> </a:t>
            </a:r>
            <a:r>
              <a:rPr lang="en-US" sz="3200" b="1" u="sng" dirty="0" err="1">
                <a:solidFill>
                  <a:srgbClr val="080CA8"/>
                </a:solidFill>
                <a:latin typeface="Times New Roman" pitchFamily="18" charset="0"/>
                <a:cs typeface="Times New Roman" pitchFamily="18" charset="0"/>
              </a:rPr>
              <a:t>luật</a:t>
            </a:r>
            <a:r>
              <a:rPr lang="en-US" sz="3200" b="1" u="sng" dirty="0">
                <a:solidFill>
                  <a:srgbClr val="080CA8"/>
                </a:solidFill>
                <a:latin typeface="Times New Roman" pitchFamily="18" charset="0"/>
                <a:cs typeface="Times New Roman" pitchFamily="18" charset="0"/>
              </a:rPr>
              <a:t> Bio-Savart-Laplace</a:t>
            </a:r>
          </a:p>
        </p:txBody>
      </p:sp>
      <p:sp>
        <p:nvSpPr>
          <p:cNvPr id="51" name="TextBox 50"/>
          <p:cNvSpPr txBox="1">
            <a:spLocks noChangeArrowheads="1"/>
          </p:cNvSpPr>
          <p:nvPr/>
        </p:nvSpPr>
        <p:spPr bwMode="auto">
          <a:xfrm>
            <a:off x="533400" y="1295400"/>
            <a:ext cx="67818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3200" b="1">
                <a:solidFill>
                  <a:srgbClr val="002060"/>
                </a:solidFill>
                <a:latin typeface="Times New Roman" pitchFamily="18" charset="0"/>
                <a:cs typeface="Times New Roman" pitchFamily="18" charset="0"/>
              </a:rPr>
              <a:t>Nguyên lý chồng chất t</a:t>
            </a:r>
            <a:r>
              <a:rPr lang="vi-VN" sz="3200" b="1">
                <a:solidFill>
                  <a:srgbClr val="002060"/>
                </a:solidFill>
                <a:latin typeface="Times New Roman" pitchFamily="18" charset="0"/>
                <a:cs typeface="Times New Roman" pitchFamily="18" charset="0"/>
              </a:rPr>
              <a:t>ừ </a:t>
            </a:r>
            <a:r>
              <a:rPr lang="en-US" sz="3200" b="1">
                <a:solidFill>
                  <a:srgbClr val="002060"/>
                </a:solidFill>
                <a:latin typeface="Times New Roman" pitchFamily="18" charset="0"/>
                <a:cs typeface="Times New Roman" pitchFamily="18" charset="0"/>
              </a:rPr>
              <a:t>tr</a:t>
            </a:r>
            <a:r>
              <a:rPr lang="vi-VN" sz="3200" b="1">
                <a:solidFill>
                  <a:srgbClr val="002060"/>
                </a:solidFill>
                <a:latin typeface="Times New Roman" pitchFamily="18" charset="0"/>
                <a:cs typeface="Times New Roman" pitchFamily="18" charset="0"/>
              </a:rPr>
              <a:t>ường</a:t>
            </a:r>
            <a:endParaRPr lang="en-US" sz="3200" b="1">
              <a:solidFill>
                <a:srgbClr val="002060"/>
              </a:solidFill>
              <a:latin typeface="Times New Roman" pitchFamily="18" charset="0"/>
              <a:cs typeface="Times New Roman" pitchFamily="18" charset="0"/>
            </a:endParaRPr>
          </a:p>
        </p:txBody>
      </p:sp>
      <p:sp>
        <p:nvSpPr>
          <p:cNvPr id="52" name="Content Placeholder 2"/>
          <p:cNvSpPr txBox="1">
            <a:spLocks/>
          </p:cNvSpPr>
          <p:nvPr/>
        </p:nvSpPr>
        <p:spPr bwMode="auto">
          <a:xfrm>
            <a:off x="217488" y="2057400"/>
            <a:ext cx="5715000" cy="609600"/>
          </a:xfrm>
          <a:prstGeom prst="rect">
            <a:avLst/>
          </a:prstGeom>
          <a:noFill/>
          <a:ln w="9525">
            <a:noFill/>
            <a:miter lim="800000"/>
            <a:headEnd/>
            <a:tailEnd/>
          </a:ln>
        </p:spPr>
        <p:txBody>
          <a:bodyPr/>
          <a:lstStyle/>
          <a:p>
            <a:pPr marL="274320" indent="-274320" fontAlgn="auto">
              <a:spcBef>
                <a:spcPct val="20000"/>
              </a:spcBef>
              <a:spcAft>
                <a:spcPts val="0"/>
              </a:spcAft>
              <a:buClr>
                <a:schemeClr val="accent3"/>
              </a:buClr>
              <a:buSzPct val="95000"/>
              <a:defRPr/>
            </a:pPr>
            <a:r>
              <a:rPr lang="en-US" sz="3200" b="1">
                <a:solidFill>
                  <a:srgbClr val="FF0000"/>
                </a:solidFill>
                <a:latin typeface="Times New Roman" pitchFamily="18" charset="0"/>
                <a:cs typeface="Times New Roman" pitchFamily="18" charset="0"/>
              </a:rPr>
              <a:t>_Từ </a:t>
            </a:r>
            <a:r>
              <a:rPr lang="en-US" sz="3200" b="1" dirty="0" err="1">
                <a:solidFill>
                  <a:srgbClr val="FF0000"/>
                </a:solidFill>
                <a:latin typeface="Times New Roman" pitchFamily="18" charset="0"/>
                <a:cs typeface="Times New Roman" pitchFamily="18" charset="0"/>
              </a:rPr>
              <a:t>tr</a:t>
            </a:r>
            <a:r>
              <a:rPr lang="vi-VN" sz="3200" b="1" dirty="0">
                <a:solidFill>
                  <a:srgbClr val="FF0000"/>
                </a:solidFill>
                <a:latin typeface="Times New Roman" pitchFamily="18" charset="0"/>
                <a:cs typeface="Times New Roman" pitchFamily="18" charset="0"/>
              </a:rPr>
              <a:t>ường</a:t>
            </a:r>
            <a:r>
              <a:rPr lang="en-US" sz="3200" b="1" dirty="0">
                <a:solidFill>
                  <a:srgbClr val="FF0000"/>
                </a:solidFill>
                <a:latin typeface="Times New Roman" pitchFamily="18" charset="0"/>
                <a:cs typeface="Times New Roman" pitchFamily="18" charset="0"/>
              </a:rPr>
              <a:t> </a:t>
            </a:r>
            <a:r>
              <a:rPr lang="en-US" sz="3200" b="1" dirty="0" err="1">
                <a:solidFill>
                  <a:srgbClr val="FF0000"/>
                </a:solidFill>
                <a:latin typeface="Times New Roman" pitchFamily="18" charset="0"/>
                <a:cs typeface="Times New Roman" pitchFamily="18" charset="0"/>
              </a:rPr>
              <a:t>gây</a:t>
            </a:r>
            <a:r>
              <a:rPr lang="en-US" sz="3200" b="1" dirty="0">
                <a:solidFill>
                  <a:srgbClr val="FF0000"/>
                </a:solidFill>
                <a:latin typeface="Times New Roman" pitchFamily="18" charset="0"/>
                <a:cs typeface="Times New Roman" pitchFamily="18" charset="0"/>
              </a:rPr>
              <a:t> </a:t>
            </a:r>
            <a:r>
              <a:rPr lang="en-US" sz="3200" b="1" dirty="0" err="1">
                <a:solidFill>
                  <a:srgbClr val="FF0000"/>
                </a:solidFill>
                <a:latin typeface="Times New Roman" pitchFamily="18" charset="0"/>
                <a:cs typeface="Times New Roman" pitchFamily="18" charset="0"/>
              </a:rPr>
              <a:t>bởi</a:t>
            </a:r>
            <a:r>
              <a:rPr lang="en-US" sz="3200" b="1" dirty="0">
                <a:solidFill>
                  <a:srgbClr val="FF0000"/>
                </a:solidFill>
                <a:latin typeface="Times New Roman" pitchFamily="18" charset="0"/>
                <a:cs typeface="Times New Roman" pitchFamily="18" charset="0"/>
              </a:rPr>
              <a:t> </a:t>
            </a:r>
            <a:r>
              <a:rPr lang="en-US" sz="3200" b="1" dirty="0" err="1">
                <a:solidFill>
                  <a:srgbClr val="FF0000"/>
                </a:solidFill>
                <a:latin typeface="Times New Roman" pitchFamily="18" charset="0"/>
                <a:cs typeface="Times New Roman" pitchFamily="18" charset="0"/>
              </a:rPr>
              <a:t>dòng</a:t>
            </a:r>
            <a:r>
              <a:rPr lang="en-US" sz="3200" b="1" dirty="0">
                <a:solidFill>
                  <a:srgbClr val="FF0000"/>
                </a:solidFill>
                <a:latin typeface="Times New Roman" pitchFamily="18" charset="0"/>
                <a:cs typeface="Times New Roman" pitchFamily="18" charset="0"/>
              </a:rPr>
              <a:t> </a:t>
            </a:r>
            <a:r>
              <a:rPr lang="vi-VN" sz="3200" b="1">
                <a:solidFill>
                  <a:srgbClr val="FF0000"/>
                </a:solidFill>
                <a:latin typeface="Times New Roman" pitchFamily="18" charset="0"/>
                <a:cs typeface="Times New Roman" pitchFamily="18" charset="0"/>
              </a:rPr>
              <a:t>đ</a:t>
            </a:r>
            <a:r>
              <a:rPr lang="en-US" sz="3200" b="1">
                <a:solidFill>
                  <a:srgbClr val="FF0000"/>
                </a:solidFill>
                <a:latin typeface="Times New Roman" pitchFamily="18" charset="0"/>
                <a:cs typeface="Times New Roman" pitchFamily="18" charset="0"/>
              </a:rPr>
              <a:t>iện:</a:t>
            </a:r>
            <a:endParaRPr lang="en-US" sz="3200" b="1" dirty="0">
              <a:solidFill>
                <a:srgbClr val="FF0000"/>
              </a:solidFill>
              <a:latin typeface="Times New Roman" pitchFamily="18" charset="0"/>
              <a:cs typeface="Times New Roman" pitchFamily="18" charset="0"/>
            </a:endParaRPr>
          </a:p>
        </p:txBody>
      </p:sp>
      <p:graphicFrame>
        <p:nvGraphicFramePr>
          <p:cNvPr id="1058" name="Object 34"/>
          <p:cNvGraphicFramePr>
            <a:graphicFrameLocks noChangeAspect="1"/>
          </p:cNvGraphicFramePr>
          <p:nvPr/>
        </p:nvGraphicFramePr>
        <p:xfrm>
          <a:off x="6172200" y="2036763"/>
          <a:ext cx="1981200" cy="1073150"/>
        </p:xfrm>
        <a:graphic>
          <a:graphicData uri="http://schemas.openxmlformats.org/presentationml/2006/ole">
            <mc:AlternateContent xmlns:mc="http://schemas.openxmlformats.org/markup-compatibility/2006">
              <mc:Choice xmlns:v="urn:schemas-microsoft-com:vml" Requires="v">
                <p:oleObj name="Equation" r:id="rId2" imgW="672808" imgH="380835" progId="Equation.3">
                  <p:embed/>
                </p:oleObj>
              </mc:Choice>
              <mc:Fallback>
                <p:oleObj name="Equation" r:id="rId2" imgW="672808" imgH="380835" progId="Equation.3">
                  <p:embed/>
                  <p:pic>
                    <p:nvPicPr>
                      <p:cNvPr id="0" name="Object 3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72200" y="2036763"/>
                        <a:ext cx="1981200" cy="1073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9" name="Content Placeholder 2"/>
          <p:cNvSpPr txBox="1">
            <a:spLocks/>
          </p:cNvSpPr>
          <p:nvPr/>
        </p:nvSpPr>
        <p:spPr bwMode="auto">
          <a:xfrm>
            <a:off x="228600" y="3124200"/>
            <a:ext cx="6215063" cy="609600"/>
          </a:xfrm>
          <a:prstGeom prst="rect">
            <a:avLst/>
          </a:prstGeom>
          <a:noFill/>
          <a:ln w="9525">
            <a:noFill/>
            <a:miter lim="800000"/>
            <a:headEnd/>
            <a:tailEnd/>
          </a:ln>
        </p:spPr>
        <p:txBody>
          <a:bodyPr/>
          <a:lstStyle/>
          <a:p>
            <a:pPr marL="274320" indent="-274320" fontAlgn="auto">
              <a:spcBef>
                <a:spcPct val="20000"/>
              </a:spcBef>
              <a:spcAft>
                <a:spcPts val="0"/>
              </a:spcAft>
              <a:buClr>
                <a:schemeClr val="accent3"/>
              </a:buClr>
              <a:buSzPct val="95000"/>
              <a:defRPr/>
            </a:pPr>
            <a:r>
              <a:rPr lang="en-US" sz="3200" b="1">
                <a:solidFill>
                  <a:srgbClr val="FF0000"/>
                </a:solidFill>
                <a:latin typeface="Times New Roman" pitchFamily="18" charset="0"/>
                <a:cs typeface="Times New Roman" pitchFamily="18" charset="0"/>
              </a:rPr>
              <a:t>_Từ </a:t>
            </a:r>
            <a:r>
              <a:rPr lang="en-US" sz="3200" b="1" dirty="0" err="1">
                <a:solidFill>
                  <a:srgbClr val="FF0000"/>
                </a:solidFill>
                <a:latin typeface="Times New Roman" pitchFamily="18" charset="0"/>
                <a:cs typeface="Times New Roman" pitchFamily="18" charset="0"/>
              </a:rPr>
              <a:t>tr</a:t>
            </a:r>
            <a:r>
              <a:rPr lang="vi-VN" sz="3200" b="1" dirty="0">
                <a:solidFill>
                  <a:srgbClr val="FF0000"/>
                </a:solidFill>
                <a:latin typeface="Times New Roman" pitchFamily="18" charset="0"/>
                <a:cs typeface="Times New Roman" pitchFamily="18" charset="0"/>
              </a:rPr>
              <a:t>ường</a:t>
            </a:r>
            <a:r>
              <a:rPr lang="en-US" sz="3200" b="1" dirty="0">
                <a:solidFill>
                  <a:srgbClr val="FF0000"/>
                </a:solidFill>
                <a:latin typeface="Times New Roman" pitchFamily="18" charset="0"/>
                <a:cs typeface="Times New Roman" pitchFamily="18" charset="0"/>
              </a:rPr>
              <a:t> </a:t>
            </a:r>
            <a:r>
              <a:rPr lang="en-US" sz="3200" b="1" dirty="0" err="1">
                <a:solidFill>
                  <a:srgbClr val="FF0000"/>
                </a:solidFill>
                <a:latin typeface="Times New Roman" pitchFamily="18" charset="0"/>
                <a:cs typeface="Times New Roman" pitchFamily="18" charset="0"/>
              </a:rPr>
              <a:t>gây</a:t>
            </a:r>
            <a:r>
              <a:rPr lang="en-US" sz="3200" b="1" dirty="0">
                <a:solidFill>
                  <a:srgbClr val="FF0000"/>
                </a:solidFill>
                <a:latin typeface="Times New Roman" pitchFamily="18" charset="0"/>
                <a:cs typeface="Times New Roman" pitchFamily="18" charset="0"/>
              </a:rPr>
              <a:t> </a:t>
            </a:r>
            <a:r>
              <a:rPr lang="en-US" sz="3200" b="1" dirty="0" err="1">
                <a:solidFill>
                  <a:srgbClr val="FF0000"/>
                </a:solidFill>
                <a:latin typeface="Times New Roman" pitchFamily="18" charset="0"/>
                <a:cs typeface="Times New Roman" pitchFamily="18" charset="0"/>
              </a:rPr>
              <a:t>bởi</a:t>
            </a:r>
            <a:r>
              <a:rPr lang="en-US" sz="3200" b="1" dirty="0">
                <a:solidFill>
                  <a:srgbClr val="FF0000"/>
                </a:solidFill>
                <a:latin typeface="Times New Roman" pitchFamily="18" charset="0"/>
                <a:cs typeface="Times New Roman" pitchFamily="18" charset="0"/>
              </a:rPr>
              <a:t> N </a:t>
            </a:r>
            <a:r>
              <a:rPr lang="en-US" sz="3200" b="1" dirty="0" err="1">
                <a:solidFill>
                  <a:srgbClr val="FF0000"/>
                </a:solidFill>
                <a:latin typeface="Times New Roman" pitchFamily="18" charset="0"/>
                <a:cs typeface="Times New Roman" pitchFamily="18" charset="0"/>
              </a:rPr>
              <a:t>dòng</a:t>
            </a:r>
            <a:r>
              <a:rPr lang="en-US" sz="3200" b="1" dirty="0">
                <a:solidFill>
                  <a:srgbClr val="FF0000"/>
                </a:solidFill>
                <a:latin typeface="Times New Roman" pitchFamily="18" charset="0"/>
                <a:cs typeface="Times New Roman" pitchFamily="18" charset="0"/>
              </a:rPr>
              <a:t> </a:t>
            </a:r>
            <a:r>
              <a:rPr lang="vi-VN" sz="3200" b="1">
                <a:solidFill>
                  <a:srgbClr val="FF0000"/>
                </a:solidFill>
                <a:latin typeface="Times New Roman" pitchFamily="18" charset="0"/>
                <a:cs typeface="Times New Roman" pitchFamily="18" charset="0"/>
              </a:rPr>
              <a:t>đ</a:t>
            </a:r>
            <a:r>
              <a:rPr lang="en-US" sz="3200" b="1">
                <a:solidFill>
                  <a:srgbClr val="FF0000"/>
                </a:solidFill>
                <a:latin typeface="Times New Roman" pitchFamily="18" charset="0"/>
                <a:cs typeface="Times New Roman" pitchFamily="18" charset="0"/>
              </a:rPr>
              <a:t>iện:</a:t>
            </a:r>
            <a:endParaRPr lang="en-US" sz="3200" b="1" dirty="0">
              <a:solidFill>
                <a:srgbClr val="FF0000"/>
              </a:solidFill>
              <a:latin typeface="Times New Roman" pitchFamily="18" charset="0"/>
              <a:cs typeface="Times New Roman" pitchFamily="18" charset="0"/>
            </a:endParaRPr>
          </a:p>
        </p:txBody>
      </p:sp>
      <p:graphicFrame>
        <p:nvGraphicFramePr>
          <p:cNvPr id="1059" name="Object 35"/>
          <p:cNvGraphicFramePr>
            <a:graphicFrameLocks noChangeAspect="1"/>
          </p:cNvGraphicFramePr>
          <p:nvPr/>
        </p:nvGraphicFramePr>
        <p:xfrm>
          <a:off x="6200775" y="2795588"/>
          <a:ext cx="1927225" cy="1390650"/>
        </p:xfrm>
        <a:graphic>
          <a:graphicData uri="http://schemas.openxmlformats.org/presentationml/2006/ole">
            <mc:AlternateContent xmlns:mc="http://schemas.openxmlformats.org/markup-compatibility/2006">
              <mc:Choice xmlns:v="urn:schemas-microsoft-com:vml" Requires="v">
                <p:oleObj name="Equation" r:id="rId4" imgW="672808" imgH="507780" progId="Equation.DSMT4">
                  <p:embed/>
                </p:oleObj>
              </mc:Choice>
              <mc:Fallback>
                <p:oleObj name="Equation" r:id="rId4" imgW="672808" imgH="507780" progId="Equation.DSMT4">
                  <p:embed/>
                  <p:pic>
                    <p:nvPicPr>
                      <p:cNvPr id="0" name="Object 3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200775" y="2795588"/>
                        <a:ext cx="1927225" cy="1390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6" name="Content Placeholder 2"/>
          <p:cNvSpPr txBox="1">
            <a:spLocks/>
          </p:cNvSpPr>
          <p:nvPr/>
        </p:nvSpPr>
        <p:spPr bwMode="auto">
          <a:xfrm>
            <a:off x="2057400" y="3962400"/>
            <a:ext cx="7086600" cy="609600"/>
          </a:xfrm>
          <a:prstGeom prst="rect">
            <a:avLst/>
          </a:prstGeom>
          <a:noFill/>
          <a:ln w="9525">
            <a:noFill/>
            <a:miter lim="800000"/>
            <a:headEnd/>
            <a:tailEnd/>
          </a:ln>
        </p:spPr>
        <p:txBody>
          <a:bodyPr/>
          <a:lstStyle/>
          <a:p>
            <a:pPr marL="274320" indent="-274320" fontAlgn="auto">
              <a:spcBef>
                <a:spcPct val="20000"/>
              </a:spcBef>
              <a:spcAft>
                <a:spcPts val="0"/>
              </a:spcAft>
              <a:buClr>
                <a:schemeClr val="accent3"/>
              </a:buClr>
              <a:buSzPct val="95000"/>
              <a:defRPr/>
            </a:pPr>
            <a:r>
              <a:rPr lang="en-US" sz="3200" b="1">
                <a:latin typeface="Times New Roman" pitchFamily="18" charset="0"/>
                <a:cs typeface="Times New Roman" pitchFamily="18" charset="0"/>
              </a:rPr>
              <a:t>(</a:t>
            </a:r>
            <a:r>
              <a:rPr lang="en-US" sz="3200" b="1" i="1">
                <a:latin typeface="Times New Roman" pitchFamily="18" charset="0"/>
                <a:cs typeface="Times New Roman" pitchFamily="18" charset="0"/>
              </a:rPr>
              <a:t>B</a:t>
            </a:r>
            <a:r>
              <a:rPr lang="en-US" sz="3200" b="1" i="1" baseline="-25000">
                <a:latin typeface="Times New Roman" pitchFamily="18" charset="0"/>
                <a:cs typeface="Times New Roman" pitchFamily="18" charset="0"/>
              </a:rPr>
              <a:t>i</a:t>
            </a:r>
            <a:r>
              <a:rPr lang="en-US" sz="3200" b="1" i="1">
                <a:latin typeface="Times New Roman" pitchFamily="18" charset="0"/>
                <a:cs typeface="Times New Roman" pitchFamily="18" charset="0"/>
              </a:rPr>
              <a:t>: </a:t>
            </a:r>
            <a:r>
              <a:rPr lang="en-US" sz="3200" b="1" i="1" dirty="0" err="1">
                <a:latin typeface="Times New Roman" pitchFamily="18" charset="0"/>
                <a:cs typeface="Times New Roman" pitchFamily="18" charset="0"/>
              </a:rPr>
              <a:t>từ</a:t>
            </a:r>
            <a:r>
              <a:rPr lang="en-US" sz="3200" b="1" i="1" dirty="0">
                <a:latin typeface="Times New Roman" pitchFamily="18" charset="0"/>
                <a:cs typeface="Times New Roman" pitchFamily="18" charset="0"/>
              </a:rPr>
              <a:t> </a:t>
            </a:r>
            <a:r>
              <a:rPr lang="en-US" sz="3200" b="1" i="1" dirty="0" err="1">
                <a:latin typeface="Times New Roman" pitchFamily="18" charset="0"/>
                <a:cs typeface="Times New Roman" pitchFamily="18" charset="0"/>
              </a:rPr>
              <a:t>tr</a:t>
            </a:r>
            <a:r>
              <a:rPr lang="vi-VN" sz="3200" b="1" i="1" dirty="0">
                <a:latin typeface="Times New Roman" pitchFamily="18" charset="0"/>
                <a:cs typeface="Times New Roman" pitchFamily="18" charset="0"/>
              </a:rPr>
              <a:t>ường</a:t>
            </a:r>
            <a:r>
              <a:rPr lang="en-US" sz="3200" b="1" i="1" dirty="0">
                <a:latin typeface="Times New Roman" pitchFamily="18" charset="0"/>
                <a:cs typeface="Times New Roman" pitchFamily="18" charset="0"/>
              </a:rPr>
              <a:t> </a:t>
            </a:r>
            <a:r>
              <a:rPr lang="en-US" sz="3200" b="1" i="1" dirty="0" err="1">
                <a:latin typeface="Times New Roman" pitchFamily="18" charset="0"/>
                <a:cs typeface="Times New Roman" pitchFamily="18" charset="0"/>
              </a:rPr>
              <a:t>gây</a:t>
            </a:r>
            <a:r>
              <a:rPr lang="en-US" sz="3200" b="1" i="1" dirty="0">
                <a:latin typeface="Times New Roman" pitchFamily="18" charset="0"/>
                <a:cs typeface="Times New Roman" pitchFamily="18" charset="0"/>
              </a:rPr>
              <a:t> </a:t>
            </a:r>
            <a:r>
              <a:rPr lang="en-US" sz="3200" b="1" i="1" dirty="0" err="1">
                <a:latin typeface="Times New Roman" pitchFamily="18" charset="0"/>
                <a:cs typeface="Times New Roman" pitchFamily="18" charset="0"/>
              </a:rPr>
              <a:t>bởi</a:t>
            </a:r>
            <a:r>
              <a:rPr lang="en-US" sz="3200" b="1" i="1" dirty="0">
                <a:latin typeface="Times New Roman" pitchFamily="18" charset="0"/>
                <a:cs typeface="Times New Roman" pitchFamily="18" charset="0"/>
              </a:rPr>
              <a:t> </a:t>
            </a:r>
            <a:r>
              <a:rPr lang="en-US" sz="3200" b="1" i="1" dirty="0" err="1">
                <a:latin typeface="Times New Roman" pitchFamily="18" charset="0"/>
                <a:cs typeface="Times New Roman" pitchFamily="18" charset="0"/>
              </a:rPr>
              <a:t>dòng</a:t>
            </a:r>
            <a:r>
              <a:rPr lang="en-US" sz="3200" b="1" i="1" dirty="0">
                <a:latin typeface="Times New Roman" pitchFamily="18" charset="0"/>
                <a:cs typeface="Times New Roman" pitchFamily="18" charset="0"/>
              </a:rPr>
              <a:t> </a:t>
            </a:r>
            <a:r>
              <a:rPr lang="vi-VN" sz="3200" b="1" i="1" dirty="0">
                <a:latin typeface="Times New Roman" pitchFamily="18" charset="0"/>
                <a:cs typeface="Times New Roman" pitchFamily="18" charset="0"/>
              </a:rPr>
              <a:t>đ</a:t>
            </a:r>
            <a:r>
              <a:rPr lang="en-US" sz="3200" b="1" i="1" dirty="0" err="1">
                <a:latin typeface="Times New Roman" pitchFamily="18" charset="0"/>
                <a:cs typeface="Times New Roman" pitchFamily="18" charset="0"/>
              </a:rPr>
              <a:t>iện</a:t>
            </a:r>
            <a:r>
              <a:rPr lang="en-US" sz="3200" b="1" i="1" dirty="0">
                <a:latin typeface="Times New Roman" pitchFamily="18" charset="0"/>
                <a:cs typeface="Times New Roman" pitchFamily="18" charset="0"/>
              </a:rPr>
              <a:t> </a:t>
            </a:r>
            <a:r>
              <a:rPr lang="en-US" sz="3200" b="1" i="1" dirty="0" err="1">
                <a:latin typeface="Times New Roman" pitchFamily="18" charset="0"/>
                <a:cs typeface="Times New Roman" pitchFamily="18" charset="0"/>
              </a:rPr>
              <a:t>th</a:t>
            </a:r>
            <a:r>
              <a:rPr lang="vi-VN" sz="3200" b="1" i="1" dirty="0">
                <a:latin typeface="Times New Roman" pitchFamily="18" charset="0"/>
                <a:cs typeface="Times New Roman" pitchFamily="18" charset="0"/>
              </a:rPr>
              <a:t>ứ</a:t>
            </a:r>
            <a:r>
              <a:rPr lang="en-US" sz="3200" b="1" i="1" dirty="0">
                <a:latin typeface="Times New Roman" pitchFamily="18" charset="0"/>
                <a:cs typeface="Times New Roman" pitchFamily="18" charset="0"/>
              </a:rPr>
              <a:t> </a:t>
            </a:r>
            <a:r>
              <a:rPr lang="en-US" sz="3200" b="1" i="1" dirty="0" err="1">
                <a:latin typeface="Times New Roman" pitchFamily="18" charset="0"/>
                <a:cs typeface="Times New Roman" pitchFamily="18" charset="0"/>
              </a:rPr>
              <a:t>i</a:t>
            </a:r>
            <a:r>
              <a:rPr lang="en-US" sz="3200" b="1" dirty="0">
                <a:latin typeface="Times New Roman" pitchFamily="18" charset="0"/>
                <a:cs typeface="Times New Roman" pitchFamily="18" charset="0"/>
              </a:rPr>
              <a:t>)</a:t>
            </a:r>
          </a:p>
        </p:txBody>
      </p:sp>
      <p:sp>
        <p:nvSpPr>
          <p:cNvPr id="86" name="Content Placeholder 2"/>
          <p:cNvSpPr txBox="1">
            <a:spLocks/>
          </p:cNvSpPr>
          <p:nvPr/>
        </p:nvSpPr>
        <p:spPr bwMode="auto">
          <a:xfrm>
            <a:off x="685800" y="4648200"/>
            <a:ext cx="6248400" cy="609600"/>
          </a:xfrm>
          <a:prstGeom prst="rect">
            <a:avLst/>
          </a:prstGeom>
          <a:noFill/>
          <a:ln w="9525">
            <a:noFill/>
            <a:miter lim="800000"/>
            <a:headEnd/>
            <a:tailEnd/>
          </a:ln>
        </p:spPr>
        <p:txBody>
          <a:bodyPr/>
          <a:lstStyle/>
          <a:p>
            <a:pPr marL="274320" indent="-274320" fontAlgn="auto">
              <a:spcBef>
                <a:spcPct val="20000"/>
              </a:spcBef>
              <a:spcAft>
                <a:spcPts val="0"/>
              </a:spcAft>
              <a:buClr>
                <a:schemeClr val="accent3"/>
              </a:buClr>
              <a:buSzPct val="95000"/>
              <a:defRPr/>
            </a:pPr>
            <a:r>
              <a:rPr lang="en-US" sz="3200" b="1" dirty="0">
                <a:solidFill>
                  <a:srgbClr val="080CA8"/>
                </a:solidFill>
                <a:latin typeface="Times New Roman" pitchFamily="18" charset="0"/>
                <a:cs typeface="Times New Roman" pitchFamily="18" charset="0"/>
              </a:rPr>
              <a:t>9.1.3  </a:t>
            </a:r>
            <a:r>
              <a:rPr lang="en-US" sz="3200" b="1" u="sng" dirty="0" err="1">
                <a:solidFill>
                  <a:srgbClr val="080CA8"/>
                </a:solidFill>
                <a:latin typeface="Times New Roman" pitchFamily="18" charset="0"/>
                <a:cs typeface="Times New Roman" pitchFamily="18" charset="0"/>
              </a:rPr>
              <a:t>Vect</a:t>
            </a:r>
            <a:r>
              <a:rPr lang="vi-VN" sz="3200" b="1" u="sng" dirty="0">
                <a:solidFill>
                  <a:srgbClr val="080CA8"/>
                </a:solidFill>
                <a:latin typeface="Times New Roman" pitchFamily="18" charset="0"/>
                <a:cs typeface="Times New Roman" pitchFamily="18" charset="0"/>
              </a:rPr>
              <a:t>ơ</a:t>
            </a:r>
            <a:r>
              <a:rPr lang="en-US" sz="3200" b="1" u="sng" dirty="0">
                <a:solidFill>
                  <a:srgbClr val="080CA8"/>
                </a:solidFill>
                <a:latin typeface="Times New Roman" pitchFamily="18" charset="0"/>
                <a:cs typeface="Times New Roman" pitchFamily="18" charset="0"/>
              </a:rPr>
              <a:t> C</a:t>
            </a:r>
            <a:r>
              <a:rPr lang="vi-VN" sz="3200" b="1" u="sng" dirty="0">
                <a:solidFill>
                  <a:srgbClr val="080CA8"/>
                </a:solidFill>
                <a:latin typeface="Times New Roman" pitchFamily="18" charset="0"/>
                <a:cs typeface="Times New Roman" pitchFamily="18" charset="0"/>
              </a:rPr>
              <a:t>ường</a:t>
            </a:r>
            <a:r>
              <a:rPr lang="en-US" sz="3200" b="1" u="sng" dirty="0">
                <a:solidFill>
                  <a:srgbClr val="080CA8"/>
                </a:solidFill>
                <a:latin typeface="Times New Roman" pitchFamily="18" charset="0"/>
                <a:cs typeface="Times New Roman" pitchFamily="18" charset="0"/>
              </a:rPr>
              <a:t> </a:t>
            </a:r>
            <a:r>
              <a:rPr lang="vi-VN" sz="3200" b="1" u="sng" dirty="0">
                <a:solidFill>
                  <a:srgbClr val="080CA8"/>
                </a:solidFill>
                <a:latin typeface="Times New Roman" pitchFamily="18" charset="0"/>
                <a:cs typeface="Times New Roman" pitchFamily="18" charset="0"/>
              </a:rPr>
              <a:t>độ</a:t>
            </a:r>
            <a:r>
              <a:rPr lang="en-US" sz="3200" b="1" u="sng" dirty="0">
                <a:solidFill>
                  <a:srgbClr val="080CA8"/>
                </a:solidFill>
                <a:latin typeface="Times New Roman" pitchFamily="18" charset="0"/>
                <a:cs typeface="Times New Roman" pitchFamily="18" charset="0"/>
              </a:rPr>
              <a:t> t</a:t>
            </a:r>
            <a:r>
              <a:rPr lang="vi-VN" sz="3200" b="1" u="sng" dirty="0">
                <a:solidFill>
                  <a:srgbClr val="080CA8"/>
                </a:solidFill>
                <a:latin typeface="Times New Roman" pitchFamily="18" charset="0"/>
                <a:cs typeface="Times New Roman" pitchFamily="18" charset="0"/>
              </a:rPr>
              <a:t>ừ</a:t>
            </a:r>
            <a:r>
              <a:rPr lang="en-US" sz="3200" b="1" u="sng" dirty="0">
                <a:solidFill>
                  <a:srgbClr val="080CA8"/>
                </a:solidFill>
                <a:latin typeface="Times New Roman" pitchFamily="18" charset="0"/>
                <a:cs typeface="Times New Roman" pitchFamily="18" charset="0"/>
              </a:rPr>
              <a:t> </a:t>
            </a:r>
            <a:r>
              <a:rPr lang="en-US" sz="3200" b="1" u="sng" dirty="0" err="1">
                <a:solidFill>
                  <a:srgbClr val="080CA8"/>
                </a:solidFill>
                <a:latin typeface="Times New Roman" pitchFamily="18" charset="0"/>
                <a:cs typeface="Times New Roman" pitchFamily="18" charset="0"/>
              </a:rPr>
              <a:t>tr</a:t>
            </a:r>
            <a:r>
              <a:rPr lang="vi-VN" sz="3200" b="1" u="sng" dirty="0">
                <a:solidFill>
                  <a:srgbClr val="080CA8"/>
                </a:solidFill>
                <a:latin typeface="Times New Roman" pitchFamily="18" charset="0"/>
                <a:cs typeface="Times New Roman" pitchFamily="18" charset="0"/>
              </a:rPr>
              <a:t>ường</a:t>
            </a:r>
            <a:endParaRPr lang="en-US" sz="3200" b="1" u="sng" dirty="0">
              <a:solidFill>
                <a:srgbClr val="080CA8"/>
              </a:solidFill>
              <a:latin typeface="Times New Roman" pitchFamily="18" charset="0"/>
              <a:cs typeface="Times New Roman" pitchFamily="18" charset="0"/>
            </a:endParaRPr>
          </a:p>
        </p:txBody>
      </p:sp>
      <p:graphicFrame>
        <p:nvGraphicFramePr>
          <p:cNvPr id="1061" name="Object 37"/>
          <p:cNvGraphicFramePr>
            <a:graphicFrameLocks noChangeAspect="1"/>
          </p:cNvGraphicFramePr>
          <p:nvPr/>
        </p:nvGraphicFramePr>
        <p:xfrm>
          <a:off x="2209800" y="5318125"/>
          <a:ext cx="1714500" cy="1311275"/>
        </p:xfrm>
        <a:graphic>
          <a:graphicData uri="http://schemas.openxmlformats.org/presentationml/2006/ole">
            <mc:AlternateContent xmlns:mc="http://schemas.openxmlformats.org/markup-compatibility/2006">
              <mc:Choice xmlns:v="urn:schemas-microsoft-com:vml" Requires="v">
                <p:oleObj name="Equation" r:id="rId6" imgW="571500" imgH="457200" progId="Equation.3">
                  <p:embed/>
                </p:oleObj>
              </mc:Choice>
              <mc:Fallback>
                <p:oleObj name="Equation" r:id="rId6" imgW="571500" imgH="457200" progId="Equation.3">
                  <p:embed/>
                  <p:pic>
                    <p:nvPicPr>
                      <p:cNvPr id="0" name="Object 3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209800" y="5318125"/>
                        <a:ext cx="1714500" cy="131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9" name="Content Placeholder 2"/>
          <p:cNvSpPr txBox="1">
            <a:spLocks/>
          </p:cNvSpPr>
          <p:nvPr/>
        </p:nvSpPr>
        <p:spPr bwMode="auto">
          <a:xfrm>
            <a:off x="4343400" y="5638800"/>
            <a:ext cx="3048000" cy="609600"/>
          </a:xfrm>
          <a:prstGeom prst="rect">
            <a:avLst/>
          </a:prstGeom>
          <a:noFill/>
          <a:ln w="9525">
            <a:noFill/>
            <a:miter lim="800000"/>
            <a:headEnd/>
            <a:tailEnd/>
          </a:ln>
        </p:spPr>
        <p:txBody>
          <a:bodyPr/>
          <a:lstStyle/>
          <a:p>
            <a:pPr marL="274320" indent="-274320" fontAlgn="auto">
              <a:spcBef>
                <a:spcPct val="20000"/>
              </a:spcBef>
              <a:spcAft>
                <a:spcPts val="0"/>
              </a:spcAft>
              <a:buClr>
                <a:schemeClr val="accent3"/>
              </a:buClr>
              <a:buSzPct val="95000"/>
              <a:defRPr/>
            </a:pPr>
            <a:r>
              <a:rPr lang="en-US" sz="3200" b="1" dirty="0">
                <a:solidFill>
                  <a:srgbClr val="002060"/>
                </a:solidFill>
                <a:latin typeface="Times New Roman" pitchFamily="18" charset="0"/>
                <a:cs typeface="Times New Roman" pitchFamily="18" charset="0"/>
              </a:rPr>
              <a:t>(Đ</a:t>
            </a:r>
            <a:r>
              <a:rPr lang="vi-VN" sz="3200" b="1" dirty="0">
                <a:solidFill>
                  <a:srgbClr val="002060"/>
                </a:solidFill>
                <a:latin typeface="Times New Roman" pitchFamily="18" charset="0"/>
                <a:cs typeface="Times New Roman" pitchFamily="18" charset="0"/>
              </a:rPr>
              <a:t>ơ</a:t>
            </a:r>
            <a:r>
              <a:rPr lang="en-US" sz="3200" b="1" dirty="0">
                <a:solidFill>
                  <a:srgbClr val="002060"/>
                </a:solidFill>
                <a:latin typeface="Times New Roman" pitchFamily="18" charset="0"/>
                <a:cs typeface="Times New Roman" pitchFamily="18" charset="0"/>
              </a:rPr>
              <a:t>n </a:t>
            </a:r>
            <a:r>
              <a:rPr lang="en-US" sz="3200" b="1" dirty="0" err="1">
                <a:solidFill>
                  <a:srgbClr val="002060"/>
                </a:solidFill>
                <a:latin typeface="Times New Roman" pitchFamily="18" charset="0"/>
                <a:cs typeface="Times New Roman" pitchFamily="18" charset="0"/>
              </a:rPr>
              <a:t>vị</a:t>
            </a:r>
            <a:r>
              <a:rPr lang="en-US" sz="3200" b="1" dirty="0">
                <a:solidFill>
                  <a:srgbClr val="002060"/>
                </a:solidFill>
                <a:latin typeface="Times New Roman" pitchFamily="18" charset="0"/>
                <a:cs typeface="Times New Roman" pitchFamily="18" charset="0"/>
              </a:rPr>
              <a:t>: A/m)</a:t>
            </a:r>
          </a:p>
        </p:txBody>
      </p:sp>
      <p:sp>
        <p:nvSpPr>
          <p:cNvPr id="23" name="Rectangle 22"/>
          <p:cNvSpPr>
            <a:spLocks noChangeArrowheads="1"/>
          </p:cNvSpPr>
          <p:nvPr/>
        </p:nvSpPr>
        <p:spPr bwMode="auto">
          <a:xfrm>
            <a:off x="71438" y="1295400"/>
            <a:ext cx="55245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sz="3600" b="1">
                <a:solidFill>
                  <a:srgbClr val="1109B7"/>
                </a:solidFill>
                <a:latin typeface="Times New Roman" pitchFamily="18" charset="0"/>
                <a:sym typeface="Wingdings" pitchFamily="2" charset="2"/>
              </a:rPr>
              <a:t></a:t>
            </a:r>
            <a:endParaRPr lang="en-US" sz="3600">
              <a:solidFill>
                <a:srgbClr val="1109B7"/>
              </a:solidFill>
            </a:endParaRPr>
          </a:p>
        </p:txBody>
      </p:sp>
      <p:sp>
        <p:nvSpPr>
          <p:cNvPr id="2" name="Footer Placeholder 1">
            <a:extLst>
              <a:ext uri="{FF2B5EF4-FFF2-40B4-BE49-F238E27FC236}">
                <a16:creationId xmlns:a16="http://schemas.microsoft.com/office/drawing/2014/main" id="{24AFDFE8-EFA9-AC8B-9C15-26482ED24C81}"/>
              </a:ext>
            </a:extLst>
          </p:cNvPr>
          <p:cNvSpPr>
            <a:spLocks noGrp="1"/>
          </p:cNvSpPr>
          <p:nvPr>
            <p:ph type="ftr" sz="quarter" idx="11"/>
          </p:nvPr>
        </p:nvSpPr>
        <p:spPr/>
        <p:txBody>
          <a:bodyPr/>
          <a:lstStyle/>
          <a:p>
            <a:pPr>
              <a:defRPr/>
            </a:pPr>
            <a:r>
              <a:rPr lang="en-US"/>
              <a:t>Bùi Quốc Trung - VLDC</a:t>
            </a:r>
          </a:p>
        </p:txBody>
      </p:sp>
      <p:sp>
        <p:nvSpPr>
          <p:cNvPr id="3" name="Slide Number Placeholder 2">
            <a:extLst>
              <a:ext uri="{FF2B5EF4-FFF2-40B4-BE49-F238E27FC236}">
                <a16:creationId xmlns:a16="http://schemas.microsoft.com/office/drawing/2014/main" id="{16ACBC01-F5BB-69B4-15D0-D9561126492B}"/>
              </a:ext>
            </a:extLst>
          </p:cNvPr>
          <p:cNvSpPr>
            <a:spLocks noGrp="1"/>
          </p:cNvSpPr>
          <p:nvPr>
            <p:ph type="sldNum" sz="quarter" idx="12"/>
          </p:nvPr>
        </p:nvSpPr>
        <p:spPr/>
        <p:txBody>
          <a:bodyPr/>
          <a:lstStyle/>
          <a:p>
            <a:pPr>
              <a:defRPr/>
            </a:pPr>
            <a:fld id="{DA0BBFDE-23F6-4D0C-90FC-3AED58BCB197}" type="slidenum">
              <a:rPr lang="en-US" smtClean="0"/>
              <a:pPr>
                <a:defRPr/>
              </a:pPr>
              <a:t>8</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wipe(down)">
                                      <p:cBhvr>
                                        <p:cTn id="7" dur="500"/>
                                        <p:tgtEl>
                                          <p:spTgt spid="23"/>
                                        </p:tgtEl>
                                      </p:cBhvr>
                                    </p:animEffect>
                                  </p:childTnLst>
                                </p:cTn>
                              </p:par>
                            </p:childTnLst>
                          </p:cTn>
                        </p:par>
                        <p:par>
                          <p:cTn id="8" fill="hold" nodeType="afterGroup">
                            <p:stCondLst>
                              <p:cond delay="500"/>
                            </p:stCondLst>
                            <p:childTnLst>
                              <p:par>
                                <p:cTn id="9" presetID="5" presetClass="entr" presetSubtype="10" fill="hold" nodeType="afterEffect">
                                  <p:stCondLst>
                                    <p:cond delay="0"/>
                                  </p:stCondLst>
                                  <p:childTnLst>
                                    <p:set>
                                      <p:cBhvr>
                                        <p:cTn id="10" dur="1" fill="hold">
                                          <p:stCondLst>
                                            <p:cond delay="0"/>
                                          </p:stCondLst>
                                        </p:cTn>
                                        <p:tgtEl>
                                          <p:spTgt spid="51">
                                            <p:txEl>
                                              <p:pRg st="0" end="0"/>
                                            </p:txEl>
                                          </p:spTgt>
                                        </p:tgtEl>
                                        <p:attrNameLst>
                                          <p:attrName>style.visibility</p:attrName>
                                        </p:attrNameLst>
                                      </p:cBhvr>
                                      <p:to>
                                        <p:strVal val="visible"/>
                                      </p:to>
                                    </p:set>
                                    <p:animEffect transition="in" filter="checkerboard(across)">
                                      <p:cBhvr>
                                        <p:cTn id="11" dur="500"/>
                                        <p:tgtEl>
                                          <p:spTgt spid="51">
                                            <p:txEl>
                                              <p:pRg st="0" end="0"/>
                                            </p:txEl>
                                          </p:spTgt>
                                        </p:tgtEl>
                                      </p:cBhvr>
                                    </p:animEffect>
                                  </p:childTnLst>
                                </p:cTn>
                              </p:par>
                            </p:childTnLst>
                          </p:cTn>
                        </p:par>
                        <p:par>
                          <p:cTn id="12" fill="hold" nodeType="afterGroup">
                            <p:stCondLst>
                              <p:cond delay="1000"/>
                            </p:stCondLst>
                            <p:childTnLst>
                              <p:par>
                                <p:cTn id="13" presetID="14" presetClass="entr" presetSubtype="10" fill="hold" grpId="0" nodeType="afterEffect">
                                  <p:stCondLst>
                                    <p:cond delay="500"/>
                                  </p:stCondLst>
                                  <p:childTnLst>
                                    <p:set>
                                      <p:cBhvr>
                                        <p:cTn id="14" dur="1" fill="hold">
                                          <p:stCondLst>
                                            <p:cond delay="0"/>
                                          </p:stCondLst>
                                        </p:cTn>
                                        <p:tgtEl>
                                          <p:spTgt spid="52"/>
                                        </p:tgtEl>
                                        <p:attrNameLst>
                                          <p:attrName>style.visibility</p:attrName>
                                        </p:attrNameLst>
                                      </p:cBhvr>
                                      <p:to>
                                        <p:strVal val="visible"/>
                                      </p:to>
                                    </p:set>
                                    <p:animEffect transition="in" filter="randombar(horizontal)">
                                      <p:cBhvr>
                                        <p:cTn id="15" dur="500"/>
                                        <p:tgtEl>
                                          <p:spTgt spid="52"/>
                                        </p:tgtEl>
                                      </p:cBhvr>
                                    </p:animEffect>
                                  </p:childTnLst>
                                </p:cTn>
                              </p:par>
                            </p:childTnLst>
                          </p:cTn>
                        </p:par>
                        <p:par>
                          <p:cTn id="16" fill="hold" nodeType="afterGroup">
                            <p:stCondLst>
                              <p:cond delay="2000"/>
                            </p:stCondLst>
                            <p:childTnLst>
                              <p:par>
                                <p:cTn id="17" presetID="14" presetClass="entr" presetSubtype="10" fill="hold" nodeType="afterEffect">
                                  <p:stCondLst>
                                    <p:cond delay="500"/>
                                  </p:stCondLst>
                                  <p:childTnLst>
                                    <p:set>
                                      <p:cBhvr>
                                        <p:cTn id="18" dur="1" fill="hold">
                                          <p:stCondLst>
                                            <p:cond delay="0"/>
                                          </p:stCondLst>
                                        </p:cTn>
                                        <p:tgtEl>
                                          <p:spTgt spid="1058"/>
                                        </p:tgtEl>
                                        <p:attrNameLst>
                                          <p:attrName>style.visibility</p:attrName>
                                        </p:attrNameLst>
                                      </p:cBhvr>
                                      <p:to>
                                        <p:strVal val="visible"/>
                                      </p:to>
                                    </p:set>
                                    <p:animEffect transition="in" filter="randombar(horizontal)">
                                      <p:cBhvr>
                                        <p:cTn id="19" dur="1000"/>
                                        <p:tgtEl>
                                          <p:spTgt spid="1058"/>
                                        </p:tgtEl>
                                      </p:cBhvr>
                                    </p:animEffect>
                                  </p:childTnLst>
                                </p:cTn>
                              </p:par>
                            </p:childTnLst>
                          </p:cTn>
                        </p:par>
                        <p:par>
                          <p:cTn id="20" fill="hold" nodeType="afterGroup">
                            <p:stCondLst>
                              <p:cond delay="3500"/>
                            </p:stCondLst>
                            <p:childTnLst>
                              <p:par>
                                <p:cTn id="21" presetID="14" presetClass="entr" presetSubtype="10" fill="hold" grpId="0" nodeType="afterEffect">
                                  <p:stCondLst>
                                    <p:cond delay="500"/>
                                  </p:stCondLst>
                                  <p:childTnLst>
                                    <p:set>
                                      <p:cBhvr>
                                        <p:cTn id="22" dur="1" fill="hold">
                                          <p:stCondLst>
                                            <p:cond delay="0"/>
                                          </p:stCondLst>
                                        </p:cTn>
                                        <p:tgtEl>
                                          <p:spTgt spid="59"/>
                                        </p:tgtEl>
                                        <p:attrNameLst>
                                          <p:attrName>style.visibility</p:attrName>
                                        </p:attrNameLst>
                                      </p:cBhvr>
                                      <p:to>
                                        <p:strVal val="visible"/>
                                      </p:to>
                                    </p:set>
                                    <p:animEffect transition="in" filter="randombar(horizontal)">
                                      <p:cBhvr>
                                        <p:cTn id="23" dur="500"/>
                                        <p:tgtEl>
                                          <p:spTgt spid="59"/>
                                        </p:tgtEl>
                                      </p:cBhvr>
                                    </p:animEffect>
                                  </p:childTnLst>
                                </p:cTn>
                              </p:par>
                            </p:childTnLst>
                          </p:cTn>
                        </p:par>
                        <p:par>
                          <p:cTn id="24" fill="hold" nodeType="afterGroup">
                            <p:stCondLst>
                              <p:cond delay="4500"/>
                            </p:stCondLst>
                            <p:childTnLst>
                              <p:par>
                                <p:cTn id="25" presetID="14" presetClass="entr" presetSubtype="10" fill="hold" nodeType="afterEffect">
                                  <p:stCondLst>
                                    <p:cond delay="500"/>
                                  </p:stCondLst>
                                  <p:childTnLst>
                                    <p:set>
                                      <p:cBhvr>
                                        <p:cTn id="26" dur="1" fill="hold">
                                          <p:stCondLst>
                                            <p:cond delay="0"/>
                                          </p:stCondLst>
                                        </p:cTn>
                                        <p:tgtEl>
                                          <p:spTgt spid="1059"/>
                                        </p:tgtEl>
                                        <p:attrNameLst>
                                          <p:attrName>style.visibility</p:attrName>
                                        </p:attrNameLst>
                                      </p:cBhvr>
                                      <p:to>
                                        <p:strVal val="visible"/>
                                      </p:to>
                                    </p:set>
                                    <p:animEffect transition="in" filter="randombar(horizontal)">
                                      <p:cBhvr>
                                        <p:cTn id="27" dur="1000"/>
                                        <p:tgtEl>
                                          <p:spTgt spid="1059"/>
                                        </p:tgtEl>
                                      </p:cBhvr>
                                    </p:animEffect>
                                  </p:childTnLst>
                                </p:cTn>
                              </p:par>
                              <p:par>
                                <p:cTn id="28" presetID="14" presetClass="entr" presetSubtype="10" fill="hold" grpId="0" nodeType="withEffect">
                                  <p:stCondLst>
                                    <p:cond delay="0"/>
                                  </p:stCondLst>
                                  <p:childTnLst>
                                    <p:set>
                                      <p:cBhvr>
                                        <p:cTn id="29" dur="1" fill="hold">
                                          <p:stCondLst>
                                            <p:cond delay="0"/>
                                          </p:stCondLst>
                                        </p:cTn>
                                        <p:tgtEl>
                                          <p:spTgt spid="66"/>
                                        </p:tgtEl>
                                        <p:attrNameLst>
                                          <p:attrName>style.visibility</p:attrName>
                                        </p:attrNameLst>
                                      </p:cBhvr>
                                      <p:to>
                                        <p:strVal val="visible"/>
                                      </p:to>
                                    </p:set>
                                    <p:animEffect transition="in" filter="randombar(horizontal)">
                                      <p:cBhvr>
                                        <p:cTn id="30" dur="500"/>
                                        <p:tgtEl>
                                          <p:spTgt spid="66"/>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14" presetClass="entr" presetSubtype="10" fill="hold" grpId="0" nodeType="clickEffect">
                                  <p:stCondLst>
                                    <p:cond delay="0"/>
                                  </p:stCondLst>
                                  <p:childTnLst>
                                    <p:set>
                                      <p:cBhvr>
                                        <p:cTn id="34" dur="1" fill="hold">
                                          <p:stCondLst>
                                            <p:cond delay="0"/>
                                          </p:stCondLst>
                                        </p:cTn>
                                        <p:tgtEl>
                                          <p:spTgt spid="86"/>
                                        </p:tgtEl>
                                        <p:attrNameLst>
                                          <p:attrName>style.visibility</p:attrName>
                                        </p:attrNameLst>
                                      </p:cBhvr>
                                      <p:to>
                                        <p:strVal val="visible"/>
                                      </p:to>
                                    </p:set>
                                    <p:animEffect transition="in" filter="randombar(horizontal)">
                                      <p:cBhvr>
                                        <p:cTn id="35" dur="1000"/>
                                        <p:tgtEl>
                                          <p:spTgt spid="86"/>
                                        </p:tgtEl>
                                      </p:cBhvr>
                                    </p:animEffect>
                                  </p:childTnLst>
                                </p:cTn>
                              </p:par>
                            </p:childTnLst>
                          </p:cTn>
                        </p:par>
                        <p:par>
                          <p:cTn id="36" fill="hold" nodeType="afterGroup">
                            <p:stCondLst>
                              <p:cond delay="1000"/>
                            </p:stCondLst>
                            <p:childTnLst>
                              <p:par>
                                <p:cTn id="37" presetID="14" presetClass="entr" presetSubtype="10" fill="hold" nodeType="afterEffect">
                                  <p:stCondLst>
                                    <p:cond delay="500"/>
                                  </p:stCondLst>
                                  <p:childTnLst>
                                    <p:set>
                                      <p:cBhvr>
                                        <p:cTn id="38" dur="1" fill="hold">
                                          <p:stCondLst>
                                            <p:cond delay="0"/>
                                          </p:stCondLst>
                                        </p:cTn>
                                        <p:tgtEl>
                                          <p:spTgt spid="1061"/>
                                        </p:tgtEl>
                                        <p:attrNameLst>
                                          <p:attrName>style.visibility</p:attrName>
                                        </p:attrNameLst>
                                      </p:cBhvr>
                                      <p:to>
                                        <p:strVal val="visible"/>
                                      </p:to>
                                    </p:set>
                                    <p:animEffect transition="in" filter="randombar(horizontal)">
                                      <p:cBhvr>
                                        <p:cTn id="39" dur="1000"/>
                                        <p:tgtEl>
                                          <p:spTgt spid="1061"/>
                                        </p:tgtEl>
                                      </p:cBhvr>
                                    </p:animEffect>
                                  </p:childTnLst>
                                </p:cTn>
                              </p:par>
                            </p:childTnLst>
                          </p:cTn>
                        </p:par>
                        <p:par>
                          <p:cTn id="40" fill="hold" nodeType="afterGroup">
                            <p:stCondLst>
                              <p:cond delay="2500"/>
                            </p:stCondLst>
                            <p:childTnLst>
                              <p:par>
                                <p:cTn id="41" presetID="14" presetClass="entr" presetSubtype="10" fill="hold" grpId="0" nodeType="afterEffect">
                                  <p:stCondLst>
                                    <p:cond delay="500"/>
                                  </p:stCondLst>
                                  <p:childTnLst>
                                    <p:set>
                                      <p:cBhvr>
                                        <p:cTn id="42" dur="1" fill="hold">
                                          <p:stCondLst>
                                            <p:cond delay="0"/>
                                          </p:stCondLst>
                                        </p:cTn>
                                        <p:tgtEl>
                                          <p:spTgt spid="87"/>
                                        </p:tgtEl>
                                        <p:attrNameLst>
                                          <p:attrName>style.visibility</p:attrName>
                                        </p:attrNameLst>
                                      </p:cBhvr>
                                      <p:to>
                                        <p:strVal val="visible"/>
                                      </p:to>
                                    </p:set>
                                    <p:animEffect transition="in" filter="randombar(horizontal)">
                                      <p:cBhvr>
                                        <p:cTn id="43" dur="1000"/>
                                        <p:tgtEl>
                                          <p:spTgt spid="87"/>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14" presetClass="entr" presetSubtype="10" fill="hold" grpId="0" nodeType="clickEffect">
                                  <p:stCondLst>
                                    <p:cond delay="0"/>
                                  </p:stCondLst>
                                  <p:childTnLst>
                                    <p:set>
                                      <p:cBhvr>
                                        <p:cTn id="47" dur="1" fill="hold">
                                          <p:stCondLst>
                                            <p:cond delay="0"/>
                                          </p:stCondLst>
                                        </p:cTn>
                                        <p:tgtEl>
                                          <p:spTgt spid="89"/>
                                        </p:tgtEl>
                                        <p:attrNameLst>
                                          <p:attrName>style.visibility</p:attrName>
                                        </p:attrNameLst>
                                      </p:cBhvr>
                                      <p:to>
                                        <p:strVal val="visible"/>
                                      </p:to>
                                    </p:set>
                                    <p:animEffect transition="in" filter="randombar(horizontal)">
                                      <p:cBhvr>
                                        <p:cTn id="48" dur="500"/>
                                        <p:tgtEl>
                                          <p:spTgt spid="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 grpId="0" animBg="1"/>
      <p:bldP spid="52" grpId="0"/>
      <p:bldP spid="59" grpId="0"/>
      <p:bldP spid="66" grpId="0"/>
      <p:bldP spid="86" grpId="0"/>
      <p:bldP spid="89" grpId="0"/>
      <p:bldP spid="23" grpId="0"/>
    </p:bldLst>
  </p:timing>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2" name="Rounded Rectangle 71"/>
          <p:cNvSpPr/>
          <p:nvPr/>
        </p:nvSpPr>
        <p:spPr>
          <a:xfrm>
            <a:off x="485775" y="5461000"/>
            <a:ext cx="4086225" cy="1244600"/>
          </a:xfrm>
          <a:prstGeom prst="roundRect">
            <a:avLst/>
          </a:prstGeom>
          <a:solidFill>
            <a:srgbClr val="B5FBF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8" name="Content Placeholder 2"/>
          <p:cNvSpPr txBox="1">
            <a:spLocks/>
          </p:cNvSpPr>
          <p:nvPr/>
        </p:nvSpPr>
        <p:spPr bwMode="auto">
          <a:xfrm>
            <a:off x="152400" y="76200"/>
            <a:ext cx="8991600" cy="609600"/>
          </a:xfrm>
          <a:prstGeom prst="rect">
            <a:avLst/>
          </a:prstGeom>
          <a:noFill/>
          <a:ln w="9525">
            <a:noFill/>
            <a:miter lim="800000"/>
            <a:headEnd/>
            <a:tailEnd/>
          </a:ln>
        </p:spPr>
        <p:txBody>
          <a:bodyPr/>
          <a:lstStyle/>
          <a:p>
            <a:pPr marL="274320" indent="-274320" fontAlgn="auto">
              <a:spcBef>
                <a:spcPct val="20000"/>
              </a:spcBef>
              <a:spcAft>
                <a:spcPts val="0"/>
              </a:spcAft>
              <a:buClr>
                <a:schemeClr val="accent3"/>
              </a:buClr>
              <a:buSzPct val="95000"/>
              <a:defRPr/>
            </a:pPr>
            <a:r>
              <a:rPr lang="en-US" sz="3200" b="1" u="sng" dirty="0" err="1">
                <a:solidFill>
                  <a:srgbClr val="FF0000"/>
                </a:solidFill>
                <a:latin typeface="Times New Roman" pitchFamily="18" charset="0"/>
                <a:cs typeface="Times New Roman" pitchFamily="18" charset="0"/>
              </a:rPr>
              <a:t>Ví</a:t>
            </a:r>
            <a:r>
              <a:rPr lang="en-US" sz="3200" b="1" u="sng" dirty="0">
                <a:solidFill>
                  <a:srgbClr val="FF0000"/>
                </a:solidFill>
                <a:latin typeface="Times New Roman" pitchFamily="18" charset="0"/>
                <a:cs typeface="Times New Roman" pitchFamily="18" charset="0"/>
              </a:rPr>
              <a:t> </a:t>
            </a:r>
            <a:r>
              <a:rPr lang="en-US" sz="3200" b="1" u="sng" dirty="0" err="1">
                <a:solidFill>
                  <a:srgbClr val="FF0000"/>
                </a:solidFill>
                <a:latin typeface="Times New Roman" pitchFamily="18" charset="0"/>
                <a:cs typeface="Times New Roman" pitchFamily="18" charset="0"/>
              </a:rPr>
              <a:t>dụ</a:t>
            </a:r>
            <a:r>
              <a:rPr lang="en-US" sz="3200" b="1" u="sng" dirty="0">
                <a:solidFill>
                  <a:srgbClr val="FF0000"/>
                </a:solidFill>
                <a:latin typeface="Times New Roman" pitchFamily="18" charset="0"/>
                <a:cs typeface="Times New Roman" pitchFamily="18" charset="0"/>
              </a:rPr>
              <a:t> 1</a:t>
            </a:r>
            <a:r>
              <a:rPr lang="en-US" sz="3200" b="1" dirty="0">
                <a:solidFill>
                  <a:srgbClr val="FF0000"/>
                </a:solidFill>
                <a:latin typeface="Times New Roman" pitchFamily="18" charset="0"/>
                <a:cs typeface="Times New Roman" pitchFamily="18" charset="0"/>
              </a:rPr>
              <a:t>: </a:t>
            </a:r>
            <a:r>
              <a:rPr lang="en-US" sz="2400" b="1" dirty="0" err="1">
                <a:solidFill>
                  <a:srgbClr val="080CA8"/>
                </a:solidFill>
                <a:latin typeface="Times New Roman" pitchFamily="18" charset="0"/>
                <a:cs typeface="Times New Roman" pitchFamily="18" charset="0"/>
              </a:rPr>
              <a:t>Tính</a:t>
            </a:r>
            <a:r>
              <a:rPr lang="en-US" sz="2400" b="1" dirty="0">
                <a:solidFill>
                  <a:srgbClr val="080CA8"/>
                </a:solidFill>
                <a:latin typeface="Times New Roman" pitchFamily="18" charset="0"/>
                <a:cs typeface="Times New Roman" pitchFamily="18" charset="0"/>
              </a:rPr>
              <a:t> </a:t>
            </a:r>
            <a:r>
              <a:rPr lang="en-US" sz="2400" b="1" dirty="0" err="1">
                <a:solidFill>
                  <a:srgbClr val="080CA8"/>
                </a:solidFill>
                <a:latin typeface="Times New Roman" pitchFamily="18" charset="0"/>
                <a:cs typeface="Times New Roman" pitchFamily="18" charset="0"/>
              </a:rPr>
              <a:t>cảm</a:t>
            </a:r>
            <a:r>
              <a:rPr lang="en-US" sz="2400" b="1" dirty="0">
                <a:solidFill>
                  <a:srgbClr val="080CA8"/>
                </a:solidFill>
                <a:latin typeface="Times New Roman" pitchFamily="18" charset="0"/>
                <a:cs typeface="Times New Roman" pitchFamily="18" charset="0"/>
              </a:rPr>
              <a:t> </a:t>
            </a:r>
            <a:r>
              <a:rPr lang="en-US" sz="2400" b="1" dirty="0" err="1">
                <a:solidFill>
                  <a:srgbClr val="080CA8"/>
                </a:solidFill>
                <a:latin typeface="Times New Roman" pitchFamily="18" charset="0"/>
                <a:cs typeface="Times New Roman" pitchFamily="18" charset="0"/>
              </a:rPr>
              <a:t>ứng</a:t>
            </a:r>
            <a:r>
              <a:rPr lang="en-US" sz="2400" b="1" dirty="0">
                <a:solidFill>
                  <a:srgbClr val="080CA8"/>
                </a:solidFill>
                <a:latin typeface="Times New Roman" pitchFamily="18" charset="0"/>
                <a:cs typeface="Times New Roman" pitchFamily="18" charset="0"/>
              </a:rPr>
              <a:t> </a:t>
            </a:r>
            <a:r>
              <a:rPr lang="en-US" sz="2400" b="1" dirty="0" err="1">
                <a:solidFill>
                  <a:srgbClr val="080CA8"/>
                </a:solidFill>
                <a:latin typeface="Times New Roman" pitchFamily="18" charset="0"/>
                <a:cs typeface="Times New Roman" pitchFamily="18" charset="0"/>
              </a:rPr>
              <a:t>từ</a:t>
            </a:r>
            <a:r>
              <a:rPr lang="en-US" sz="2400" b="1" dirty="0">
                <a:solidFill>
                  <a:srgbClr val="080CA8"/>
                </a:solidFill>
                <a:latin typeface="Times New Roman" pitchFamily="18" charset="0"/>
                <a:cs typeface="Times New Roman" pitchFamily="18" charset="0"/>
              </a:rPr>
              <a:t> </a:t>
            </a:r>
            <a:r>
              <a:rPr lang="en-US" sz="2400" b="1" dirty="0" err="1">
                <a:solidFill>
                  <a:srgbClr val="080CA8"/>
                </a:solidFill>
                <a:latin typeface="Times New Roman" pitchFamily="18" charset="0"/>
                <a:cs typeface="Times New Roman" pitchFamily="18" charset="0"/>
              </a:rPr>
              <a:t>gây</a:t>
            </a:r>
            <a:r>
              <a:rPr lang="en-US" sz="2400" b="1" dirty="0">
                <a:solidFill>
                  <a:srgbClr val="080CA8"/>
                </a:solidFill>
                <a:latin typeface="Times New Roman" pitchFamily="18" charset="0"/>
                <a:cs typeface="Times New Roman" pitchFamily="18" charset="0"/>
              </a:rPr>
              <a:t> </a:t>
            </a:r>
            <a:r>
              <a:rPr lang="en-US" sz="2400" b="1" dirty="0" err="1">
                <a:solidFill>
                  <a:srgbClr val="080CA8"/>
                </a:solidFill>
                <a:latin typeface="Times New Roman" pitchFamily="18" charset="0"/>
                <a:cs typeface="Times New Roman" pitchFamily="18" charset="0"/>
              </a:rPr>
              <a:t>bởi</a:t>
            </a:r>
            <a:r>
              <a:rPr lang="en-US" sz="2400" b="1" dirty="0">
                <a:solidFill>
                  <a:srgbClr val="080CA8"/>
                </a:solidFill>
                <a:latin typeface="Times New Roman" pitchFamily="18" charset="0"/>
                <a:cs typeface="Times New Roman" pitchFamily="18" charset="0"/>
              </a:rPr>
              <a:t> </a:t>
            </a:r>
            <a:r>
              <a:rPr lang="en-US" sz="2400" b="1" dirty="0" err="1">
                <a:solidFill>
                  <a:srgbClr val="080CA8"/>
                </a:solidFill>
                <a:latin typeface="Times New Roman" pitchFamily="18" charset="0"/>
                <a:cs typeface="Times New Roman" pitchFamily="18" charset="0"/>
              </a:rPr>
              <a:t>dòng</a:t>
            </a:r>
            <a:r>
              <a:rPr lang="en-US" sz="2400" b="1" dirty="0">
                <a:solidFill>
                  <a:srgbClr val="080CA8"/>
                </a:solidFill>
                <a:latin typeface="Times New Roman" pitchFamily="18" charset="0"/>
                <a:cs typeface="Times New Roman" pitchFamily="18" charset="0"/>
              </a:rPr>
              <a:t> </a:t>
            </a:r>
            <a:r>
              <a:rPr lang="vi-VN" sz="2400" b="1" dirty="0">
                <a:solidFill>
                  <a:srgbClr val="080CA8"/>
                </a:solidFill>
                <a:latin typeface="Times New Roman" pitchFamily="18" charset="0"/>
                <a:cs typeface="Times New Roman" pitchFamily="18" charset="0"/>
              </a:rPr>
              <a:t>đ</a:t>
            </a:r>
            <a:r>
              <a:rPr lang="en-US" sz="2400" b="1" dirty="0" err="1">
                <a:solidFill>
                  <a:srgbClr val="080CA8"/>
                </a:solidFill>
                <a:latin typeface="Times New Roman" pitchFamily="18" charset="0"/>
                <a:cs typeface="Times New Roman" pitchFamily="18" charset="0"/>
              </a:rPr>
              <a:t>iện</a:t>
            </a:r>
            <a:r>
              <a:rPr lang="en-US" sz="2400" b="1" dirty="0">
                <a:solidFill>
                  <a:srgbClr val="080CA8"/>
                </a:solidFill>
                <a:latin typeface="Times New Roman" pitchFamily="18" charset="0"/>
                <a:cs typeface="Times New Roman" pitchFamily="18" charset="0"/>
              </a:rPr>
              <a:t> </a:t>
            </a:r>
            <a:r>
              <a:rPr lang="en-US" sz="2400" b="1" dirty="0" err="1">
                <a:solidFill>
                  <a:srgbClr val="080CA8"/>
                </a:solidFill>
                <a:latin typeface="Times New Roman" pitchFamily="18" charset="0"/>
                <a:cs typeface="Times New Roman" pitchFamily="18" charset="0"/>
              </a:rPr>
              <a:t>th</a:t>
            </a:r>
            <a:r>
              <a:rPr lang="vi-VN" sz="2400" b="1" dirty="0">
                <a:solidFill>
                  <a:srgbClr val="080CA8"/>
                </a:solidFill>
                <a:latin typeface="Times New Roman" pitchFamily="18" charset="0"/>
                <a:cs typeface="Times New Roman" pitchFamily="18" charset="0"/>
              </a:rPr>
              <a:t>ẳng</a:t>
            </a:r>
            <a:r>
              <a:rPr lang="en-US" sz="2400" b="1" dirty="0">
                <a:solidFill>
                  <a:srgbClr val="080CA8"/>
                </a:solidFill>
                <a:latin typeface="Times New Roman" pitchFamily="18" charset="0"/>
                <a:cs typeface="Times New Roman" pitchFamily="18" charset="0"/>
              </a:rPr>
              <a:t> </a:t>
            </a:r>
            <a:r>
              <a:rPr lang="en-US" sz="2400" b="1" dirty="0" err="1">
                <a:solidFill>
                  <a:srgbClr val="080CA8"/>
                </a:solidFill>
                <a:latin typeface="Times New Roman" pitchFamily="18" charset="0"/>
                <a:cs typeface="Times New Roman" pitchFamily="18" charset="0"/>
              </a:rPr>
              <a:t>dài</a:t>
            </a:r>
            <a:r>
              <a:rPr lang="en-US" sz="2400" b="1" dirty="0">
                <a:solidFill>
                  <a:srgbClr val="080CA8"/>
                </a:solidFill>
                <a:latin typeface="Times New Roman" pitchFamily="18" charset="0"/>
                <a:cs typeface="Times New Roman" pitchFamily="18" charset="0"/>
              </a:rPr>
              <a:t> </a:t>
            </a:r>
            <a:r>
              <a:rPr lang="en-US" sz="2400" b="1" dirty="0" err="1">
                <a:solidFill>
                  <a:srgbClr val="080CA8"/>
                </a:solidFill>
                <a:latin typeface="Times New Roman" pitchFamily="18" charset="0"/>
                <a:cs typeface="Times New Roman" pitchFamily="18" charset="0"/>
              </a:rPr>
              <a:t>vô</a:t>
            </a:r>
            <a:r>
              <a:rPr lang="en-US" sz="2400" b="1" dirty="0">
                <a:solidFill>
                  <a:srgbClr val="080CA8"/>
                </a:solidFill>
                <a:latin typeface="Times New Roman" pitchFamily="18" charset="0"/>
                <a:cs typeface="Times New Roman" pitchFamily="18" charset="0"/>
              </a:rPr>
              <a:t> </a:t>
            </a:r>
            <a:r>
              <a:rPr lang="en-US" sz="2400" b="1" dirty="0" err="1">
                <a:solidFill>
                  <a:srgbClr val="080CA8"/>
                </a:solidFill>
                <a:latin typeface="Times New Roman" pitchFamily="18" charset="0"/>
                <a:cs typeface="Times New Roman" pitchFamily="18" charset="0"/>
              </a:rPr>
              <a:t>hạn</a:t>
            </a:r>
            <a:endParaRPr lang="en-US" sz="2400" b="1" dirty="0">
              <a:solidFill>
                <a:srgbClr val="080CA8"/>
              </a:solidFill>
              <a:latin typeface="Times New Roman" pitchFamily="18" charset="0"/>
              <a:cs typeface="Times New Roman" pitchFamily="18" charset="0"/>
            </a:endParaRPr>
          </a:p>
        </p:txBody>
      </p:sp>
      <p:cxnSp>
        <p:nvCxnSpPr>
          <p:cNvPr id="10" name="Straight Connector 9"/>
          <p:cNvCxnSpPr/>
          <p:nvPr/>
        </p:nvCxnSpPr>
        <p:spPr>
          <a:xfrm rot="5400000">
            <a:off x="4858544" y="3075781"/>
            <a:ext cx="3868738" cy="3175"/>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rot="5400000" flipH="1" flipV="1">
            <a:off x="6552407" y="4042569"/>
            <a:ext cx="482600" cy="1587"/>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5" name="Oval 14"/>
          <p:cNvSpPr/>
          <p:nvPr/>
        </p:nvSpPr>
        <p:spPr>
          <a:xfrm>
            <a:off x="8504238" y="3076575"/>
            <a:ext cx="114300" cy="120650"/>
          </a:xfrm>
          <a:prstGeom prst="ellipse">
            <a:avLst/>
          </a:prstGeom>
          <a:solidFill>
            <a:srgbClr val="FF0000"/>
          </a:solidFill>
          <a:ln w="2540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cxnSp>
        <p:nvCxnSpPr>
          <p:cNvPr id="17" name="Straight Arrow Connector 16"/>
          <p:cNvCxnSpPr>
            <a:endCxn id="15" idx="2"/>
          </p:cNvCxnSpPr>
          <p:nvPr/>
        </p:nvCxnSpPr>
        <p:spPr>
          <a:xfrm flipV="1">
            <a:off x="6792913" y="3136900"/>
            <a:ext cx="1711325" cy="1147763"/>
          </a:xfrm>
          <a:prstGeom prst="straightConnector1">
            <a:avLst/>
          </a:prstGeom>
          <a:ln w="22225">
            <a:solidFill>
              <a:srgbClr val="080CA8"/>
            </a:solidFill>
            <a:tailEnd type="arrow"/>
          </a:ln>
        </p:spPr>
        <p:style>
          <a:lnRef idx="1">
            <a:schemeClr val="accent1"/>
          </a:lnRef>
          <a:fillRef idx="0">
            <a:schemeClr val="accent1"/>
          </a:fillRef>
          <a:effectRef idx="0">
            <a:schemeClr val="accent1"/>
          </a:effectRef>
          <a:fontRef idx="minor">
            <a:schemeClr val="tx1"/>
          </a:fontRef>
        </p:style>
      </p:cxnSp>
      <p:graphicFrame>
        <p:nvGraphicFramePr>
          <p:cNvPr id="8198" name="Object 6"/>
          <p:cNvGraphicFramePr>
            <a:graphicFrameLocks noChangeAspect="1"/>
          </p:cNvGraphicFramePr>
          <p:nvPr/>
        </p:nvGraphicFramePr>
        <p:xfrm>
          <a:off x="6865938" y="3692525"/>
          <a:ext cx="311150" cy="442913"/>
        </p:xfrm>
        <a:graphic>
          <a:graphicData uri="http://schemas.openxmlformats.org/presentationml/2006/ole">
            <mc:AlternateContent xmlns:mc="http://schemas.openxmlformats.org/markup-compatibility/2006">
              <mc:Choice xmlns:v="urn:schemas-microsoft-com:vml" Requires="v">
                <p:oleObj name="Equation" r:id="rId2" imgW="126725" imgH="177415" progId="Equation.3">
                  <p:embed/>
                </p:oleObj>
              </mc:Choice>
              <mc:Fallback>
                <p:oleObj name="Equation" r:id="rId2" imgW="126725" imgH="177415" progId="Equation.3">
                  <p:embed/>
                  <p:pic>
                    <p:nvPicPr>
                      <p:cNvPr id="0" name="Object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65938" y="3692525"/>
                        <a:ext cx="311150" cy="442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cxnSp>
        <p:nvCxnSpPr>
          <p:cNvPr id="22" name="Straight Connector 21"/>
          <p:cNvCxnSpPr>
            <a:stCxn id="15" idx="1"/>
          </p:cNvCxnSpPr>
          <p:nvPr/>
        </p:nvCxnSpPr>
        <p:spPr>
          <a:xfrm rot="16200000" flipV="1">
            <a:off x="7647781" y="2221707"/>
            <a:ext cx="17463" cy="1727200"/>
          </a:xfrm>
          <a:prstGeom prst="line">
            <a:avLst/>
          </a:prstGeom>
          <a:ln w="22225">
            <a:solidFill>
              <a:srgbClr val="080CA8"/>
            </a:solidFill>
          </a:ln>
        </p:spPr>
        <p:style>
          <a:lnRef idx="1">
            <a:schemeClr val="accent1"/>
          </a:lnRef>
          <a:fillRef idx="0">
            <a:schemeClr val="accent1"/>
          </a:fillRef>
          <a:effectRef idx="0">
            <a:schemeClr val="accent1"/>
          </a:effectRef>
          <a:fontRef idx="minor">
            <a:schemeClr val="tx1"/>
          </a:fontRef>
        </p:style>
      </p:cxnSp>
      <p:graphicFrame>
        <p:nvGraphicFramePr>
          <p:cNvPr id="8199" name="Object 7"/>
          <p:cNvGraphicFramePr>
            <a:graphicFrameLocks noChangeAspect="1"/>
          </p:cNvGraphicFramePr>
          <p:nvPr/>
        </p:nvGraphicFramePr>
        <p:xfrm>
          <a:off x="7435850" y="2641600"/>
          <a:ext cx="338138" cy="442913"/>
        </p:xfrm>
        <a:graphic>
          <a:graphicData uri="http://schemas.openxmlformats.org/presentationml/2006/ole">
            <mc:AlternateContent xmlns:mc="http://schemas.openxmlformats.org/markup-compatibility/2006">
              <mc:Choice xmlns:v="urn:schemas-microsoft-com:vml" Requires="v">
                <p:oleObj name="Equation" r:id="rId4" imgW="126780" imgH="164814" progId="Equation.3">
                  <p:embed/>
                </p:oleObj>
              </mc:Choice>
              <mc:Fallback>
                <p:oleObj name="Equation" r:id="rId4" imgW="126780" imgH="164814" progId="Equation.3">
                  <p:embed/>
                  <p:pic>
                    <p:nvPicPr>
                      <p:cNvPr id="0"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435850" y="2641600"/>
                        <a:ext cx="338138" cy="442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cxnSp>
        <p:nvCxnSpPr>
          <p:cNvPr id="25" name="Straight Arrow Connector 24"/>
          <p:cNvCxnSpPr/>
          <p:nvPr/>
        </p:nvCxnSpPr>
        <p:spPr>
          <a:xfrm rot="5400000" flipH="1" flipV="1">
            <a:off x="6550025" y="2106613"/>
            <a:ext cx="484187" cy="1588"/>
          </a:xfrm>
          <a:prstGeom prst="straightConnector1">
            <a:avLst/>
          </a:prstGeom>
          <a:ln w="38100">
            <a:solidFill>
              <a:srgbClr val="002060"/>
            </a:solidFill>
            <a:tailEnd type="arrow" w="lg" len="med"/>
          </a:ln>
        </p:spPr>
        <p:style>
          <a:lnRef idx="1">
            <a:schemeClr val="accent1"/>
          </a:lnRef>
          <a:fillRef idx="0">
            <a:schemeClr val="accent1"/>
          </a:fillRef>
          <a:effectRef idx="0">
            <a:schemeClr val="accent1"/>
          </a:effectRef>
          <a:fontRef idx="minor">
            <a:schemeClr val="tx1"/>
          </a:fontRef>
        </p:style>
      </p:cxnSp>
      <p:graphicFrame>
        <p:nvGraphicFramePr>
          <p:cNvPr id="8200" name="Object 8"/>
          <p:cNvGraphicFramePr>
            <a:graphicFrameLocks noChangeAspect="1"/>
          </p:cNvGraphicFramePr>
          <p:nvPr/>
        </p:nvGraphicFramePr>
        <p:xfrm>
          <a:off x="6324600" y="1784350"/>
          <a:ext cx="438150" cy="461963"/>
        </p:xfrm>
        <a:graphic>
          <a:graphicData uri="http://schemas.openxmlformats.org/presentationml/2006/ole">
            <mc:AlternateContent xmlns:mc="http://schemas.openxmlformats.org/markup-compatibility/2006">
              <mc:Choice xmlns:v="urn:schemas-microsoft-com:vml" Requires="v">
                <p:oleObj name="Equation" r:id="rId6" imgW="101468" imgH="164885" progId="Equation.3">
                  <p:embed/>
                </p:oleObj>
              </mc:Choice>
              <mc:Fallback>
                <p:oleObj name="Equation" r:id="rId6" imgW="101468" imgH="164885" progId="Equation.3">
                  <p:embed/>
                  <p:pic>
                    <p:nvPicPr>
                      <p:cNvPr id="0" name="Object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324600" y="1784350"/>
                        <a:ext cx="4381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201" name="Object 9"/>
          <p:cNvGraphicFramePr>
            <a:graphicFrameLocks noChangeAspect="1"/>
          </p:cNvGraphicFramePr>
          <p:nvPr/>
        </p:nvGraphicFramePr>
        <p:xfrm>
          <a:off x="6157913" y="3971925"/>
          <a:ext cx="635000" cy="611188"/>
        </p:xfrm>
        <a:graphic>
          <a:graphicData uri="http://schemas.openxmlformats.org/presentationml/2006/ole">
            <mc:AlternateContent xmlns:mc="http://schemas.openxmlformats.org/markup-compatibility/2006">
              <mc:Choice xmlns:v="urn:schemas-microsoft-com:vml" Requires="v">
                <p:oleObj name="Equation" r:id="rId8" imgW="241300" imgH="228600" progId="Equation.3">
                  <p:embed/>
                </p:oleObj>
              </mc:Choice>
              <mc:Fallback>
                <p:oleObj name="Equation" r:id="rId8" imgW="241300" imgH="228600" progId="Equation.3">
                  <p:embed/>
                  <p:pic>
                    <p:nvPicPr>
                      <p:cNvPr id="0" name="Object 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157913" y="3971925"/>
                        <a:ext cx="635000" cy="6111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 name="Group 31"/>
          <p:cNvGrpSpPr>
            <a:grpSpLocks/>
          </p:cNvGrpSpPr>
          <p:nvPr/>
        </p:nvGrpSpPr>
        <p:grpSpPr bwMode="auto">
          <a:xfrm rot="2769388" flipV="1">
            <a:off x="8330407" y="2885281"/>
            <a:ext cx="501650" cy="493713"/>
            <a:chOff x="5791200" y="2667000"/>
            <a:chExt cx="304800" cy="304800"/>
          </a:xfrm>
        </p:grpSpPr>
        <p:sp>
          <p:nvSpPr>
            <p:cNvPr id="29" name="Oval 20"/>
            <p:cNvSpPr>
              <a:spLocks noChangeArrowheads="1"/>
            </p:cNvSpPr>
            <p:nvPr/>
          </p:nvSpPr>
          <p:spPr bwMode="auto">
            <a:xfrm>
              <a:off x="5791200" y="2667000"/>
              <a:ext cx="304800" cy="304800"/>
            </a:xfrm>
            <a:prstGeom prst="ellipse">
              <a:avLst/>
            </a:prstGeom>
            <a:solidFill>
              <a:srgbClr val="57F7FB"/>
            </a:solidFill>
            <a:ln w="9525">
              <a:solidFill>
                <a:schemeClr val="tx2">
                  <a:lumMod val="10000"/>
                </a:schemeClr>
              </a:solidFill>
              <a:round/>
              <a:headEnd/>
              <a:tailEnd/>
            </a:ln>
            <a:effectLst/>
          </p:spPr>
          <p:txBody>
            <a:bodyPr wrap="none" anchor="ctr"/>
            <a:lstStyle/>
            <a:p>
              <a:pPr>
                <a:defRPr/>
              </a:pPr>
              <a:endParaRPr lang="en-US"/>
            </a:p>
          </p:txBody>
        </p:sp>
        <p:sp>
          <p:nvSpPr>
            <p:cNvPr id="30" name="Line 21"/>
            <p:cNvSpPr>
              <a:spLocks noChangeShapeType="1"/>
            </p:cNvSpPr>
            <p:nvPr/>
          </p:nvSpPr>
          <p:spPr bwMode="auto">
            <a:xfrm>
              <a:off x="5866983" y="2823203"/>
              <a:ext cx="152400" cy="0"/>
            </a:xfrm>
            <a:prstGeom prst="line">
              <a:avLst/>
            </a:prstGeom>
            <a:noFill/>
            <a:ln w="41275">
              <a:solidFill>
                <a:schemeClr val="tx2">
                  <a:lumMod val="10000"/>
                </a:schemeClr>
              </a:solidFill>
              <a:round/>
              <a:headEnd/>
              <a:tailEnd/>
            </a:ln>
          </p:spPr>
          <p:txBody>
            <a:bodyPr/>
            <a:lstStyle/>
            <a:p>
              <a:pPr>
                <a:defRPr/>
              </a:pPr>
              <a:endParaRPr lang="en-US"/>
            </a:p>
          </p:txBody>
        </p:sp>
        <p:sp>
          <p:nvSpPr>
            <p:cNvPr id="31" name="Line 21"/>
            <p:cNvSpPr>
              <a:spLocks noChangeShapeType="1"/>
            </p:cNvSpPr>
            <p:nvPr/>
          </p:nvSpPr>
          <p:spPr bwMode="auto">
            <a:xfrm>
              <a:off x="5943600" y="2743445"/>
              <a:ext cx="0" cy="151910"/>
            </a:xfrm>
            <a:prstGeom prst="line">
              <a:avLst/>
            </a:prstGeom>
            <a:noFill/>
            <a:ln w="41275">
              <a:solidFill>
                <a:schemeClr val="tx2">
                  <a:lumMod val="10000"/>
                </a:schemeClr>
              </a:solidFill>
              <a:round/>
              <a:headEnd/>
              <a:tailEnd/>
            </a:ln>
          </p:spPr>
          <p:txBody>
            <a:bodyPr/>
            <a:lstStyle/>
            <a:p>
              <a:pPr>
                <a:defRPr/>
              </a:pPr>
              <a:endParaRPr lang="en-US"/>
            </a:p>
          </p:txBody>
        </p:sp>
      </p:grpSp>
      <p:graphicFrame>
        <p:nvGraphicFramePr>
          <p:cNvPr id="8202" name="Object 10"/>
          <p:cNvGraphicFramePr>
            <a:graphicFrameLocks noChangeAspect="1"/>
          </p:cNvGraphicFramePr>
          <p:nvPr/>
        </p:nvGraphicFramePr>
        <p:xfrm>
          <a:off x="6477000" y="2836863"/>
          <a:ext cx="292100" cy="411162"/>
        </p:xfrm>
        <a:graphic>
          <a:graphicData uri="http://schemas.openxmlformats.org/presentationml/2006/ole">
            <mc:AlternateContent xmlns:mc="http://schemas.openxmlformats.org/markup-compatibility/2006">
              <mc:Choice xmlns:v="urn:schemas-microsoft-com:vml" Requires="v">
                <p:oleObj name="Equation" r:id="rId10" imgW="126725" imgH="177415" progId="Equation.3">
                  <p:embed/>
                </p:oleObj>
              </mc:Choice>
              <mc:Fallback>
                <p:oleObj name="Equation" r:id="rId10" imgW="126725" imgH="177415" progId="Equation.3">
                  <p:embed/>
                  <p:pic>
                    <p:nvPicPr>
                      <p:cNvPr id="0" name="Object 10"/>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477000" y="2836863"/>
                        <a:ext cx="292100" cy="4111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203" name="Object 11"/>
          <p:cNvGraphicFramePr>
            <a:graphicFrameLocks noChangeAspect="1"/>
          </p:cNvGraphicFramePr>
          <p:nvPr/>
        </p:nvGraphicFramePr>
        <p:xfrm>
          <a:off x="6477000" y="3462338"/>
          <a:ext cx="293688" cy="460375"/>
        </p:xfrm>
        <a:graphic>
          <a:graphicData uri="http://schemas.openxmlformats.org/presentationml/2006/ole">
            <mc:AlternateContent xmlns:mc="http://schemas.openxmlformats.org/markup-compatibility/2006">
              <mc:Choice xmlns:v="urn:schemas-microsoft-com:vml" Requires="v">
                <p:oleObj name="Equation" r:id="rId12" imgW="114102" imgH="177492" progId="Equation.3">
                  <p:embed/>
                </p:oleObj>
              </mc:Choice>
              <mc:Fallback>
                <p:oleObj name="Equation" r:id="rId12" imgW="114102" imgH="177492" progId="Equation.3">
                  <p:embed/>
                  <p:pic>
                    <p:nvPicPr>
                      <p:cNvPr id="0" name="Object 11"/>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477000" y="3462338"/>
                        <a:ext cx="293688" cy="460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206" name="Object 14"/>
          <p:cNvGraphicFramePr>
            <a:graphicFrameLocks noChangeAspect="1"/>
          </p:cNvGraphicFramePr>
          <p:nvPr/>
        </p:nvGraphicFramePr>
        <p:xfrm>
          <a:off x="8547100" y="2438400"/>
          <a:ext cx="520700" cy="498475"/>
        </p:xfrm>
        <a:graphic>
          <a:graphicData uri="http://schemas.openxmlformats.org/presentationml/2006/ole">
            <mc:AlternateContent xmlns:mc="http://schemas.openxmlformats.org/markup-compatibility/2006">
              <mc:Choice xmlns:v="urn:schemas-microsoft-com:vml" Requires="v">
                <p:oleObj name="Equation" r:id="rId14" imgW="215619" imgH="215619" progId="Equation.3">
                  <p:embed/>
                </p:oleObj>
              </mc:Choice>
              <mc:Fallback>
                <p:oleObj name="Equation" r:id="rId14" imgW="215619" imgH="215619" progId="Equation.3">
                  <p:embed/>
                  <p:pic>
                    <p:nvPicPr>
                      <p:cNvPr id="0" name="Object 14"/>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8547100" y="2438400"/>
                        <a:ext cx="520700" cy="498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207" name="Object 15"/>
          <p:cNvGraphicFramePr>
            <a:graphicFrameLocks noChangeAspect="1"/>
          </p:cNvGraphicFramePr>
          <p:nvPr/>
        </p:nvGraphicFramePr>
        <p:xfrm>
          <a:off x="454025" y="700088"/>
          <a:ext cx="2898775" cy="925512"/>
        </p:xfrm>
        <a:graphic>
          <a:graphicData uri="http://schemas.openxmlformats.org/presentationml/2006/ole">
            <mc:AlternateContent xmlns:mc="http://schemas.openxmlformats.org/markup-compatibility/2006">
              <mc:Choice xmlns:v="urn:schemas-microsoft-com:vml" Requires="v">
                <p:oleObj name="Equation" r:id="rId16" imgW="1180588" imgH="393529" progId="Equation.3">
                  <p:embed/>
                </p:oleObj>
              </mc:Choice>
              <mc:Fallback>
                <p:oleObj name="Equation" r:id="rId16" imgW="1180588" imgH="393529" progId="Equation.3">
                  <p:embed/>
                  <p:pic>
                    <p:nvPicPr>
                      <p:cNvPr id="0" name="Object 15"/>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54025" y="700088"/>
                        <a:ext cx="2898775" cy="925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208" name="Object 16"/>
          <p:cNvGraphicFramePr>
            <a:graphicFrameLocks noChangeAspect="1"/>
          </p:cNvGraphicFramePr>
          <p:nvPr/>
        </p:nvGraphicFramePr>
        <p:xfrm>
          <a:off x="7483475" y="3589338"/>
          <a:ext cx="1127125" cy="762000"/>
        </p:xfrm>
        <a:graphic>
          <a:graphicData uri="http://schemas.openxmlformats.org/presentationml/2006/ole">
            <mc:AlternateContent xmlns:mc="http://schemas.openxmlformats.org/markup-compatibility/2006">
              <mc:Choice xmlns:v="urn:schemas-microsoft-com:vml" Requires="v">
                <p:oleObj name="Equation" r:id="rId18" imgW="558558" imgH="393529" progId="Equation.3">
                  <p:embed/>
                </p:oleObj>
              </mc:Choice>
              <mc:Fallback>
                <p:oleObj name="Equation" r:id="rId18" imgW="558558" imgH="393529" progId="Equation.3">
                  <p:embed/>
                  <p:pic>
                    <p:nvPicPr>
                      <p:cNvPr id="0" name="Object 16"/>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7483475" y="3589338"/>
                        <a:ext cx="1127125" cy="762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209" name="Object 17"/>
          <p:cNvGraphicFramePr>
            <a:graphicFrameLocks noChangeAspect="1"/>
          </p:cNvGraphicFramePr>
          <p:nvPr/>
        </p:nvGraphicFramePr>
        <p:xfrm>
          <a:off x="7086600" y="5457825"/>
          <a:ext cx="1828800" cy="476250"/>
        </p:xfrm>
        <a:graphic>
          <a:graphicData uri="http://schemas.openxmlformats.org/presentationml/2006/ole">
            <mc:AlternateContent xmlns:mc="http://schemas.openxmlformats.org/markup-compatibility/2006">
              <mc:Choice xmlns:v="urn:schemas-microsoft-com:vml" Requires="v">
                <p:oleObj name="Equation" r:id="rId20" imgW="748975" imgH="203112" progId="Equation.3">
                  <p:embed/>
                </p:oleObj>
              </mc:Choice>
              <mc:Fallback>
                <p:oleObj name="Equation" r:id="rId20" imgW="748975" imgH="203112" progId="Equation.3">
                  <p:embed/>
                  <p:pic>
                    <p:nvPicPr>
                      <p:cNvPr id="0" name="Object 17"/>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7086600" y="5457825"/>
                        <a:ext cx="18288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1" name="Right Arrow 50"/>
          <p:cNvSpPr/>
          <p:nvPr/>
        </p:nvSpPr>
        <p:spPr>
          <a:xfrm>
            <a:off x="6553200" y="6291263"/>
            <a:ext cx="228600" cy="231775"/>
          </a:xfrm>
          <a:prstGeom prst="rightArrow">
            <a:avLst/>
          </a:prstGeom>
          <a:solidFill>
            <a:srgbClr val="F7741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srgbClr val="F77411"/>
              </a:solidFill>
            </a:endParaRPr>
          </a:p>
        </p:txBody>
      </p:sp>
      <p:graphicFrame>
        <p:nvGraphicFramePr>
          <p:cNvPr id="8210" name="Object 18"/>
          <p:cNvGraphicFramePr>
            <a:graphicFrameLocks noChangeAspect="1"/>
          </p:cNvGraphicFramePr>
          <p:nvPr/>
        </p:nvGraphicFramePr>
        <p:xfrm>
          <a:off x="6858000" y="5900738"/>
          <a:ext cx="2255838" cy="957262"/>
        </p:xfrm>
        <a:graphic>
          <a:graphicData uri="http://schemas.openxmlformats.org/presentationml/2006/ole">
            <mc:AlternateContent xmlns:mc="http://schemas.openxmlformats.org/markup-compatibility/2006">
              <mc:Choice xmlns:v="urn:schemas-microsoft-com:vml" Requires="v">
                <p:oleObj name="Equation" r:id="rId22" imgW="888614" imgH="393529" progId="Equation.3">
                  <p:embed/>
                </p:oleObj>
              </mc:Choice>
              <mc:Fallback>
                <p:oleObj name="Equation" r:id="rId22" imgW="888614" imgH="393529" progId="Equation.3">
                  <p:embed/>
                  <p:pic>
                    <p:nvPicPr>
                      <p:cNvPr id="0" name="Object 18"/>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6858000" y="5900738"/>
                        <a:ext cx="2255838" cy="957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3" name="Right Arrow 52"/>
          <p:cNvSpPr/>
          <p:nvPr/>
        </p:nvSpPr>
        <p:spPr>
          <a:xfrm>
            <a:off x="152400" y="2243138"/>
            <a:ext cx="228600" cy="271462"/>
          </a:xfrm>
          <a:prstGeom prst="rightArrow">
            <a:avLst/>
          </a:prstGeom>
          <a:solidFill>
            <a:srgbClr val="F7741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srgbClr val="F77411"/>
              </a:solidFill>
            </a:endParaRPr>
          </a:p>
        </p:txBody>
      </p:sp>
      <p:graphicFrame>
        <p:nvGraphicFramePr>
          <p:cNvPr id="8211" name="Object 19"/>
          <p:cNvGraphicFramePr>
            <a:graphicFrameLocks noChangeAspect="1"/>
          </p:cNvGraphicFramePr>
          <p:nvPr/>
        </p:nvGraphicFramePr>
        <p:xfrm>
          <a:off x="457200" y="1600200"/>
          <a:ext cx="3581400" cy="1795463"/>
        </p:xfrm>
        <a:graphic>
          <a:graphicData uri="http://schemas.openxmlformats.org/presentationml/2006/ole">
            <mc:AlternateContent xmlns:mc="http://schemas.openxmlformats.org/markup-compatibility/2006">
              <mc:Choice xmlns:v="urn:schemas-microsoft-com:vml" Requires="v">
                <p:oleObj name="Equation" r:id="rId24" imgW="1600200" imgH="838200" progId="Equation.DSMT4">
                  <p:embed/>
                </p:oleObj>
              </mc:Choice>
              <mc:Fallback>
                <p:oleObj name="Equation" r:id="rId24" imgW="1600200" imgH="838200" progId="Equation.DSMT4">
                  <p:embed/>
                  <p:pic>
                    <p:nvPicPr>
                      <p:cNvPr id="0" name="Object 19"/>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457200" y="1600200"/>
                        <a:ext cx="3581400" cy="1795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212" name="Object 20"/>
          <p:cNvGraphicFramePr>
            <a:graphicFrameLocks noChangeAspect="1"/>
          </p:cNvGraphicFramePr>
          <p:nvPr/>
        </p:nvGraphicFramePr>
        <p:xfrm>
          <a:off x="3962400" y="1968500"/>
          <a:ext cx="2120900" cy="876300"/>
        </p:xfrm>
        <a:graphic>
          <a:graphicData uri="http://schemas.openxmlformats.org/presentationml/2006/ole">
            <mc:AlternateContent xmlns:mc="http://schemas.openxmlformats.org/markup-compatibility/2006">
              <mc:Choice xmlns:v="urn:schemas-microsoft-com:vml" Requires="v">
                <p:oleObj name="Equation" r:id="rId26" imgW="914400" imgH="393700" progId="Equation.DSMT4">
                  <p:embed/>
                </p:oleObj>
              </mc:Choice>
              <mc:Fallback>
                <p:oleObj name="Equation" r:id="rId26" imgW="914400" imgH="393700" progId="Equation.DSMT4">
                  <p:embed/>
                  <p:pic>
                    <p:nvPicPr>
                      <p:cNvPr id="0" name="Object 20"/>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3962400" y="1968500"/>
                        <a:ext cx="2120900" cy="87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6" name="Right Arrow 55"/>
          <p:cNvSpPr/>
          <p:nvPr/>
        </p:nvSpPr>
        <p:spPr>
          <a:xfrm>
            <a:off x="152400" y="3429000"/>
            <a:ext cx="228600" cy="228600"/>
          </a:xfrm>
          <a:prstGeom prst="rightArrow">
            <a:avLst/>
          </a:prstGeom>
          <a:solidFill>
            <a:srgbClr val="F7741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srgbClr val="F77411"/>
              </a:solidFill>
            </a:endParaRPr>
          </a:p>
        </p:txBody>
      </p:sp>
      <p:graphicFrame>
        <p:nvGraphicFramePr>
          <p:cNvPr id="8213" name="Object 21"/>
          <p:cNvGraphicFramePr>
            <a:graphicFrameLocks noChangeAspect="1"/>
          </p:cNvGraphicFramePr>
          <p:nvPr/>
        </p:nvGraphicFramePr>
        <p:xfrm>
          <a:off x="571500" y="3276600"/>
          <a:ext cx="1778000" cy="963613"/>
        </p:xfrm>
        <a:graphic>
          <a:graphicData uri="http://schemas.openxmlformats.org/presentationml/2006/ole">
            <mc:AlternateContent xmlns:mc="http://schemas.openxmlformats.org/markup-compatibility/2006">
              <mc:Choice xmlns:v="urn:schemas-microsoft-com:vml" Requires="v">
                <p:oleObj name="Equation" r:id="rId28" imgW="672808" imgH="380835" progId="Equation.3">
                  <p:embed/>
                </p:oleObj>
              </mc:Choice>
              <mc:Fallback>
                <p:oleObj name="Equation" r:id="rId28" imgW="672808" imgH="380835" progId="Equation.3">
                  <p:embed/>
                  <p:pic>
                    <p:nvPicPr>
                      <p:cNvPr id="0" name="Object 21"/>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571500" y="3276600"/>
                        <a:ext cx="1778000" cy="963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214" name="Object 22"/>
          <p:cNvGraphicFramePr>
            <a:graphicFrameLocks noChangeAspect="1"/>
          </p:cNvGraphicFramePr>
          <p:nvPr/>
        </p:nvGraphicFramePr>
        <p:xfrm>
          <a:off x="2384425" y="3317875"/>
          <a:ext cx="2187575" cy="893763"/>
        </p:xfrm>
        <a:graphic>
          <a:graphicData uri="http://schemas.openxmlformats.org/presentationml/2006/ole">
            <mc:AlternateContent xmlns:mc="http://schemas.openxmlformats.org/markup-compatibility/2006">
              <mc:Choice xmlns:v="urn:schemas-microsoft-com:vml" Requires="v">
                <p:oleObj name="Equation" r:id="rId30" imgW="863225" imgH="368140" progId="Equation.3">
                  <p:embed/>
                </p:oleObj>
              </mc:Choice>
              <mc:Fallback>
                <p:oleObj name="Equation" r:id="rId30" imgW="863225" imgH="368140" progId="Equation.3">
                  <p:embed/>
                  <p:pic>
                    <p:nvPicPr>
                      <p:cNvPr id="0" name="Object 22"/>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2384425" y="3317875"/>
                        <a:ext cx="2187575" cy="893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0" name="Right Arrow 59"/>
          <p:cNvSpPr/>
          <p:nvPr/>
        </p:nvSpPr>
        <p:spPr>
          <a:xfrm>
            <a:off x="152400" y="4600575"/>
            <a:ext cx="228600" cy="228600"/>
          </a:xfrm>
          <a:prstGeom prst="rightArrow">
            <a:avLst/>
          </a:prstGeom>
          <a:solidFill>
            <a:srgbClr val="F7741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srgbClr val="F77411"/>
              </a:solidFill>
            </a:endParaRPr>
          </a:p>
        </p:txBody>
      </p:sp>
      <p:graphicFrame>
        <p:nvGraphicFramePr>
          <p:cNvPr id="8216" name="Object 24"/>
          <p:cNvGraphicFramePr>
            <a:graphicFrameLocks noChangeAspect="1"/>
          </p:cNvGraphicFramePr>
          <p:nvPr/>
        </p:nvGraphicFramePr>
        <p:xfrm>
          <a:off x="573088" y="4106863"/>
          <a:ext cx="2838450" cy="1403350"/>
        </p:xfrm>
        <a:graphic>
          <a:graphicData uri="http://schemas.openxmlformats.org/presentationml/2006/ole">
            <mc:AlternateContent xmlns:mc="http://schemas.openxmlformats.org/markup-compatibility/2006">
              <mc:Choice xmlns:v="urn:schemas-microsoft-com:vml" Requires="v">
                <p:oleObj name="Equation" r:id="rId32" imgW="1155700" imgH="596900" progId="Equation.DSMT4">
                  <p:embed/>
                </p:oleObj>
              </mc:Choice>
              <mc:Fallback>
                <p:oleObj name="Equation" r:id="rId32" imgW="1155700" imgH="596900" progId="Equation.DSMT4">
                  <p:embed/>
                  <p:pic>
                    <p:nvPicPr>
                      <p:cNvPr id="0" name="Object 24"/>
                      <p:cNvPicPr>
                        <a:picLocks noChangeAspect="1" noChangeArrowheads="1"/>
                      </p:cNvPicPr>
                      <p:nvPr/>
                    </p:nvPicPr>
                    <p:blipFill>
                      <a:blip r:embed="rId33">
                        <a:extLst>
                          <a:ext uri="{28A0092B-C50C-407E-A947-70E740481C1C}">
                            <a14:useLocalDpi xmlns:a14="http://schemas.microsoft.com/office/drawing/2010/main" val="0"/>
                          </a:ext>
                        </a:extLst>
                      </a:blip>
                      <a:srcRect/>
                      <a:stretch>
                        <a:fillRect/>
                      </a:stretch>
                    </p:blipFill>
                    <p:spPr bwMode="auto">
                      <a:xfrm>
                        <a:off x="573088" y="4106863"/>
                        <a:ext cx="2838450" cy="1403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217" name="Object 25"/>
          <p:cNvGraphicFramePr>
            <a:graphicFrameLocks noChangeAspect="1"/>
          </p:cNvGraphicFramePr>
          <p:nvPr/>
        </p:nvGraphicFramePr>
        <p:xfrm>
          <a:off x="609600" y="5638800"/>
          <a:ext cx="3835400" cy="927100"/>
        </p:xfrm>
        <a:graphic>
          <a:graphicData uri="http://schemas.openxmlformats.org/presentationml/2006/ole">
            <mc:AlternateContent xmlns:mc="http://schemas.openxmlformats.org/markup-compatibility/2006">
              <mc:Choice xmlns:v="urn:schemas-microsoft-com:vml" Requires="v">
                <p:oleObj name="Equation" r:id="rId34" imgW="1562100" imgH="393700" progId="Equation.DSMT4">
                  <p:embed/>
                </p:oleObj>
              </mc:Choice>
              <mc:Fallback>
                <p:oleObj name="Equation" r:id="rId34" imgW="1562100" imgH="393700" progId="Equation.DSMT4">
                  <p:embed/>
                  <p:pic>
                    <p:nvPicPr>
                      <p:cNvPr id="0" name="Object 25"/>
                      <p:cNvPicPr>
                        <a:picLocks noChangeAspect="1" noChangeArrowheads="1"/>
                      </p:cNvPicPr>
                      <p:nvPr/>
                    </p:nvPicPr>
                    <p:blipFill>
                      <a:blip r:embed="rId35">
                        <a:extLst>
                          <a:ext uri="{28A0092B-C50C-407E-A947-70E740481C1C}">
                            <a14:useLocalDpi xmlns:a14="http://schemas.microsoft.com/office/drawing/2010/main" val="0"/>
                          </a:ext>
                        </a:extLst>
                      </a:blip>
                      <a:srcRect/>
                      <a:stretch>
                        <a:fillRect/>
                      </a:stretch>
                    </p:blipFill>
                    <p:spPr bwMode="auto">
                      <a:xfrm>
                        <a:off x="609600" y="5638800"/>
                        <a:ext cx="3835400" cy="927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2" name="Right Arrow 51"/>
          <p:cNvSpPr/>
          <p:nvPr/>
        </p:nvSpPr>
        <p:spPr>
          <a:xfrm>
            <a:off x="152400" y="5969000"/>
            <a:ext cx="228600" cy="228600"/>
          </a:xfrm>
          <a:prstGeom prst="rightArrow">
            <a:avLst/>
          </a:prstGeom>
          <a:solidFill>
            <a:srgbClr val="F7741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srgbClr val="F77411"/>
              </a:solidFill>
            </a:endParaRPr>
          </a:p>
        </p:txBody>
      </p:sp>
      <p:sp>
        <p:nvSpPr>
          <p:cNvPr id="3" name="Footer Placeholder 2">
            <a:extLst>
              <a:ext uri="{FF2B5EF4-FFF2-40B4-BE49-F238E27FC236}">
                <a16:creationId xmlns:a16="http://schemas.microsoft.com/office/drawing/2014/main" id="{6FC1988C-032C-A618-FEF1-9D756CDCC7B7}"/>
              </a:ext>
            </a:extLst>
          </p:cNvPr>
          <p:cNvSpPr>
            <a:spLocks noGrp="1"/>
          </p:cNvSpPr>
          <p:nvPr>
            <p:ph type="ftr" sz="quarter" idx="11"/>
          </p:nvPr>
        </p:nvSpPr>
        <p:spPr/>
        <p:txBody>
          <a:bodyPr/>
          <a:lstStyle/>
          <a:p>
            <a:pPr>
              <a:defRPr/>
            </a:pPr>
            <a:r>
              <a:rPr lang="en-US"/>
              <a:t>Bùi Quốc Trung - VLDC</a:t>
            </a:r>
          </a:p>
        </p:txBody>
      </p:sp>
      <p:sp>
        <p:nvSpPr>
          <p:cNvPr id="4" name="Slide Number Placeholder 3">
            <a:extLst>
              <a:ext uri="{FF2B5EF4-FFF2-40B4-BE49-F238E27FC236}">
                <a16:creationId xmlns:a16="http://schemas.microsoft.com/office/drawing/2014/main" id="{84DA89C0-6C79-B472-9603-38AD55657075}"/>
              </a:ext>
            </a:extLst>
          </p:cNvPr>
          <p:cNvSpPr>
            <a:spLocks noGrp="1"/>
          </p:cNvSpPr>
          <p:nvPr>
            <p:ph type="sldNum" sz="quarter" idx="12"/>
          </p:nvPr>
        </p:nvSpPr>
        <p:spPr/>
        <p:txBody>
          <a:bodyPr/>
          <a:lstStyle/>
          <a:p>
            <a:pPr>
              <a:defRPr/>
            </a:pPr>
            <a:fld id="{DA0BBFDE-23F6-4D0C-90FC-3AED58BCB197}" type="slidenum">
              <a:rPr lang="en-US" smtClean="0"/>
              <a:pPr>
                <a:defRPr/>
              </a:pPr>
              <a:t>9</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randombar(horizontal)">
                                      <p:cBhvr>
                                        <p:cTn id="7" dur="500"/>
                                        <p:tgtEl>
                                          <p:spTgt spid="8"/>
                                        </p:tgtEl>
                                      </p:cBhvr>
                                    </p:animEffect>
                                  </p:childTnLst>
                                </p:cTn>
                              </p:par>
                            </p:childTnLst>
                          </p:cTn>
                        </p:par>
                        <p:par>
                          <p:cTn id="8" fill="hold" nodeType="afterGroup">
                            <p:stCondLst>
                              <p:cond delay="500"/>
                            </p:stCondLst>
                            <p:childTnLst>
                              <p:par>
                                <p:cTn id="9" presetID="14" presetClass="entr" presetSubtype="10" fill="hold" nodeType="after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randombar(horizontal)">
                                      <p:cBhvr>
                                        <p:cTn id="11" dur="500"/>
                                        <p:tgtEl>
                                          <p:spTgt spid="25"/>
                                        </p:tgtEl>
                                      </p:cBhvr>
                                    </p:animEffect>
                                  </p:childTnLst>
                                </p:cTn>
                              </p:par>
                              <p:par>
                                <p:cTn id="12" presetID="14" presetClass="entr" presetSubtype="10" fill="hold" nodeType="withEffect">
                                  <p:stCondLst>
                                    <p:cond delay="0"/>
                                  </p:stCondLst>
                                  <p:childTnLst>
                                    <p:set>
                                      <p:cBhvr>
                                        <p:cTn id="13" dur="1" fill="hold">
                                          <p:stCondLst>
                                            <p:cond delay="0"/>
                                          </p:stCondLst>
                                        </p:cTn>
                                        <p:tgtEl>
                                          <p:spTgt spid="8200"/>
                                        </p:tgtEl>
                                        <p:attrNameLst>
                                          <p:attrName>style.visibility</p:attrName>
                                        </p:attrNameLst>
                                      </p:cBhvr>
                                      <p:to>
                                        <p:strVal val="visible"/>
                                      </p:to>
                                    </p:set>
                                    <p:animEffect transition="in" filter="randombar(horizontal)">
                                      <p:cBhvr>
                                        <p:cTn id="14" dur="500"/>
                                        <p:tgtEl>
                                          <p:spTgt spid="8200"/>
                                        </p:tgtEl>
                                      </p:cBhvr>
                                    </p:animEffect>
                                  </p:childTnLst>
                                </p:cTn>
                              </p:par>
                              <p:par>
                                <p:cTn id="15" presetID="14" presetClass="entr" presetSubtype="10" fill="hold" nodeType="with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randombar(horizontal)">
                                      <p:cBhvr>
                                        <p:cTn id="17" dur="500"/>
                                        <p:tgtEl>
                                          <p:spTgt spid="10"/>
                                        </p:tgtEl>
                                      </p:cBhvr>
                                    </p:animEffect>
                                  </p:childTnLst>
                                </p:cTn>
                              </p:par>
                            </p:childTnLst>
                          </p:cTn>
                        </p:par>
                        <p:par>
                          <p:cTn id="18" fill="hold" nodeType="afterGroup">
                            <p:stCondLst>
                              <p:cond delay="1000"/>
                            </p:stCondLst>
                            <p:childTnLst>
                              <p:par>
                                <p:cTn id="19" presetID="8" presetClass="entr" presetSubtype="16" fill="hold" grpId="0" nodeType="after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diamond(in)">
                                      <p:cBhvr>
                                        <p:cTn id="21" dur="1000"/>
                                        <p:tgtEl>
                                          <p:spTgt spid="15"/>
                                        </p:tgtEl>
                                      </p:cBhvr>
                                    </p:animEffect>
                                  </p:childTnLst>
                                </p:cTn>
                              </p:par>
                            </p:childTnLst>
                          </p:cTn>
                        </p:par>
                        <p:par>
                          <p:cTn id="22" fill="hold" nodeType="afterGroup">
                            <p:stCondLst>
                              <p:cond delay="2000"/>
                            </p:stCondLst>
                            <p:childTnLst>
                              <p:par>
                                <p:cTn id="23" presetID="8" presetClass="entr" presetSubtype="32" fill="hold" nodeType="afterEffect">
                                  <p:stCondLst>
                                    <p:cond delay="0"/>
                                  </p:stCondLst>
                                  <p:childTnLst>
                                    <p:set>
                                      <p:cBhvr>
                                        <p:cTn id="24" dur="1" fill="hold">
                                          <p:stCondLst>
                                            <p:cond delay="0"/>
                                          </p:stCondLst>
                                        </p:cTn>
                                        <p:tgtEl>
                                          <p:spTgt spid="22"/>
                                        </p:tgtEl>
                                        <p:attrNameLst>
                                          <p:attrName>style.visibility</p:attrName>
                                        </p:attrNameLst>
                                      </p:cBhvr>
                                      <p:to>
                                        <p:strVal val="visible"/>
                                      </p:to>
                                    </p:set>
                                    <p:animEffect transition="in" filter="diamond(out)">
                                      <p:cBhvr>
                                        <p:cTn id="25" dur="1000"/>
                                        <p:tgtEl>
                                          <p:spTgt spid="22"/>
                                        </p:tgtEl>
                                      </p:cBhvr>
                                    </p:animEffect>
                                  </p:childTnLst>
                                </p:cTn>
                              </p:par>
                              <p:par>
                                <p:cTn id="26" presetID="8" presetClass="entr" presetSubtype="32" fill="hold" nodeType="withEffect">
                                  <p:stCondLst>
                                    <p:cond delay="0"/>
                                  </p:stCondLst>
                                  <p:childTnLst>
                                    <p:set>
                                      <p:cBhvr>
                                        <p:cTn id="27" dur="1" fill="hold">
                                          <p:stCondLst>
                                            <p:cond delay="0"/>
                                          </p:stCondLst>
                                        </p:cTn>
                                        <p:tgtEl>
                                          <p:spTgt spid="8199"/>
                                        </p:tgtEl>
                                        <p:attrNameLst>
                                          <p:attrName>style.visibility</p:attrName>
                                        </p:attrNameLst>
                                      </p:cBhvr>
                                      <p:to>
                                        <p:strVal val="visible"/>
                                      </p:to>
                                    </p:set>
                                    <p:animEffect transition="in" filter="diamond(out)">
                                      <p:cBhvr>
                                        <p:cTn id="28" dur="1000"/>
                                        <p:tgtEl>
                                          <p:spTgt spid="8199"/>
                                        </p:tgtEl>
                                      </p:cBhvr>
                                    </p:animEffect>
                                  </p:childTnLst>
                                </p:cTn>
                              </p:par>
                            </p:childTnLst>
                          </p:cTn>
                        </p:par>
                        <p:par>
                          <p:cTn id="29" fill="hold" nodeType="afterGroup">
                            <p:stCondLst>
                              <p:cond delay="3000"/>
                            </p:stCondLst>
                            <p:childTnLst>
                              <p:par>
                                <p:cTn id="30" presetID="14" presetClass="entr" presetSubtype="10" fill="hold" nodeType="afterEffect">
                                  <p:stCondLst>
                                    <p:cond delay="0"/>
                                  </p:stCondLst>
                                  <p:childTnLst>
                                    <p:set>
                                      <p:cBhvr>
                                        <p:cTn id="31" dur="1" fill="hold">
                                          <p:stCondLst>
                                            <p:cond delay="0"/>
                                          </p:stCondLst>
                                        </p:cTn>
                                        <p:tgtEl>
                                          <p:spTgt spid="8202"/>
                                        </p:tgtEl>
                                        <p:attrNameLst>
                                          <p:attrName>style.visibility</p:attrName>
                                        </p:attrNameLst>
                                      </p:cBhvr>
                                      <p:to>
                                        <p:strVal val="visible"/>
                                      </p:to>
                                    </p:set>
                                    <p:animEffect transition="in" filter="randombar(horizontal)">
                                      <p:cBhvr>
                                        <p:cTn id="32" dur="500"/>
                                        <p:tgtEl>
                                          <p:spTgt spid="8202"/>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nodeType="click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blinds(horizontal)">
                                      <p:cBhvr>
                                        <p:cTn id="37" dur="1000"/>
                                        <p:tgtEl>
                                          <p:spTgt spid="12"/>
                                        </p:tgtEl>
                                      </p:cBhvr>
                                    </p:animEffect>
                                  </p:childTnLst>
                                </p:cTn>
                              </p:par>
                              <p:par>
                                <p:cTn id="38" presetID="3" presetClass="entr" presetSubtype="10" fill="hold" nodeType="withEffect">
                                  <p:stCondLst>
                                    <p:cond delay="0"/>
                                  </p:stCondLst>
                                  <p:childTnLst>
                                    <p:set>
                                      <p:cBhvr>
                                        <p:cTn id="39" dur="1" fill="hold">
                                          <p:stCondLst>
                                            <p:cond delay="0"/>
                                          </p:stCondLst>
                                        </p:cTn>
                                        <p:tgtEl>
                                          <p:spTgt spid="8201"/>
                                        </p:tgtEl>
                                        <p:attrNameLst>
                                          <p:attrName>style.visibility</p:attrName>
                                        </p:attrNameLst>
                                      </p:cBhvr>
                                      <p:to>
                                        <p:strVal val="visible"/>
                                      </p:to>
                                    </p:set>
                                    <p:animEffect transition="in" filter="blinds(horizontal)">
                                      <p:cBhvr>
                                        <p:cTn id="40" dur="1000"/>
                                        <p:tgtEl>
                                          <p:spTgt spid="8201"/>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8" presetClass="entr" presetSubtype="32" fill="hold" nodeType="clickEffect">
                                  <p:stCondLst>
                                    <p:cond delay="0"/>
                                  </p:stCondLst>
                                  <p:childTnLst>
                                    <p:set>
                                      <p:cBhvr>
                                        <p:cTn id="44" dur="1" fill="hold">
                                          <p:stCondLst>
                                            <p:cond delay="0"/>
                                          </p:stCondLst>
                                        </p:cTn>
                                        <p:tgtEl>
                                          <p:spTgt spid="17"/>
                                        </p:tgtEl>
                                        <p:attrNameLst>
                                          <p:attrName>style.visibility</p:attrName>
                                        </p:attrNameLst>
                                      </p:cBhvr>
                                      <p:to>
                                        <p:strVal val="visible"/>
                                      </p:to>
                                    </p:set>
                                    <p:animEffect transition="in" filter="diamond(out)">
                                      <p:cBhvr>
                                        <p:cTn id="45" dur="1000"/>
                                        <p:tgtEl>
                                          <p:spTgt spid="17"/>
                                        </p:tgtEl>
                                      </p:cBhvr>
                                    </p:animEffect>
                                  </p:childTnLst>
                                </p:cTn>
                              </p:par>
                            </p:childTnLst>
                          </p:cTn>
                        </p:par>
                        <p:par>
                          <p:cTn id="46" fill="hold" nodeType="afterGroup">
                            <p:stCondLst>
                              <p:cond delay="1000"/>
                            </p:stCondLst>
                            <p:childTnLst>
                              <p:par>
                                <p:cTn id="47" presetID="5" presetClass="entr" presetSubtype="10" fill="hold" nodeType="afterEffect">
                                  <p:stCondLst>
                                    <p:cond delay="0"/>
                                  </p:stCondLst>
                                  <p:childTnLst>
                                    <p:set>
                                      <p:cBhvr>
                                        <p:cTn id="48" dur="1" fill="hold">
                                          <p:stCondLst>
                                            <p:cond delay="0"/>
                                          </p:stCondLst>
                                        </p:cTn>
                                        <p:tgtEl>
                                          <p:spTgt spid="8198"/>
                                        </p:tgtEl>
                                        <p:attrNameLst>
                                          <p:attrName>style.visibility</p:attrName>
                                        </p:attrNameLst>
                                      </p:cBhvr>
                                      <p:to>
                                        <p:strVal val="visible"/>
                                      </p:to>
                                    </p:set>
                                    <p:animEffect transition="in" filter="checkerboard(across)">
                                      <p:cBhvr>
                                        <p:cTn id="49" dur="500"/>
                                        <p:tgtEl>
                                          <p:spTgt spid="8198"/>
                                        </p:tgtEl>
                                      </p:cBhvr>
                                    </p:animEffect>
                                  </p:childTnLst>
                                </p:cTn>
                              </p:par>
                            </p:childTnLst>
                          </p:cTn>
                        </p:par>
                        <p:par>
                          <p:cTn id="50" fill="hold" nodeType="afterGroup">
                            <p:stCondLst>
                              <p:cond delay="1500"/>
                            </p:stCondLst>
                            <p:childTnLst>
                              <p:par>
                                <p:cTn id="51" presetID="3" presetClass="entr" presetSubtype="10" fill="hold" nodeType="afterEffect">
                                  <p:stCondLst>
                                    <p:cond delay="0"/>
                                  </p:stCondLst>
                                  <p:childTnLst>
                                    <p:set>
                                      <p:cBhvr>
                                        <p:cTn id="52" dur="1" fill="hold">
                                          <p:stCondLst>
                                            <p:cond delay="0"/>
                                          </p:stCondLst>
                                        </p:cTn>
                                        <p:tgtEl>
                                          <p:spTgt spid="8208"/>
                                        </p:tgtEl>
                                        <p:attrNameLst>
                                          <p:attrName>style.visibility</p:attrName>
                                        </p:attrNameLst>
                                      </p:cBhvr>
                                      <p:to>
                                        <p:strVal val="visible"/>
                                      </p:to>
                                    </p:set>
                                    <p:animEffect transition="in" filter="blinds(horizontal)">
                                      <p:cBhvr>
                                        <p:cTn id="53" dur="500"/>
                                        <p:tgtEl>
                                          <p:spTgt spid="8208"/>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3" presetClass="entr" presetSubtype="10" fill="hold" nodeType="clickEffect">
                                  <p:stCondLst>
                                    <p:cond delay="0"/>
                                  </p:stCondLst>
                                  <p:childTnLst>
                                    <p:set>
                                      <p:cBhvr>
                                        <p:cTn id="57" dur="1" fill="hold">
                                          <p:stCondLst>
                                            <p:cond delay="0"/>
                                          </p:stCondLst>
                                        </p:cTn>
                                        <p:tgtEl>
                                          <p:spTgt spid="2"/>
                                        </p:tgtEl>
                                        <p:attrNameLst>
                                          <p:attrName>style.visibility</p:attrName>
                                        </p:attrNameLst>
                                      </p:cBhvr>
                                      <p:to>
                                        <p:strVal val="visible"/>
                                      </p:to>
                                    </p:set>
                                    <p:animEffect transition="in" filter="blinds(horizontal)">
                                      <p:cBhvr>
                                        <p:cTn id="58" dur="500"/>
                                        <p:tgtEl>
                                          <p:spTgt spid="2"/>
                                        </p:tgtEl>
                                      </p:cBhvr>
                                    </p:animEffect>
                                  </p:childTnLst>
                                </p:cTn>
                              </p:par>
                            </p:childTnLst>
                          </p:cTn>
                        </p:par>
                        <p:par>
                          <p:cTn id="59" fill="hold" nodeType="afterGroup">
                            <p:stCondLst>
                              <p:cond delay="500"/>
                            </p:stCondLst>
                            <p:childTnLst>
                              <p:par>
                                <p:cTn id="60" presetID="8" presetClass="entr" presetSubtype="16" fill="hold" nodeType="afterEffect">
                                  <p:stCondLst>
                                    <p:cond delay="0"/>
                                  </p:stCondLst>
                                  <p:childTnLst>
                                    <p:set>
                                      <p:cBhvr>
                                        <p:cTn id="61" dur="1" fill="hold">
                                          <p:stCondLst>
                                            <p:cond delay="0"/>
                                          </p:stCondLst>
                                        </p:cTn>
                                        <p:tgtEl>
                                          <p:spTgt spid="8206"/>
                                        </p:tgtEl>
                                        <p:attrNameLst>
                                          <p:attrName>style.visibility</p:attrName>
                                        </p:attrNameLst>
                                      </p:cBhvr>
                                      <p:to>
                                        <p:strVal val="visible"/>
                                      </p:to>
                                    </p:set>
                                    <p:animEffect transition="in" filter="diamond(in)">
                                      <p:cBhvr>
                                        <p:cTn id="62" dur="1000"/>
                                        <p:tgtEl>
                                          <p:spTgt spid="8206"/>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3" presetClass="entr" presetSubtype="10" fill="hold" nodeType="clickEffect">
                                  <p:stCondLst>
                                    <p:cond delay="0"/>
                                  </p:stCondLst>
                                  <p:childTnLst>
                                    <p:set>
                                      <p:cBhvr>
                                        <p:cTn id="66" dur="1" fill="hold">
                                          <p:stCondLst>
                                            <p:cond delay="0"/>
                                          </p:stCondLst>
                                        </p:cTn>
                                        <p:tgtEl>
                                          <p:spTgt spid="8203"/>
                                        </p:tgtEl>
                                        <p:attrNameLst>
                                          <p:attrName>style.visibility</p:attrName>
                                        </p:attrNameLst>
                                      </p:cBhvr>
                                      <p:to>
                                        <p:strVal val="visible"/>
                                      </p:to>
                                    </p:set>
                                    <p:animEffect transition="in" filter="blinds(horizontal)">
                                      <p:cBhvr>
                                        <p:cTn id="67" dur="500"/>
                                        <p:tgtEl>
                                          <p:spTgt spid="8203"/>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14" presetClass="entr" presetSubtype="10" fill="hold" nodeType="clickEffect">
                                  <p:stCondLst>
                                    <p:cond delay="0"/>
                                  </p:stCondLst>
                                  <p:childTnLst>
                                    <p:set>
                                      <p:cBhvr>
                                        <p:cTn id="71" dur="1" fill="hold">
                                          <p:stCondLst>
                                            <p:cond delay="0"/>
                                          </p:stCondLst>
                                        </p:cTn>
                                        <p:tgtEl>
                                          <p:spTgt spid="8207"/>
                                        </p:tgtEl>
                                        <p:attrNameLst>
                                          <p:attrName>style.visibility</p:attrName>
                                        </p:attrNameLst>
                                      </p:cBhvr>
                                      <p:to>
                                        <p:strVal val="visible"/>
                                      </p:to>
                                    </p:set>
                                    <p:animEffect transition="in" filter="randombar(horizontal)">
                                      <p:cBhvr>
                                        <p:cTn id="72" dur="500"/>
                                        <p:tgtEl>
                                          <p:spTgt spid="8207"/>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3" presetClass="entr" presetSubtype="10" fill="hold" nodeType="clickEffect">
                                  <p:stCondLst>
                                    <p:cond delay="0"/>
                                  </p:stCondLst>
                                  <p:childTnLst>
                                    <p:set>
                                      <p:cBhvr>
                                        <p:cTn id="76" dur="1" fill="hold">
                                          <p:stCondLst>
                                            <p:cond delay="0"/>
                                          </p:stCondLst>
                                        </p:cTn>
                                        <p:tgtEl>
                                          <p:spTgt spid="8209"/>
                                        </p:tgtEl>
                                        <p:attrNameLst>
                                          <p:attrName>style.visibility</p:attrName>
                                        </p:attrNameLst>
                                      </p:cBhvr>
                                      <p:to>
                                        <p:strVal val="visible"/>
                                      </p:to>
                                    </p:set>
                                    <p:animEffect transition="in" filter="blinds(horizontal)">
                                      <p:cBhvr>
                                        <p:cTn id="77" dur="500"/>
                                        <p:tgtEl>
                                          <p:spTgt spid="8209"/>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8" presetClass="entr" presetSubtype="16" fill="hold" grpId="0" nodeType="clickEffect">
                                  <p:stCondLst>
                                    <p:cond delay="0"/>
                                  </p:stCondLst>
                                  <p:childTnLst>
                                    <p:set>
                                      <p:cBhvr>
                                        <p:cTn id="81" dur="1" fill="hold">
                                          <p:stCondLst>
                                            <p:cond delay="0"/>
                                          </p:stCondLst>
                                        </p:cTn>
                                        <p:tgtEl>
                                          <p:spTgt spid="51"/>
                                        </p:tgtEl>
                                        <p:attrNameLst>
                                          <p:attrName>style.visibility</p:attrName>
                                        </p:attrNameLst>
                                      </p:cBhvr>
                                      <p:to>
                                        <p:strVal val="visible"/>
                                      </p:to>
                                    </p:set>
                                    <p:animEffect transition="in" filter="diamond(in)">
                                      <p:cBhvr>
                                        <p:cTn id="82" dur="500"/>
                                        <p:tgtEl>
                                          <p:spTgt spid="51"/>
                                        </p:tgtEl>
                                      </p:cBhvr>
                                    </p:animEffect>
                                  </p:childTnLst>
                                </p:cTn>
                              </p:par>
                              <p:par>
                                <p:cTn id="83" presetID="3" presetClass="entr" presetSubtype="10" fill="hold" nodeType="withEffect">
                                  <p:stCondLst>
                                    <p:cond delay="0"/>
                                  </p:stCondLst>
                                  <p:childTnLst>
                                    <p:set>
                                      <p:cBhvr>
                                        <p:cTn id="84" dur="1" fill="hold">
                                          <p:stCondLst>
                                            <p:cond delay="0"/>
                                          </p:stCondLst>
                                        </p:cTn>
                                        <p:tgtEl>
                                          <p:spTgt spid="8210"/>
                                        </p:tgtEl>
                                        <p:attrNameLst>
                                          <p:attrName>style.visibility</p:attrName>
                                        </p:attrNameLst>
                                      </p:cBhvr>
                                      <p:to>
                                        <p:strVal val="visible"/>
                                      </p:to>
                                    </p:set>
                                    <p:animEffect transition="in" filter="blinds(horizontal)">
                                      <p:cBhvr>
                                        <p:cTn id="85" dur="500"/>
                                        <p:tgtEl>
                                          <p:spTgt spid="8210"/>
                                        </p:tgtEl>
                                      </p:cBhvr>
                                    </p:animEffect>
                                  </p:childTnLst>
                                </p:cTn>
                              </p:par>
                            </p:childTnLst>
                          </p:cTn>
                        </p:par>
                      </p:childTnLst>
                    </p:cTn>
                  </p:par>
                  <p:par>
                    <p:cTn id="86" fill="hold" nodeType="clickPar">
                      <p:stCondLst>
                        <p:cond delay="indefinite"/>
                      </p:stCondLst>
                      <p:childTnLst>
                        <p:par>
                          <p:cTn id="87" fill="hold" nodeType="withGroup">
                            <p:stCondLst>
                              <p:cond delay="0"/>
                            </p:stCondLst>
                            <p:childTnLst>
                              <p:par>
                                <p:cTn id="88" presetID="8" presetClass="entr" presetSubtype="16" fill="hold" grpId="0" nodeType="clickEffect">
                                  <p:stCondLst>
                                    <p:cond delay="0"/>
                                  </p:stCondLst>
                                  <p:childTnLst>
                                    <p:set>
                                      <p:cBhvr>
                                        <p:cTn id="89" dur="1" fill="hold">
                                          <p:stCondLst>
                                            <p:cond delay="0"/>
                                          </p:stCondLst>
                                        </p:cTn>
                                        <p:tgtEl>
                                          <p:spTgt spid="53"/>
                                        </p:tgtEl>
                                        <p:attrNameLst>
                                          <p:attrName>style.visibility</p:attrName>
                                        </p:attrNameLst>
                                      </p:cBhvr>
                                      <p:to>
                                        <p:strVal val="visible"/>
                                      </p:to>
                                    </p:set>
                                    <p:animEffect transition="in" filter="diamond(in)">
                                      <p:cBhvr>
                                        <p:cTn id="90" dur="500"/>
                                        <p:tgtEl>
                                          <p:spTgt spid="53"/>
                                        </p:tgtEl>
                                      </p:cBhvr>
                                    </p:animEffect>
                                  </p:childTnLst>
                                </p:cTn>
                              </p:par>
                            </p:childTnLst>
                          </p:cTn>
                        </p:par>
                        <p:par>
                          <p:cTn id="91" fill="hold" nodeType="afterGroup">
                            <p:stCondLst>
                              <p:cond delay="500"/>
                            </p:stCondLst>
                            <p:childTnLst>
                              <p:par>
                                <p:cTn id="92" presetID="14" presetClass="entr" presetSubtype="10" fill="hold" nodeType="afterEffect">
                                  <p:stCondLst>
                                    <p:cond delay="500"/>
                                  </p:stCondLst>
                                  <p:childTnLst>
                                    <p:set>
                                      <p:cBhvr>
                                        <p:cTn id="93" dur="1" fill="hold">
                                          <p:stCondLst>
                                            <p:cond delay="0"/>
                                          </p:stCondLst>
                                        </p:cTn>
                                        <p:tgtEl>
                                          <p:spTgt spid="8211"/>
                                        </p:tgtEl>
                                        <p:attrNameLst>
                                          <p:attrName>style.visibility</p:attrName>
                                        </p:attrNameLst>
                                      </p:cBhvr>
                                      <p:to>
                                        <p:strVal val="visible"/>
                                      </p:to>
                                    </p:set>
                                    <p:animEffect transition="in" filter="randombar(horizontal)">
                                      <p:cBhvr>
                                        <p:cTn id="94" dur="500"/>
                                        <p:tgtEl>
                                          <p:spTgt spid="8211"/>
                                        </p:tgtEl>
                                      </p:cBhvr>
                                    </p:animEffect>
                                  </p:childTnLst>
                                </p:cTn>
                              </p:par>
                            </p:childTnLst>
                          </p:cTn>
                        </p:par>
                      </p:childTnLst>
                    </p:cTn>
                  </p:par>
                  <p:par>
                    <p:cTn id="95" fill="hold" nodeType="clickPar">
                      <p:stCondLst>
                        <p:cond delay="indefinite"/>
                      </p:stCondLst>
                      <p:childTnLst>
                        <p:par>
                          <p:cTn id="96" fill="hold" nodeType="withGroup">
                            <p:stCondLst>
                              <p:cond delay="0"/>
                            </p:stCondLst>
                            <p:childTnLst>
                              <p:par>
                                <p:cTn id="97" presetID="14" presetClass="entr" presetSubtype="10" fill="hold" nodeType="clickEffect">
                                  <p:stCondLst>
                                    <p:cond delay="0"/>
                                  </p:stCondLst>
                                  <p:childTnLst>
                                    <p:set>
                                      <p:cBhvr>
                                        <p:cTn id="98" dur="1" fill="hold">
                                          <p:stCondLst>
                                            <p:cond delay="0"/>
                                          </p:stCondLst>
                                        </p:cTn>
                                        <p:tgtEl>
                                          <p:spTgt spid="8212"/>
                                        </p:tgtEl>
                                        <p:attrNameLst>
                                          <p:attrName>style.visibility</p:attrName>
                                        </p:attrNameLst>
                                      </p:cBhvr>
                                      <p:to>
                                        <p:strVal val="visible"/>
                                      </p:to>
                                    </p:set>
                                    <p:animEffect transition="in" filter="randombar(horizontal)">
                                      <p:cBhvr>
                                        <p:cTn id="99" dur="500"/>
                                        <p:tgtEl>
                                          <p:spTgt spid="8212"/>
                                        </p:tgtEl>
                                      </p:cBhvr>
                                    </p:animEffect>
                                  </p:childTnLst>
                                </p:cTn>
                              </p:par>
                            </p:childTnLst>
                          </p:cTn>
                        </p:par>
                      </p:childTnLst>
                    </p:cTn>
                  </p:par>
                  <p:par>
                    <p:cTn id="100" fill="hold" nodeType="clickPar">
                      <p:stCondLst>
                        <p:cond delay="indefinite"/>
                      </p:stCondLst>
                      <p:childTnLst>
                        <p:par>
                          <p:cTn id="101" fill="hold" nodeType="withGroup">
                            <p:stCondLst>
                              <p:cond delay="0"/>
                            </p:stCondLst>
                            <p:childTnLst>
                              <p:par>
                                <p:cTn id="102" presetID="8" presetClass="entr" presetSubtype="16" fill="hold" grpId="0" nodeType="clickEffect">
                                  <p:stCondLst>
                                    <p:cond delay="0"/>
                                  </p:stCondLst>
                                  <p:childTnLst>
                                    <p:set>
                                      <p:cBhvr>
                                        <p:cTn id="103" dur="1" fill="hold">
                                          <p:stCondLst>
                                            <p:cond delay="0"/>
                                          </p:stCondLst>
                                        </p:cTn>
                                        <p:tgtEl>
                                          <p:spTgt spid="56"/>
                                        </p:tgtEl>
                                        <p:attrNameLst>
                                          <p:attrName>style.visibility</p:attrName>
                                        </p:attrNameLst>
                                      </p:cBhvr>
                                      <p:to>
                                        <p:strVal val="visible"/>
                                      </p:to>
                                    </p:set>
                                    <p:animEffect transition="in" filter="diamond(in)">
                                      <p:cBhvr>
                                        <p:cTn id="104" dur="500"/>
                                        <p:tgtEl>
                                          <p:spTgt spid="56"/>
                                        </p:tgtEl>
                                      </p:cBhvr>
                                    </p:animEffect>
                                  </p:childTnLst>
                                </p:cTn>
                              </p:par>
                            </p:childTnLst>
                          </p:cTn>
                        </p:par>
                        <p:par>
                          <p:cTn id="105" fill="hold" nodeType="afterGroup">
                            <p:stCondLst>
                              <p:cond delay="500"/>
                            </p:stCondLst>
                            <p:childTnLst>
                              <p:par>
                                <p:cTn id="106" presetID="14" presetClass="entr" presetSubtype="10" fill="hold" nodeType="afterEffect">
                                  <p:stCondLst>
                                    <p:cond delay="500"/>
                                  </p:stCondLst>
                                  <p:childTnLst>
                                    <p:set>
                                      <p:cBhvr>
                                        <p:cTn id="107" dur="1" fill="hold">
                                          <p:stCondLst>
                                            <p:cond delay="0"/>
                                          </p:stCondLst>
                                        </p:cTn>
                                        <p:tgtEl>
                                          <p:spTgt spid="8213"/>
                                        </p:tgtEl>
                                        <p:attrNameLst>
                                          <p:attrName>style.visibility</p:attrName>
                                        </p:attrNameLst>
                                      </p:cBhvr>
                                      <p:to>
                                        <p:strVal val="visible"/>
                                      </p:to>
                                    </p:set>
                                    <p:animEffect transition="in" filter="randombar(horizontal)">
                                      <p:cBhvr>
                                        <p:cTn id="108" dur="1000"/>
                                        <p:tgtEl>
                                          <p:spTgt spid="8213"/>
                                        </p:tgtEl>
                                      </p:cBhvr>
                                    </p:animEffect>
                                  </p:childTnLst>
                                </p:cTn>
                              </p:par>
                            </p:childTnLst>
                          </p:cTn>
                        </p:par>
                      </p:childTnLst>
                    </p:cTn>
                  </p:par>
                  <p:par>
                    <p:cTn id="109" fill="hold" nodeType="clickPar">
                      <p:stCondLst>
                        <p:cond delay="indefinite"/>
                      </p:stCondLst>
                      <p:childTnLst>
                        <p:par>
                          <p:cTn id="110" fill="hold" nodeType="withGroup">
                            <p:stCondLst>
                              <p:cond delay="0"/>
                            </p:stCondLst>
                            <p:childTnLst>
                              <p:par>
                                <p:cTn id="111" presetID="14" presetClass="entr" presetSubtype="10" fill="hold" nodeType="clickEffect">
                                  <p:stCondLst>
                                    <p:cond delay="0"/>
                                  </p:stCondLst>
                                  <p:childTnLst>
                                    <p:set>
                                      <p:cBhvr>
                                        <p:cTn id="112" dur="1" fill="hold">
                                          <p:stCondLst>
                                            <p:cond delay="0"/>
                                          </p:stCondLst>
                                        </p:cTn>
                                        <p:tgtEl>
                                          <p:spTgt spid="8214"/>
                                        </p:tgtEl>
                                        <p:attrNameLst>
                                          <p:attrName>style.visibility</p:attrName>
                                        </p:attrNameLst>
                                      </p:cBhvr>
                                      <p:to>
                                        <p:strVal val="visible"/>
                                      </p:to>
                                    </p:set>
                                    <p:animEffect transition="in" filter="randombar(horizontal)">
                                      <p:cBhvr>
                                        <p:cTn id="113" dur="1000"/>
                                        <p:tgtEl>
                                          <p:spTgt spid="8214"/>
                                        </p:tgtEl>
                                      </p:cBhvr>
                                    </p:animEffect>
                                  </p:childTnLst>
                                </p:cTn>
                              </p:par>
                            </p:childTnLst>
                          </p:cTn>
                        </p:par>
                      </p:childTnLst>
                    </p:cTn>
                  </p:par>
                  <p:par>
                    <p:cTn id="114" fill="hold" nodeType="clickPar">
                      <p:stCondLst>
                        <p:cond delay="indefinite"/>
                      </p:stCondLst>
                      <p:childTnLst>
                        <p:par>
                          <p:cTn id="115" fill="hold" nodeType="withGroup">
                            <p:stCondLst>
                              <p:cond delay="0"/>
                            </p:stCondLst>
                            <p:childTnLst>
                              <p:par>
                                <p:cTn id="116" presetID="8" presetClass="entr" presetSubtype="16" fill="hold" grpId="0" nodeType="clickEffect">
                                  <p:stCondLst>
                                    <p:cond delay="0"/>
                                  </p:stCondLst>
                                  <p:childTnLst>
                                    <p:set>
                                      <p:cBhvr>
                                        <p:cTn id="117" dur="1" fill="hold">
                                          <p:stCondLst>
                                            <p:cond delay="0"/>
                                          </p:stCondLst>
                                        </p:cTn>
                                        <p:tgtEl>
                                          <p:spTgt spid="60"/>
                                        </p:tgtEl>
                                        <p:attrNameLst>
                                          <p:attrName>style.visibility</p:attrName>
                                        </p:attrNameLst>
                                      </p:cBhvr>
                                      <p:to>
                                        <p:strVal val="visible"/>
                                      </p:to>
                                    </p:set>
                                    <p:animEffect transition="in" filter="diamond(in)">
                                      <p:cBhvr>
                                        <p:cTn id="118" dur="500"/>
                                        <p:tgtEl>
                                          <p:spTgt spid="60"/>
                                        </p:tgtEl>
                                      </p:cBhvr>
                                    </p:animEffect>
                                  </p:childTnLst>
                                </p:cTn>
                              </p:par>
                            </p:childTnLst>
                          </p:cTn>
                        </p:par>
                        <p:par>
                          <p:cTn id="119" fill="hold" nodeType="afterGroup">
                            <p:stCondLst>
                              <p:cond delay="500"/>
                            </p:stCondLst>
                            <p:childTnLst>
                              <p:par>
                                <p:cTn id="120" presetID="14" presetClass="entr" presetSubtype="10" fill="hold" nodeType="afterEffect">
                                  <p:stCondLst>
                                    <p:cond delay="500"/>
                                  </p:stCondLst>
                                  <p:childTnLst>
                                    <p:set>
                                      <p:cBhvr>
                                        <p:cTn id="121" dur="1" fill="hold">
                                          <p:stCondLst>
                                            <p:cond delay="0"/>
                                          </p:stCondLst>
                                        </p:cTn>
                                        <p:tgtEl>
                                          <p:spTgt spid="8216"/>
                                        </p:tgtEl>
                                        <p:attrNameLst>
                                          <p:attrName>style.visibility</p:attrName>
                                        </p:attrNameLst>
                                      </p:cBhvr>
                                      <p:to>
                                        <p:strVal val="visible"/>
                                      </p:to>
                                    </p:set>
                                    <p:animEffect transition="in" filter="randombar(horizontal)">
                                      <p:cBhvr>
                                        <p:cTn id="122" dur="500"/>
                                        <p:tgtEl>
                                          <p:spTgt spid="8216"/>
                                        </p:tgtEl>
                                      </p:cBhvr>
                                    </p:animEffect>
                                  </p:childTnLst>
                                </p:cTn>
                              </p:par>
                            </p:childTnLst>
                          </p:cTn>
                        </p:par>
                      </p:childTnLst>
                    </p:cTn>
                  </p:par>
                  <p:par>
                    <p:cTn id="123" fill="hold" nodeType="clickPar">
                      <p:stCondLst>
                        <p:cond delay="indefinite"/>
                      </p:stCondLst>
                      <p:childTnLst>
                        <p:par>
                          <p:cTn id="124" fill="hold" nodeType="withGroup">
                            <p:stCondLst>
                              <p:cond delay="0"/>
                            </p:stCondLst>
                            <p:childTnLst>
                              <p:par>
                                <p:cTn id="125" presetID="8" presetClass="exit" presetSubtype="16" fill="hold" nodeType="clickEffect">
                                  <p:stCondLst>
                                    <p:cond delay="0"/>
                                  </p:stCondLst>
                                  <p:childTnLst>
                                    <p:animEffect transition="out" filter="diamond(in)">
                                      <p:cBhvr>
                                        <p:cTn id="126" dur="1000"/>
                                        <p:tgtEl>
                                          <p:spTgt spid="8208"/>
                                        </p:tgtEl>
                                      </p:cBhvr>
                                    </p:animEffect>
                                    <p:set>
                                      <p:cBhvr>
                                        <p:cTn id="127" dur="1" fill="hold">
                                          <p:stCondLst>
                                            <p:cond delay="999"/>
                                          </p:stCondLst>
                                        </p:cTn>
                                        <p:tgtEl>
                                          <p:spTgt spid="8208"/>
                                        </p:tgtEl>
                                        <p:attrNameLst>
                                          <p:attrName>style.visibility</p:attrName>
                                        </p:attrNameLst>
                                      </p:cBhvr>
                                      <p:to>
                                        <p:strVal val="hidden"/>
                                      </p:to>
                                    </p:set>
                                  </p:childTnLst>
                                </p:cTn>
                              </p:par>
                            </p:childTnLst>
                          </p:cTn>
                        </p:par>
                      </p:childTnLst>
                    </p:cTn>
                  </p:par>
                  <p:par>
                    <p:cTn id="128" fill="hold" nodeType="clickPar">
                      <p:stCondLst>
                        <p:cond delay="indefinite"/>
                      </p:stCondLst>
                      <p:childTnLst>
                        <p:par>
                          <p:cTn id="129" fill="hold" nodeType="withGroup">
                            <p:stCondLst>
                              <p:cond delay="0"/>
                            </p:stCondLst>
                            <p:childTnLst>
                              <p:par>
                                <p:cTn id="130" presetID="8" presetClass="entr" presetSubtype="16" fill="hold" grpId="0" nodeType="clickEffect">
                                  <p:stCondLst>
                                    <p:cond delay="0"/>
                                  </p:stCondLst>
                                  <p:childTnLst>
                                    <p:set>
                                      <p:cBhvr>
                                        <p:cTn id="131" dur="1" fill="hold">
                                          <p:stCondLst>
                                            <p:cond delay="0"/>
                                          </p:stCondLst>
                                        </p:cTn>
                                        <p:tgtEl>
                                          <p:spTgt spid="52"/>
                                        </p:tgtEl>
                                        <p:attrNameLst>
                                          <p:attrName>style.visibility</p:attrName>
                                        </p:attrNameLst>
                                      </p:cBhvr>
                                      <p:to>
                                        <p:strVal val="visible"/>
                                      </p:to>
                                    </p:set>
                                    <p:animEffect transition="in" filter="diamond(in)">
                                      <p:cBhvr>
                                        <p:cTn id="132" dur="500"/>
                                        <p:tgtEl>
                                          <p:spTgt spid="52"/>
                                        </p:tgtEl>
                                      </p:cBhvr>
                                    </p:animEffect>
                                  </p:childTnLst>
                                </p:cTn>
                              </p:par>
                            </p:childTnLst>
                          </p:cTn>
                        </p:par>
                        <p:par>
                          <p:cTn id="133" fill="hold" nodeType="afterGroup">
                            <p:stCondLst>
                              <p:cond delay="500"/>
                            </p:stCondLst>
                            <p:childTnLst>
                              <p:par>
                                <p:cTn id="134" presetID="14" presetClass="entr" presetSubtype="10" fill="hold" nodeType="afterEffect">
                                  <p:stCondLst>
                                    <p:cond delay="0"/>
                                  </p:stCondLst>
                                  <p:childTnLst>
                                    <p:set>
                                      <p:cBhvr>
                                        <p:cTn id="135" dur="1" fill="hold">
                                          <p:stCondLst>
                                            <p:cond delay="0"/>
                                          </p:stCondLst>
                                        </p:cTn>
                                        <p:tgtEl>
                                          <p:spTgt spid="8217"/>
                                        </p:tgtEl>
                                        <p:attrNameLst>
                                          <p:attrName>style.visibility</p:attrName>
                                        </p:attrNameLst>
                                      </p:cBhvr>
                                      <p:to>
                                        <p:strVal val="visible"/>
                                      </p:to>
                                    </p:set>
                                    <p:animEffect transition="in" filter="randombar(horizontal)">
                                      <p:cBhvr>
                                        <p:cTn id="136" dur="500"/>
                                        <p:tgtEl>
                                          <p:spTgt spid="8217"/>
                                        </p:tgtEl>
                                      </p:cBhvr>
                                    </p:animEffect>
                                  </p:childTnLst>
                                </p:cTn>
                              </p:par>
                              <p:par>
                                <p:cTn id="137" presetID="14" presetClass="entr" presetSubtype="10" fill="hold" grpId="0" nodeType="withEffect">
                                  <p:stCondLst>
                                    <p:cond delay="0"/>
                                  </p:stCondLst>
                                  <p:childTnLst>
                                    <p:set>
                                      <p:cBhvr>
                                        <p:cTn id="138" dur="1" fill="hold">
                                          <p:stCondLst>
                                            <p:cond delay="0"/>
                                          </p:stCondLst>
                                        </p:cTn>
                                        <p:tgtEl>
                                          <p:spTgt spid="72"/>
                                        </p:tgtEl>
                                        <p:attrNameLst>
                                          <p:attrName>style.visibility</p:attrName>
                                        </p:attrNameLst>
                                      </p:cBhvr>
                                      <p:to>
                                        <p:strVal val="visible"/>
                                      </p:to>
                                    </p:set>
                                    <p:animEffect transition="in" filter="randombar(horizontal)">
                                      <p:cBhvr>
                                        <p:cTn id="139" dur="500"/>
                                        <p:tgtEl>
                                          <p:spTgt spid="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 grpId="0" animBg="1"/>
      <p:bldP spid="8" grpId="0"/>
      <p:bldP spid="15" grpId="0" animBg="1"/>
      <p:bldP spid="51" grpId="0" animBg="1"/>
      <p:bldP spid="53" grpId="0" animBg="1"/>
      <p:bldP spid="56" grpId="0" animBg="1"/>
      <p:bldP spid="60" grpId="0" animBg="1"/>
      <p:bldP spid="52"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Rounded Rectangle 56"/>
          <p:cNvSpPr/>
          <p:nvPr/>
        </p:nvSpPr>
        <p:spPr>
          <a:xfrm>
            <a:off x="561975" y="862013"/>
            <a:ext cx="5076825" cy="1376362"/>
          </a:xfrm>
          <a:prstGeom prst="roundRect">
            <a:avLst/>
          </a:prstGeom>
          <a:solidFill>
            <a:srgbClr val="B5FBF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67" name="Rounded Rectangle 66"/>
          <p:cNvSpPr/>
          <p:nvPr/>
        </p:nvSpPr>
        <p:spPr>
          <a:xfrm>
            <a:off x="3001963" y="3733800"/>
            <a:ext cx="2484437" cy="1390650"/>
          </a:xfrm>
          <a:prstGeom prst="roundRect">
            <a:avLst/>
          </a:prstGeom>
          <a:solidFill>
            <a:srgbClr val="B5FBF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8" name="Content Placeholder 2"/>
          <p:cNvSpPr txBox="1">
            <a:spLocks/>
          </p:cNvSpPr>
          <p:nvPr/>
        </p:nvSpPr>
        <p:spPr bwMode="auto">
          <a:xfrm>
            <a:off x="152400" y="76200"/>
            <a:ext cx="8991600" cy="609600"/>
          </a:xfrm>
          <a:prstGeom prst="rect">
            <a:avLst/>
          </a:prstGeom>
          <a:noFill/>
          <a:ln w="9525">
            <a:noFill/>
            <a:miter lim="800000"/>
            <a:headEnd/>
            <a:tailEnd/>
          </a:ln>
        </p:spPr>
        <p:txBody>
          <a:bodyPr/>
          <a:lstStyle/>
          <a:p>
            <a:pPr marL="274320" indent="-274320" fontAlgn="auto">
              <a:spcBef>
                <a:spcPct val="20000"/>
              </a:spcBef>
              <a:spcAft>
                <a:spcPts val="0"/>
              </a:spcAft>
              <a:buClr>
                <a:schemeClr val="accent3"/>
              </a:buClr>
              <a:buSzPct val="95000"/>
              <a:defRPr/>
            </a:pPr>
            <a:r>
              <a:rPr lang="en-US" sz="3200" b="1" u="sng" dirty="0" err="1">
                <a:solidFill>
                  <a:srgbClr val="FF0000"/>
                </a:solidFill>
                <a:latin typeface="Times New Roman" pitchFamily="18" charset="0"/>
                <a:cs typeface="Times New Roman" pitchFamily="18" charset="0"/>
              </a:rPr>
              <a:t>Ví</a:t>
            </a:r>
            <a:r>
              <a:rPr lang="en-US" sz="3200" b="1" u="sng" dirty="0">
                <a:solidFill>
                  <a:srgbClr val="FF0000"/>
                </a:solidFill>
                <a:latin typeface="Times New Roman" pitchFamily="18" charset="0"/>
                <a:cs typeface="Times New Roman" pitchFamily="18" charset="0"/>
              </a:rPr>
              <a:t> </a:t>
            </a:r>
            <a:r>
              <a:rPr lang="en-US" sz="3200" b="1" u="sng" dirty="0" err="1">
                <a:solidFill>
                  <a:srgbClr val="FF0000"/>
                </a:solidFill>
                <a:latin typeface="Times New Roman" pitchFamily="18" charset="0"/>
                <a:cs typeface="Times New Roman" pitchFamily="18" charset="0"/>
              </a:rPr>
              <a:t>dụ</a:t>
            </a:r>
            <a:r>
              <a:rPr lang="en-US" sz="3200" b="1" u="sng" dirty="0">
                <a:solidFill>
                  <a:srgbClr val="FF0000"/>
                </a:solidFill>
                <a:latin typeface="Times New Roman" pitchFamily="18" charset="0"/>
                <a:cs typeface="Times New Roman" pitchFamily="18" charset="0"/>
              </a:rPr>
              <a:t> 1</a:t>
            </a:r>
            <a:r>
              <a:rPr lang="en-US" sz="3200" b="1">
                <a:solidFill>
                  <a:srgbClr val="FF0000"/>
                </a:solidFill>
                <a:latin typeface="Times New Roman" pitchFamily="18" charset="0"/>
                <a:cs typeface="Times New Roman" pitchFamily="18" charset="0"/>
              </a:rPr>
              <a:t>: </a:t>
            </a:r>
            <a:r>
              <a:rPr lang="en-US" sz="3200" b="1">
                <a:solidFill>
                  <a:srgbClr val="080CA8"/>
                </a:solidFill>
                <a:latin typeface="Times New Roman" pitchFamily="18" charset="0"/>
                <a:cs typeface="Times New Roman" pitchFamily="18" charset="0"/>
              </a:rPr>
              <a:t>Tính cảm ứng từ gây </a:t>
            </a:r>
            <a:r>
              <a:rPr lang="en-US" sz="3200" b="1" dirty="0" err="1">
                <a:solidFill>
                  <a:srgbClr val="080CA8"/>
                </a:solidFill>
                <a:latin typeface="Times New Roman" pitchFamily="18" charset="0"/>
                <a:cs typeface="Times New Roman" pitchFamily="18" charset="0"/>
              </a:rPr>
              <a:t>bởi</a:t>
            </a:r>
            <a:r>
              <a:rPr lang="en-US" sz="3200" b="1" dirty="0">
                <a:solidFill>
                  <a:srgbClr val="080CA8"/>
                </a:solidFill>
                <a:latin typeface="Times New Roman" pitchFamily="18" charset="0"/>
                <a:cs typeface="Times New Roman" pitchFamily="18" charset="0"/>
              </a:rPr>
              <a:t> </a:t>
            </a:r>
            <a:r>
              <a:rPr lang="en-US" sz="3200" b="1" dirty="0" err="1">
                <a:solidFill>
                  <a:srgbClr val="080CA8"/>
                </a:solidFill>
                <a:latin typeface="Times New Roman" pitchFamily="18" charset="0"/>
                <a:cs typeface="Times New Roman" pitchFamily="18" charset="0"/>
              </a:rPr>
              <a:t>dòng</a:t>
            </a:r>
            <a:r>
              <a:rPr lang="en-US" sz="3200" b="1" dirty="0">
                <a:solidFill>
                  <a:srgbClr val="080CA8"/>
                </a:solidFill>
                <a:latin typeface="Times New Roman" pitchFamily="18" charset="0"/>
                <a:cs typeface="Times New Roman" pitchFamily="18" charset="0"/>
              </a:rPr>
              <a:t> </a:t>
            </a:r>
            <a:r>
              <a:rPr lang="vi-VN" sz="3200" b="1" dirty="0">
                <a:solidFill>
                  <a:srgbClr val="080CA8"/>
                </a:solidFill>
                <a:latin typeface="Times New Roman" pitchFamily="18" charset="0"/>
                <a:cs typeface="Times New Roman" pitchFamily="18" charset="0"/>
              </a:rPr>
              <a:t>đ</a:t>
            </a:r>
            <a:r>
              <a:rPr lang="en-US" sz="3200" b="1" dirty="0" err="1">
                <a:solidFill>
                  <a:srgbClr val="080CA8"/>
                </a:solidFill>
                <a:latin typeface="Times New Roman" pitchFamily="18" charset="0"/>
                <a:cs typeface="Times New Roman" pitchFamily="18" charset="0"/>
              </a:rPr>
              <a:t>iện</a:t>
            </a:r>
            <a:r>
              <a:rPr lang="en-US" sz="3200" b="1" dirty="0">
                <a:solidFill>
                  <a:srgbClr val="080CA8"/>
                </a:solidFill>
                <a:latin typeface="Times New Roman" pitchFamily="18" charset="0"/>
                <a:cs typeface="Times New Roman" pitchFamily="18" charset="0"/>
              </a:rPr>
              <a:t> </a:t>
            </a:r>
            <a:r>
              <a:rPr lang="en-US" sz="3200" b="1" dirty="0" err="1">
                <a:solidFill>
                  <a:srgbClr val="080CA8"/>
                </a:solidFill>
                <a:latin typeface="Times New Roman" pitchFamily="18" charset="0"/>
                <a:cs typeface="Times New Roman" pitchFamily="18" charset="0"/>
              </a:rPr>
              <a:t>th</a:t>
            </a:r>
            <a:r>
              <a:rPr lang="vi-VN" sz="3200" b="1" dirty="0">
                <a:solidFill>
                  <a:srgbClr val="080CA8"/>
                </a:solidFill>
                <a:latin typeface="Times New Roman" pitchFamily="18" charset="0"/>
                <a:cs typeface="Times New Roman" pitchFamily="18" charset="0"/>
              </a:rPr>
              <a:t>ẳng</a:t>
            </a:r>
            <a:endParaRPr lang="en-US" sz="3200" b="1" dirty="0">
              <a:solidFill>
                <a:srgbClr val="080CA8"/>
              </a:solidFill>
              <a:latin typeface="Times New Roman" pitchFamily="18" charset="0"/>
              <a:cs typeface="Times New Roman" pitchFamily="18" charset="0"/>
            </a:endParaRPr>
          </a:p>
        </p:txBody>
      </p:sp>
      <p:cxnSp>
        <p:nvCxnSpPr>
          <p:cNvPr id="10" name="Straight Connector 9"/>
          <p:cNvCxnSpPr/>
          <p:nvPr/>
        </p:nvCxnSpPr>
        <p:spPr>
          <a:xfrm rot="5400000">
            <a:off x="4858544" y="3448844"/>
            <a:ext cx="3868737" cy="3175"/>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sp>
        <p:nvSpPr>
          <p:cNvPr id="15" name="Oval 14"/>
          <p:cNvSpPr/>
          <p:nvPr/>
        </p:nvSpPr>
        <p:spPr>
          <a:xfrm>
            <a:off x="8504238" y="3449638"/>
            <a:ext cx="114300" cy="120650"/>
          </a:xfrm>
          <a:prstGeom prst="ellipse">
            <a:avLst/>
          </a:prstGeom>
          <a:solidFill>
            <a:srgbClr val="FF0000"/>
          </a:solidFill>
          <a:ln w="2540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cxnSp>
        <p:nvCxnSpPr>
          <p:cNvPr id="22" name="Straight Connector 21"/>
          <p:cNvCxnSpPr>
            <a:stCxn id="15" idx="1"/>
          </p:cNvCxnSpPr>
          <p:nvPr/>
        </p:nvCxnSpPr>
        <p:spPr>
          <a:xfrm rot="16200000" flipV="1">
            <a:off x="7647782" y="2594769"/>
            <a:ext cx="17462" cy="1727200"/>
          </a:xfrm>
          <a:prstGeom prst="line">
            <a:avLst/>
          </a:prstGeom>
        </p:spPr>
        <p:style>
          <a:lnRef idx="1">
            <a:schemeClr val="accent1"/>
          </a:lnRef>
          <a:fillRef idx="0">
            <a:schemeClr val="accent1"/>
          </a:fillRef>
          <a:effectRef idx="0">
            <a:schemeClr val="accent1"/>
          </a:effectRef>
          <a:fontRef idx="minor">
            <a:schemeClr val="tx1"/>
          </a:fontRef>
        </p:style>
      </p:cxnSp>
      <p:graphicFrame>
        <p:nvGraphicFramePr>
          <p:cNvPr id="9224" name="Object 7"/>
          <p:cNvGraphicFramePr>
            <a:graphicFrameLocks noChangeAspect="1"/>
          </p:cNvGraphicFramePr>
          <p:nvPr/>
        </p:nvGraphicFramePr>
        <p:xfrm>
          <a:off x="7435850" y="3014663"/>
          <a:ext cx="338138" cy="442912"/>
        </p:xfrm>
        <a:graphic>
          <a:graphicData uri="http://schemas.openxmlformats.org/presentationml/2006/ole">
            <mc:AlternateContent xmlns:mc="http://schemas.openxmlformats.org/markup-compatibility/2006">
              <mc:Choice xmlns:v="urn:schemas-microsoft-com:vml" Requires="v">
                <p:oleObj name="Equation" r:id="rId2" imgW="126780" imgH="164814" progId="Equation.3">
                  <p:embed/>
                </p:oleObj>
              </mc:Choice>
              <mc:Fallback>
                <p:oleObj name="Equation" r:id="rId2" imgW="126780" imgH="164814" progId="Equation.3">
                  <p:embed/>
                  <p:pic>
                    <p:nvPicPr>
                      <p:cNvPr id="0" name="Object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35850" y="3014663"/>
                        <a:ext cx="338138" cy="442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225" name="Object 8"/>
          <p:cNvGraphicFramePr>
            <a:graphicFrameLocks noChangeAspect="1"/>
          </p:cNvGraphicFramePr>
          <p:nvPr/>
        </p:nvGraphicFramePr>
        <p:xfrm>
          <a:off x="6400800" y="2238375"/>
          <a:ext cx="361950" cy="381000"/>
        </p:xfrm>
        <a:graphic>
          <a:graphicData uri="http://schemas.openxmlformats.org/presentationml/2006/ole">
            <mc:AlternateContent xmlns:mc="http://schemas.openxmlformats.org/markup-compatibility/2006">
              <mc:Choice xmlns:v="urn:schemas-microsoft-com:vml" Requires="v">
                <p:oleObj name="Equation" r:id="rId4" imgW="101468" imgH="164885" progId="Equation.3">
                  <p:embed/>
                </p:oleObj>
              </mc:Choice>
              <mc:Fallback>
                <p:oleObj name="Equation" r:id="rId4" imgW="101468" imgH="164885" progId="Equation.3">
                  <p:embed/>
                  <p:pic>
                    <p:nvPicPr>
                      <p:cNvPr id="0" name="Object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00800" y="2238375"/>
                        <a:ext cx="361950" cy="381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 name="Object 9"/>
          <p:cNvGraphicFramePr>
            <a:graphicFrameLocks noChangeAspect="1"/>
          </p:cNvGraphicFramePr>
          <p:nvPr/>
        </p:nvGraphicFramePr>
        <p:xfrm>
          <a:off x="6019800" y="4799013"/>
          <a:ext cx="635000" cy="611187"/>
        </p:xfrm>
        <a:graphic>
          <a:graphicData uri="http://schemas.openxmlformats.org/presentationml/2006/ole">
            <mc:AlternateContent xmlns:mc="http://schemas.openxmlformats.org/markup-compatibility/2006">
              <mc:Choice xmlns:v="urn:schemas-microsoft-com:vml" Requires="v">
                <p:oleObj name="Equation" r:id="rId6" imgW="241300" imgH="228600" progId="Equation.3">
                  <p:embed/>
                </p:oleObj>
              </mc:Choice>
              <mc:Fallback>
                <p:oleObj name="Equation" r:id="rId6" imgW="241300" imgH="228600" progId="Equation.3">
                  <p:embed/>
                  <p:pic>
                    <p:nvPicPr>
                      <p:cNvPr id="0" name="Object 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019800" y="4799013"/>
                        <a:ext cx="635000" cy="6111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9227" name="Group 31"/>
          <p:cNvGrpSpPr>
            <a:grpSpLocks/>
          </p:cNvGrpSpPr>
          <p:nvPr/>
        </p:nvGrpSpPr>
        <p:grpSpPr bwMode="auto">
          <a:xfrm rot="2769388" flipV="1">
            <a:off x="8330407" y="3258343"/>
            <a:ext cx="501650" cy="493713"/>
            <a:chOff x="5791200" y="2667000"/>
            <a:chExt cx="304800" cy="304800"/>
          </a:xfrm>
        </p:grpSpPr>
        <p:sp>
          <p:nvSpPr>
            <p:cNvPr id="29" name="Oval 20"/>
            <p:cNvSpPr>
              <a:spLocks noChangeArrowheads="1"/>
            </p:cNvSpPr>
            <p:nvPr/>
          </p:nvSpPr>
          <p:spPr bwMode="auto">
            <a:xfrm>
              <a:off x="5791200" y="2667000"/>
              <a:ext cx="304800" cy="304800"/>
            </a:xfrm>
            <a:prstGeom prst="ellipse">
              <a:avLst/>
            </a:prstGeom>
            <a:solidFill>
              <a:srgbClr val="57F7FB"/>
            </a:solidFill>
            <a:ln w="9525">
              <a:solidFill>
                <a:schemeClr val="tx2">
                  <a:lumMod val="10000"/>
                </a:schemeClr>
              </a:solidFill>
              <a:round/>
              <a:headEnd/>
              <a:tailEnd/>
            </a:ln>
            <a:effectLst/>
          </p:spPr>
          <p:txBody>
            <a:bodyPr wrap="none" anchor="ctr"/>
            <a:lstStyle/>
            <a:p>
              <a:pPr>
                <a:defRPr/>
              </a:pPr>
              <a:endParaRPr lang="en-US"/>
            </a:p>
          </p:txBody>
        </p:sp>
        <p:sp>
          <p:nvSpPr>
            <p:cNvPr id="30" name="Line 21"/>
            <p:cNvSpPr>
              <a:spLocks noChangeShapeType="1"/>
            </p:cNvSpPr>
            <p:nvPr/>
          </p:nvSpPr>
          <p:spPr bwMode="auto">
            <a:xfrm>
              <a:off x="5866983" y="2823203"/>
              <a:ext cx="152400" cy="0"/>
            </a:xfrm>
            <a:prstGeom prst="line">
              <a:avLst/>
            </a:prstGeom>
            <a:noFill/>
            <a:ln w="41275">
              <a:solidFill>
                <a:schemeClr val="tx2">
                  <a:lumMod val="10000"/>
                </a:schemeClr>
              </a:solidFill>
              <a:round/>
              <a:headEnd/>
              <a:tailEnd/>
            </a:ln>
          </p:spPr>
          <p:txBody>
            <a:bodyPr/>
            <a:lstStyle/>
            <a:p>
              <a:pPr>
                <a:defRPr/>
              </a:pPr>
              <a:endParaRPr lang="en-US"/>
            </a:p>
          </p:txBody>
        </p:sp>
        <p:sp>
          <p:nvSpPr>
            <p:cNvPr id="31" name="Line 21"/>
            <p:cNvSpPr>
              <a:spLocks noChangeShapeType="1"/>
            </p:cNvSpPr>
            <p:nvPr/>
          </p:nvSpPr>
          <p:spPr bwMode="auto">
            <a:xfrm>
              <a:off x="5943600" y="2743445"/>
              <a:ext cx="0" cy="151910"/>
            </a:xfrm>
            <a:prstGeom prst="line">
              <a:avLst/>
            </a:prstGeom>
            <a:noFill/>
            <a:ln w="41275">
              <a:solidFill>
                <a:schemeClr val="tx2">
                  <a:lumMod val="10000"/>
                </a:schemeClr>
              </a:solidFill>
              <a:round/>
              <a:headEnd/>
              <a:tailEnd/>
            </a:ln>
          </p:spPr>
          <p:txBody>
            <a:bodyPr/>
            <a:lstStyle/>
            <a:p>
              <a:pPr>
                <a:defRPr/>
              </a:pPr>
              <a:endParaRPr lang="en-US"/>
            </a:p>
          </p:txBody>
        </p:sp>
      </p:grpSp>
      <p:graphicFrame>
        <p:nvGraphicFramePr>
          <p:cNvPr id="9228" name="Object 10"/>
          <p:cNvGraphicFramePr>
            <a:graphicFrameLocks noChangeAspect="1"/>
          </p:cNvGraphicFramePr>
          <p:nvPr/>
        </p:nvGraphicFramePr>
        <p:xfrm>
          <a:off x="6477000" y="3209925"/>
          <a:ext cx="292100" cy="411163"/>
        </p:xfrm>
        <a:graphic>
          <a:graphicData uri="http://schemas.openxmlformats.org/presentationml/2006/ole">
            <mc:AlternateContent xmlns:mc="http://schemas.openxmlformats.org/markup-compatibility/2006">
              <mc:Choice xmlns:v="urn:schemas-microsoft-com:vml" Requires="v">
                <p:oleObj name="Equation" r:id="rId8" imgW="126725" imgH="177415" progId="Equation.3">
                  <p:embed/>
                </p:oleObj>
              </mc:Choice>
              <mc:Fallback>
                <p:oleObj name="Equation" r:id="rId8" imgW="126725" imgH="177415" progId="Equation.3">
                  <p:embed/>
                  <p:pic>
                    <p:nvPicPr>
                      <p:cNvPr id="0" name="Object 1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477000" y="3209925"/>
                        <a:ext cx="292100" cy="4111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cxnSp>
        <p:nvCxnSpPr>
          <p:cNvPr id="37" name="Straight Connector 36"/>
          <p:cNvCxnSpPr/>
          <p:nvPr/>
        </p:nvCxnSpPr>
        <p:spPr>
          <a:xfrm rot="16200000" flipV="1">
            <a:off x="6709569" y="1643857"/>
            <a:ext cx="1951037" cy="1727200"/>
          </a:xfrm>
          <a:prstGeom prst="line">
            <a:avLst/>
          </a:prstGeom>
          <a:ln w="38100">
            <a:solidFill>
              <a:srgbClr val="FF0000"/>
            </a:solidFill>
            <a:prstDash val="dash"/>
            <a:headEnd type="stealth" w="lg" len="lg"/>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a:xfrm flipH="1">
            <a:off x="6792913" y="3487738"/>
            <a:ext cx="1803400" cy="1897062"/>
          </a:xfrm>
          <a:prstGeom prst="line">
            <a:avLst/>
          </a:prstGeom>
          <a:ln w="38100">
            <a:solidFill>
              <a:srgbClr val="FF0000"/>
            </a:solidFill>
            <a:prstDash val="dash"/>
            <a:headEnd type="stealth" w="lg" len="lg"/>
          </a:ln>
        </p:spPr>
        <p:style>
          <a:lnRef idx="1">
            <a:schemeClr val="accent1"/>
          </a:lnRef>
          <a:fillRef idx="0">
            <a:schemeClr val="accent1"/>
          </a:fillRef>
          <a:effectRef idx="0">
            <a:schemeClr val="accent1"/>
          </a:effectRef>
          <a:fontRef idx="minor">
            <a:schemeClr val="tx1"/>
          </a:fontRef>
        </p:style>
      </p:cxnSp>
      <p:sp>
        <p:nvSpPr>
          <p:cNvPr id="40" name="Arc 39"/>
          <p:cNvSpPr/>
          <p:nvPr/>
        </p:nvSpPr>
        <p:spPr>
          <a:xfrm rot="4072185" flipH="1">
            <a:off x="6682582" y="5023644"/>
            <a:ext cx="487362" cy="317500"/>
          </a:xfrm>
          <a:prstGeom prst="arc">
            <a:avLst/>
          </a:prstGeom>
          <a:ln w="34925">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a:p>
        </p:txBody>
      </p:sp>
      <p:sp>
        <p:nvSpPr>
          <p:cNvPr id="41" name="Arc 40"/>
          <p:cNvSpPr/>
          <p:nvPr/>
        </p:nvSpPr>
        <p:spPr>
          <a:xfrm rot="6599463" flipH="1">
            <a:off x="6377782" y="1388268"/>
            <a:ext cx="812800" cy="512763"/>
          </a:xfrm>
          <a:prstGeom prst="arc">
            <a:avLst>
              <a:gd name="adj1" fmla="val 16200000"/>
              <a:gd name="adj2" fmla="val 1108163"/>
            </a:avLst>
          </a:prstGeom>
          <a:ln w="34925">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a:p>
        </p:txBody>
      </p:sp>
      <p:cxnSp>
        <p:nvCxnSpPr>
          <p:cNvPr id="43" name="Straight Connector 42"/>
          <p:cNvCxnSpPr/>
          <p:nvPr/>
        </p:nvCxnSpPr>
        <p:spPr>
          <a:xfrm rot="5400000" flipH="1" flipV="1">
            <a:off x="6430963" y="1152525"/>
            <a:ext cx="723900" cy="3175"/>
          </a:xfrm>
          <a:prstGeom prst="line">
            <a:avLst/>
          </a:prstGeom>
          <a:ln w="22225">
            <a:solidFill>
              <a:srgbClr val="080CA8"/>
            </a:solidFill>
            <a:prstDash val="dash"/>
          </a:ln>
        </p:spPr>
        <p:style>
          <a:lnRef idx="1">
            <a:schemeClr val="accent1"/>
          </a:lnRef>
          <a:fillRef idx="0">
            <a:schemeClr val="accent1"/>
          </a:fillRef>
          <a:effectRef idx="0">
            <a:schemeClr val="accent1"/>
          </a:effectRef>
          <a:fontRef idx="minor">
            <a:schemeClr val="tx1"/>
          </a:fontRef>
        </p:style>
      </p:cxnSp>
      <p:graphicFrame>
        <p:nvGraphicFramePr>
          <p:cNvPr id="4" name="Object 12"/>
          <p:cNvGraphicFramePr>
            <a:graphicFrameLocks noChangeAspect="1"/>
          </p:cNvGraphicFramePr>
          <p:nvPr/>
        </p:nvGraphicFramePr>
        <p:xfrm>
          <a:off x="6824663" y="4495800"/>
          <a:ext cx="404812" cy="536575"/>
        </p:xfrm>
        <a:graphic>
          <a:graphicData uri="http://schemas.openxmlformats.org/presentationml/2006/ole">
            <mc:AlternateContent xmlns:mc="http://schemas.openxmlformats.org/markup-compatibility/2006">
              <mc:Choice xmlns:v="urn:schemas-microsoft-com:vml" Requires="v">
                <p:oleObj name="Equation" r:id="rId10" imgW="164885" imgH="215619" progId="Equation.3">
                  <p:embed/>
                </p:oleObj>
              </mc:Choice>
              <mc:Fallback>
                <p:oleObj name="Equation" r:id="rId10" imgW="164885" imgH="215619" progId="Equation.3">
                  <p:embed/>
                  <p:pic>
                    <p:nvPicPr>
                      <p:cNvPr id="0" name="Object 12"/>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824663" y="4495800"/>
                        <a:ext cx="404812" cy="5365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205" name="Object 13"/>
          <p:cNvGraphicFramePr>
            <a:graphicFrameLocks noChangeAspect="1"/>
          </p:cNvGraphicFramePr>
          <p:nvPr/>
        </p:nvGraphicFramePr>
        <p:xfrm>
          <a:off x="7037388" y="1049338"/>
          <a:ext cx="434975" cy="536575"/>
        </p:xfrm>
        <a:graphic>
          <a:graphicData uri="http://schemas.openxmlformats.org/presentationml/2006/ole">
            <mc:AlternateContent xmlns:mc="http://schemas.openxmlformats.org/markup-compatibility/2006">
              <mc:Choice xmlns:v="urn:schemas-microsoft-com:vml" Requires="v">
                <p:oleObj name="Equation" r:id="rId12" imgW="177569" imgH="215619" progId="Equation.3">
                  <p:embed/>
                </p:oleObj>
              </mc:Choice>
              <mc:Fallback>
                <p:oleObj name="Equation" r:id="rId12" imgW="177569" imgH="215619" progId="Equation.3">
                  <p:embed/>
                  <p:pic>
                    <p:nvPicPr>
                      <p:cNvPr id="0" name="Object 13"/>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037388" y="1049338"/>
                        <a:ext cx="434975" cy="5365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236" name="Object 14"/>
          <p:cNvGraphicFramePr>
            <a:graphicFrameLocks noChangeAspect="1"/>
          </p:cNvGraphicFramePr>
          <p:nvPr/>
        </p:nvGraphicFramePr>
        <p:xfrm>
          <a:off x="8547100" y="2819400"/>
          <a:ext cx="520700" cy="498475"/>
        </p:xfrm>
        <a:graphic>
          <a:graphicData uri="http://schemas.openxmlformats.org/presentationml/2006/ole">
            <mc:AlternateContent xmlns:mc="http://schemas.openxmlformats.org/markup-compatibility/2006">
              <mc:Choice xmlns:v="urn:schemas-microsoft-com:vml" Requires="v">
                <p:oleObj name="Equation" r:id="rId14" imgW="215619" imgH="215619" progId="Equation.3">
                  <p:embed/>
                </p:oleObj>
              </mc:Choice>
              <mc:Fallback>
                <p:oleObj name="Equation" r:id="rId14" imgW="215619" imgH="215619" progId="Equation.3">
                  <p:embed/>
                  <p:pic>
                    <p:nvPicPr>
                      <p:cNvPr id="0" name="Object 14"/>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8547100" y="2819400"/>
                        <a:ext cx="520700" cy="498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4" name="Content Placeholder 2"/>
          <p:cNvSpPr txBox="1">
            <a:spLocks/>
          </p:cNvSpPr>
          <p:nvPr/>
        </p:nvSpPr>
        <p:spPr bwMode="auto">
          <a:xfrm>
            <a:off x="773113" y="2862263"/>
            <a:ext cx="5257800" cy="609600"/>
          </a:xfrm>
          <a:prstGeom prst="rect">
            <a:avLst/>
          </a:prstGeom>
          <a:noFill/>
          <a:ln w="9525">
            <a:noFill/>
            <a:miter lim="800000"/>
            <a:headEnd/>
            <a:tailEnd/>
          </a:ln>
        </p:spPr>
        <p:txBody>
          <a:bodyPr/>
          <a:lstStyle/>
          <a:p>
            <a:pPr marL="274320" indent="-274320" fontAlgn="auto">
              <a:spcBef>
                <a:spcPct val="20000"/>
              </a:spcBef>
              <a:spcAft>
                <a:spcPts val="0"/>
              </a:spcAft>
              <a:buClr>
                <a:schemeClr val="accent3"/>
              </a:buClr>
              <a:buSzPct val="95000"/>
              <a:defRPr/>
            </a:pPr>
            <a:r>
              <a:rPr lang="en-US" sz="3200" b="1" dirty="0" err="1">
                <a:solidFill>
                  <a:srgbClr val="080CA8"/>
                </a:solidFill>
                <a:latin typeface="Times New Roman" pitchFamily="18" charset="0"/>
                <a:cs typeface="Times New Roman" pitchFamily="18" charset="0"/>
              </a:rPr>
              <a:t>Dòng</a:t>
            </a:r>
            <a:r>
              <a:rPr lang="en-US" sz="3200" b="1" dirty="0">
                <a:solidFill>
                  <a:srgbClr val="080CA8"/>
                </a:solidFill>
                <a:latin typeface="Times New Roman" pitchFamily="18" charset="0"/>
                <a:cs typeface="Times New Roman" pitchFamily="18" charset="0"/>
              </a:rPr>
              <a:t> </a:t>
            </a:r>
            <a:r>
              <a:rPr lang="vi-VN" sz="3200" b="1" dirty="0">
                <a:solidFill>
                  <a:srgbClr val="080CA8"/>
                </a:solidFill>
                <a:latin typeface="Times New Roman" pitchFamily="18" charset="0"/>
                <a:cs typeface="Times New Roman" pitchFamily="18" charset="0"/>
              </a:rPr>
              <a:t>đ</a:t>
            </a:r>
            <a:r>
              <a:rPr lang="en-US" sz="3200" b="1" dirty="0" err="1">
                <a:solidFill>
                  <a:srgbClr val="080CA8"/>
                </a:solidFill>
                <a:latin typeface="Times New Roman" pitchFamily="18" charset="0"/>
                <a:cs typeface="Times New Roman" pitchFamily="18" charset="0"/>
              </a:rPr>
              <a:t>iện</a:t>
            </a:r>
            <a:r>
              <a:rPr lang="en-US" sz="3200" b="1" dirty="0">
                <a:solidFill>
                  <a:srgbClr val="080CA8"/>
                </a:solidFill>
                <a:latin typeface="Times New Roman" pitchFamily="18" charset="0"/>
                <a:cs typeface="Times New Roman" pitchFamily="18" charset="0"/>
              </a:rPr>
              <a:t> </a:t>
            </a:r>
            <a:r>
              <a:rPr lang="en-US" sz="3200" b="1" dirty="0" err="1">
                <a:solidFill>
                  <a:srgbClr val="080CA8"/>
                </a:solidFill>
                <a:latin typeface="Times New Roman" pitchFamily="18" charset="0"/>
                <a:cs typeface="Times New Roman" pitchFamily="18" charset="0"/>
              </a:rPr>
              <a:t>th</a:t>
            </a:r>
            <a:r>
              <a:rPr lang="vi-VN" sz="3200" b="1" dirty="0">
                <a:solidFill>
                  <a:srgbClr val="080CA8"/>
                </a:solidFill>
                <a:latin typeface="Times New Roman" pitchFamily="18" charset="0"/>
                <a:cs typeface="Times New Roman" pitchFamily="18" charset="0"/>
              </a:rPr>
              <a:t>ẳng</a:t>
            </a:r>
            <a:r>
              <a:rPr lang="en-US" sz="3200" b="1" dirty="0">
                <a:solidFill>
                  <a:srgbClr val="080CA8"/>
                </a:solidFill>
                <a:latin typeface="Times New Roman" pitchFamily="18" charset="0"/>
                <a:cs typeface="Times New Roman" pitchFamily="18" charset="0"/>
              </a:rPr>
              <a:t> </a:t>
            </a:r>
            <a:r>
              <a:rPr lang="en-US" sz="3200" b="1" dirty="0" err="1">
                <a:solidFill>
                  <a:srgbClr val="080CA8"/>
                </a:solidFill>
                <a:latin typeface="Times New Roman" pitchFamily="18" charset="0"/>
                <a:cs typeface="Times New Roman" pitchFamily="18" charset="0"/>
              </a:rPr>
              <a:t>dài</a:t>
            </a:r>
            <a:r>
              <a:rPr lang="en-US" sz="3200" b="1" dirty="0">
                <a:solidFill>
                  <a:srgbClr val="080CA8"/>
                </a:solidFill>
                <a:latin typeface="Times New Roman" pitchFamily="18" charset="0"/>
                <a:cs typeface="Times New Roman" pitchFamily="18" charset="0"/>
              </a:rPr>
              <a:t> </a:t>
            </a:r>
            <a:r>
              <a:rPr lang="en-US" sz="3200" b="1" dirty="0" err="1">
                <a:solidFill>
                  <a:srgbClr val="080CA8"/>
                </a:solidFill>
                <a:latin typeface="Times New Roman" pitchFamily="18" charset="0"/>
                <a:cs typeface="Times New Roman" pitchFamily="18" charset="0"/>
              </a:rPr>
              <a:t>vô</a:t>
            </a:r>
            <a:r>
              <a:rPr lang="en-US" sz="3200" b="1" dirty="0">
                <a:solidFill>
                  <a:srgbClr val="080CA8"/>
                </a:solidFill>
                <a:latin typeface="Times New Roman" pitchFamily="18" charset="0"/>
                <a:cs typeface="Times New Roman" pitchFamily="18" charset="0"/>
              </a:rPr>
              <a:t> </a:t>
            </a:r>
            <a:r>
              <a:rPr lang="en-US" sz="3200" b="1" dirty="0" err="1">
                <a:solidFill>
                  <a:srgbClr val="080CA8"/>
                </a:solidFill>
                <a:latin typeface="Times New Roman" pitchFamily="18" charset="0"/>
                <a:cs typeface="Times New Roman" pitchFamily="18" charset="0"/>
              </a:rPr>
              <a:t>hạn</a:t>
            </a:r>
            <a:r>
              <a:rPr lang="en-US" sz="3200" b="1" dirty="0">
                <a:solidFill>
                  <a:srgbClr val="080CA8"/>
                </a:solidFill>
                <a:latin typeface="Times New Roman" pitchFamily="18" charset="0"/>
                <a:cs typeface="Times New Roman" pitchFamily="18" charset="0"/>
              </a:rPr>
              <a:t>:</a:t>
            </a:r>
          </a:p>
        </p:txBody>
      </p:sp>
      <p:graphicFrame>
        <p:nvGraphicFramePr>
          <p:cNvPr id="8218" name="Object 26"/>
          <p:cNvGraphicFramePr>
            <a:graphicFrameLocks noChangeAspect="1"/>
          </p:cNvGraphicFramePr>
          <p:nvPr/>
        </p:nvGraphicFramePr>
        <p:xfrm>
          <a:off x="3122613" y="3697288"/>
          <a:ext cx="2109787" cy="1331912"/>
        </p:xfrm>
        <a:graphic>
          <a:graphicData uri="http://schemas.openxmlformats.org/presentationml/2006/ole">
            <mc:AlternateContent xmlns:mc="http://schemas.openxmlformats.org/markup-compatibility/2006">
              <mc:Choice xmlns:v="urn:schemas-microsoft-com:vml" Requires="v">
                <p:oleObj name="Equation" r:id="rId16" imgW="596641" imgH="393529" progId="Equation.DSMT4">
                  <p:embed/>
                </p:oleObj>
              </mc:Choice>
              <mc:Fallback>
                <p:oleObj name="Equation" r:id="rId16" imgW="596641" imgH="393529" progId="Equation.DSMT4">
                  <p:embed/>
                  <p:pic>
                    <p:nvPicPr>
                      <p:cNvPr id="0" name="Object 26"/>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3122613" y="3697288"/>
                        <a:ext cx="2109787" cy="1331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219" name="Object 27"/>
          <p:cNvGraphicFramePr>
            <a:graphicFrameLocks noChangeAspect="1"/>
          </p:cNvGraphicFramePr>
          <p:nvPr/>
        </p:nvGraphicFramePr>
        <p:xfrm>
          <a:off x="488950" y="3733800"/>
          <a:ext cx="1308100" cy="592138"/>
        </p:xfrm>
        <a:graphic>
          <a:graphicData uri="http://schemas.openxmlformats.org/presentationml/2006/ole">
            <mc:AlternateContent xmlns:mc="http://schemas.openxmlformats.org/markup-compatibility/2006">
              <mc:Choice xmlns:v="urn:schemas-microsoft-com:vml" Requires="v">
                <p:oleObj name="Equation" r:id="rId18" imgW="457002" imgH="215806" progId="Equation.3">
                  <p:embed/>
                </p:oleObj>
              </mc:Choice>
              <mc:Fallback>
                <p:oleObj name="Equation" r:id="rId18" imgW="457002" imgH="215806" progId="Equation.3">
                  <p:embed/>
                  <p:pic>
                    <p:nvPicPr>
                      <p:cNvPr id="0" name="Object 27"/>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488950" y="3733800"/>
                        <a:ext cx="1308100" cy="592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220" name="Object 28"/>
          <p:cNvGraphicFramePr>
            <a:graphicFrameLocks noChangeAspect="1"/>
          </p:cNvGraphicFramePr>
          <p:nvPr/>
        </p:nvGraphicFramePr>
        <p:xfrm>
          <a:off x="457200" y="4437063"/>
          <a:ext cx="1379538" cy="592137"/>
        </p:xfrm>
        <a:graphic>
          <a:graphicData uri="http://schemas.openxmlformats.org/presentationml/2006/ole">
            <mc:AlternateContent xmlns:mc="http://schemas.openxmlformats.org/markup-compatibility/2006">
              <mc:Choice xmlns:v="urn:schemas-microsoft-com:vml" Requires="v">
                <p:oleObj name="Equation" r:id="rId20" imgW="482181" imgH="215713" progId="Equation.3">
                  <p:embed/>
                </p:oleObj>
              </mc:Choice>
              <mc:Fallback>
                <p:oleObj name="Equation" r:id="rId20" imgW="482181" imgH="215713" progId="Equation.3">
                  <p:embed/>
                  <p:pic>
                    <p:nvPicPr>
                      <p:cNvPr id="0" name="Object 28"/>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457200" y="4437063"/>
                        <a:ext cx="1379538" cy="592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0" name="Right Brace 69"/>
          <p:cNvSpPr/>
          <p:nvPr/>
        </p:nvSpPr>
        <p:spPr>
          <a:xfrm>
            <a:off x="1916113" y="3733800"/>
            <a:ext cx="228600" cy="1225550"/>
          </a:xfrm>
          <a:prstGeom prst="rightBrace">
            <a:avLst/>
          </a:prstGeom>
          <a:ln w="38100">
            <a:solidFill>
              <a:srgbClr val="FF0000"/>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a:p>
        </p:txBody>
      </p:sp>
      <p:sp>
        <p:nvSpPr>
          <p:cNvPr id="71" name="Right Arrow 70"/>
          <p:cNvSpPr/>
          <p:nvPr/>
        </p:nvSpPr>
        <p:spPr>
          <a:xfrm>
            <a:off x="2438400" y="4264025"/>
            <a:ext cx="228600" cy="228600"/>
          </a:xfrm>
          <a:prstGeom prst="rightArrow">
            <a:avLst/>
          </a:prstGeom>
          <a:solidFill>
            <a:srgbClr val="F7741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srgbClr val="F77411"/>
              </a:solidFill>
            </a:endParaRPr>
          </a:p>
        </p:txBody>
      </p:sp>
      <p:sp>
        <p:nvSpPr>
          <p:cNvPr id="49" name="Arc 48"/>
          <p:cNvSpPr/>
          <p:nvPr/>
        </p:nvSpPr>
        <p:spPr>
          <a:xfrm rot="6599463" flipH="1">
            <a:off x="6468269" y="1396206"/>
            <a:ext cx="619125" cy="430213"/>
          </a:xfrm>
          <a:prstGeom prst="arc">
            <a:avLst>
              <a:gd name="adj1" fmla="val 16200000"/>
              <a:gd name="adj2" fmla="val 1108163"/>
            </a:avLst>
          </a:prstGeom>
          <a:ln w="34925">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a:p>
        </p:txBody>
      </p:sp>
      <p:sp>
        <p:nvSpPr>
          <p:cNvPr id="50" name="Rectangle 49"/>
          <p:cNvSpPr>
            <a:spLocks noChangeArrowheads="1"/>
          </p:cNvSpPr>
          <p:nvPr/>
        </p:nvSpPr>
        <p:spPr bwMode="auto">
          <a:xfrm>
            <a:off x="323850" y="2819400"/>
            <a:ext cx="55245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sz="3600" b="1">
                <a:solidFill>
                  <a:srgbClr val="1109B7"/>
                </a:solidFill>
                <a:latin typeface="Times New Roman" pitchFamily="18" charset="0"/>
                <a:sym typeface="Wingdings" pitchFamily="2" charset="2"/>
              </a:rPr>
              <a:t></a:t>
            </a:r>
            <a:endParaRPr lang="en-US" sz="3600">
              <a:solidFill>
                <a:srgbClr val="1109B7"/>
              </a:solidFill>
            </a:endParaRPr>
          </a:p>
        </p:txBody>
      </p:sp>
      <p:graphicFrame>
        <p:nvGraphicFramePr>
          <p:cNvPr id="3" name="Object 2"/>
          <p:cNvGraphicFramePr>
            <a:graphicFrameLocks noChangeAspect="1"/>
          </p:cNvGraphicFramePr>
          <p:nvPr/>
        </p:nvGraphicFramePr>
        <p:xfrm>
          <a:off x="735013" y="947738"/>
          <a:ext cx="4827587" cy="1166812"/>
        </p:xfrm>
        <a:graphic>
          <a:graphicData uri="http://schemas.openxmlformats.org/presentationml/2006/ole">
            <mc:AlternateContent xmlns:mc="http://schemas.openxmlformats.org/markup-compatibility/2006">
              <mc:Choice xmlns:v="urn:schemas-microsoft-com:vml" Requires="v">
                <p:oleObj name="Equation" r:id="rId22" imgW="1562100" imgH="393700" progId="Equation.DSMT4">
                  <p:embed/>
                </p:oleObj>
              </mc:Choice>
              <mc:Fallback>
                <p:oleObj name="Equation" r:id="rId22" imgW="1562100" imgH="393700" progId="Equation.DSMT4">
                  <p:embed/>
                  <p:pic>
                    <p:nvPicPr>
                      <p:cNvPr id="0" name="Object 2"/>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735013" y="947738"/>
                        <a:ext cx="4827587" cy="1166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cxnSp>
        <p:nvCxnSpPr>
          <p:cNvPr id="54" name="Straight Arrow Connector 53"/>
          <p:cNvCxnSpPr/>
          <p:nvPr/>
        </p:nvCxnSpPr>
        <p:spPr>
          <a:xfrm rot="5400000" flipH="1" flipV="1">
            <a:off x="6558757" y="1724819"/>
            <a:ext cx="482600" cy="1587"/>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graphicFrame>
        <p:nvGraphicFramePr>
          <p:cNvPr id="55" name="Object 9"/>
          <p:cNvGraphicFramePr>
            <a:graphicFrameLocks noChangeAspect="1"/>
          </p:cNvGraphicFramePr>
          <p:nvPr/>
        </p:nvGraphicFramePr>
        <p:xfrm>
          <a:off x="6026150" y="1370013"/>
          <a:ext cx="635000" cy="611187"/>
        </p:xfrm>
        <a:graphic>
          <a:graphicData uri="http://schemas.openxmlformats.org/presentationml/2006/ole">
            <mc:AlternateContent xmlns:mc="http://schemas.openxmlformats.org/markup-compatibility/2006">
              <mc:Choice xmlns:v="urn:schemas-microsoft-com:vml" Requires="v">
                <p:oleObj name="Equation" r:id="rId6" imgW="241300" imgH="228600" progId="Equation.3">
                  <p:embed/>
                </p:oleObj>
              </mc:Choice>
              <mc:Fallback>
                <p:oleObj name="Equation" r:id="rId6" imgW="241300" imgH="228600" progId="Equation.3">
                  <p:embed/>
                  <p:pic>
                    <p:nvPicPr>
                      <p:cNvPr id="0" name="Object 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026150" y="1370013"/>
                        <a:ext cx="635000" cy="6111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cxnSp>
        <p:nvCxnSpPr>
          <p:cNvPr id="58" name="Straight Arrow Connector 57"/>
          <p:cNvCxnSpPr/>
          <p:nvPr/>
        </p:nvCxnSpPr>
        <p:spPr>
          <a:xfrm rot="5400000" flipH="1" flipV="1">
            <a:off x="6550025" y="2479675"/>
            <a:ext cx="484188" cy="1588"/>
          </a:xfrm>
          <a:prstGeom prst="straightConnector1">
            <a:avLst/>
          </a:prstGeom>
          <a:ln w="38100">
            <a:solidFill>
              <a:srgbClr val="002060"/>
            </a:solidFill>
            <a:tailEnd type="arrow" w="lg" len="med"/>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rot="5400000" flipH="1" flipV="1">
            <a:off x="6566694" y="5106194"/>
            <a:ext cx="482600" cy="1588"/>
          </a:xfrm>
          <a:prstGeom prst="straightConnector1">
            <a:avLst/>
          </a:prstGeom>
          <a:ln w="34925">
            <a:solidFill>
              <a:srgbClr val="FF0000"/>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 name="Rectangle 4"/>
              <p:cNvSpPr/>
              <p:nvPr/>
            </p:nvSpPr>
            <p:spPr>
              <a:xfrm>
                <a:off x="2438399" y="5467926"/>
                <a:ext cx="3592513" cy="1237673"/>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sz="2400" b="1" dirty="0" err="1">
                    <a:solidFill>
                      <a:srgbClr val="0808FC"/>
                    </a:solidFill>
                  </a:rPr>
                  <a:t>Dòng</a:t>
                </a:r>
                <a:r>
                  <a:rPr lang="en-US" sz="2400" b="1" dirty="0">
                    <a:solidFill>
                      <a:srgbClr val="0808FC"/>
                    </a:solidFill>
                  </a:rPr>
                  <a:t> </a:t>
                </a:r>
                <a:r>
                  <a:rPr lang="en-US" sz="2400" b="1" dirty="0" err="1">
                    <a:solidFill>
                      <a:srgbClr val="0808FC"/>
                    </a:solidFill>
                  </a:rPr>
                  <a:t>điện</a:t>
                </a:r>
                <a:r>
                  <a:rPr lang="en-US" sz="2400" b="1" dirty="0">
                    <a:solidFill>
                      <a:srgbClr val="0808FC"/>
                    </a:solidFill>
                  </a:rPr>
                  <a:t> </a:t>
                </a:r>
                <a:r>
                  <a:rPr lang="en-US" sz="2400" b="1" dirty="0" err="1">
                    <a:solidFill>
                      <a:srgbClr val="0808FC"/>
                    </a:solidFill>
                  </a:rPr>
                  <a:t>cố</a:t>
                </a:r>
                <a:r>
                  <a:rPr lang="en-US" sz="2400" b="1" dirty="0">
                    <a:solidFill>
                      <a:srgbClr val="0808FC"/>
                    </a:solidFill>
                  </a:rPr>
                  <a:t> </a:t>
                </a:r>
                <a:r>
                  <a:rPr lang="en-US" sz="2400" b="1" dirty="0" err="1">
                    <a:solidFill>
                      <a:srgbClr val="0808FC"/>
                    </a:solidFill>
                  </a:rPr>
                  <a:t>định</a:t>
                </a:r>
                <a:r>
                  <a:rPr lang="en-US" sz="2400" b="1" dirty="0">
                    <a:solidFill>
                      <a:srgbClr val="0808FC"/>
                    </a:solidFill>
                  </a:rPr>
                  <a:t> 1 </a:t>
                </a:r>
                <a:r>
                  <a:rPr lang="en-US" sz="2400" b="1" dirty="0" err="1">
                    <a:solidFill>
                      <a:srgbClr val="0808FC"/>
                    </a:solidFill>
                  </a:rPr>
                  <a:t>đầu</a:t>
                </a:r>
                <a:r>
                  <a:rPr lang="en-US" sz="2400" b="1" dirty="0">
                    <a:solidFill>
                      <a:srgbClr val="0808FC"/>
                    </a:solidFill>
                  </a:rPr>
                  <a:t>:</a:t>
                </a:r>
              </a:p>
              <a:p>
                <a:pPr algn="ctr"/>
                <a:r>
                  <a:rPr lang="en-US" sz="2400" b="1" dirty="0">
                    <a:solidFill>
                      <a:srgbClr val="0808FC"/>
                    </a:solidFill>
                  </a:rPr>
                  <a:t>B = </a:t>
                </a:r>
                <a14:m>
                  <m:oMath xmlns:m="http://schemas.openxmlformats.org/officeDocument/2006/math">
                    <m:f>
                      <m:fPr>
                        <m:ctrlPr>
                          <a:rPr lang="en-US" sz="2400" b="1" i="1" smtClean="0">
                            <a:solidFill>
                              <a:srgbClr val="0808FC"/>
                            </a:solidFill>
                            <a:latin typeface="Cambria Math" panose="02040503050406030204" pitchFamily="18" charset="0"/>
                          </a:rPr>
                        </m:ctrlPr>
                      </m:fPr>
                      <m:num>
                        <m:r>
                          <a:rPr lang="en-US" sz="2400" b="1" i="1" smtClean="0">
                            <a:solidFill>
                              <a:srgbClr val="0808FC"/>
                            </a:solidFill>
                            <a:latin typeface="Cambria Math"/>
                            <a:ea typeface="Cambria Math"/>
                          </a:rPr>
                          <m:t>𝝁</m:t>
                        </m:r>
                        <m:r>
                          <a:rPr lang="en-US" sz="2400" b="1" i="1" smtClean="0">
                            <a:solidFill>
                              <a:srgbClr val="0808FC"/>
                            </a:solidFill>
                            <a:latin typeface="Cambria Math"/>
                            <a:ea typeface="Cambria Math"/>
                          </a:rPr>
                          <m:t>𝟎</m:t>
                        </m:r>
                        <m:r>
                          <a:rPr lang="en-US" sz="2400" b="1" i="1" smtClean="0">
                            <a:solidFill>
                              <a:srgbClr val="0808FC"/>
                            </a:solidFill>
                            <a:latin typeface="Cambria Math"/>
                            <a:ea typeface="Cambria Math"/>
                          </a:rPr>
                          <m:t>𝝁</m:t>
                        </m:r>
                        <m:r>
                          <a:rPr lang="en-US" sz="2400" b="1" i="1" smtClean="0">
                            <a:solidFill>
                              <a:srgbClr val="0808FC"/>
                            </a:solidFill>
                            <a:latin typeface="Cambria Math"/>
                            <a:ea typeface="Cambria Math"/>
                          </a:rPr>
                          <m:t>𝑰</m:t>
                        </m:r>
                      </m:num>
                      <m:den>
                        <m:r>
                          <a:rPr lang="en-US" sz="2400" b="1" i="1" smtClean="0">
                            <a:solidFill>
                              <a:srgbClr val="0808FC"/>
                            </a:solidFill>
                            <a:latin typeface="Cambria Math"/>
                          </a:rPr>
                          <m:t>𝟒</m:t>
                        </m:r>
                        <m:r>
                          <a:rPr lang="en-US" sz="2400" b="1" i="1" smtClean="0">
                            <a:solidFill>
                              <a:srgbClr val="0808FC"/>
                            </a:solidFill>
                            <a:latin typeface="Cambria Math"/>
                            <a:ea typeface="Cambria Math"/>
                          </a:rPr>
                          <m:t>𝝅</m:t>
                        </m:r>
                        <m:r>
                          <a:rPr lang="en-US" sz="2400" b="1" i="1" smtClean="0">
                            <a:solidFill>
                              <a:srgbClr val="0808FC"/>
                            </a:solidFill>
                            <a:latin typeface="Cambria Math"/>
                            <a:ea typeface="Cambria Math"/>
                          </a:rPr>
                          <m:t>𝒉</m:t>
                        </m:r>
                      </m:den>
                    </m:f>
                  </m:oMath>
                </a14:m>
                <a:endParaRPr lang="en-US" sz="2400" b="1" dirty="0"/>
              </a:p>
            </p:txBody>
          </p:sp>
        </mc:Choice>
        <mc:Fallback xmlns="">
          <p:sp>
            <p:nvSpPr>
              <p:cNvPr id="5" name="Rectangle 4"/>
              <p:cNvSpPr>
                <a:spLocks noRot="1" noChangeAspect="1" noMove="1" noResize="1" noEditPoints="1" noAdjustHandles="1" noChangeArrowheads="1" noChangeShapeType="1" noTextEdit="1"/>
              </p:cNvSpPr>
              <p:nvPr/>
            </p:nvSpPr>
            <p:spPr>
              <a:xfrm>
                <a:off x="2438399" y="5467926"/>
                <a:ext cx="3592513" cy="1237673"/>
              </a:xfrm>
              <a:prstGeom prst="rect">
                <a:avLst/>
              </a:prstGeom>
              <a:blipFill rotWithShape="1">
                <a:blip r:embed="rId26"/>
                <a:stretch>
                  <a:fillRect/>
                </a:stretch>
              </a:blipFill>
            </p:spPr>
            <p:txBody>
              <a:bodyPr/>
              <a:lstStyle/>
              <a:p>
                <a:r>
                  <a:rPr lang="en-US">
                    <a:noFill/>
                  </a:rPr>
                  <a:t> </a:t>
                </a:r>
              </a:p>
            </p:txBody>
          </p:sp>
        </mc:Fallback>
      </mc:AlternateContent>
      <p:sp>
        <p:nvSpPr>
          <p:cNvPr id="6" name="Footer Placeholder 5">
            <a:extLst>
              <a:ext uri="{FF2B5EF4-FFF2-40B4-BE49-F238E27FC236}">
                <a16:creationId xmlns:a16="http://schemas.microsoft.com/office/drawing/2014/main" id="{4A756EA1-34A8-3BF0-EB82-9ED72D24E97A}"/>
              </a:ext>
            </a:extLst>
          </p:cNvPr>
          <p:cNvSpPr>
            <a:spLocks noGrp="1"/>
          </p:cNvSpPr>
          <p:nvPr>
            <p:ph type="ftr" sz="quarter" idx="11"/>
          </p:nvPr>
        </p:nvSpPr>
        <p:spPr/>
        <p:txBody>
          <a:bodyPr/>
          <a:lstStyle/>
          <a:p>
            <a:pPr>
              <a:defRPr/>
            </a:pPr>
            <a:r>
              <a:rPr lang="en-US"/>
              <a:t>Bùi Quốc Trung - VLDC</a:t>
            </a:r>
          </a:p>
        </p:txBody>
      </p:sp>
      <p:sp>
        <p:nvSpPr>
          <p:cNvPr id="7" name="Slide Number Placeholder 6">
            <a:extLst>
              <a:ext uri="{FF2B5EF4-FFF2-40B4-BE49-F238E27FC236}">
                <a16:creationId xmlns:a16="http://schemas.microsoft.com/office/drawing/2014/main" id="{B1323D35-7F67-3A06-84C4-7C4BE5C86B2D}"/>
              </a:ext>
            </a:extLst>
          </p:cNvPr>
          <p:cNvSpPr>
            <a:spLocks noGrp="1"/>
          </p:cNvSpPr>
          <p:nvPr>
            <p:ph type="sldNum" sz="quarter" idx="12"/>
          </p:nvPr>
        </p:nvSpPr>
        <p:spPr/>
        <p:txBody>
          <a:bodyPr/>
          <a:lstStyle/>
          <a:p>
            <a:pPr>
              <a:defRPr/>
            </a:pPr>
            <a:fld id="{DA0BBFDE-23F6-4D0C-90FC-3AED58BCB197}" type="slidenum">
              <a:rPr lang="en-US" smtClean="0"/>
              <a:pPr>
                <a:defRPr/>
              </a:pPr>
              <a:t>10</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randombar(horizontal)">
                                      <p:cBhvr>
                                        <p:cTn id="7" dur="500"/>
                                        <p:tgtEl>
                                          <p:spTgt spid="8"/>
                                        </p:tgtEl>
                                      </p:cBhvr>
                                    </p:animEffect>
                                  </p:childTnLst>
                                </p:cTn>
                              </p:par>
                            </p:childTnLst>
                          </p:cTn>
                        </p:par>
                        <p:par>
                          <p:cTn id="8" fill="hold" nodeType="afterGroup">
                            <p:stCondLst>
                              <p:cond delay="500"/>
                            </p:stCondLst>
                            <p:childTnLst>
                              <p:par>
                                <p:cTn id="9" presetID="14" presetClass="entr" presetSubtype="10"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randombar(horizontal)">
                                      <p:cBhvr>
                                        <p:cTn id="11" dur="500"/>
                                        <p:tgtEl>
                                          <p:spTgt spid="3"/>
                                        </p:tgtEl>
                                      </p:cBhvr>
                                    </p:animEffect>
                                  </p:childTnLst>
                                </p:cTn>
                              </p:par>
                            </p:childTnLst>
                          </p:cTn>
                        </p:par>
                        <p:par>
                          <p:cTn id="12" fill="hold" nodeType="afterGroup">
                            <p:stCondLst>
                              <p:cond delay="1000"/>
                            </p:stCondLst>
                            <p:childTnLst>
                              <p:par>
                                <p:cTn id="13" presetID="14" presetClass="entr" presetSubtype="10" fill="hold" grpId="0" nodeType="afterEffect">
                                  <p:stCondLst>
                                    <p:cond delay="0"/>
                                  </p:stCondLst>
                                  <p:childTnLst>
                                    <p:set>
                                      <p:cBhvr>
                                        <p:cTn id="14" dur="1" fill="hold">
                                          <p:stCondLst>
                                            <p:cond delay="0"/>
                                          </p:stCondLst>
                                        </p:cTn>
                                        <p:tgtEl>
                                          <p:spTgt spid="57"/>
                                        </p:tgtEl>
                                        <p:attrNameLst>
                                          <p:attrName>style.visibility</p:attrName>
                                        </p:attrNameLst>
                                      </p:cBhvr>
                                      <p:to>
                                        <p:strVal val="visible"/>
                                      </p:to>
                                    </p:set>
                                    <p:animEffect transition="in" filter="randombar(horizontal)">
                                      <p:cBhvr>
                                        <p:cTn id="15" dur="500"/>
                                        <p:tgtEl>
                                          <p:spTgt spid="57"/>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4" fill="hold" nodeType="click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wipe(down)">
                                      <p:cBhvr>
                                        <p:cTn id="20" dur="500"/>
                                        <p:tgtEl>
                                          <p:spTgt spid="12"/>
                                        </p:tgtEl>
                                      </p:cBhvr>
                                    </p:animEffect>
                                  </p:childTnLst>
                                </p:cTn>
                              </p:par>
                            </p:childTnLst>
                          </p:cTn>
                        </p:par>
                        <p:par>
                          <p:cTn id="21" fill="hold" nodeType="afterGroup">
                            <p:stCondLst>
                              <p:cond delay="500"/>
                            </p:stCondLst>
                            <p:childTnLst>
                              <p:par>
                                <p:cTn id="22" presetID="22" presetClass="entr" presetSubtype="4" fill="hold" nodeType="afterEffect">
                                  <p:stCondLst>
                                    <p:cond delay="0"/>
                                  </p:stCondLst>
                                  <p:childTnLst>
                                    <p:set>
                                      <p:cBhvr>
                                        <p:cTn id="23" dur="1" fill="hold">
                                          <p:stCondLst>
                                            <p:cond delay="0"/>
                                          </p:stCondLst>
                                        </p:cTn>
                                        <p:tgtEl>
                                          <p:spTgt spid="2"/>
                                        </p:tgtEl>
                                        <p:attrNameLst>
                                          <p:attrName>style.visibility</p:attrName>
                                        </p:attrNameLst>
                                      </p:cBhvr>
                                      <p:to>
                                        <p:strVal val="visible"/>
                                      </p:to>
                                    </p:set>
                                    <p:animEffect transition="in" filter="wipe(down)">
                                      <p:cBhvr>
                                        <p:cTn id="24" dur="500"/>
                                        <p:tgtEl>
                                          <p:spTgt spid="2"/>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22" presetClass="entr" presetSubtype="4" fill="hold" nodeType="clickEffect">
                                  <p:stCondLst>
                                    <p:cond delay="0"/>
                                  </p:stCondLst>
                                  <p:childTnLst>
                                    <p:set>
                                      <p:cBhvr>
                                        <p:cTn id="28" dur="1" fill="hold">
                                          <p:stCondLst>
                                            <p:cond delay="0"/>
                                          </p:stCondLst>
                                        </p:cTn>
                                        <p:tgtEl>
                                          <p:spTgt spid="39"/>
                                        </p:tgtEl>
                                        <p:attrNameLst>
                                          <p:attrName>style.visibility</p:attrName>
                                        </p:attrNameLst>
                                      </p:cBhvr>
                                      <p:to>
                                        <p:strVal val="visible"/>
                                      </p:to>
                                    </p:set>
                                    <p:animEffect transition="in" filter="wipe(down)">
                                      <p:cBhvr>
                                        <p:cTn id="29" dur="500"/>
                                        <p:tgtEl>
                                          <p:spTgt spid="39"/>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ntr" presetSubtype="4" fill="hold" nodeType="clickEffect">
                                  <p:stCondLst>
                                    <p:cond delay="0"/>
                                  </p:stCondLst>
                                  <p:childTnLst>
                                    <p:set>
                                      <p:cBhvr>
                                        <p:cTn id="33" dur="1" fill="hold">
                                          <p:stCondLst>
                                            <p:cond delay="0"/>
                                          </p:stCondLst>
                                        </p:cTn>
                                        <p:tgtEl>
                                          <p:spTgt spid="40"/>
                                        </p:tgtEl>
                                        <p:attrNameLst>
                                          <p:attrName>style.visibility</p:attrName>
                                        </p:attrNameLst>
                                      </p:cBhvr>
                                      <p:to>
                                        <p:strVal val="visible"/>
                                      </p:to>
                                    </p:set>
                                    <p:animEffect transition="in" filter="wipe(down)">
                                      <p:cBhvr>
                                        <p:cTn id="34" dur="500"/>
                                        <p:tgtEl>
                                          <p:spTgt spid="40"/>
                                        </p:tgtEl>
                                      </p:cBhvr>
                                    </p:animEffect>
                                  </p:childTnLst>
                                </p:cTn>
                              </p:par>
                            </p:childTnLst>
                          </p:cTn>
                        </p:par>
                        <p:par>
                          <p:cTn id="35" fill="hold" nodeType="afterGroup">
                            <p:stCondLst>
                              <p:cond delay="500"/>
                            </p:stCondLst>
                            <p:childTnLst>
                              <p:par>
                                <p:cTn id="36" presetID="22" presetClass="entr" presetSubtype="4" fill="hold" nodeType="afterEffect">
                                  <p:stCondLst>
                                    <p:cond delay="0"/>
                                  </p:stCondLst>
                                  <p:childTnLst>
                                    <p:set>
                                      <p:cBhvr>
                                        <p:cTn id="37" dur="1" fill="hold">
                                          <p:stCondLst>
                                            <p:cond delay="0"/>
                                          </p:stCondLst>
                                        </p:cTn>
                                        <p:tgtEl>
                                          <p:spTgt spid="4"/>
                                        </p:tgtEl>
                                        <p:attrNameLst>
                                          <p:attrName>style.visibility</p:attrName>
                                        </p:attrNameLst>
                                      </p:cBhvr>
                                      <p:to>
                                        <p:strVal val="visible"/>
                                      </p:to>
                                    </p:set>
                                    <p:animEffect transition="in" filter="wipe(down)">
                                      <p:cBhvr>
                                        <p:cTn id="38" dur="500"/>
                                        <p:tgtEl>
                                          <p:spTgt spid="4"/>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4" fill="hold" nodeType="clickEffect">
                                  <p:stCondLst>
                                    <p:cond delay="0"/>
                                  </p:stCondLst>
                                  <p:childTnLst>
                                    <p:set>
                                      <p:cBhvr>
                                        <p:cTn id="42" dur="1" fill="hold">
                                          <p:stCondLst>
                                            <p:cond delay="0"/>
                                          </p:stCondLst>
                                        </p:cTn>
                                        <p:tgtEl>
                                          <p:spTgt spid="54"/>
                                        </p:tgtEl>
                                        <p:attrNameLst>
                                          <p:attrName>style.visibility</p:attrName>
                                        </p:attrNameLst>
                                      </p:cBhvr>
                                      <p:to>
                                        <p:strVal val="visible"/>
                                      </p:to>
                                    </p:set>
                                    <p:animEffect transition="in" filter="wipe(down)">
                                      <p:cBhvr>
                                        <p:cTn id="43" dur="500"/>
                                        <p:tgtEl>
                                          <p:spTgt spid="54"/>
                                        </p:tgtEl>
                                      </p:cBhvr>
                                    </p:animEffect>
                                  </p:childTnLst>
                                </p:cTn>
                              </p:par>
                            </p:childTnLst>
                          </p:cTn>
                        </p:par>
                        <p:par>
                          <p:cTn id="44" fill="hold" nodeType="afterGroup">
                            <p:stCondLst>
                              <p:cond delay="500"/>
                            </p:stCondLst>
                            <p:childTnLst>
                              <p:par>
                                <p:cTn id="45" presetID="22" presetClass="entr" presetSubtype="4" fill="hold" nodeType="afterEffect">
                                  <p:stCondLst>
                                    <p:cond delay="0"/>
                                  </p:stCondLst>
                                  <p:childTnLst>
                                    <p:set>
                                      <p:cBhvr>
                                        <p:cTn id="46" dur="1" fill="hold">
                                          <p:stCondLst>
                                            <p:cond delay="0"/>
                                          </p:stCondLst>
                                        </p:cTn>
                                        <p:tgtEl>
                                          <p:spTgt spid="55"/>
                                        </p:tgtEl>
                                        <p:attrNameLst>
                                          <p:attrName>style.visibility</p:attrName>
                                        </p:attrNameLst>
                                      </p:cBhvr>
                                      <p:to>
                                        <p:strVal val="visible"/>
                                      </p:to>
                                    </p:set>
                                    <p:animEffect transition="in" filter="wipe(down)">
                                      <p:cBhvr>
                                        <p:cTn id="47" dur="500"/>
                                        <p:tgtEl>
                                          <p:spTgt spid="55"/>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4" fill="hold" nodeType="clickEffect">
                                  <p:stCondLst>
                                    <p:cond delay="0"/>
                                  </p:stCondLst>
                                  <p:childTnLst>
                                    <p:set>
                                      <p:cBhvr>
                                        <p:cTn id="51" dur="1" fill="hold">
                                          <p:stCondLst>
                                            <p:cond delay="0"/>
                                          </p:stCondLst>
                                        </p:cTn>
                                        <p:tgtEl>
                                          <p:spTgt spid="37"/>
                                        </p:tgtEl>
                                        <p:attrNameLst>
                                          <p:attrName>style.visibility</p:attrName>
                                        </p:attrNameLst>
                                      </p:cBhvr>
                                      <p:to>
                                        <p:strVal val="visible"/>
                                      </p:to>
                                    </p:set>
                                    <p:animEffect transition="in" filter="wipe(down)">
                                      <p:cBhvr>
                                        <p:cTn id="52" dur="500"/>
                                        <p:tgtEl>
                                          <p:spTgt spid="37"/>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4" fill="hold" nodeType="clickEffect">
                                  <p:stCondLst>
                                    <p:cond delay="0"/>
                                  </p:stCondLst>
                                  <p:childTnLst>
                                    <p:set>
                                      <p:cBhvr>
                                        <p:cTn id="56" dur="1" fill="hold">
                                          <p:stCondLst>
                                            <p:cond delay="0"/>
                                          </p:stCondLst>
                                        </p:cTn>
                                        <p:tgtEl>
                                          <p:spTgt spid="43"/>
                                        </p:tgtEl>
                                        <p:attrNameLst>
                                          <p:attrName>style.visibility</p:attrName>
                                        </p:attrNameLst>
                                      </p:cBhvr>
                                      <p:to>
                                        <p:strVal val="visible"/>
                                      </p:to>
                                    </p:set>
                                    <p:animEffect transition="in" filter="wipe(down)">
                                      <p:cBhvr>
                                        <p:cTn id="57" dur="500"/>
                                        <p:tgtEl>
                                          <p:spTgt spid="43"/>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4" fill="hold" nodeType="clickEffect">
                                  <p:stCondLst>
                                    <p:cond delay="0"/>
                                  </p:stCondLst>
                                  <p:childTnLst>
                                    <p:set>
                                      <p:cBhvr>
                                        <p:cTn id="61" dur="1" fill="hold">
                                          <p:stCondLst>
                                            <p:cond delay="0"/>
                                          </p:stCondLst>
                                        </p:cTn>
                                        <p:tgtEl>
                                          <p:spTgt spid="41"/>
                                        </p:tgtEl>
                                        <p:attrNameLst>
                                          <p:attrName>style.visibility</p:attrName>
                                        </p:attrNameLst>
                                      </p:cBhvr>
                                      <p:to>
                                        <p:strVal val="visible"/>
                                      </p:to>
                                    </p:set>
                                    <p:animEffect transition="in" filter="wipe(down)">
                                      <p:cBhvr>
                                        <p:cTn id="62" dur="500"/>
                                        <p:tgtEl>
                                          <p:spTgt spid="41"/>
                                        </p:tgtEl>
                                      </p:cBhvr>
                                    </p:animEffect>
                                  </p:childTnLst>
                                </p:cTn>
                              </p:par>
                              <p:par>
                                <p:cTn id="63" presetID="22" presetClass="entr" presetSubtype="4" fill="hold" nodeType="withEffect">
                                  <p:stCondLst>
                                    <p:cond delay="0"/>
                                  </p:stCondLst>
                                  <p:childTnLst>
                                    <p:set>
                                      <p:cBhvr>
                                        <p:cTn id="64" dur="1" fill="hold">
                                          <p:stCondLst>
                                            <p:cond delay="0"/>
                                          </p:stCondLst>
                                        </p:cTn>
                                        <p:tgtEl>
                                          <p:spTgt spid="49"/>
                                        </p:tgtEl>
                                        <p:attrNameLst>
                                          <p:attrName>style.visibility</p:attrName>
                                        </p:attrNameLst>
                                      </p:cBhvr>
                                      <p:to>
                                        <p:strVal val="visible"/>
                                      </p:to>
                                    </p:set>
                                    <p:animEffect transition="in" filter="wipe(down)">
                                      <p:cBhvr>
                                        <p:cTn id="65" dur="500"/>
                                        <p:tgtEl>
                                          <p:spTgt spid="49"/>
                                        </p:tgtEl>
                                      </p:cBhvr>
                                    </p:animEffect>
                                  </p:childTnLst>
                                </p:cTn>
                              </p:par>
                            </p:childTnLst>
                          </p:cTn>
                        </p:par>
                        <p:par>
                          <p:cTn id="66" fill="hold" nodeType="afterGroup">
                            <p:stCondLst>
                              <p:cond delay="500"/>
                            </p:stCondLst>
                            <p:childTnLst>
                              <p:par>
                                <p:cTn id="67" presetID="22" presetClass="entr" presetSubtype="4" fill="hold" nodeType="afterEffect">
                                  <p:stCondLst>
                                    <p:cond delay="0"/>
                                  </p:stCondLst>
                                  <p:childTnLst>
                                    <p:set>
                                      <p:cBhvr>
                                        <p:cTn id="68" dur="1" fill="hold">
                                          <p:stCondLst>
                                            <p:cond delay="0"/>
                                          </p:stCondLst>
                                        </p:cTn>
                                        <p:tgtEl>
                                          <p:spTgt spid="8205"/>
                                        </p:tgtEl>
                                        <p:attrNameLst>
                                          <p:attrName>style.visibility</p:attrName>
                                        </p:attrNameLst>
                                      </p:cBhvr>
                                      <p:to>
                                        <p:strVal val="visible"/>
                                      </p:to>
                                    </p:set>
                                    <p:animEffect transition="in" filter="wipe(down)">
                                      <p:cBhvr>
                                        <p:cTn id="69" dur="500"/>
                                        <p:tgtEl>
                                          <p:spTgt spid="8205"/>
                                        </p:tgtEl>
                                      </p:cBhvr>
                                    </p:animEffect>
                                  </p:childTnLst>
                                </p:cTn>
                              </p:par>
                            </p:childTnLst>
                          </p:cTn>
                        </p:par>
                      </p:childTnLst>
                    </p:cTn>
                  </p:par>
                  <p:par>
                    <p:cTn id="70" fill="hold">
                      <p:stCondLst>
                        <p:cond delay="indefinite"/>
                      </p:stCondLst>
                      <p:childTnLst>
                        <p:par>
                          <p:cTn id="71" fill="hold">
                            <p:stCondLst>
                              <p:cond delay="0"/>
                            </p:stCondLst>
                            <p:childTnLst>
                              <p:par>
                                <p:cTn id="72" presetID="22" presetClass="entr" presetSubtype="4" fill="hold" grpId="0" nodeType="clickEffect">
                                  <p:stCondLst>
                                    <p:cond delay="0"/>
                                  </p:stCondLst>
                                  <p:childTnLst>
                                    <p:set>
                                      <p:cBhvr>
                                        <p:cTn id="73" dur="1" fill="hold">
                                          <p:stCondLst>
                                            <p:cond delay="0"/>
                                          </p:stCondLst>
                                        </p:cTn>
                                        <p:tgtEl>
                                          <p:spTgt spid="50"/>
                                        </p:tgtEl>
                                        <p:attrNameLst>
                                          <p:attrName>style.visibility</p:attrName>
                                        </p:attrNameLst>
                                      </p:cBhvr>
                                      <p:to>
                                        <p:strVal val="visible"/>
                                      </p:to>
                                    </p:set>
                                    <p:animEffect transition="in" filter="wipe(down)">
                                      <p:cBhvr>
                                        <p:cTn id="74" dur="500"/>
                                        <p:tgtEl>
                                          <p:spTgt spid="50"/>
                                        </p:tgtEl>
                                      </p:cBhvr>
                                    </p:animEffect>
                                  </p:childTnLst>
                                </p:cTn>
                              </p:par>
                            </p:childTnLst>
                          </p:cTn>
                        </p:par>
                        <p:par>
                          <p:cTn id="75" fill="hold">
                            <p:stCondLst>
                              <p:cond delay="500"/>
                            </p:stCondLst>
                            <p:childTnLst>
                              <p:par>
                                <p:cTn id="76" presetID="14" presetClass="entr" presetSubtype="10" fill="hold" grpId="0" nodeType="afterEffect">
                                  <p:stCondLst>
                                    <p:cond delay="500"/>
                                  </p:stCondLst>
                                  <p:childTnLst>
                                    <p:set>
                                      <p:cBhvr>
                                        <p:cTn id="77" dur="1" fill="hold">
                                          <p:stCondLst>
                                            <p:cond delay="0"/>
                                          </p:stCondLst>
                                        </p:cTn>
                                        <p:tgtEl>
                                          <p:spTgt spid="64"/>
                                        </p:tgtEl>
                                        <p:attrNameLst>
                                          <p:attrName>style.visibility</p:attrName>
                                        </p:attrNameLst>
                                      </p:cBhvr>
                                      <p:to>
                                        <p:strVal val="visible"/>
                                      </p:to>
                                    </p:set>
                                    <p:animEffect transition="in" filter="randombar(horizontal)">
                                      <p:cBhvr>
                                        <p:cTn id="78" dur="500"/>
                                        <p:tgtEl>
                                          <p:spTgt spid="64"/>
                                        </p:tgtEl>
                                      </p:cBhvr>
                                    </p:animEffect>
                                  </p:childTnLst>
                                </p:cTn>
                              </p:par>
                            </p:childTnLst>
                          </p:cTn>
                        </p:par>
                      </p:childTnLst>
                    </p:cTn>
                  </p:par>
                  <p:par>
                    <p:cTn id="79" fill="hold" nodeType="clickPar">
                      <p:stCondLst>
                        <p:cond delay="indefinite"/>
                      </p:stCondLst>
                      <p:childTnLst>
                        <p:par>
                          <p:cTn id="80" fill="hold" nodeType="withGroup">
                            <p:stCondLst>
                              <p:cond delay="0"/>
                            </p:stCondLst>
                            <p:childTnLst>
                              <p:par>
                                <p:cTn id="81" presetID="3" presetClass="entr" presetSubtype="10" fill="hold" nodeType="clickEffect">
                                  <p:stCondLst>
                                    <p:cond delay="0"/>
                                  </p:stCondLst>
                                  <p:childTnLst>
                                    <p:set>
                                      <p:cBhvr>
                                        <p:cTn id="82" dur="1" fill="hold">
                                          <p:stCondLst>
                                            <p:cond delay="0"/>
                                          </p:stCondLst>
                                        </p:cTn>
                                        <p:tgtEl>
                                          <p:spTgt spid="8219"/>
                                        </p:tgtEl>
                                        <p:attrNameLst>
                                          <p:attrName>style.visibility</p:attrName>
                                        </p:attrNameLst>
                                      </p:cBhvr>
                                      <p:to>
                                        <p:strVal val="visible"/>
                                      </p:to>
                                    </p:set>
                                    <p:animEffect transition="in" filter="blinds(horizontal)">
                                      <p:cBhvr>
                                        <p:cTn id="83" dur="500"/>
                                        <p:tgtEl>
                                          <p:spTgt spid="8219"/>
                                        </p:tgtEl>
                                      </p:cBhvr>
                                    </p:animEffect>
                                  </p:childTnLst>
                                </p:cTn>
                              </p:par>
                            </p:childTnLst>
                          </p:cTn>
                        </p:par>
                      </p:childTnLst>
                    </p:cTn>
                  </p:par>
                  <p:par>
                    <p:cTn id="84" fill="hold" nodeType="clickPar">
                      <p:stCondLst>
                        <p:cond delay="indefinite"/>
                      </p:stCondLst>
                      <p:childTnLst>
                        <p:par>
                          <p:cTn id="85" fill="hold" nodeType="withGroup">
                            <p:stCondLst>
                              <p:cond delay="0"/>
                            </p:stCondLst>
                            <p:childTnLst>
                              <p:par>
                                <p:cTn id="86" presetID="3" presetClass="entr" presetSubtype="10" fill="hold" nodeType="clickEffect">
                                  <p:stCondLst>
                                    <p:cond delay="0"/>
                                  </p:stCondLst>
                                  <p:childTnLst>
                                    <p:set>
                                      <p:cBhvr>
                                        <p:cTn id="87" dur="1" fill="hold">
                                          <p:stCondLst>
                                            <p:cond delay="0"/>
                                          </p:stCondLst>
                                        </p:cTn>
                                        <p:tgtEl>
                                          <p:spTgt spid="8220"/>
                                        </p:tgtEl>
                                        <p:attrNameLst>
                                          <p:attrName>style.visibility</p:attrName>
                                        </p:attrNameLst>
                                      </p:cBhvr>
                                      <p:to>
                                        <p:strVal val="visible"/>
                                      </p:to>
                                    </p:set>
                                    <p:animEffect transition="in" filter="blinds(horizontal)">
                                      <p:cBhvr>
                                        <p:cTn id="88" dur="500"/>
                                        <p:tgtEl>
                                          <p:spTgt spid="8220"/>
                                        </p:tgtEl>
                                      </p:cBhvr>
                                    </p:animEffect>
                                  </p:childTnLst>
                                </p:cTn>
                              </p:par>
                            </p:childTnLst>
                          </p:cTn>
                        </p:par>
                      </p:childTnLst>
                    </p:cTn>
                  </p:par>
                  <p:par>
                    <p:cTn id="89" fill="hold" nodeType="clickPar">
                      <p:stCondLst>
                        <p:cond delay="indefinite"/>
                      </p:stCondLst>
                      <p:childTnLst>
                        <p:par>
                          <p:cTn id="90" fill="hold" nodeType="withGroup">
                            <p:stCondLst>
                              <p:cond delay="0"/>
                            </p:stCondLst>
                            <p:childTnLst>
                              <p:par>
                                <p:cTn id="91" presetID="5" presetClass="entr" presetSubtype="10" fill="hold" grpId="0" nodeType="clickEffect">
                                  <p:stCondLst>
                                    <p:cond delay="0"/>
                                  </p:stCondLst>
                                  <p:childTnLst>
                                    <p:set>
                                      <p:cBhvr>
                                        <p:cTn id="92" dur="1" fill="hold">
                                          <p:stCondLst>
                                            <p:cond delay="0"/>
                                          </p:stCondLst>
                                        </p:cTn>
                                        <p:tgtEl>
                                          <p:spTgt spid="70"/>
                                        </p:tgtEl>
                                        <p:attrNameLst>
                                          <p:attrName>style.visibility</p:attrName>
                                        </p:attrNameLst>
                                      </p:cBhvr>
                                      <p:to>
                                        <p:strVal val="visible"/>
                                      </p:to>
                                    </p:set>
                                    <p:animEffect transition="in" filter="checkerboard(across)">
                                      <p:cBhvr>
                                        <p:cTn id="93" dur="500"/>
                                        <p:tgtEl>
                                          <p:spTgt spid="70"/>
                                        </p:tgtEl>
                                      </p:cBhvr>
                                    </p:animEffect>
                                  </p:childTnLst>
                                </p:cTn>
                              </p:par>
                            </p:childTnLst>
                          </p:cTn>
                        </p:par>
                        <p:par>
                          <p:cTn id="94" fill="hold" nodeType="afterGroup">
                            <p:stCondLst>
                              <p:cond delay="500"/>
                            </p:stCondLst>
                            <p:childTnLst>
                              <p:par>
                                <p:cTn id="95" presetID="8" presetClass="entr" presetSubtype="16" fill="hold" grpId="0" nodeType="afterEffect">
                                  <p:stCondLst>
                                    <p:cond delay="500"/>
                                  </p:stCondLst>
                                  <p:childTnLst>
                                    <p:set>
                                      <p:cBhvr>
                                        <p:cTn id="96" dur="1" fill="hold">
                                          <p:stCondLst>
                                            <p:cond delay="0"/>
                                          </p:stCondLst>
                                        </p:cTn>
                                        <p:tgtEl>
                                          <p:spTgt spid="71"/>
                                        </p:tgtEl>
                                        <p:attrNameLst>
                                          <p:attrName>style.visibility</p:attrName>
                                        </p:attrNameLst>
                                      </p:cBhvr>
                                      <p:to>
                                        <p:strVal val="visible"/>
                                      </p:to>
                                    </p:set>
                                    <p:animEffect transition="in" filter="diamond(in)">
                                      <p:cBhvr>
                                        <p:cTn id="97" dur="500"/>
                                        <p:tgtEl>
                                          <p:spTgt spid="71"/>
                                        </p:tgtEl>
                                      </p:cBhvr>
                                    </p:animEffect>
                                  </p:childTnLst>
                                </p:cTn>
                              </p:par>
                            </p:childTnLst>
                          </p:cTn>
                        </p:par>
                        <p:par>
                          <p:cTn id="98" fill="hold" nodeType="afterGroup">
                            <p:stCondLst>
                              <p:cond delay="1500"/>
                            </p:stCondLst>
                            <p:childTnLst>
                              <p:par>
                                <p:cTn id="99" presetID="14" presetClass="entr" presetSubtype="10" fill="hold" nodeType="afterEffect">
                                  <p:stCondLst>
                                    <p:cond delay="500"/>
                                  </p:stCondLst>
                                  <p:childTnLst>
                                    <p:set>
                                      <p:cBhvr>
                                        <p:cTn id="100" dur="1" fill="hold">
                                          <p:stCondLst>
                                            <p:cond delay="0"/>
                                          </p:stCondLst>
                                        </p:cTn>
                                        <p:tgtEl>
                                          <p:spTgt spid="8218"/>
                                        </p:tgtEl>
                                        <p:attrNameLst>
                                          <p:attrName>style.visibility</p:attrName>
                                        </p:attrNameLst>
                                      </p:cBhvr>
                                      <p:to>
                                        <p:strVal val="visible"/>
                                      </p:to>
                                    </p:set>
                                    <p:animEffect transition="in" filter="randombar(horizontal)">
                                      <p:cBhvr>
                                        <p:cTn id="101" dur="500"/>
                                        <p:tgtEl>
                                          <p:spTgt spid="8218"/>
                                        </p:tgtEl>
                                      </p:cBhvr>
                                    </p:animEffect>
                                  </p:childTnLst>
                                </p:cTn>
                              </p:par>
                            </p:childTnLst>
                          </p:cTn>
                        </p:par>
                        <p:par>
                          <p:cTn id="102" fill="hold" nodeType="afterGroup">
                            <p:stCondLst>
                              <p:cond delay="2500"/>
                            </p:stCondLst>
                            <p:childTnLst>
                              <p:par>
                                <p:cTn id="103" presetID="14" presetClass="entr" presetSubtype="10" fill="hold" grpId="0" nodeType="afterEffect">
                                  <p:stCondLst>
                                    <p:cond delay="500"/>
                                  </p:stCondLst>
                                  <p:childTnLst>
                                    <p:set>
                                      <p:cBhvr>
                                        <p:cTn id="104" dur="1" fill="hold">
                                          <p:stCondLst>
                                            <p:cond delay="0"/>
                                          </p:stCondLst>
                                        </p:cTn>
                                        <p:tgtEl>
                                          <p:spTgt spid="67"/>
                                        </p:tgtEl>
                                        <p:attrNameLst>
                                          <p:attrName>style.visibility</p:attrName>
                                        </p:attrNameLst>
                                      </p:cBhvr>
                                      <p:to>
                                        <p:strVal val="visible"/>
                                      </p:to>
                                    </p:set>
                                    <p:animEffect transition="in" filter="randombar(horizontal)">
                                      <p:cBhvr>
                                        <p:cTn id="105" dur="1000"/>
                                        <p:tgtEl>
                                          <p:spTgt spid="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 grpId="0" animBg="1"/>
      <p:bldP spid="67" grpId="0" animBg="1"/>
      <p:bldP spid="8" grpId="0"/>
      <p:bldP spid="64" grpId="0"/>
      <p:bldP spid="70" grpId="0" animBg="1"/>
      <p:bldP spid="71" grpId="0" animBg="1"/>
      <p:bldP spid="50" grpId="0"/>
    </p:bldLst>
  </p:timing>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 name="Content Placeholder 2"/>
          <p:cNvSpPr txBox="1">
            <a:spLocks/>
          </p:cNvSpPr>
          <p:nvPr/>
        </p:nvSpPr>
        <p:spPr bwMode="auto">
          <a:xfrm>
            <a:off x="533400" y="304800"/>
            <a:ext cx="8305800" cy="1371600"/>
          </a:xfrm>
          <a:prstGeom prst="rect">
            <a:avLst/>
          </a:prstGeom>
          <a:noFill/>
          <a:ln w="9525">
            <a:noFill/>
            <a:miter lim="800000"/>
            <a:headEnd/>
            <a:tailEnd/>
          </a:ln>
        </p:spPr>
        <p:txBody>
          <a:bodyPr/>
          <a:lstStyle/>
          <a:p>
            <a:pPr marL="274320" indent="-274320" algn="ctr" fontAlgn="auto">
              <a:spcBef>
                <a:spcPct val="20000"/>
              </a:spcBef>
              <a:spcAft>
                <a:spcPts val="0"/>
              </a:spcAft>
              <a:buClr>
                <a:schemeClr val="accent3"/>
              </a:buClr>
              <a:buSzPct val="95000"/>
              <a:defRPr/>
            </a:pPr>
            <a:r>
              <a:rPr lang="en-US" sz="3200" b="1" u="sng" dirty="0" err="1">
                <a:solidFill>
                  <a:srgbClr val="FF0000"/>
                </a:solidFill>
                <a:latin typeface="Times New Roman" pitchFamily="18" charset="0"/>
                <a:cs typeface="Times New Roman" pitchFamily="18" charset="0"/>
              </a:rPr>
              <a:t>Ví</a:t>
            </a:r>
            <a:r>
              <a:rPr lang="en-US" sz="3200" b="1" u="sng" dirty="0">
                <a:solidFill>
                  <a:srgbClr val="FF0000"/>
                </a:solidFill>
                <a:latin typeface="Times New Roman" pitchFamily="18" charset="0"/>
                <a:cs typeface="Times New Roman" pitchFamily="18" charset="0"/>
              </a:rPr>
              <a:t> </a:t>
            </a:r>
            <a:r>
              <a:rPr lang="en-US" sz="3200" b="1" u="sng" dirty="0" err="1">
                <a:solidFill>
                  <a:srgbClr val="FF0000"/>
                </a:solidFill>
                <a:latin typeface="Times New Roman" pitchFamily="18" charset="0"/>
                <a:cs typeface="Times New Roman" pitchFamily="18" charset="0"/>
              </a:rPr>
              <a:t>dụ</a:t>
            </a:r>
            <a:r>
              <a:rPr lang="en-US" sz="3200" b="1" u="sng" dirty="0">
                <a:solidFill>
                  <a:srgbClr val="FF0000"/>
                </a:solidFill>
                <a:latin typeface="Times New Roman" pitchFamily="18" charset="0"/>
                <a:cs typeface="Times New Roman" pitchFamily="18" charset="0"/>
              </a:rPr>
              <a:t> 2</a:t>
            </a:r>
            <a:r>
              <a:rPr lang="en-US" sz="3200" b="1" dirty="0">
                <a:solidFill>
                  <a:srgbClr val="FF0000"/>
                </a:solidFill>
                <a:latin typeface="Times New Roman" pitchFamily="18" charset="0"/>
                <a:cs typeface="Times New Roman" pitchFamily="18" charset="0"/>
              </a:rPr>
              <a:t>: </a:t>
            </a:r>
            <a:r>
              <a:rPr lang="en-US" sz="3200" b="1" dirty="0" err="1">
                <a:solidFill>
                  <a:srgbClr val="0808FC"/>
                </a:solidFill>
                <a:latin typeface="Times New Roman" pitchFamily="18" charset="0"/>
                <a:cs typeface="Times New Roman" pitchFamily="18" charset="0"/>
              </a:rPr>
              <a:t>Từ</a:t>
            </a:r>
            <a:r>
              <a:rPr lang="en-US" sz="3200" b="1" dirty="0">
                <a:solidFill>
                  <a:srgbClr val="0808FC"/>
                </a:solidFill>
                <a:latin typeface="Times New Roman" pitchFamily="18" charset="0"/>
                <a:cs typeface="Times New Roman" pitchFamily="18" charset="0"/>
              </a:rPr>
              <a:t> </a:t>
            </a:r>
            <a:r>
              <a:rPr lang="en-US" sz="3200" b="1" dirty="0" err="1">
                <a:solidFill>
                  <a:srgbClr val="0808FC"/>
                </a:solidFill>
                <a:latin typeface="Times New Roman" pitchFamily="18" charset="0"/>
                <a:cs typeface="Times New Roman" pitchFamily="18" charset="0"/>
              </a:rPr>
              <a:t>tr</a:t>
            </a:r>
            <a:r>
              <a:rPr lang="vi-VN" sz="3200" b="1" dirty="0">
                <a:solidFill>
                  <a:srgbClr val="0808FC"/>
                </a:solidFill>
                <a:latin typeface="Times New Roman" pitchFamily="18" charset="0"/>
                <a:cs typeface="Times New Roman" pitchFamily="18" charset="0"/>
              </a:rPr>
              <a:t>ường</a:t>
            </a:r>
            <a:r>
              <a:rPr lang="en-US" sz="3200" b="1" dirty="0">
                <a:solidFill>
                  <a:srgbClr val="0808FC"/>
                </a:solidFill>
                <a:latin typeface="Times New Roman" pitchFamily="18" charset="0"/>
                <a:cs typeface="Times New Roman" pitchFamily="18" charset="0"/>
              </a:rPr>
              <a:t> </a:t>
            </a:r>
            <a:r>
              <a:rPr lang="en-US" sz="3200" b="1" dirty="0" err="1">
                <a:solidFill>
                  <a:srgbClr val="0808FC"/>
                </a:solidFill>
                <a:latin typeface="Times New Roman" pitchFamily="18" charset="0"/>
                <a:cs typeface="Times New Roman" pitchFamily="18" charset="0"/>
              </a:rPr>
              <a:t>gây</a:t>
            </a:r>
            <a:r>
              <a:rPr lang="en-US" sz="3200" b="1" dirty="0">
                <a:solidFill>
                  <a:srgbClr val="0808FC"/>
                </a:solidFill>
                <a:latin typeface="Times New Roman" pitchFamily="18" charset="0"/>
                <a:cs typeface="Times New Roman" pitchFamily="18" charset="0"/>
              </a:rPr>
              <a:t> </a:t>
            </a:r>
            <a:r>
              <a:rPr lang="en-US" sz="3200" b="1" dirty="0" err="1">
                <a:solidFill>
                  <a:srgbClr val="0808FC"/>
                </a:solidFill>
                <a:latin typeface="Times New Roman" pitchFamily="18" charset="0"/>
                <a:cs typeface="Times New Roman" pitchFamily="18" charset="0"/>
              </a:rPr>
              <a:t>bởi</a:t>
            </a:r>
            <a:r>
              <a:rPr lang="en-US" sz="3200" b="1" dirty="0">
                <a:solidFill>
                  <a:srgbClr val="0808FC"/>
                </a:solidFill>
                <a:latin typeface="Times New Roman" pitchFamily="18" charset="0"/>
                <a:cs typeface="Times New Roman" pitchFamily="18" charset="0"/>
              </a:rPr>
              <a:t> </a:t>
            </a:r>
            <a:r>
              <a:rPr lang="en-US" sz="3200" b="1" dirty="0" err="1">
                <a:solidFill>
                  <a:srgbClr val="0808FC"/>
                </a:solidFill>
                <a:latin typeface="Times New Roman" pitchFamily="18" charset="0"/>
                <a:cs typeface="Times New Roman" pitchFamily="18" charset="0"/>
              </a:rPr>
              <a:t>dòng</a:t>
            </a:r>
            <a:r>
              <a:rPr lang="en-US" sz="3200" b="1" dirty="0">
                <a:solidFill>
                  <a:srgbClr val="0808FC"/>
                </a:solidFill>
                <a:latin typeface="Times New Roman" pitchFamily="18" charset="0"/>
                <a:cs typeface="Times New Roman" pitchFamily="18" charset="0"/>
              </a:rPr>
              <a:t> </a:t>
            </a:r>
            <a:r>
              <a:rPr lang="vi-VN" sz="3200" b="1" dirty="0">
                <a:solidFill>
                  <a:srgbClr val="0808FC"/>
                </a:solidFill>
                <a:latin typeface="Times New Roman" pitchFamily="18" charset="0"/>
                <a:cs typeface="Times New Roman" pitchFamily="18" charset="0"/>
              </a:rPr>
              <a:t>đ</a:t>
            </a:r>
            <a:r>
              <a:rPr lang="en-US" sz="3200" b="1" dirty="0" err="1">
                <a:solidFill>
                  <a:srgbClr val="0808FC"/>
                </a:solidFill>
                <a:latin typeface="Times New Roman" pitchFamily="18" charset="0"/>
                <a:cs typeface="Times New Roman" pitchFamily="18" charset="0"/>
              </a:rPr>
              <a:t>iện</a:t>
            </a:r>
            <a:r>
              <a:rPr lang="en-US" sz="3200" b="1" dirty="0">
                <a:solidFill>
                  <a:srgbClr val="0808FC"/>
                </a:solidFill>
                <a:latin typeface="Times New Roman" pitchFamily="18" charset="0"/>
                <a:cs typeface="Times New Roman" pitchFamily="18" charset="0"/>
              </a:rPr>
              <a:t> </a:t>
            </a:r>
            <a:r>
              <a:rPr lang="en-US" sz="3200" b="1" dirty="0" err="1">
                <a:solidFill>
                  <a:srgbClr val="0808FC"/>
                </a:solidFill>
                <a:latin typeface="Times New Roman" pitchFamily="18" charset="0"/>
                <a:cs typeface="Times New Roman" pitchFamily="18" charset="0"/>
              </a:rPr>
              <a:t>tròn</a:t>
            </a:r>
            <a:r>
              <a:rPr lang="en-US" sz="3200" b="1" dirty="0">
                <a:solidFill>
                  <a:srgbClr val="0808FC"/>
                </a:solidFill>
                <a:latin typeface="Times New Roman" pitchFamily="18" charset="0"/>
                <a:cs typeface="Times New Roman" pitchFamily="18" charset="0"/>
              </a:rPr>
              <a:t> </a:t>
            </a:r>
            <a:r>
              <a:rPr lang="en-US" sz="3200" b="1" dirty="0" err="1">
                <a:solidFill>
                  <a:srgbClr val="0808FC"/>
                </a:solidFill>
                <a:latin typeface="Times New Roman" pitchFamily="18" charset="0"/>
                <a:cs typeface="Times New Roman" pitchFamily="18" charset="0"/>
              </a:rPr>
              <a:t>tại</a:t>
            </a:r>
            <a:r>
              <a:rPr lang="en-US" sz="3200" b="1" dirty="0">
                <a:solidFill>
                  <a:srgbClr val="0808FC"/>
                </a:solidFill>
                <a:latin typeface="Times New Roman" pitchFamily="18" charset="0"/>
                <a:cs typeface="Times New Roman" pitchFamily="18" charset="0"/>
              </a:rPr>
              <a:t>                 </a:t>
            </a:r>
          </a:p>
          <a:p>
            <a:pPr marL="274320" indent="-274320" algn="ctr" fontAlgn="auto">
              <a:spcBef>
                <a:spcPct val="20000"/>
              </a:spcBef>
              <a:spcAft>
                <a:spcPts val="0"/>
              </a:spcAft>
              <a:buClr>
                <a:schemeClr val="accent3"/>
              </a:buClr>
              <a:buSzPct val="95000"/>
              <a:defRPr/>
            </a:pPr>
            <a:r>
              <a:rPr lang="en-US" sz="3200" b="1" dirty="0">
                <a:solidFill>
                  <a:srgbClr val="0808FC"/>
                </a:solidFill>
                <a:latin typeface="Times New Roman" pitchFamily="18" charset="0"/>
                <a:cs typeface="Times New Roman" pitchFamily="18" charset="0"/>
              </a:rPr>
              <a:t>              </a:t>
            </a:r>
            <a:r>
              <a:rPr lang="vi-VN" sz="3200" b="1" dirty="0">
                <a:solidFill>
                  <a:srgbClr val="0808FC"/>
                </a:solidFill>
                <a:latin typeface="Times New Roman" pitchFamily="18" charset="0"/>
                <a:cs typeface="Times New Roman" pitchFamily="18" charset="0"/>
              </a:rPr>
              <a:t>điểm</a:t>
            </a:r>
            <a:r>
              <a:rPr lang="en-US" sz="3200" b="1" dirty="0">
                <a:solidFill>
                  <a:srgbClr val="0808FC"/>
                </a:solidFill>
                <a:latin typeface="Times New Roman" pitchFamily="18" charset="0"/>
                <a:cs typeface="Times New Roman" pitchFamily="18" charset="0"/>
              </a:rPr>
              <a:t> M </a:t>
            </a:r>
            <a:r>
              <a:rPr lang="en-US" sz="3200" b="1" dirty="0" err="1">
                <a:solidFill>
                  <a:srgbClr val="0808FC"/>
                </a:solidFill>
                <a:latin typeface="Times New Roman" pitchFamily="18" charset="0"/>
                <a:cs typeface="Times New Roman" pitchFamily="18" charset="0"/>
              </a:rPr>
              <a:t>cách</a:t>
            </a:r>
            <a:r>
              <a:rPr lang="en-US" sz="3200" b="1" dirty="0">
                <a:solidFill>
                  <a:srgbClr val="0808FC"/>
                </a:solidFill>
                <a:latin typeface="Times New Roman" pitchFamily="18" charset="0"/>
                <a:cs typeface="Times New Roman" pitchFamily="18" charset="0"/>
              </a:rPr>
              <a:t> </a:t>
            </a:r>
            <a:r>
              <a:rPr lang="en-US" sz="3200" b="1" dirty="0" err="1">
                <a:solidFill>
                  <a:srgbClr val="0808FC"/>
                </a:solidFill>
                <a:latin typeface="Times New Roman" pitchFamily="18" charset="0"/>
                <a:cs typeface="Times New Roman" pitchFamily="18" charset="0"/>
              </a:rPr>
              <a:t>dòng</a:t>
            </a:r>
            <a:r>
              <a:rPr lang="en-US" sz="3200" b="1" dirty="0">
                <a:solidFill>
                  <a:srgbClr val="0808FC"/>
                </a:solidFill>
                <a:latin typeface="Times New Roman" pitchFamily="18" charset="0"/>
                <a:cs typeface="Times New Roman" pitchFamily="18" charset="0"/>
              </a:rPr>
              <a:t> </a:t>
            </a:r>
            <a:r>
              <a:rPr lang="vi-VN" sz="3200" b="1" dirty="0">
                <a:solidFill>
                  <a:srgbClr val="0808FC"/>
                </a:solidFill>
                <a:latin typeface="Times New Roman" pitchFamily="18" charset="0"/>
                <a:cs typeface="Times New Roman" pitchFamily="18" charset="0"/>
              </a:rPr>
              <a:t>đ</a:t>
            </a:r>
            <a:r>
              <a:rPr lang="en-US" sz="3200" b="1" dirty="0" err="1">
                <a:solidFill>
                  <a:srgbClr val="0808FC"/>
                </a:solidFill>
                <a:latin typeface="Times New Roman" pitchFamily="18" charset="0"/>
                <a:cs typeface="Times New Roman" pitchFamily="18" charset="0"/>
              </a:rPr>
              <a:t>iện</a:t>
            </a:r>
            <a:r>
              <a:rPr lang="en-US" sz="3200" b="1" dirty="0">
                <a:solidFill>
                  <a:srgbClr val="0808FC"/>
                </a:solidFill>
                <a:latin typeface="Times New Roman" pitchFamily="18" charset="0"/>
                <a:cs typeface="Times New Roman" pitchFamily="18" charset="0"/>
              </a:rPr>
              <a:t> 1 </a:t>
            </a:r>
            <a:r>
              <a:rPr lang="en-US" sz="3200" b="1" dirty="0" err="1">
                <a:solidFill>
                  <a:srgbClr val="0808FC"/>
                </a:solidFill>
                <a:latin typeface="Times New Roman" pitchFamily="18" charset="0"/>
                <a:cs typeface="Times New Roman" pitchFamily="18" charset="0"/>
              </a:rPr>
              <a:t>khoảng</a:t>
            </a:r>
            <a:r>
              <a:rPr lang="en-US" sz="3200" b="1" dirty="0">
                <a:solidFill>
                  <a:srgbClr val="0808FC"/>
                </a:solidFill>
                <a:latin typeface="Times New Roman" pitchFamily="18" charset="0"/>
                <a:cs typeface="Times New Roman" pitchFamily="18" charset="0"/>
              </a:rPr>
              <a:t> h</a:t>
            </a:r>
          </a:p>
        </p:txBody>
      </p:sp>
      <p:sp>
        <p:nvSpPr>
          <p:cNvPr id="50" name="Oval 49"/>
          <p:cNvSpPr/>
          <p:nvPr/>
        </p:nvSpPr>
        <p:spPr>
          <a:xfrm>
            <a:off x="5257800" y="3559175"/>
            <a:ext cx="2819400" cy="1066800"/>
          </a:xfrm>
          <a:prstGeom prst="ellipse">
            <a:avLst/>
          </a:prstGeom>
          <a:noFill/>
          <a:ln w="3810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3200" b="1"/>
          </a:p>
        </p:txBody>
      </p:sp>
      <p:sp>
        <p:nvSpPr>
          <p:cNvPr id="52" name="Oval 51"/>
          <p:cNvSpPr/>
          <p:nvPr/>
        </p:nvSpPr>
        <p:spPr>
          <a:xfrm>
            <a:off x="6638925" y="2278063"/>
            <a:ext cx="76200" cy="80962"/>
          </a:xfrm>
          <a:prstGeom prst="ellipse">
            <a:avLst/>
          </a:prstGeom>
          <a:solidFill>
            <a:srgbClr val="FF0000"/>
          </a:solidFill>
          <a:ln w="2540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3200" b="1"/>
          </a:p>
        </p:txBody>
      </p:sp>
      <p:cxnSp>
        <p:nvCxnSpPr>
          <p:cNvPr id="61" name="Straight Arrow Connector 60"/>
          <p:cNvCxnSpPr>
            <a:stCxn id="50" idx="5"/>
          </p:cNvCxnSpPr>
          <p:nvPr/>
        </p:nvCxnSpPr>
        <p:spPr>
          <a:xfrm rot="5400000" flipH="1" flipV="1">
            <a:off x="7720012" y="4341813"/>
            <a:ext cx="73025" cy="184150"/>
          </a:xfrm>
          <a:prstGeom prst="straightConnector1">
            <a:avLst/>
          </a:prstGeom>
          <a:ln w="38100">
            <a:solidFill>
              <a:srgbClr val="0808FC"/>
            </a:solidFill>
            <a:tailEnd type="stealth" w="lg" len="lg"/>
          </a:ln>
        </p:spPr>
        <p:style>
          <a:lnRef idx="1">
            <a:schemeClr val="accent1"/>
          </a:lnRef>
          <a:fillRef idx="0">
            <a:schemeClr val="accent1"/>
          </a:fillRef>
          <a:effectRef idx="0">
            <a:schemeClr val="accent1"/>
          </a:effectRef>
          <a:fontRef idx="minor">
            <a:schemeClr val="tx1"/>
          </a:fontRef>
        </p:style>
      </p:cxnSp>
      <p:graphicFrame>
        <p:nvGraphicFramePr>
          <p:cNvPr id="20504" name="Object 24"/>
          <p:cNvGraphicFramePr>
            <a:graphicFrameLocks noChangeAspect="1"/>
          </p:cNvGraphicFramePr>
          <p:nvPr/>
        </p:nvGraphicFramePr>
        <p:xfrm>
          <a:off x="7696200" y="4549775"/>
          <a:ext cx="304800" cy="327025"/>
        </p:xfrm>
        <a:graphic>
          <a:graphicData uri="http://schemas.openxmlformats.org/presentationml/2006/ole">
            <mc:AlternateContent xmlns:mc="http://schemas.openxmlformats.org/markup-compatibility/2006">
              <mc:Choice xmlns:v="urn:schemas-microsoft-com:vml" Requires="v">
                <p:oleObj name="Equation" r:id="rId2" imgW="101468" imgH="164885" progId="Equation.3">
                  <p:embed/>
                </p:oleObj>
              </mc:Choice>
              <mc:Fallback>
                <p:oleObj name="Equation" r:id="rId2" imgW="101468" imgH="164885" progId="Equation.3">
                  <p:embed/>
                  <p:pic>
                    <p:nvPicPr>
                      <p:cNvPr id="0" name="Object 2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96200" y="4549775"/>
                        <a:ext cx="304800" cy="327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cxnSp>
        <p:nvCxnSpPr>
          <p:cNvPr id="69" name="Straight Connector 68"/>
          <p:cNvCxnSpPr/>
          <p:nvPr/>
        </p:nvCxnSpPr>
        <p:spPr>
          <a:xfrm rot="16200000" flipH="1">
            <a:off x="5830887" y="3233738"/>
            <a:ext cx="1725613" cy="20638"/>
          </a:xfrm>
          <a:prstGeom prst="line">
            <a:avLst/>
          </a:prstGeom>
          <a:ln w="38100">
            <a:solidFill>
              <a:srgbClr val="0808FC"/>
            </a:solidFill>
          </a:ln>
        </p:spPr>
        <p:style>
          <a:lnRef idx="1">
            <a:schemeClr val="accent1"/>
          </a:lnRef>
          <a:fillRef idx="0">
            <a:schemeClr val="accent1"/>
          </a:fillRef>
          <a:effectRef idx="0">
            <a:schemeClr val="accent1"/>
          </a:effectRef>
          <a:fontRef idx="minor">
            <a:schemeClr val="tx1"/>
          </a:fontRef>
        </p:style>
      </p:cxnSp>
      <p:cxnSp>
        <p:nvCxnSpPr>
          <p:cNvPr id="74" name="Straight Arrow Connector 73"/>
          <p:cNvCxnSpPr/>
          <p:nvPr/>
        </p:nvCxnSpPr>
        <p:spPr>
          <a:xfrm rot="5400000" flipH="1" flipV="1">
            <a:off x="6407943" y="2075657"/>
            <a:ext cx="538163" cy="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graphicFrame>
        <p:nvGraphicFramePr>
          <p:cNvPr id="20505" name="Object 25"/>
          <p:cNvGraphicFramePr>
            <a:graphicFrameLocks noChangeAspect="1"/>
          </p:cNvGraphicFramePr>
          <p:nvPr/>
        </p:nvGraphicFramePr>
        <p:xfrm>
          <a:off x="6448425" y="3954463"/>
          <a:ext cx="271463" cy="381000"/>
        </p:xfrm>
        <a:graphic>
          <a:graphicData uri="http://schemas.openxmlformats.org/presentationml/2006/ole">
            <mc:AlternateContent xmlns:mc="http://schemas.openxmlformats.org/markup-compatibility/2006">
              <mc:Choice xmlns:v="urn:schemas-microsoft-com:vml" Requires="v">
                <p:oleObj name="Equation" r:id="rId4" imgW="126725" imgH="177415" progId="Equation.3">
                  <p:embed/>
                </p:oleObj>
              </mc:Choice>
              <mc:Fallback>
                <p:oleObj name="Equation" r:id="rId4" imgW="126725" imgH="177415" progId="Equation.3">
                  <p:embed/>
                  <p:pic>
                    <p:nvPicPr>
                      <p:cNvPr id="0" name="Object 2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48425" y="3954463"/>
                        <a:ext cx="271463" cy="381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506" name="Object 26"/>
          <p:cNvGraphicFramePr>
            <a:graphicFrameLocks noChangeAspect="1"/>
          </p:cNvGraphicFramePr>
          <p:nvPr/>
        </p:nvGraphicFramePr>
        <p:xfrm>
          <a:off x="6269038" y="2278063"/>
          <a:ext cx="407987" cy="352425"/>
        </p:xfrm>
        <a:graphic>
          <a:graphicData uri="http://schemas.openxmlformats.org/presentationml/2006/ole">
            <mc:AlternateContent xmlns:mc="http://schemas.openxmlformats.org/markup-compatibility/2006">
              <mc:Choice xmlns:v="urn:schemas-microsoft-com:vml" Requires="v">
                <p:oleObj name="Equation" r:id="rId6" imgW="190335" imgH="164957" progId="Equation.3">
                  <p:embed/>
                </p:oleObj>
              </mc:Choice>
              <mc:Fallback>
                <p:oleObj name="Equation" r:id="rId6" imgW="190335" imgH="164957" progId="Equation.3">
                  <p:embed/>
                  <p:pic>
                    <p:nvPicPr>
                      <p:cNvPr id="0" name="Object 2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269038" y="2278063"/>
                        <a:ext cx="407987" cy="3524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507" name="Object 27"/>
          <p:cNvGraphicFramePr>
            <a:graphicFrameLocks noChangeAspect="1"/>
          </p:cNvGraphicFramePr>
          <p:nvPr/>
        </p:nvGraphicFramePr>
        <p:xfrm>
          <a:off x="6753225" y="1668463"/>
          <a:ext cx="368300" cy="469900"/>
        </p:xfrm>
        <a:graphic>
          <a:graphicData uri="http://schemas.openxmlformats.org/presentationml/2006/ole">
            <mc:AlternateContent xmlns:mc="http://schemas.openxmlformats.org/markup-compatibility/2006">
              <mc:Choice xmlns:v="urn:schemas-microsoft-com:vml" Requires="v">
                <p:oleObj name="Equation" r:id="rId8" imgW="152268" imgH="203024" progId="Equation.3">
                  <p:embed/>
                </p:oleObj>
              </mc:Choice>
              <mc:Fallback>
                <p:oleObj name="Equation" r:id="rId8" imgW="152268" imgH="203024" progId="Equation.3">
                  <p:embed/>
                  <p:pic>
                    <p:nvPicPr>
                      <p:cNvPr id="0" name="Object 2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753225" y="1668463"/>
                        <a:ext cx="368300" cy="469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6" name="Rounded Rectangle 75"/>
          <p:cNvSpPr/>
          <p:nvPr/>
        </p:nvSpPr>
        <p:spPr>
          <a:xfrm>
            <a:off x="673100" y="1741488"/>
            <a:ext cx="4025900" cy="1730375"/>
          </a:xfrm>
          <a:prstGeom prst="roundRect">
            <a:avLst/>
          </a:prstGeom>
          <a:solidFill>
            <a:srgbClr val="B5FBF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graphicFrame>
        <p:nvGraphicFramePr>
          <p:cNvPr id="77" name="Object 28"/>
          <p:cNvGraphicFramePr>
            <a:graphicFrameLocks noChangeAspect="1"/>
          </p:cNvGraphicFramePr>
          <p:nvPr>
            <p:extLst>
              <p:ext uri="{D42A27DB-BD31-4B8C-83A1-F6EECF244321}">
                <p14:modId xmlns:p14="http://schemas.microsoft.com/office/powerpoint/2010/main" val="4008132601"/>
              </p:ext>
            </p:extLst>
          </p:nvPr>
        </p:nvGraphicFramePr>
        <p:xfrm>
          <a:off x="762000" y="1816100"/>
          <a:ext cx="3905250" cy="1536700"/>
        </p:xfrm>
        <a:graphic>
          <a:graphicData uri="http://schemas.openxmlformats.org/presentationml/2006/ole">
            <mc:AlternateContent xmlns:mc="http://schemas.openxmlformats.org/markup-compatibility/2006">
              <mc:Choice xmlns:v="urn:schemas-microsoft-com:vml" Requires="v">
                <p:oleObj name="Equation" r:id="rId10" imgW="1205977" imgH="495085" progId="Equation.3">
                  <p:embed/>
                </p:oleObj>
              </mc:Choice>
              <mc:Fallback>
                <p:oleObj name="Equation" r:id="rId10" imgW="1205977" imgH="495085" progId="Equation.3">
                  <p:embed/>
                  <p:pic>
                    <p:nvPicPr>
                      <p:cNvPr id="0" name="Object 2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62000" y="1816100"/>
                        <a:ext cx="3905250" cy="153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8" name="Content Placeholder 2"/>
          <p:cNvSpPr txBox="1">
            <a:spLocks/>
          </p:cNvSpPr>
          <p:nvPr/>
        </p:nvSpPr>
        <p:spPr bwMode="auto">
          <a:xfrm>
            <a:off x="425450" y="4321175"/>
            <a:ext cx="5216525" cy="685800"/>
          </a:xfrm>
          <a:prstGeom prst="rect">
            <a:avLst/>
          </a:prstGeom>
          <a:noFill/>
          <a:ln w="9525">
            <a:noFill/>
            <a:miter lim="800000"/>
            <a:headEnd/>
            <a:tailEnd/>
          </a:ln>
        </p:spPr>
        <p:txBody>
          <a:bodyPr/>
          <a:lstStyle/>
          <a:p>
            <a:pPr marL="274320" indent="-274320" fontAlgn="auto">
              <a:spcBef>
                <a:spcPct val="20000"/>
              </a:spcBef>
              <a:spcAft>
                <a:spcPts val="0"/>
              </a:spcAft>
              <a:buClr>
                <a:schemeClr val="accent3"/>
              </a:buClr>
              <a:buSzPct val="95000"/>
              <a:defRPr/>
            </a:pPr>
            <a:r>
              <a:rPr lang="en-US" sz="3200" b="1" dirty="0" err="1">
                <a:solidFill>
                  <a:srgbClr val="0808FC"/>
                </a:solidFill>
                <a:latin typeface="Times New Roman" pitchFamily="18" charset="0"/>
                <a:cs typeface="Times New Roman" pitchFamily="18" charset="0"/>
              </a:rPr>
              <a:t>Tại</a:t>
            </a:r>
            <a:r>
              <a:rPr lang="en-US" sz="3200" b="1" dirty="0">
                <a:solidFill>
                  <a:srgbClr val="0808FC"/>
                </a:solidFill>
                <a:latin typeface="Times New Roman" pitchFamily="18" charset="0"/>
                <a:cs typeface="Times New Roman" pitchFamily="18" charset="0"/>
              </a:rPr>
              <a:t> </a:t>
            </a:r>
            <a:r>
              <a:rPr lang="en-US" sz="3200" b="1" dirty="0" err="1">
                <a:solidFill>
                  <a:srgbClr val="0808FC"/>
                </a:solidFill>
                <a:latin typeface="Times New Roman" pitchFamily="18" charset="0"/>
                <a:cs typeface="Times New Roman" pitchFamily="18" charset="0"/>
              </a:rPr>
              <a:t>tâm</a:t>
            </a:r>
            <a:r>
              <a:rPr lang="en-US" sz="3200" b="1" dirty="0">
                <a:solidFill>
                  <a:srgbClr val="0808FC"/>
                </a:solidFill>
                <a:latin typeface="Times New Roman" pitchFamily="18" charset="0"/>
                <a:cs typeface="Times New Roman" pitchFamily="18" charset="0"/>
              </a:rPr>
              <a:t> </a:t>
            </a:r>
            <a:r>
              <a:rPr lang="en-US" sz="3200" b="1" dirty="0" err="1">
                <a:solidFill>
                  <a:srgbClr val="0808FC"/>
                </a:solidFill>
                <a:latin typeface="Times New Roman" pitchFamily="18" charset="0"/>
                <a:cs typeface="Times New Roman" pitchFamily="18" charset="0"/>
              </a:rPr>
              <a:t>vòng</a:t>
            </a:r>
            <a:r>
              <a:rPr lang="en-US" sz="3200" b="1" dirty="0">
                <a:solidFill>
                  <a:srgbClr val="0808FC"/>
                </a:solidFill>
                <a:latin typeface="Times New Roman" pitchFamily="18" charset="0"/>
                <a:cs typeface="Times New Roman" pitchFamily="18" charset="0"/>
              </a:rPr>
              <a:t> </a:t>
            </a:r>
            <a:r>
              <a:rPr lang="en-US" sz="3200" b="1" dirty="0" err="1">
                <a:solidFill>
                  <a:srgbClr val="0808FC"/>
                </a:solidFill>
                <a:latin typeface="Times New Roman" pitchFamily="18" charset="0"/>
                <a:cs typeface="Times New Roman" pitchFamily="18" charset="0"/>
              </a:rPr>
              <a:t>dây</a:t>
            </a:r>
            <a:r>
              <a:rPr lang="en-US" sz="3200" b="1" dirty="0">
                <a:solidFill>
                  <a:srgbClr val="0808FC"/>
                </a:solidFill>
                <a:latin typeface="Times New Roman" pitchFamily="18" charset="0"/>
                <a:cs typeface="Times New Roman" pitchFamily="18" charset="0"/>
              </a:rPr>
              <a:t>: (h=0)</a:t>
            </a:r>
          </a:p>
        </p:txBody>
      </p:sp>
      <p:sp>
        <p:nvSpPr>
          <p:cNvPr id="81" name="Rounded Rectangle 80"/>
          <p:cNvSpPr/>
          <p:nvPr/>
        </p:nvSpPr>
        <p:spPr>
          <a:xfrm>
            <a:off x="649288" y="5060950"/>
            <a:ext cx="2746375" cy="1489075"/>
          </a:xfrm>
          <a:prstGeom prst="roundRect">
            <a:avLst/>
          </a:prstGeom>
          <a:solidFill>
            <a:srgbClr val="B5FBF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graphicFrame>
        <p:nvGraphicFramePr>
          <p:cNvPr id="82" name="Object 30"/>
          <p:cNvGraphicFramePr>
            <a:graphicFrameLocks noChangeAspect="1"/>
          </p:cNvGraphicFramePr>
          <p:nvPr/>
        </p:nvGraphicFramePr>
        <p:xfrm>
          <a:off x="731838" y="5095875"/>
          <a:ext cx="2511425" cy="1381125"/>
        </p:xfrm>
        <a:graphic>
          <a:graphicData uri="http://schemas.openxmlformats.org/presentationml/2006/ole">
            <mc:AlternateContent xmlns:mc="http://schemas.openxmlformats.org/markup-compatibility/2006">
              <mc:Choice xmlns:v="urn:schemas-microsoft-com:vml" Requires="v">
                <p:oleObj name="Equation" r:id="rId12" imgW="685800" imgH="393700" progId="Equation.3">
                  <p:embed/>
                </p:oleObj>
              </mc:Choice>
              <mc:Fallback>
                <p:oleObj name="Equation" r:id="rId12" imgW="685800" imgH="393700" progId="Equation.3">
                  <p:embed/>
                  <p:pic>
                    <p:nvPicPr>
                      <p:cNvPr id="0" name="Object 30"/>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31838" y="5095875"/>
                        <a:ext cx="2511425" cy="1381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cxnSp>
        <p:nvCxnSpPr>
          <p:cNvPr id="84" name="Straight Connector 83"/>
          <p:cNvCxnSpPr>
            <a:endCxn id="50" idx="6"/>
          </p:cNvCxnSpPr>
          <p:nvPr/>
        </p:nvCxnSpPr>
        <p:spPr>
          <a:xfrm>
            <a:off x="6705600" y="4092575"/>
            <a:ext cx="1371600" cy="1588"/>
          </a:xfrm>
          <a:prstGeom prst="line">
            <a:avLst/>
          </a:prstGeom>
          <a:ln w="38100">
            <a:solidFill>
              <a:srgbClr val="0808FC"/>
            </a:solidFill>
            <a:prstDash val="dash"/>
          </a:ln>
        </p:spPr>
        <p:style>
          <a:lnRef idx="1">
            <a:schemeClr val="accent1"/>
          </a:lnRef>
          <a:fillRef idx="0">
            <a:schemeClr val="accent1"/>
          </a:fillRef>
          <a:effectRef idx="0">
            <a:schemeClr val="accent1"/>
          </a:effectRef>
          <a:fontRef idx="minor">
            <a:schemeClr val="tx1"/>
          </a:fontRef>
        </p:style>
      </p:cxnSp>
      <p:graphicFrame>
        <p:nvGraphicFramePr>
          <p:cNvPr id="20511" name="Object 31"/>
          <p:cNvGraphicFramePr>
            <a:graphicFrameLocks noChangeAspect="1"/>
          </p:cNvGraphicFramePr>
          <p:nvPr/>
        </p:nvGraphicFramePr>
        <p:xfrm>
          <a:off x="7115175" y="3754438"/>
          <a:ext cx="352425" cy="338137"/>
        </p:xfrm>
        <a:graphic>
          <a:graphicData uri="http://schemas.openxmlformats.org/presentationml/2006/ole">
            <mc:AlternateContent xmlns:mc="http://schemas.openxmlformats.org/markup-compatibility/2006">
              <mc:Choice xmlns:v="urn:schemas-microsoft-com:vml" Requires="v">
                <p:oleObj name="Equation" r:id="rId14" imgW="164885" imgH="164885" progId="Equation.3">
                  <p:embed/>
                </p:oleObj>
              </mc:Choice>
              <mc:Fallback>
                <p:oleObj name="Equation" r:id="rId14" imgW="164885" imgH="164885" progId="Equation.3">
                  <p:embed/>
                  <p:pic>
                    <p:nvPicPr>
                      <p:cNvPr id="0" name="Object 31"/>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7115175" y="3754438"/>
                        <a:ext cx="352425" cy="3381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512" name="Object 32"/>
          <p:cNvGraphicFramePr>
            <a:graphicFrameLocks noChangeAspect="1"/>
          </p:cNvGraphicFramePr>
          <p:nvPr/>
        </p:nvGraphicFramePr>
        <p:xfrm>
          <a:off x="6411913" y="3040063"/>
          <a:ext cx="271462" cy="338137"/>
        </p:xfrm>
        <a:graphic>
          <a:graphicData uri="http://schemas.openxmlformats.org/presentationml/2006/ole">
            <mc:AlternateContent xmlns:mc="http://schemas.openxmlformats.org/markup-compatibility/2006">
              <mc:Choice xmlns:v="urn:schemas-microsoft-com:vml" Requires="v">
                <p:oleObj name="Equation" r:id="rId16" imgW="126780" imgH="164814" progId="Equation.3">
                  <p:embed/>
                </p:oleObj>
              </mc:Choice>
              <mc:Fallback>
                <p:oleObj name="Equation" r:id="rId16" imgW="126780" imgH="164814" progId="Equation.3">
                  <p:embed/>
                  <p:pic>
                    <p:nvPicPr>
                      <p:cNvPr id="0" name="Object 32"/>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6411913" y="3040063"/>
                        <a:ext cx="271462" cy="3381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mc:AlternateContent xmlns:mc="http://schemas.openxmlformats.org/markup-compatibility/2006" xmlns:a14="http://schemas.microsoft.com/office/drawing/2010/main">
        <mc:Choice Requires="a14">
          <p:sp>
            <p:nvSpPr>
              <p:cNvPr id="20" name="Rectangle 19"/>
              <p:cNvSpPr/>
              <p:nvPr/>
            </p:nvSpPr>
            <p:spPr>
              <a:xfrm>
                <a:off x="4071936" y="5186650"/>
                <a:ext cx="3592513" cy="1237673"/>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sz="2400" b="1">
                    <a:solidFill>
                      <a:srgbClr val="0808FC"/>
                    </a:solidFill>
                  </a:rPr>
                  <a:t>Cuộn dây tròn n vòng:</a:t>
                </a:r>
              </a:p>
              <a:p>
                <a:pPr algn="ctr"/>
                <a:r>
                  <a:rPr lang="en-US" sz="2400" b="1">
                    <a:solidFill>
                      <a:srgbClr val="0808FC"/>
                    </a:solidFill>
                  </a:rPr>
                  <a:t>B = n.</a:t>
                </a:r>
                <a14:m>
                  <m:oMath xmlns:m="http://schemas.openxmlformats.org/officeDocument/2006/math">
                    <m:f>
                      <m:fPr>
                        <m:ctrlPr>
                          <a:rPr lang="en-US" sz="2400" b="1" i="1" smtClean="0">
                            <a:solidFill>
                              <a:srgbClr val="0808FC"/>
                            </a:solidFill>
                            <a:latin typeface="Cambria Math" panose="02040503050406030204" pitchFamily="18" charset="0"/>
                          </a:rPr>
                        </m:ctrlPr>
                      </m:fPr>
                      <m:num>
                        <m:r>
                          <a:rPr lang="en-US" sz="2400" b="1" i="1" smtClean="0">
                            <a:solidFill>
                              <a:srgbClr val="0808FC"/>
                            </a:solidFill>
                            <a:latin typeface="Cambria Math"/>
                            <a:ea typeface="Cambria Math"/>
                          </a:rPr>
                          <m:t>𝝁</m:t>
                        </m:r>
                        <m:r>
                          <a:rPr lang="en-US" sz="2400" b="1" i="1" smtClean="0">
                            <a:solidFill>
                              <a:srgbClr val="0808FC"/>
                            </a:solidFill>
                            <a:latin typeface="Cambria Math"/>
                            <a:ea typeface="Cambria Math"/>
                          </a:rPr>
                          <m:t>𝟎</m:t>
                        </m:r>
                        <m:r>
                          <a:rPr lang="en-US" sz="2400" b="1" i="1" smtClean="0">
                            <a:solidFill>
                              <a:srgbClr val="0808FC"/>
                            </a:solidFill>
                            <a:latin typeface="Cambria Math"/>
                            <a:ea typeface="Cambria Math"/>
                          </a:rPr>
                          <m:t>𝝁</m:t>
                        </m:r>
                        <m:r>
                          <a:rPr lang="en-US" sz="2400" b="1" i="1" smtClean="0">
                            <a:solidFill>
                              <a:srgbClr val="0808FC"/>
                            </a:solidFill>
                            <a:latin typeface="Cambria Math"/>
                            <a:ea typeface="Cambria Math"/>
                          </a:rPr>
                          <m:t>𝑰</m:t>
                        </m:r>
                      </m:num>
                      <m:den>
                        <m:r>
                          <a:rPr lang="en-US" sz="2400" b="1" i="1" smtClean="0">
                            <a:solidFill>
                              <a:srgbClr val="0808FC"/>
                            </a:solidFill>
                            <a:latin typeface="Cambria Math"/>
                          </a:rPr>
                          <m:t>𝟐</m:t>
                        </m:r>
                        <m:r>
                          <a:rPr lang="en-US" sz="2400" b="1" i="1" smtClean="0">
                            <a:solidFill>
                              <a:srgbClr val="0808FC"/>
                            </a:solidFill>
                            <a:latin typeface="Cambria Math"/>
                          </a:rPr>
                          <m:t>𝑹</m:t>
                        </m:r>
                      </m:den>
                    </m:f>
                  </m:oMath>
                </a14:m>
                <a:endParaRPr lang="en-US" sz="2400" b="1"/>
              </a:p>
            </p:txBody>
          </p:sp>
        </mc:Choice>
        <mc:Fallback xmlns="">
          <p:sp>
            <p:nvSpPr>
              <p:cNvPr id="20" name="Rectangle 19"/>
              <p:cNvSpPr>
                <a:spLocks noRot="1" noChangeAspect="1" noMove="1" noResize="1" noEditPoints="1" noAdjustHandles="1" noChangeArrowheads="1" noChangeShapeType="1" noTextEdit="1"/>
              </p:cNvSpPr>
              <p:nvPr/>
            </p:nvSpPr>
            <p:spPr>
              <a:xfrm>
                <a:off x="4071936" y="5186650"/>
                <a:ext cx="3592513" cy="1237673"/>
              </a:xfrm>
              <a:prstGeom prst="rect">
                <a:avLst/>
              </a:prstGeom>
              <a:blipFill rotWithShape="1">
                <a:blip r:embed="rId19"/>
                <a:stretch>
                  <a:fillRect/>
                </a:stretch>
              </a:blipFill>
            </p:spPr>
            <p:txBody>
              <a:bodyPr/>
              <a:lstStyle/>
              <a:p>
                <a:r>
                  <a:rPr lang="en-US">
                    <a:noFill/>
                  </a:rPr>
                  <a:t> </a:t>
                </a:r>
              </a:p>
            </p:txBody>
          </p:sp>
        </mc:Fallback>
      </mc:AlternateContent>
      <p:sp>
        <p:nvSpPr>
          <p:cNvPr id="2" name="Footer Placeholder 1">
            <a:extLst>
              <a:ext uri="{FF2B5EF4-FFF2-40B4-BE49-F238E27FC236}">
                <a16:creationId xmlns:a16="http://schemas.microsoft.com/office/drawing/2014/main" id="{3786AEF4-B921-B8B8-949E-789E764C79C0}"/>
              </a:ext>
            </a:extLst>
          </p:cNvPr>
          <p:cNvSpPr>
            <a:spLocks noGrp="1"/>
          </p:cNvSpPr>
          <p:nvPr>
            <p:ph type="ftr" sz="quarter" idx="11"/>
          </p:nvPr>
        </p:nvSpPr>
        <p:spPr/>
        <p:txBody>
          <a:bodyPr/>
          <a:lstStyle/>
          <a:p>
            <a:pPr>
              <a:defRPr/>
            </a:pPr>
            <a:r>
              <a:rPr lang="en-US"/>
              <a:t>Bùi Quốc Trung - VLDC</a:t>
            </a:r>
          </a:p>
        </p:txBody>
      </p:sp>
      <p:sp>
        <p:nvSpPr>
          <p:cNvPr id="3" name="Slide Number Placeholder 2">
            <a:extLst>
              <a:ext uri="{FF2B5EF4-FFF2-40B4-BE49-F238E27FC236}">
                <a16:creationId xmlns:a16="http://schemas.microsoft.com/office/drawing/2014/main" id="{54A557AA-C683-9E80-FD6C-5C54083FE579}"/>
              </a:ext>
            </a:extLst>
          </p:cNvPr>
          <p:cNvSpPr>
            <a:spLocks noGrp="1"/>
          </p:cNvSpPr>
          <p:nvPr>
            <p:ph type="sldNum" sz="quarter" idx="12"/>
          </p:nvPr>
        </p:nvSpPr>
        <p:spPr/>
        <p:txBody>
          <a:bodyPr/>
          <a:lstStyle/>
          <a:p>
            <a:pPr>
              <a:defRPr/>
            </a:pPr>
            <a:fld id="{DA0BBFDE-23F6-4D0C-90FC-3AED58BCB197}" type="slidenum">
              <a:rPr lang="en-US" smtClean="0"/>
              <a:pPr>
                <a:defRPr/>
              </a:pPr>
              <a:t>11</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randombar(horizontal)">
                                      <p:cBhvr>
                                        <p:cTn id="7" dur="500"/>
                                        <p:tgtEl>
                                          <p:spTgt spid="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50"/>
                                        </p:tgtEl>
                                        <p:attrNameLst>
                                          <p:attrName>style.visibility</p:attrName>
                                        </p:attrNameLst>
                                      </p:cBhvr>
                                      <p:to>
                                        <p:strVal val="visible"/>
                                      </p:to>
                                    </p:set>
                                    <p:animEffect transition="in" filter="checkerboard(across)">
                                      <p:cBhvr>
                                        <p:cTn id="12" dur="500"/>
                                        <p:tgtEl>
                                          <p:spTgt spid="50"/>
                                        </p:tgtEl>
                                      </p:cBhvr>
                                    </p:animEffect>
                                  </p:childTnLst>
                                </p:cTn>
                              </p:par>
                            </p:childTnLst>
                          </p:cTn>
                        </p:par>
                        <p:par>
                          <p:cTn id="13" fill="hold" nodeType="afterGroup">
                            <p:stCondLst>
                              <p:cond delay="500"/>
                            </p:stCondLst>
                            <p:childTnLst>
                              <p:par>
                                <p:cTn id="14" presetID="5" presetClass="entr" presetSubtype="10" fill="hold" nodeType="afterEffect">
                                  <p:stCondLst>
                                    <p:cond delay="0"/>
                                  </p:stCondLst>
                                  <p:childTnLst>
                                    <p:set>
                                      <p:cBhvr>
                                        <p:cTn id="15" dur="1" fill="hold">
                                          <p:stCondLst>
                                            <p:cond delay="0"/>
                                          </p:stCondLst>
                                        </p:cTn>
                                        <p:tgtEl>
                                          <p:spTgt spid="61"/>
                                        </p:tgtEl>
                                        <p:attrNameLst>
                                          <p:attrName>style.visibility</p:attrName>
                                        </p:attrNameLst>
                                      </p:cBhvr>
                                      <p:to>
                                        <p:strVal val="visible"/>
                                      </p:to>
                                    </p:set>
                                    <p:animEffect transition="in" filter="checkerboard(across)">
                                      <p:cBhvr>
                                        <p:cTn id="16" dur="500"/>
                                        <p:tgtEl>
                                          <p:spTgt spid="61"/>
                                        </p:tgtEl>
                                      </p:cBhvr>
                                    </p:animEffect>
                                  </p:childTnLst>
                                </p:cTn>
                              </p:par>
                              <p:par>
                                <p:cTn id="17" presetID="14" presetClass="entr" presetSubtype="10" fill="hold" nodeType="withEffect">
                                  <p:stCondLst>
                                    <p:cond delay="0"/>
                                  </p:stCondLst>
                                  <p:childTnLst>
                                    <p:set>
                                      <p:cBhvr>
                                        <p:cTn id="18" dur="1" fill="hold">
                                          <p:stCondLst>
                                            <p:cond delay="0"/>
                                          </p:stCondLst>
                                        </p:cTn>
                                        <p:tgtEl>
                                          <p:spTgt spid="20504"/>
                                        </p:tgtEl>
                                        <p:attrNameLst>
                                          <p:attrName>style.visibility</p:attrName>
                                        </p:attrNameLst>
                                      </p:cBhvr>
                                      <p:to>
                                        <p:strVal val="visible"/>
                                      </p:to>
                                    </p:set>
                                    <p:animEffect transition="in" filter="randombar(horizontal)">
                                      <p:cBhvr>
                                        <p:cTn id="19" dur="500"/>
                                        <p:tgtEl>
                                          <p:spTgt spid="20504"/>
                                        </p:tgtEl>
                                      </p:cBhvr>
                                    </p:animEffect>
                                  </p:childTnLst>
                                </p:cTn>
                              </p:par>
                            </p:childTnLst>
                          </p:cTn>
                        </p:par>
                        <p:par>
                          <p:cTn id="20" fill="hold" nodeType="afterGroup">
                            <p:stCondLst>
                              <p:cond delay="1000"/>
                            </p:stCondLst>
                            <p:childTnLst>
                              <p:par>
                                <p:cTn id="21" presetID="14" presetClass="entr" presetSubtype="10" fill="hold" nodeType="afterEffect">
                                  <p:stCondLst>
                                    <p:cond delay="0"/>
                                  </p:stCondLst>
                                  <p:childTnLst>
                                    <p:set>
                                      <p:cBhvr>
                                        <p:cTn id="22" dur="1" fill="hold">
                                          <p:stCondLst>
                                            <p:cond delay="0"/>
                                          </p:stCondLst>
                                        </p:cTn>
                                        <p:tgtEl>
                                          <p:spTgt spid="20505"/>
                                        </p:tgtEl>
                                        <p:attrNameLst>
                                          <p:attrName>style.visibility</p:attrName>
                                        </p:attrNameLst>
                                      </p:cBhvr>
                                      <p:to>
                                        <p:strVal val="visible"/>
                                      </p:to>
                                    </p:set>
                                    <p:animEffect transition="in" filter="randombar(horizontal)">
                                      <p:cBhvr>
                                        <p:cTn id="23" dur="500"/>
                                        <p:tgtEl>
                                          <p:spTgt spid="20505"/>
                                        </p:tgtEl>
                                      </p:cBhvr>
                                    </p:animEffect>
                                  </p:childTnLst>
                                </p:cTn>
                              </p:par>
                            </p:childTnLst>
                          </p:cTn>
                        </p:par>
                        <p:par>
                          <p:cTn id="24" fill="hold" nodeType="afterGroup">
                            <p:stCondLst>
                              <p:cond delay="1500"/>
                            </p:stCondLst>
                            <p:childTnLst>
                              <p:par>
                                <p:cTn id="25" presetID="8" presetClass="entr" presetSubtype="16" fill="hold" nodeType="afterEffect">
                                  <p:stCondLst>
                                    <p:cond delay="500"/>
                                  </p:stCondLst>
                                  <p:childTnLst>
                                    <p:set>
                                      <p:cBhvr>
                                        <p:cTn id="26" dur="1" fill="hold">
                                          <p:stCondLst>
                                            <p:cond delay="0"/>
                                          </p:stCondLst>
                                        </p:cTn>
                                        <p:tgtEl>
                                          <p:spTgt spid="84"/>
                                        </p:tgtEl>
                                        <p:attrNameLst>
                                          <p:attrName>style.visibility</p:attrName>
                                        </p:attrNameLst>
                                      </p:cBhvr>
                                      <p:to>
                                        <p:strVal val="visible"/>
                                      </p:to>
                                    </p:set>
                                    <p:animEffect transition="in" filter="diamond(in)">
                                      <p:cBhvr>
                                        <p:cTn id="27" dur="1000"/>
                                        <p:tgtEl>
                                          <p:spTgt spid="84"/>
                                        </p:tgtEl>
                                      </p:cBhvr>
                                    </p:animEffect>
                                  </p:childTnLst>
                                </p:cTn>
                              </p:par>
                            </p:childTnLst>
                          </p:cTn>
                        </p:par>
                        <p:par>
                          <p:cTn id="28" fill="hold" nodeType="afterGroup">
                            <p:stCondLst>
                              <p:cond delay="3000"/>
                            </p:stCondLst>
                            <p:childTnLst>
                              <p:par>
                                <p:cTn id="29" presetID="8" presetClass="entr" presetSubtype="16" fill="hold" nodeType="afterEffect">
                                  <p:stCondLst>
                                    <p:cond delay="0"/>
                                  </p:stCondLst>
                                  <p:childTnLst>
                                    <p:set>
                                      <p:cBhvr>
                                        <p:cTn id="30" dur="1" fill="hold">
                                          <p:stCondLst>
                                            <p:cond delay="0"/>
                                          </p:stCondLst>
                                        </p:cTn>
                                        <p:tgtEl>
                                          <p:spTgt spid="20511"/>
                                        </p:tgtEl>
                                        <p:attrNameLst>
                                          <p:attrName>style.visibility</p:attrName>
                                        </p:attrNameLst>
                                      </p:cBhvr>
                                      <p:to>
                                        <p:strVal val="visible"/>
                                      </p:to>
                                    </p:set>
                                    <p:animEffect transition="in" filter="diamond(in)">
                                      <p:cBhvr>
                                        <p:cTn id="31" dur="1000"/>
                                        <p:tgtEl>
                                          <p:spTgt spid="20511"/>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8" presetClass="entr" presetSubtype="16" fill="hold" grpId="0" nodeType="clickEffect">
                                  <p:stCondLst>
                                    <p:cond delay="0"/>
                                  </p:stCondLst>
                                  <p:childTnLst>
                                    <p:set>
                                      <p:cBhvr>
                                        <p:cTn id="35" dur="1" fill="hold">
                                          <p:stCondLst>
                                            <p:cond delay="0"/>
                                          </p:stCondLst>
                                        </p:cTn>
                                        <p:tgtEl>
                                          <p:spTgt spid="52"/>
                                        </p:tgtEl>
                                        <p:attrNameLst>
                                          <p:attrName>style.visibility</p:attrName>
                                        </p:attrNameLst>
                                      </p:cBhvr>
                                      <p:to>
                                        <p:strVal val="visible"/>
                                      </p:to>
                                    </p:set>
                                    <p:animEffect transition="in" filter="diamond(in)">
                                      <p:cBhvr>
                                        <p:cTn id="36" dur="1000"/>
                                        <p:tgtEl>
                                          <p:spTgt spid="52"/>
                                        </p:tgtEl>
                                      </p:cBhvr>
                                    </p:animEffect>
                                  </p:childTnLst>
                                </p:cTn>
                              </p:par>
                            </p:childTnLst>
                          </p:cTn>
                        </p:par>
                        <p:par>
                          <p:cTn id="37" fill="hold" nodeType="afterGroup">
                            <p:stCondLst>
                              <p:cond delay="1000"/>
                            </p:stCondLst>
                            <p:childTnLst>
                              <p:par>
                                <p:cTn id="38" presetID="14" presetClass="entr" presetSubtype="10" fill="hold" nodeType="afterEffect">
                                  <p:stCondLst>
                                    <p:cond delay="0"/>
                                  </p:stCondLst>
                                  <p:childTnLst>
                                    <p:set>
                                      <p:cBhvr>
                                        <p:cTn id="39" dur="1" fill="hold">
                                          <p:stCondLst>
                                            <p:cond delay="0"/>
                                          </p:stCondLst>
                                        </p:cTn>
                                        <p:tgtEl>
                                          <p:spTgt spid="20506"/>
                                        </p:tgtEl>
                                        <p:attrNameLst>
                                          <p:attrName>style.visibility</p:attrName>
                                        </p:attrNameLst>
                                      </p:cBhvr>
                                      <p:to>
                                        <p:strVal val="visible"/>
                                      </p:to>
                                    </p:set>
                                    <p:animEffect transition="in" filter="randombar(horizontal)">
                                      <p:cBhvr>
                                        <p:cTn id="40" dur="1000"/>
                                        <p:tgtEl>
                                          <p:spTgt spid="20506"/>
                                        </p:tgtEl>
                                      </p:cBhvr>
                                    </p:animEffect>
                                  </p:childTnLst>
                                </p:cTn>
                              </p:par>
                            </p:childTnLst>
                          </p:cTn>
                        </p:par>
                        <p:par>
                          <p:cTn id="41" fill="hold" nodeType="afterGroup">
                            <p:stCondLst>
                              <p:cond delay="2000"/>
                            </p:stCondLst>
                            <p:childTnLst>
                              <p:par>
                                <p:cTn id="42" presetID="8" presetClass="entr" presetSubtype="16" fill="hold" nodeType="afterEffect">
                                  <p:stCondLst>
                                    <p:cond delay="0"/>
                                  </p:stCondLst>
                                  <p:childTnLst>
                                    <p:set>
                                      <p:cBhvr>
                                        <p:cTn id="43" dur="1" fill="hold">
                                          <p:stCondLst>
                                            <p:cond delay="0"/>
                                          </p:stCondLst>
                                        </p:cTn>
                                        <p:tgtEl>
                                          <p:spTgt spid="69"/>
                                        </p:tgtEl>
                                        <p:attrNameLst>
                                          <p:attrName>style.visibility</p:attrName>
                                        </p:attrNameLst>
                                      </p:cBhvr>
                                      <p:to>
                                        <p:strVal val="visible"/>
                                      </p:to>
                                    </p:set>
                                    <p:animEffect transition="in" filter="diamond(in)">
                                      <p:cBhvr>
                                        <p:cTn id="44" dur="1000"/>
                                        <p:tgtEl>
                                          <p:spTgt spid="69"/>
                                        </p:tgtEl>
                                      </p:cBhvr>
                                    </p:animEffect>
                                  </p:childTnLst>
                                </p:cTn>
                              </p:par>
                            </p:childTnLst>
                          </p:cTn>
                        </p:par>
                        <p:par>
                          <p:cTn id="45" fill="hold" nodeType="afterGroup">
                            <p:stCondLst>
                              <p:cond delay="3000"/>
                            </p:stCondLst>
                            <p:childTnLst>
                              <p:par>
                                <p:cTn id="46" presetID="8" presetClass="entr" presetSubtype="16" fill="hold" nodeType="afterEffect">
                                  <p:stCondLst>
                                    <p:cond delay="0"/>
                                  </p:stCondLst>
                                  <p:childTnLst>
                                    <p:set>
                                      <p:cBhvr>
                                        <p:cTn id="47" dur="1" fill="hold">
                                          <p:stCondLst>
                                            <p:cond delay="0"/>
                                          </p:stCondLst>
                                        </p:cTn>
                                        <p:tgtEl>
                                          <p:spTgt spid="20512"/>
                                        </p:tgtEl>
                                        <p:attrNameLst>
                                          <p:attrName>style.visibility</p:attrName>
                                        </p:attrNameLst>
                                      </p:cBhvr>
                                      <p:to>
                                        <p:strVal val="visible"/>
                                      </p:to>
                                    </p:set>
                                    <p:animEffect transition="in" filter="diamond(in)">
                                      <p:cBhvr>
                                        <p:cTn id="48" dur="1000"/>
                                        <p:tgtEl>
                                          <p:spTgt spid="20512"/>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14" presetClass="entr" presetSubtype="10" fill="hold" nodeType="clickEffect">
                                  <p:stCondLst>
                                    <p:cond delay="0"/>
                                  </p:stCondLst>
                                  <p:childTnLst>
                                    <p:set>
                                      <p:cBhvr>
                                        <p:cTn id="52" dur="1" fill="hold">
                                          <p:stCondLst>
                                            <p:cond delay="0"/>
                                          </p:stCondLst>
                                        </p:cTn>
                                        <p:tgtEl>
                                          <p:spTgt spid="74"/>
                                        </p:tgtEl>
                                        <p:attrNameLst>
                                          <p:attrName>style.visibility</p:attrName>
                                        </p:attrNameLst>
                                      </p:cBhvr>
                                      <p:to>
                                        <p:strVal val="visible"/>
                                      </p:to>
                                    </p:set>
                                    <p:animEffect transition="in" filter="randombar(horizontal)">
                                      <p:cBhvr>
                                        <p:cTn id="53" dur="500"/>
                                        <p:tgtEl>
                                          <p:spTgt spid="74"/>
                                        </p:tgtEl>
                                      </p:cBhvr>
                                    </p:animEffect>
                                  </p:childTnLst>
                                </p:cTn>
                              </p:par>
                            </p:childTnLst>
                          </p:cTn>
                        </p:par>
                        <p:par>
                          <p:cTn id="54" fill="hold" nodeType="afterGroup">
                            <p:stCondLst>
                              <p:cond delay="500"/>
                            </p:stCondLst>
                            <p:childTnLst>
                              <p:par>
                                <p:cTn id="55" presetID="8" presetClass="entr" presetSubtype="16" fill="hold" nodeType="afterEffect">
                                  <p:stCondLst>
                                    <p:cond delay="0"/>
                                  </p:stCondLst>
                                  <p:childTnLst>
                                    <p:set>
                                      <p:cBhvr>
                                        <p:cTn id="56" dur="1" fill="hold">
                                          <p:stCondLst>
                                            <p:cond delay="0"/>
                                          </p:stCondLst>
                                        </p:cTn>
                                        <p:tgtEl>
                                          <p:spTgt spid="20507"/>
                                        </p:tgtEl>
                                        <p:attrNameLst>
                                          <p:attrName>style.visibility</p:attrName>
                                        </p:attrNameLst>
                                      </p:cBhvr>
                                      <p:to>
                                        <p:strVal val="visible"/>
                                      </p:to>
                                    </p:set>
                                    <p:animEffect transition="in" filter="diamond(in)">
                                      <p:cBhvr>
                                        <p:cTn id="57" dur="1000"/>
                                        <p:tgtEl>
                                          <p:spTgt spid="20507"/>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14" presetClass="entr" presetSubtype="10" fill="hold" nodeType="clickEffect">
                                  <p:stCondLst>
                                    <p:cond delay="0"/>
                                  </p:stCondLst>
                                  <p:childTnLst>
                                    <p:set>
                                      <p:cBhvr>
                                        <p:cTn id="61" dur="1" fill="hold">
                                          <p:stCondLst>
                                            <p:cond delay="0"/>
                                          </p:stCondLst>
                                        </p:cTn>
                                        <p:tgtEl>
                                          <p:spTgt spid="77"/>
                                        </p:tgtEl>
                                        <p:attrNameLst>
                                          <p:attrName>style.visibility</p:attrName>
                                        </p:attrNameLst>
                                      </p:cBhvr>
                                      <p:to>
                                        <p:strVal val="visible"/>
                                      </p:to>
                                    </p:set>
                                    <p:animEffect transition="in" filter="randombar(horizontal)">
                                      <p:cBhvr>
                                        <p:cTn id="62" dur="500"/>
                                        <p:tgtEl>
                                          <p:spTgt spid="77"/>
                                        </p:tgtEl>
                                      </p:cBhvr>
                                    </p:animEffect>
                                  </p:childTnLst>
                                </p:cTn>
                              </p:par>
                            </p:childTnLst>
                          </p:cTn>
                        </p:par>
                        <p:par>
                          <p:cTn id="63" fill="hold" nodeType="afterGroup">
                            <p:stCondLst>
                              <p:cond delay="500"/>
                            </p:stCondLst>
                            <p:childTnLst>
                              <p:par>
                                <p:cTn id="64" presetID="14" presetClass="entr" presetSubtype="10" fill="hold" grpId="0" nodeType="afterEffect">
                                  <p:stCondLst>
                                    <p:cond delay="500"/>
                                  </p:stCondLst>
                                  <p:childTnLst>
                                    <p:set>
                                      <p:cBhvr>
                                        <p:cTn id="65" dur="1" fill="hold">
                                          <p:stCondLst>
                                            <p:cond delay="0"/>
                                          </p:stCondLst>
                                        </p:cTn>
                                        <p:tgtEl>
                                          <p:spTgt spid="76"/>
                                        </p:tgtEl>
                                        <p:attrNameLst>
                                          <p:attrName>style.visibility</p:attrName>
                                        </p:attrNameLst>
                                      </p:cBhvr>
                                      <p:to>
                                        <p:strVal val="visible"/>
                                      </p:to>
                                    </p:set>
                                    <p:animEffect transition="in" filter="randombar(horizontal)">
                                      <p:cBhvr>
                                        <p:cTn id="66" dur="1000"/>
                                        <p:tgtEl>
                                          <p:spTgt spid="76"/>
                                        </p:tgtEl>
                                      </p:cBhvr>
                                    </p:animEffect>
                                  </p:childTnLst>
                                </p:cTn>
                              </p:par>
                            </p:childTnLst>
                          </p:cTn>
                        </p:par>
                        <p:par>
                          <p:cTn id="67" fill="hold" nodeType="afterGroup">
                            <p:stCondLst>
                              <p:cond delay="2000"/>
                            </p:stCondLst>
                            <p:childTnLst>
                              <p:par>
                                <p:cTn id="68" presetID="14" presetClass="entr" presetSubtype="10" fill="hold" grpId="0" nodeType="afterEffect">
                                  <p:stCondLst>
                                    <p:cond delay="500"/>
                                  </p:stCondLst>
                                  <p:childTnLst>
                                    <p:set>
                                      <p:cBhvr>
                                        <p:cTn id="69" dur="1" fill="hold">
                                          <p:stCondLst>
                                            <p:cond delay="0"/>
                                          </p:stCondLst>
                                        </p:cTn>
                                        <p:tgtEl>
                                          <p:spTgt spid="78"/>
                                        </p:tgtEl>
                                        <p:attrNameLst>
                                          <p:attrName>style.visibility</p:attrName>
                                        </p:attrNameLst>
                                      </p:cBhvr>
                                      <p:to>
                                        <p:strVal val="visible"/>
                                      </p:to>
                                    </p:set>
                                    <p:animEffect transition="in" filter="randombar(horizontal)">
                                      <p:cBhvr>
                                        <p:cTn id="70" dur="500"/>
                                        <p:tgtEl>
                                          <p:spTgt spid="78"/>
                                        </p:tgtEl>
                                      </p:cBhvr>
                                    </p:animEffect>
                                  </p:childTnLst>
                                </p:cTn>
                              </p:par>
                            </p:childTnLst>
                          </p:cTn>
                        </p:par>
                      </p:childTnLst>
                    </p:cTn>
                  </p:par>
                  <p:par>
                    <p:cTn id="71" fill="hold" nodeType="clickPar">
                      <p:stCondLst>
                        <p:cond delay="indefinite"/>
                      </p:stCondLst>
                      <p:childTnLst>
                        <p:par>
                          <p:cTn id="72" fill="hold" nodeType="withGroup">
                            <p:stCondLst>
                              <p:cond delay="0"/>
                            </p:stCondLst>
                            <p:childTnLst>
                              <p:par>
                                <p:cTn id="73" presetID="14" presetClass="entr" presetSubtype="10" fill="hold" nodeType="clickEffect">
                                  <p:stCondLst>
                                    <p:cond delay="0"/>
                                  </p:stCondLst>
                                  <p:childTnLst>
                                    <p:set>
                                      <p:cBhvr>
                                        <p:cTn id="74" dur="1" fill="hold">
                                          <p:stCondLst>
                                            <p:cond delay="0"/>
                                          </p:stCondLst>
                                        </p:cTn>
                                        <p:tgtEl>
                                          <p:spTgt spid="82"/>
                                        </p:tgtEl>
                                        <p:attrNameLst>
                                          <p:attrName>style.visibility</p:attrName>
                                        </p:attrNameLst>
                                      </p:cBhvr>
                                      <p:to>
                                        <p:strVal val="visible"/>
                                      </p:to>
                                    </p:set>
                                    <p:animEffect transition="in" filter="randombar(horizontal)">
                                      <p:cBhvr>
                                        <p:cTn id="75" dur="500"/>
                                        <p:tgtEl>
                                          <p:spTgt spid="82"/>
                                        </p:tgtEl>
                                      </p:cBhvr>
                                    </p:animEffect>
                                  </p:childTnLst>
                                </p:cTn>
                              </p:par>
                            </p:childTnLst>
                          </p:cTn>
                        </p:par>
                        <p:par>
                          <p:cTn id="76" fill="hold" nodeType="afterGroup">
                            <p:stCondLst>
                              <p:cond delay="500"/>
                            </p:stCondLst>
                            <p:childTnLst>
                              <p:par>
                                <p:cTn id="77" presetID="14" presetClass="entr" presetSubtype="10" fill="hold" grpId="0" nodeType="afterEffect">
                                  <p:stCondLst>
                                    <p:cond delay="500"/>
                                  </p:stCondLst>
                                  <p:childTnLst>
                                    <p:set>
                                      <p:cBhvr>
                                        <p:cTn id="78" dur="1" fill="hold">
                                          <p:stCondLst>
                                            <p:cond delay="0"/>
                                          </p:stCondLst>
                                        </p:cTn>
                                        <p:tgtEl>
                                          <p:spTgt spid="81"/>
                                        </p:tgtEl>
                                        <p:attrNameLst>
                                          <p:attrName>style.visibility</p:attrName>
                                        </p:attrNameLst>
                                      </p:cBhvr>
                                      <p:to>
                                        <p:strVal val="visible"/>
                                      </p:to>
                                    </p:set>
                                    <p:animEffect transition="in" filter="randombar(horizontal)">
                                      <p:cBhvr>
                                        <p:cTn id="79" dur="1000"/>
                                        <p:tgtEl>
                                          <p:spTgt spid="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50" grpId="0" animBg="1"/>
      <p:bldP spid="52" grpId="0" animBg="1"/>
      <p:bldP spid="76" grpId="0" animBg="1"/>
      <p:bldP spid="78" grpId="0"/>
      <p:bldP spid="81"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3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06975" y="1992312"/>
            <a:ext cx="3943350" cy="3305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Content Placeholder 2"/>
          <p:cNvSpPr txBox="1">
            <a:spLocks/>
          </p:cNvSpPr>
          <p:nvPr/>
        </p:nvSpPr>
        <p:spPr bwMode="auto">
          <a:xfrm>
            <a:off x="152400" y="304800"/>
            <a:ext cx="8686800" cy="1371600"/>
          </a:xfrm>
          <a:prstGeom prst="rect">
            <a:avLst/>
          </a:prstGeom>
          <a:noFill/>
          <a:ln w="9525">
            <a:noFill/>
            <a:miter lim="800000"/>
            <a:headEnd/>
            <a:tailEnd/>
          </a:ln>
        </p:spPr>
        <p:txBody>
          <a:bodyPr/>
          <a:lstStyle/>
          <a:p>
            <a:pPr marL="274320" indent="-274320" algn="just" fontAlgn="auto">
              <a:spcBef>
                <a:spcPct val="20000"/>
              </a:spcBef>
              <a:spcAft>
                <a:spcPts val="0"/>
              </a:spcAft>
              <a:buClr>
                <a:schemeClr val="accent3"/>
              </a:buClr>
              <a:buSzPct val="95000"/>
              <a:defRPr/>
            </a:pPr>
            <a:r>
              <a:rPr lang="en-US" sz="3200" b="1" u="sng" dirty="0" err="1">
                <a:solidFill>
                  <a:srgbClr val="FF0000"/>
                </a:solidFill>
                <a:latin typeface="Times New Roman" pitchFamily="18" charset="0"/>
                <a:cs typeface="Times New Roman" pitchFamily="18" charset="0"/>
              </a:rPr>
              <a:t>Ví</a:t>
            </a:r>
            <a:r>
              <a:rPr lang="en-US" sz="3200" b="1" u="sng" dirty="0">
                <a:solidFill>
                  <a:srgbClr val="FF0000"/>
                </a:solidFill>
                <a:latin typeface="Times New Roman" pitchFamily="18" charset="0"/>
                <a:cs typeface="Times New Roman" pitchFamily="18" charset="0"/>
              </a:rPr>
              <a:t> </a:t>
            </a:r>
            <a:r>
              <a:rPr lang="en-US" sz="3200" b="1" u="sng" err="1">
                <a:solidFill>
                  <a:srgbClr val="FF0000"/>
                </a:solidFill>
                <a:latin typeface="Times New Roman" pitchFamily="18" charset="0"/>
                <a:cs typeface="Times New Roman" pitchFamily="18" charset="0"/>
              </a:rPr>
              <a:t>dụ</a:t>
            </a:r>
            <a:r>
              <a:rPr lang="en-US" sz="3200" b="1" u="sng">
                <a:solidFill>
                  <a:srgbClr val="FF0000"/>
                </a:solidFill>
                <a:latin typeface="Times New Roman" pitchFamily="18" charset="0"/>
                <a:cs typeface="Times New Roman" pitchFamily="18" charset="0"/>
              </a:rPr>
              <a:t> 3</a:t>
            </a:r>
            <a:r>
              <a:rPr lang="en-US" sz="3200" b="1">
                <a:solidFill>
                  <a:srgbClr val="FF0000"/>
                </a:solidFill>
                <a:latin typeface="Times New Roman" pitchFamily="18" charset="0"/>
                <a:cs typeface="Times New Roman" pitchFamily="18" charset="0"/>
              </a:rPr>
              <a:t>: </a:t>
            </a:r>
            <a:r>
              <a:rPr lang="en-US" sz="3200" b="1">
                <a:solidFill>
                  <a:srgbClr val="080CA8"/>
                </a:solidFill>
                <a:latin typeface="Times New Roman" pitchFamily="18" charset="0"/>
                <a:cs typeface="Times New Roman" pitchFamily="18" charset="0"/>
              </a:rPr>
              <a:t>Cho</a:t>
            </a:r>
            <a:r>
              <a:rPr lang="en-US" sz="3200" b="1">
                <a:solidFill>
                  <a:srgbClr val="FF0000"/>
                </a:solidFill>
                <a:latin typeface="Times New Roman" pitchFamily="18" charset="0"/>
                <a:cs typeface="Times New Roman" pitchFamily="18" charset="0"/>
              </a:rPr>
              <a:t> </a:t>
            </a:r>
            <a:r>
              <a:rPr lang="en-US" sz="3200" b="1">
                <a:solidFill>
                  <a:srgbClr val="0808FC"/>
                </a:solidFill>
                <a:latin typeface="Times New Roman" pitchFamily="18" charset="0"/>
                <a:cs typeface="Times New Roman" pitchFamily="18" charset="0"/>
              </a:rPr>
              <a:t>dòng </a:t>
            </a:r>
            <a:r>
              <a:rPr lang="vi-VN" sz="3200" b="1" dirty="0">
                <a:solidFill>
                  <a:srgbClr val="0808FC"/>
                </a:solidFill>
                <a:latin typeface="Times New Roman" pitchFamily="18" charset="0"/>
                <a:cs typeface="Times New Roman" pitchFamily="18" charset="0"/>
              </a:rPr>
              <a:t>đ</a:t>
            </a:r>
            <a:r>
              <a:rPr lang="en-US" sz="3200" b="1" err="1">
                <a:solidFill>
                  <a:srgbClr val="0808FC"/>
                </a:solidFill>
                <a:latin typeface="Times New Roman" pitchFamily="18" charset="0"/>
                <a:cs typeface="Times New Roman" pitchFamily="18" charset="0"/>
              </a:rPr>
              <a:t>iện</a:t>
            </a:r>
            <a:r>
              <a:rPr lang="en-US" sz="3200" b="1">
                <a:solidFill>
                  <a:srgbClr val="0808FC"/>
                </a:solidFill>
                <a:latin typeface="Times New Roman" pitchFamily="18" charset="0"/>
                <a:cs typeface="Times New Roman" pitchFamily="18" charset="0"/>
              </a:rPr>
              <a:t> được uốn như hình vẽ, tính cảm ứng từ tại tâm O gây ra bởi dòng điện</a:t>
            </a:r>
            <a:endParaRPr lang="en-US" sz="3200" b="1" dirty="0">
              <a:solidFill>
                <a:srgbClr val="0808FC"/>
              </a:solidFill>
              <a:latin typeface="Times New Roman" pitchFamily="18" charset="0"/>
              <a:cs typeface="Times New Roman" pitchFamily="18" charset="0"/>
            </a:endParaRPr>
          </a:p>
        </p:txBody>
      </p:sp>
      <p:cxnSp>
        <p:nvCxnSpPr>
          <p:cNvPr id="61" name="Straight Arrow Connector 60"/>
          <p:cNvCxnSpPr/>
          <p:nvPr/>
        </p:nvCxnSpPr>
        <p:spPr>
          <a:xfrm>
            <a:off x="5905500" y="3181350"/>
            <a:ext cx="184150" cy="0"/>
          </a:xfrm>
          <a:prstGeom prst="straightConnector1">
            <a:avLst/>
          </a:prstGeom>
          <a:ln w="38100">
            <a:solidFill>
              <a:srgbClr val="0808FC"/>
            </a:solidFill>
            <a:tailEnd type="stealth" w="lg" len="lg"/>
          </a:ln>
        </p:spPr>
        <p:style>
          <a:lnRef idx="1">
            <a:schemeClr val="accent1"/>
          </a:lnRef>
          <a:fillRef idx="0">
            <a:schemeClr val="accent1"/>
          </a:fillRef>
          <a:effectRef idx="0">
            <a:schemeClr val="accent1"/>
          </a:effectRef>
          <a:fontRef idx="minor">
            <a:schemeClr val="tx1"/>
          </a:fontRef>
        </p:style>
      </p:cxnSp>
      <p:graphicFrame>
        <p:nvGraphicFramePr>
          <p:cNvPr id="20504" name="Object 24"/>
          <p:cNvGraphicFramePr>
            <a:graphicFrameLocks noChangeAspect="1"/>
          </p:cNvGraphicFramePr>
          <p:nvPr/>
        </p:nvGraphicFramePr>
        <p:xfrm>
          <a:off x="5845175" y="2614613"/>
          <a:ext cx="403225" cy="433387"/>
        </p:xfrm>
        <a:graphic>
          <a:graphicData uri="http://schemas.openxmlformats.org/presentationml/2006/ole">
            <mc:AlternateContent xmlns:mc="http://schemas.openxmlformats.org/markup-compatibility/2006">
              <mc:Choice xmlns:v="urn:schemas-microsoft-com:vml" Requires="v">
                <p:oleObj name="Equation" r:id="rId3" imgW="101468" imgH="164885" progId="Equation.3">
                  <p:embed/>
                </p:oleObj>
              </mc:Choice>
              <mc:Fallback>
                <p:oleObj name="Equation" r:id="rId3" imgW="101468" imgH="164885" progId="Equation.3">
                  <p:embed/>
                  <p:pic>
                    <p:nvPicPr>
                      <p:cNvPr id="0" name="Object 2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45175" y="2614613"/>
                        <a:ext cx="403225" cy="433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0505" name="Object 25"/>
          <p:cNvGraphicFramePr>
            <a:graphicFrameLocks noChangeAspect="1"/>
          </p:cNvGraphicFramePr>
          <p:nvPr/>
        </p:nvGraphicFramePr>
        <p:xfrm>
          <a:off x="7708900" y="3152775"/>
          <a:ext cx="271463" cy="381000"/>
        </p:xfrm>
        <a:graphic>
          <a:graphicData uri="http://schemas.openxmlformats.org/presentationml/2006/ole">
            <mc:AlternateContent xmlns:mc="http://schemas.openxmlformats.org/markup-compatibility/2006">
              <mc:Choice xmlns:v="urn:schemas-microsoft-com:vml" Requires="v">
                <p:oleObj name="Equation" r:id="rId5" imgW="126725" imgH="177415" progId="Equation.3">
                  <p:embed/>
                </p:oleObj>
              </mc:Choice>
              <mc:Fallback>
                <p:oleObj name="Equation" r:id="rId5" imgW="126725" imgH="177415" progId="Equation.3">
                  <p:embed/>
                  <p:pic>
                    <p:nvPicPr>
                      <p:cNvPr id="0" name="Object 2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708900" y="3152775"/>
                        <a:ext cx="271463" cy="381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507" name="Object 27"/>
          <p:cNvGraphicFramePr>
            <a:graphicFrameLocks noChangeAspect="1"/>
          </p:cNvGraphicFramePr>
          <p:nvPr/>
        </p:nvGraphicFramePr>
        <p:xfrm>
          <a:off x="8020050" y="3422650"/>
          <a:ext cx="368300" cy="469900"/>
        </p:xfrm>
        <a:graphic>
          <a:graphicData uri="http://schemas.openxmlformats.org/presentationml/2006/ole">
            <mc:AlternateContent xmlns:mc="http://schemas.openxmlformats.org/markup-compatibility/2006">
              <mc:Choice xmlns:v="urn:schemas-microsoft-com:vml" Requires="v">
                <p:oleObj name="Equation" r:id="rId7" imgW="152268" imgH="203024" progId="Equation.3">
                  <p:embed/>
                </p:oleObj>
              </mc:Choice>
              <mc:Fallback>
                <p:oleObj name="Equation" r:id="rId7" imgW="152268" imgH="203024" progId="Equation.3">
                  <p:embed/>
                  <p:pic>
                    <p:nvPicPr>
                      <p:cNvPr id="0" name="Object 2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020050" y="3422650"/>
                        <a:ext cx="368300" cy="469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cxnSp>
        <p:nvCxnSpPr>
          <p:cNvPr id="84" name="Straight Connector 83"/>
          <p:cNvCxnSpPr/>
          <p:nvPr/>
        </p:nvCxnSpPr>
        <p:spPr>
          <a:xfrm flipV="1">
            <a:off x="7889875" y="2405063"/>
            <a:ext cx="685800" cy="731837"/>
          </a:xfrm>
          <a:prstGeom prst="line">
            <a:avLst/>
          </a:prstGeom>
          <a:ln w="38100">
            <a:solidFill>
              <a:srgbClr val="FF0000"/>
            </a:solidFill>
            <a:prstDash val="dash"/>
          </a:ln>
        </p:spPr>
        <p:style>
          <a:lnRef idx="1">
            <a:schemeClr val="accent1"/>
          </a:lnRef>
          <a:fillRef idx="0">
            <a:schemeClr val="accent1"/>
          </a:fillRef>
          <a:effectRef idx="0">
            <a:schemeClr val="accent1"/>
          </a:effectRef>
          <a:fontRef idx="minor">
            <a:schemeClr val="tx1"/>
          </a:fontRef>
        </p:style>
      </p:cxnSp>
      <p:graphicFrame>
        <p:nvGraphicFramePr>
          <p:cNvPr id="20511" name="Object 31"/>
          <p:cNvGraphicFramePr>
            <a:graphicFrameLocks noChangeAspect="1"/>
          </p:cNvGraphicFramePr>
          <p:nvPr/>
        </p:nvGraphicFramePr>
        <p:xfrm>
          <a:off x="8220075" y="2767013"/>
          <a:ext cx="352425" cy="338137"/>
        </p:xfrm>
        <a:graphic>
          <a:graphicData uri="http://schemas.openxmlformats.org/presentationml/2006/ole">
            <mc:AlternateContent xmlns:mc="http://schemas.openxmlformats.org/markup-compatibility/2006">
              <mc:Choice xmlns:v="urn:schemas-microsoft-com:vml" Requires="v">
                <p:oleObj name="Equation" r:id="rId9" imgW="164885" imgH="164885" progId="Equation.3">
                  <p:embed/>
                </p:oleObj>
              </mc:Choice>
              <mc:Fallback>
                <p:oleObj name="Equation" r:id="rId9" imgW="164885" imgH="164885" progId="Equation.3">
                  <p:embed/>
                  <p:pic>
                    <p:nvPicPr>
                      <p:cNvPr id="0" name="Object 3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220075" y="2767013"/>
                        <a:ext cx="352425" cy="3381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cxnSp>
        <p:nvCxnSpPr>
          <p:cNvPr id="22" name="Straight Arrow Connector 21"/>
          <p:cNvCxnSpPr/>
          <p:nvPr/>
        </p:nvCxnSpPr>
        <p:spPr>
          <a:xfrm>
            <a:off x="7734300" y="2144713"/>
            <a:ext cx="184150" cy="0"/>
          </a:xfrm>
          <a:prstGeom prst="straightConnector1">
            <a:avLst/>
          </a:prstGeom>
          <a:ln w="38100">
            <a:solidFill>
              <a:srgbClr val="0808FC"/>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a:off x="8867775" y="4556125"/>
            <a:ext cx="0" cy="47625"/>
          </a:xfrm>
          <a:prstGeom prst="straightConnector1">
            <a:avLst/>
          </a:prstGeom>
          <a:ln w="38100">
            <a:solidFill>
              <a:srgbClr val="0808FC"/>
            </a:solidFill>
            <a:tailEnd type="stealth" w="lg" len="lg"/>
          </a:ln>
        </p:spPr>
        <p:style>
          <a:lnRef idx="1">
            <a:schemeClr val="accent1"/>
          </a:lnRef>
          <a:fillRef idx="0">
            <a:schemeClr val="accent1"/>
          </a:fillRef>
          <a:effectRef idx="0">
            <a:schemeClr val="accent1"/>
          </a:effectRef>
          <a:fontRef idx="minor">
            <a:schemeClr val="tx1"/>
          </a:fontRef>
        </p:style>
      </p:cxnSp>
      <p:sp>
        <p:nvSpPr>
          <p:cNvPr id="26" name="Content Placeholder 2"/>
          <p:cNvSpPr txBox="1">
            <a:spLocks/>
          </p:cNvSpPr>
          <p:nvPr/>
        </p:nvSpPr>
        <p:spPr bwMode="auto">
          <a:xfrm>
            <a:off x="471488" y="1600200"/>
            <a:ext cx="1357312" cy="685800"/>
          </a:xfrm>
          <a:prstGeom prst="rect">
            <a:avLst/>
          </a:prstGeom>
          <a:noFill/>
          <a:ln w="9525">
            <a:noFill/>
            <a:miter lim="800000"/>
            <a:headEnd/>
            <a:tailEnd/>
          </a:ln>
        </p:spPr>
        <p:txBody>
          <a:bodyPr/>
          <a:lstStyle/>
          <a:p>
            <a:pPr marL="274320" indent="-274320" algn="just" fontAlgn="auto">
              <a:spcBef>
                <a:spcPct val="20000"/>
              </a:spcBef>
              <a:spcAft>
                <a:spcPts val="0"/>
              </a:spcAft>
              <a:buClr>
                <a:schemeClr val="accent3"/>
              </a:buClr>
              <a:buSzPct val="95000"/>
              <a:defRPr/>
            </a:pPr>
            <a:r>
              <a:rPr lang="en-US" sz="3200" b="1" u="sng">
                <a:solidFill>
                  <a:srgbClr val="FF0000"/>
                </a:solidFill>
                <a:latin typeface="Times New Roman" pitchFamily="18" charset="0"/>
                <a:cs typeface="Times New Roman" pitchFamily="18" charset="0"/>
              </a:rPr>
              <a:t>Giải</a:t>
            </a:r>
            <a:r>
              <a:rPr lang="en-US" sz="3200" b="1">
                <a:solidFill>
                  <a:srgbClr val="FF0000"/>
                </a:solidFill>
                <a:latin typeface="Times New Roman" pitchFamily="18" charset="0"/>
                <a:cs typeface="Times New Roman" pitchFamily="18" charset="0"/>
              </a:rPr>
              <a:t>:</a:t>
            </a:r>
            <a:endParaRPr lang="en-US" sz="3200" b="1" dirty="0">
              <a:solidFill>
                <a:srgbClr val="FF0000"/>
              </a:solidFill>
              <a:latin typeface="Times New Roman" pitchFamily="18" charset="0"/>
              <a:cs typeface="Times New Roman" pitchFamily="18" charset="0"/>
            </a:endParaRPr>
          </a:p>
        </p:txBody>
      </p:sp>
      <p:sp>
        <p:nvSpPr>
          <p:cNvPr id="27" name="Content Placeholder 2"/>
          <p:cNvSpPr txBox="1">
            <a:spLocks/>
          </p:cNvSpPr>
          <p:nvPr/>
        </p:nvSpPr>
        <p:spPr bwMode="auto">
          <a:xfrm>
            <a:off x="347663" y="2238375"/>
            <a:ext cx="4533900" cy="685800"/>
          </a:xfrm>
          <a:prstGeom prst="rect">
            <a:avLst/>
          </a:prstGeom>
          <a:noFill/>
          <a:ln w="9525">
            <a:noFill/>
            <a:miter lim="800000"/>
            <a:headEnd/>
            <a:tailEnd/>
          </a:ln>
        </p:spPr>
        <p:txBody>
          <a:bodyPr/>
          <a:lstStyle/>
          <a:p>
            <a:pPr algn="just" fontAlgn="auto">
              <a:spcBef>
                <a:spcPct val="20000"/>
              </a:spcBef>
              <a:spcAft>
                <a:spcPts val="0"/>
              </a:spcAft>
              <a:buClr>
                <a:schemeClr val="accent3"/>
              </a:buClr>
              <a:buSzPct val="95000"/>
              <a:defRPr/>
            </a:pPr>
            <a:r>
              <a:rPr lang="en-US" sz="3200" b="1">
                <a:solidFill>
                  <a:srgbClr val="002060"/>
                </a:solidFill>
                <a:latin typeface="Times New Roman" pitchFamily="18" charset="0"/>
                <a:cs typeface="Times New Roman" pitchFamily="18" charset="0"/>
              </a:rPr>
              <a:t>Dòng điện </a:t>
            </a:r>
            <a:r>
              <a:rPr lang="en-US" sz="3200" b="1">
                <a:solidFill>
                  <a:srgbClr val="002060"/>
                </a:solidFill>
                <a:latin typeface="Times New Roman" pitchFamily="18" charset="0"/>
                <a:cs typeface="Times New Roman" pitchFamily="18" charset="0"/>
                <a:sym typeface="Wingdings"/>
              </a:rPr>
              <a:t></a:t>
            </a:r>
            <a:r>
              <a:rPr lang="en-US" sz="3200" b="1">
                <a:solidFill>
                  <a:srgbClr val="002060"/>
                </a:solidFill>
                <a:latin typeface="Times New Roman" pitchFamily="18" charset="0"/>
                <a:cs typeface="Times New Roman" pitchFamily="18" charset="0"/>
              </a:rPr>
              <a:t> 3 dòng điện thành phần</a:t>
            </a:r>
            <a:endParaRPr lang="en-US" sz="3200" b="1" dirty="0">
              <a:solidFill>
                <a:srgbClr val="002060"/>
              </a:solidFill>
              <a:latin typeface="Times New Roman" pitchFamily="18" charset="0"/>
              <a:cs typeface="Times New Roman" pitchFamily="18" charset="0"/>
            </a:endParaRPr>
          </a:p>
        </p:txBody>
      </p:sp>
      <p:graphicFrame>
        <p:nvGraphicFramePr>
          <p:cNvPr id="5" name="Object 4"/>
          <p:cNvGraphicFramePr>
            <a:graphicFrameLocks noChangeAspect="1"/>
          </p:cNvGraphicFramePr>
          <p:nvPr/>
        </p:nvGraphicFramePr>
        <p:xfrm>
          <a:off x="347663" y="3670300"/>
          <a:ext cx="3094037" cy="673100"/>
        </p:xfrm>
        <a:graphic>
          <a:graphicData uri="http://schemas.openxmlformats.org/presentationml/2006/ole">
            <mc:AlternateContent xmlns:mc="http://schemas.openxmlformats.org/markup-compatibility/2006">
              <mc:Choice xmlns:v="urn:schemas-microsoft-com:vml" Requires="v">
                <p:oleObj name="Equation" r:id="rId11" imgW="1117115" imgH="253890" progId="Equation.DSMT4">
                  <p:embed/>
                </p:oleObj>
              </mc:Choice>
              <mc:Fallback>
                <p:oleObj name="Equation" r:id="rId11" imgW="1117115" imgH="253890" progId="Equation.DSMT4">
                  <p:embed/>
                  <p:pic>
                    <p:nvPicPr>
                      <p:cNvPr id="0" name="Object 4"/>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47663" y="3670300"/>
                        <a:ext cx="3094037" cy="67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cxnSp>
        <p:nvCxnSpPr>
          <p:cNvPr id="30" name="Straight Arrow Connector 29"/>
          <p:cNvCxnSpPr/>
          <p:nvPr/>
        </p:nvCxnSpPr>
        <p:spPr>
          <a:xfrm flipV="1">
            <a:off x="1346200" y="3675063"/>
            <a:ext cx="392113" cy="523875"/>
          </a:xfrm>
          <a:prstGeom prst="straightConnector1">
            <a:avLst/>
          </a:prstGeom>
          <a:ln w="38100">
            <a:solidFill>
              <a:srgbClr val="1109B7"/>
            </a:solidFill>
            <a:tailEnd type="arrow"/>
          </a:ln>
        </p:spPr>
        <p:style>
          <a:lnRef idx="1">
            <a:schemeClr val="accent1"/>
          </a:lnRef>
          <a:fillRef idx="0">
            <a:schemeClr val="accent1"/>
          </a:fillRef>
          <a:effectRef idx="0">
            <a:schemeClr val="accent1"/>
          </a:effectRef>
          <a:fontRef idx="minor">
            <a:schemeClr val="tx1"/>
          </a:fontRef>
        </p:style>
      </p:cxnSp>
      <p:sp>
        <p:nvSpPr>
          <p:cNvPr id="31" name="TextBox 30"/>
          <p:cNvSpPr txBox="1">
            <a:spLocks noChangeArrowheads="1"/>
          </p:cNvSpPr>
          <p:nvPr/>
        </p:nvSpPr>
        <p:spPr bwMode="auto">
          <a:xfrm>
            <a:off x="1698625" y="3352800"/>
            <a:ext cx="4349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3200">
                <a:solidFill>
                  <a:srgbClr val="FF0000"/>
                </a:solidFill>
                <a:latin typeface="Times New Roman" pitchFamily="18" charset="0"/>
                <a:cs typeface="Times New Roman" pitchFamily="18" charset="0"/>
              </a:rPr>
              <a:t>0</a:t>
            </a:r>
          </a:p>
        </p:txBody>
      </p:sp>
      <p:graphicFrame>
        <p:nvGraphicFramePr>
          <p:cNvPr id="7" name="Object 6"/>
          <p:cNvGraphicFramePr>
            <a:graphicFrameLocks noChangeAspect="1"/>
          </p:cNvGraphicFramePr>
          <p:nvPr/>
        </p:nvGraphicFramePr>
        <p:xfrm>
          <a:off x="346075" y="4727575"/>
          <a:ext cx="2320925" cy="606425"/>
        </p:xfrm>
        <a:graphic>
          <a:graphicData uri="http://schemas.openxmlformats.org/presentationml/2006/ole">
            <mc:AlternateContent xmlns:mc="http://schemas.openxmlformats.org/markup-compatibility/2006">
              <mc:Choice xmlns:v="urn:schemas-microsoft-com:vml" Requires="v">
                <p:oleObj name="Equation" r:id="rId13" imgW="838200" imgH="228600" progId="Equation.DSMT4">
                  <p:embed/>
                </p:oleObj>
              </mc:Choice>
              <mc:Fallback>
                <p:oleObj name="Equation" r:id="rId13" imgW="838200" imgH="228600" progId="Equation.DSMT4">
                  <p:embed/>
                  <p:pic>
                    <p:nvPicPr>
                      <p:cNvPr id="0" name="Object 6"/>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46075" y="4727575"/>
                        <a:ext cx="2320925" cy="60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 name="Rectangle 1"/>
          <p:cNvSpPr/>
          <p:nvPr/>
        </p:nvSpPr>
        <p:spPr>
          <a:xfrm>
            <a:off x="3839688" y="4385667"/>
            <a:ext cx="685800" cy="914400"/>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2800">
                <a:solidFill>
                  <a:srgbClr val="0808FC"/>
                </a:solidFill>
                <a:latin typeface="Times New Roman" pitchFamily="18" charset="0"/>
                <a:cs typeface="Times New Roman" pitchFamily="18" charset="0"/>
              </a:rPr>
              <a:t>B₂</a:t>
            </a:r>
          </a:p>
        </p:txBody>
      </p:sp>
      <mc:AlternateContent xmlns:mc="http://schemas.openxmlformats.org/markup-compatibility/2006" xmlns:a14="http://schemas.microsoft.com/office/drawing/2010/main">
        <mc:Choice Requires="a14">
          <p:sp>
            <p:nvSpPr>
              <p:cNvPr id="3" name="Rectangle 2"/>
              <p:cNvSpPr/>
              <p:nvPr/>
            </p:nvSpPr>
            <p:spPr>
              <a:xfrm>
                <a:off x="7239000" y="5470566"/>
                <a:ext cx="1466707" cy="914400"/>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2800">
                    <a:solidFill>
                      <a:srgbClr val="0808FC"/>
                    </a:solidFill>
                    <a:latin typeface="Times New Roman" pitchFamily="18" charset="0"/>
                    <a:cs typeface="Times New Roman" pitchFamily="18" charset="0"/>
                  </a:rPr>
                  <a:t>= </a:t>
                </a:r>
                <a14:m>
                  <m:oMath xmlns:m="http://schemas.openxmlformats.org/officeDocument/2006/math">
                    <m:f>
                      <m:fPr>
                        <m:ctrlPr>
                          <a:rPr lang="en-US" sz="2800" i="1" smtClean="0">
                            <a:solidFill>
                              <a:srgbClr val="0808FC"/>
                            </a:solidFill>
                            <a:latin typeface="Cambria Math" panose="02040503050406030204" pitchFamily="18" charset="0"/>
                          </a:rPr>
                        </m:ctrlPr>
                      </m:fPr>
                      <m:num>
                        <m:r>
                          <a:rPr lang="el-GR" sz="2800" b="0" i="1" smtClean="0">
                            <a:solidFill>
                              <a:srgbClr val="0808FC"/>
                            </a:solidFill>
                            <a:latin typeface="Cambria Math"/>
                          </a:rPr>
                          <m:t>𝜇</m:t>
                        </m:r>
                        <m:r>
                          <a:rPr lang="el-GR" sz="2800" b="0" i="1" smtClean="0">
                            <a:solidFill>
                              <a:srgbClr val="0808FC"/>
                            </a:solidFill>
                            <a:latin typeface="Cambria Math"/>
                          </a:rPr>
                          <m:t>˳</m:t>
                        </m:r>
                        <m:r>
                          <a:rPr lang="el-GR" sz="2800" b="0" i="1" smtClean="0">
                            <a:solidFill>
                              <a:srgbClr val="0808FC"/>
                            </a:solidFill>
                            <a:latin typeface="Cambria Math"/>
                          </a:rPr>
                          <m:t>𝜇</m:t>
                        </m:r>
                        <m:r>
                          <a:rPr lang="en-US" sz="2800" b="0" i="1" smtClean="0">
                            <a:solidFill>
                              <a:srgbClr val="0808FC"/>
                            </a:solidFill>
                            <a:latin typeface="Cambria Math"/>
                          </a:rPr>
                          <m:t>𝐼</m:t>
                        </m:r>
                      </m:num>
                      <m:den>
                        <m:r>
                          <a:rPr lang="en-US" sz="2800" b="0" i="1" smtClean="0">
                            <a:solidFill>
                              <a:srgbClr val="0808FC"/>
                            </a:solidFill>
                            <a:latin typeface="Cambria Math"/>
                          </a:rPr>
                          <m:t>4</m:t>
                        </m:r>
                        <m:r>
                          <a:rPr lang="el-GR" sz="2800" b="0" i="1" smtClean="0">
                            <a:solidFill>
                              <a:srgbClr val="0808FC"/>
                            </a:solidFill>
                            <a:latin typeface="Cambria Math"/>
                          </a:rPr>
                          <m:t>𝜋</m:t>
                        </m:r>
                        <m:r>
                          <a:rPr lang="en-US" sz="2800" b="0" i="1" smtClean="0">
                            <a:solidFill>
                              <a:srgbClr val="0808FC"/>
                            </a:solidFill>
                            <a:latin typeface="Cambria Math"/>
                          </a:rPr>
                          <m:t>𝑅</m:t>
                        </m:r>
                      </m:den>
                    </m:f>
                  </m:oMath>
                </a14:m>
                <a:endParaRPr lang="en-US" sz="2800">
                  <a:latin typeface="Times New Roman" pitchFamily="18" charset="0"/>
                  <a:cs typeface="Times New Roman" pitchFamily="18" charset="0"/>
                </a:endParaRPr>
              </a:p>
            </p:txBody>
          </p:sp>
        </mc:Choice>
        <mc:Fallback xmlns="">
          <p:sp>
            <p:nvSpPr>
              <p:cNvPr id="3" name="Rectangle 2"/>
              <p:cNvSpPr>
                <a:spLocks noRot="1" noChangeAspect="1" noMove="1" noResize="1" noEditPoints="1" noAdjustHandles="1" noChangeArrowheads="1" noChangeShapeType="1" noTextEdit="1"/>
              </p:cNvSpPr>
              <p:nvPr/>
            </p:nvSpPr>
            <p:spPr>
              <a:xfrm>
                <a:off x="7239000" y="5470566"/>
                <a:ext cx="1466707" cy="914400"/>
              </a:xfrm>
              <a:prstGeom prst="rect">
                <a:avLst/>
              </a:prstGeom>
              <a:blipFill rotWithShape="1">
                <a:blip r:embed="rId16"/>
                <a:stretch>
                  <a:fillRect/>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Rectangle 23"/>
              <p:cNvSpPr/>
              <p:nvPr/>
            </p:nvSpPr>
            <p:spPr>
              <a:xfrm>
                <a:off x="4379912" y="4348123"/>
                <a:ext cx="1254125" cy="914400"/>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3200">
                    <a:solidFill>
                      <a:srgbClr val="0808FC"/>
                    </a:solidFill>
                    <a:latin typeface="Times New Roman" pitchFamily="18" charset="0"/>
                    <a:cs typeface="Times New Roman" pitchFamily="18" charset="0"/>
                  </a:rPr>
                  <a:t>= </a:t>
                </a:r>
                <a14:m>
                  <m:oMath xmlns:m="http://schemas.openxmlformats.org/officeDocument/2006/math">
                    <m:f>
                      <m:fPr>
                        <m:ctrlPr>
                          <a:rPr lang="en-US" sz="3200" i="1" smtClean="0">
                            <a:solidFill>
                              <a:srgbClr val="0808FC"/>
                            </a:solidFill>
                            <a:latin typeface="Cambria Math" panose="02040503050406030204" pitchFamily="18" charset="0"/>
                          </a:rPr>
                        </m:ctrlPr>
                      </m:fPr>
                      <m:num>
                        <m:r>
                          <a:rPr lang="el-GR" sz="3200" b="0" i="1" smtClean="0">
                            <a:solidFill>
                              <a:srgbClr val="0808FC"/>
                            </a:solidFill>
                            <a:latin typeface="Cambria Math"/>
                          </a:rPr>
                          <m:t>𝜇</m:t>
                        </m:r>
                        <m:r>
                          <a:rPr lang="el-GR" sz="3200" b="0" i="1" smtClean="0">
                            <a:solidFill>
                              <a:srgbClr val="0808FC"/>
                            </a:solidFill>
                            <a:latin typeface="Cambria Math"/>
                          </a:rPr>
                          <m:t>˳</m:t>
                        </m:r>
                        <m:r>
                          <a:rPr lang="el-GR" sz="3200" b="0" i="1" smtClean="0">
                            <a:solidFill>
                              <a:srgbClr val="0808FC"/>
                            </a:solidFill>
                            <a:latin typeface="Cambria Math"/>
                          </a:rPr>
                          <m:t>𝜇</m:t>
                        </m:r>
                        <m:r>
                          <a:rPr lang="en-US" sz="3200" b="0" i="1" smtClean="0">
                            <a:solidFill>
                              <a:srgbClr val="0808FC"/>
                            </a:solidFill>
                            <a:latin typeface="Cambria Math"/>
                          </a:rPr>
                          <m:t>𝐼</m:t>
                        </m:r>
                      </m:num>
                      <m:den>
                        <m:r>
                          <a:rPr lang="en-US" sz="3200" b="0" i="1" smtClean="0">
                            <a:solidFill>
                              <a:srgbClr val="0808FC"/>
                            </a:solidFill>
                            <a:latin typeface="Cambria Math"/>
                          </a:rPr>
                          <m:t>4</m:t>
                        </m:r>
                        <m:r>
                          <a:rPr lang="en-US" sz="3200" b="0" i="1" smtClean="0">
                            <a:solidFill>
                              <a:srgbClr val="0808FC"/>
                            </a:solidFill>
                            <a:latin typeface="Cambria Math"/>
                          </a:rPr>
                          <m:t>𝑅</m:t>
                        </m:r>
                      </m:den>
                    </m:f>
                  </m:oMath>
                </a14:m>
                <a:endParaRPr lang="en-US" sz="3200">
                  <a:latin typeface="Times New Roman" pitchFamily="18" charset="0"/>
                  <a:cs typeface="Times New Roman" pitchFamily="18" charset="0"/>
                </a:endParaRPr>
              </a:p>
            </p:txBody>
          </p:sp>
        </mc:Choice>
        <mc:Fallback xmlns="">
          <p:sp>
            <p:nvSpPr>
              <p:cNvPr id="24" name="Rectangle 23"/>
              <p:cNvSpPr>
                <a:spLocks noRot="1" noChangeAspect="1" noMove="1" noResize="1" noEditPoints="1" noAdjustHandles="1" noChangeArrowheads="1" noChangeShapeType="1" noTextEdit="1"/>
              </p:cNvSpPr>
              <p:nvPr/>
            </p:nvSpPr>
            <p:spPr>
              <a:xfrm>
                <a:off x="4379912" y="4348123"/>
                <a:ext cx="1254125" cy="914400"/>
              </a:xfrm>
              <a:prstGeom prst="rect">
                <a:avLst/>
              </a:prstGeom>
              <a:blipFill rotWithShape="1">
                <a:blip r:embed="rId17"/>
                <a:stretch>
                  <a:fillRect l="-6311" b="-2667"/>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Rectangle 24"/>
              <p:cNvSpPr/>
              <p:nvPr/>
            </p:nvSpPr>
            <p:spPr>
              <a:xfrm>
                <a:off x="3657600" y="5402986"/>
                <a:ext cx="3810000" cy="914400"/>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2800">
                    <a:solidFill>
                      <a:srgbClr val="0808FC"/>
                    </a:solidFill>
                    <a:latin typeface="Times New Roman" pitchFamily="18" charset="0"/>
                    <a:cs typeface="Times New Roman" pitchFamily="18" charset="0"/>
                  </a:rPr>
                  <a:t>B</a:t>
                </a:r>
                <a:r>
                  <a:rPr lang="en-US" sz="2000">
                    <a:solidFill>
                      <a:srgbClr val="0808FC"/>
                    </a:solidFill>
                    <a:latin typeface="Times New Roman" pitchFamily="18" charset="0"/>
                    <a:cs typeface="Times New Roman" pitchFamily="18" charset="0"/>
                  </a:rPr>
                  <a:t>3</a:t>
                </a:r>
                <a:r>
                  <a:rPr lang="en-US" sz="2800">
                    <a:solidFill>
                      <a:srgbClr val="0808FC"/>
                    </a:solidFill>
                    <a:latin typeface="Times New Roman" pitchFamily="18" charset="0"/>
                    <a:cs typeface="Times New Roman" pitchFamily="18" charset="0"/>
                  </a:rPr>
                  <a:t>= </a:t>
                </a:r>
                <a14:m>
                  <m:oMath xmlns:m="http://schemas.openxmlformats.org/officeDocument/2006/math">
                    <m:f>
                      <m:fPr>
                        <m:ctrlPr>
                          <a:rPr lang="en-US" sz="2800" i="1" smtClean="0">
                            <a:solidFill>
                              <a:srgbClr val="0808FC"/>
                            </a:solidFill>
                            <a:latin typeface="Cambria Math" panose="02040503050406030204" pitchFamily="18" charset="0"/>
                          </a:rPr>
                        </m:ctrlPr>
                      </m:fPr>
                      <m:num>
                        <m:r>
                          <a:rPr lang="el-GR" sz="2800" b="0" i="1" smtClean="0">
                            <a:solidFill>
                              <a:srgbClr val="0808FC"/>
                            </a:solidFill>
                            <a:latin typeface="Cambria Math"/>
                          </a:rPr>
                          <m:t>𝜇</m:t>
                        </m:r>
                        <m:r>
                          <a:rPr lang="el-GR" sz="2800" b="0" i="1" smtClean="0">
                            <a:solidFill>
                              <a:srgbClr val="0808FC"/>
                            </a:solidFill>
                            <a:latin typeface="Cambria Math"/>
                          </a:rPr>
                          <m:t>˳</m:t>
                        </m:r>
                        <m:r>
                          <a:rPr lang="el-GR" sz="2800" b="0" i="1" smtClean="0">
                            <a:solidFill>
                              <a:srgbClr val="0808FC"/>
                            </a:solidFill>
                            <a:latin typeface="Cambria Math"/>
                          </a:rPr>
                          <m:t>𝜇</m:t>
                        </m:r>
                        <m:r>
                          <a:rPr lang="en-US" sz="2800" b="0" i="1" smtClean="0">
                            <a:solidFill>
                              <a:srgbClr val="0808FC"/>
                            </a:solidFill>
                            <a:latin typeface="Cambria Math"/>
                          </a:rPr>
                          <m:t>𝐼</m:t>
                        </m:r>
                      </m:num>
                      <m:den>
                        <m:r>
                          <a:rPr lang="en-US" sz="2800" b="0" i="1" smtClean="0">
                            <a:solidFill>
                              <a:srgbClr val="0808FC"/>
                            </a:solidFill>
                            <a:latin typeface="Cambria Math"/>
                          </a:rPr>
                          <m:t>4</m:t>
                        </m:r>
                        <m:r>
                          <a:rPr lang="el-GR" sz="2800" b="0" i="1" smtClean="0">
                            <a:solidFill>
                              <a:srgbClr val="0808FC"/>
                            </a:solidFill>
                            <a:latin typeface="Cambria Math"/>
                          </a:rPr>
                          <m:t>𝜋</m:t>
                        </m:r>
                        <m:r>
                          <a:rPr lang="en-US" sz="2800" b="0" i="1" smtClean="0">
                            <a:solidFill>
                              <a:srgbClr val="0808FC"/>
                            </a:solidFill>
                            <a:latin typeface="Cambria Math"/>
                          </a:rPr>
                          <m:t>𝑅</m:t>
                        </m:r>
                      </m:den>
                    </m:f>
                  </m:oMath>
                </a14:m>
                <a:r>
                  <a:rPr lang="en-US" sz="2800">
                    <a:solidFill>
                      <a:srgbClr val="0808FC"/>
                    </a:solidFill>
                    <a:latin typeface="Times New Roman" pitchFamily="18" charset="0"/>
                    <a:cs typeface="Times New Roman" pitchFamily="18" charset="0"/>
                  </a:rPr>
                  <a:t> (cos</a:t>
                </a:r>
                <a14:m>
                  <m:oMath xmlns:m="http://schemas.openxmlformats.org/officeDocument/2006/math">
                    <m:f>
                      <m:fPr>
                        <m:ctrlPr>
                          <a:rPr lang="en-US" sz="2800" i="1" smtClean="0">
                            <a:solidFill>
                              <a:srgbClr val="0808FC"/>
                            </a:solidFill>
                            <a:latin typeface="Cambria Math" panose="02040503050406030204" pitchFamily="18" charset="0"/>
                          </a:rPr>
                        </m:ctrlPr>
                      </m:fPr>
                      <m:num>
                        <m:r>
                          <a:rPr lang="el-GR" sz="2800" b="0" i="1" smtClean="0">
                            <a:solidFill>
                              <a:srgbClr val="0808FC"/>
                            </a:solidFill>
                            <a:latin typeface="Cambria Math"/>
                          </a:rPr>
                          <m:t>𝜋</m:t>
                        </m:r>
                      </m:num>
                      <m:den>
                        <m:r>
                          <a:rPr lang="en-US" sz="2800" b="0" i="1" smtClean="0">
                            <a:solidFill>
                              <a:srgbClr val="0808FC"/>
                            </a:solidFill>
                            <a:latin typeface="Cambria Math"/>
                          </a:rPr>
                          <m:t>2</m:t>
                        </m:r>
                      </m:den>
                    </m:f>
                  </m:oMath>
                </a14:m>
                <a:r>
                  <a:rPr lang="en-US" sz="2800">
                    <a:solidFill>
                      <a:srgbClr val="0808FC"/>
                    </a:solidFill>
                    <a:latin typeface="Times New Roman" pitchFamily="18" charset="0"/>
                    <a:cs typeface="Times New Roman" pitchFamily="18" charset="0"/>
                  </a:rPr>
                  <a:t> - cos</a:t>
                </a:r>
                <a:r>
                  <a:rPr lang="el-GR" sz="2800">
                    <a:solidFill>
                      <a:srgbClr val="0808FC"/>
                    </a:solidFill>
                    <a:latin typeface="Times New Roman" pitchFamily="18" charset="0"/>
                    <a:cs typeface="Times New Roman" pitchFamily="18" charset="0"/>
                  </a:rPr>
                  <a:t>π</a:t>
                </a:r>
                <a:r>
                  <a:rPr lang="en-US" sz="2800">
                    <a:solidFill>
                      <a:srgbClr val="0808FC"/>
                    </a:solidFill>
                    <a:latin typeface="Times New Roman" pitchFamily="18" charset="0"/>
                    <a:cs typeface="Times New Roman" pitchFamily="18" charset="0"/>
                  </a:rPr>
                  <a:t>)</a:t>
                </a:r>
              </a:p>
            </p:txBody>
          </p:sp>
        </mc:Choice>
        <mc:Fallback xmlns="">
          <p:sp>
            <p:nvSpPr>
              <p:cNvPr id="25" name="Rectangle 24"/>
              <p:cNvSpPr>
                <a:spLocks noRot="1" noChangeAspect="1" noMove="1" noResize="1" noEditPoints="1" noAdjustHandles="1" noChangeArrowheads="1" noChangeShapeType="1" noTextEdit="1"/>
              </p:cNvSpPr>
              <p:nvPr/>
            </p:nvSpPr>
            <p:spPr>
              <a:xfrm>
                <a:off x="3657600" y="5402986"/>
                <a:ext cx="3810000" cy="914400"/>
              </a:xfrm>
              <a:prstGeom prst="rect">
                <a:avLst/>
              </a:prstGeom>
              <a:blipFill rotWithShape="1">
                <a:blip r:embed="rId18"/>
                <a:stretch>
                  <a:fillRect/>
                </a:stretch>
              </a:blipFill>
              <a:ln>
                <a:noFill/>
              </a:ln>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BD7CB73D-E25B-C484-A20F-4CEF05899C1C}"/>
              </a:ext>
            </a:extLst>
          </p:cNvPr>
          <p:cNvSpPr>
            <a:spLocks noGrp="1"/>
          </p:cNvSpPr>
          <p:nvPr>
            <p:ph type="ftr" sz="quarter" idx="11"/>
          </p:nvPr>
        </p:nvSpPr>
        <p:spPr/>
        <p:txBody>
          <a:bodyPr/>
          <a:lstStyle/>
          <a:p>
            <a:pPr>
              <a:defRPr/>
            </a:pPr>
            <a:r>
              <a:rPr lang="en-US"/>
              <a:t>Bùi Quốc Trung - VLDC</a:t>
            </a:r>
          </a:p>
        </p:txBody>
      </p:sp>
      <p:sp>
        <p:nvSpPr>
          <p:cNvPr id="6" name="Slide Number Placeholder 5">
            <a:extLst>
              <a:ext uri="{FF2B5EF4-FFF2-40B4-BE49-F238E27FC236}">
                <a16:creationId xmlns:a16="http://schemas.microsoft.com/office/drawing/2014/main" id="{3DE42932-FCBA-BDB9-8F2A-27BA3BB097F3}"/>
              </a:ext>
            </a:extLst>
          </p:cNvPr>
          <p:cNvSpPr>
            <a:spLocks noGrp="1"/>
          </p:cNvSpPr>
          <p:nvPr>
            <p:ph type="sldNum" sz="quarter" idx="12"/>
          </p:nvPr>
        </p:nvSpPr>
        <p:spPr/>
        <p:txBody>
          <a:bodyPr/>
          <a:lstStyle/>
          <a:p>
            <a:pPr>
              <a:defRPr/>
            </a:pPr>
            <a:fld id="{DA0BBFDE-23F6-4D0C-90FC-3AED58BCB197}" type="slidenum">
              <a:rPr lang="en-US" smtClean="0"/>
              <a:pPr>
                <a:defRPr/>
              </a:pPr>
              <a:t>12</a:t>
            </a:fld>
            <a:endParaRPr lang="en-US" dirty="0"/>
          </a:p>
        </p:txBody>
      </p:sp>
      <p:sp>
        <p:nvSpPr>
          <p:cNvPr id="28" name="Flowchart: Connector 27"/>
          <p:cNvSpPr/>
          <p:nvPr/>
        </p:nvSpPr>
        <p:spPr>
          <a:xfrm>
            <a:off x="7162800" y="2885612"/>
            <a:ext cx="457200" cy="457200"/>
          </a:xfrm>
          <a:prstGeom prst="flowChartConnector">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3600" b="1" dirty="0"/>
              <a:t>+</a:t>
            </a:r>
          </a:p>
        </p:txBody>
      </p:sp>
      <p:sp>
        <p:nvSpPr>
          <p:cNvPr id="29" name="Flowchart: Connector 28"/>
          <p:cNvSpPr/>
          <p:nvPr/>
        </p:nvSpPr>
        <p:spPr>
          <a:xfrm>
            <a:off x="7327746" y="3479800"/>
            <a:ext cx="457200" cy="457200"/>
          </a:xfrm>
          <a:prstGeom prst="flowChartConnector">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3600" b="1" dirty="0"/>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randombar(horizontal)">
                                      <p:cBhvr>
                                        <p:cTn id="7" dur="500"/>
                                        <p:tgtEl>
                                          <p:spTgt spid="8"/>
                                        </p:tgtEl>
                                      </p:cBhvr>
                                    </p:animEffect>
                                  </p:childTnLst>
                                </p:cTn>
                              </p:par>
                            </p:childTnLst>
                          </p:cTn>
                        </p:par>
                        <p:par>
                          <p:cTn id="8" fill="hold" nodeType="afterGroup">
                            <p:stCondLst>
                              <p:cond delay="500"/>
                            </p:stCondLst>
                            <p:childTnLst>
                              <p:par>
                                <p:cTn id="9" presetID="5" presetClass="entr" presetSubtype="10" fill="hold" nodeType="afterEffect">
                                  <p:stCondLst>
                                    <p:cond delay="0"/>
                                  </p:stCondLst>
                                  <p:childTnLst>
                                    <p:set>
                                      <p:cBhvr>
                                        <p:cTn id="10" dur="1" fill="hold">
                                          <p:stCondLst>
                                            <p:cond delay="0"/>
                                          </p:stCondLst>
                                        </p:cTn>
                                        <p:tgtEl>
                                          <p:spTgt spid="61"/>
                                        </p:tgtEl>
                                        <p:attrNameLst>
                                          <p:attrName>style.visibility</p:attrName>
                                        </p:attrNameLst>
                                      </p:cBhvr>
                                      <p:to>
                                        <p:strVal val="visible"/>
                                      </p:to>
                                    </p:set>
                                    <p:animEffect transition="in" filter="checkerboard(across)">
                                      <p:cBhvr>
                                        <p:cTn id="11" dur="500"/>
                                        <p:tgtEl>
                                          <p:spTgt spid="61"/>
                                        </p:tgtEl>
                                      </p:cBhvr>
                                    </p:animEffect>
                                  </p:childTnLst>
                                </p:cTn>
                              </p:par>
                            </p:childTnLst>
                          </p:cTn>
                        </p:par>
                        <p:par>
                          <p:cTn id="12" fill="hold" nodeType="afterGroup">
                            <p:stCondLst>
                              <p:cond delay="1000"/>
                            </p:stCondLst>
                            <p:childTnLst>
                              <p:par>
                                <p:cTn id="13" presetID="5" presetClass="entr" presetSubtype="10" fill="hold" nodeType="afterEffect">
                                  <p:stCondLst>
                                    <p:cond delay="0"/>
                                  </p:stCondLst>
                                  <p:childTnLst>
                                    <p:set>
                                      <p:cBhvr>
                                        <p:cTn id="14" dur="1" fill="hold">
                                          <p:stCondLst>
                                            <p:cond delay="0"/>
                                          </p:stCondLst>
                                        </p:cTn>
                                        <p:tgtEl>
                                          <p:spTgt spid="22"/>
                                        </p:tgtEl>
                                        <p:attrNameLst>
                                          <p:attrName>style.visibility</p:attrName>
                                        </p:attrNameLst>
                                      </p:cBhvr>
                                      <p:to>
                                        <p:strVal val="visible"/>
                                      </p:to>
                                    </p:set>
                                    <p:animEffect transition="in" filter="checkerboard(across)">
                                      <p:cBhvr>
                                        <p:cTn id="15" dur="500"/>
                                        <p:tgtEl>
                                          <p:spTgt spid="22"/>
                                        </p:tgtEl>
                                      </p:cBhvr>
                                    </p:animEffect>
                                  </p:childTnLst>
                                </p:cTn>
                              </p:par>
                            </p:childTnLst>
                          </p:cTn>
                        </p:par>
                        <p:par>
                          <p:cTn id="16" fill="hold" nodeType="afterGroup">
                            <p:stCondLst>
                              <p:cond delay="1500"/>
                            </p:stCondLst>
                            <p:childTnLst>
                              <p:par>
                                <p:cTn id="17" presetID="5" presetClass="entr" presetSubtype="10" fill="hold" nodeType="afterEffect">
                                  <p:stCondLst>
                                    <p:cond delay="0"/>
                                  </p:stCondLst>
                                  <p:childTnLst>
                                    <p:set>
                                      <p:cBhvr>
                                        <p:cTn id="18" dur="1" fill="hold">
                                          <p:stCondLst>
                                            <p:cond delay="0"/>
                                          </p:stCondLst>
                                        </p:cTn>
                                        <p:tgtEl>
                                          <p:spTgt spid="23"/>
                                        </p:tgtEl>
                                        <p:attrNameLst>
                                          <p:attrName>style.visibility</p:attrName>
                                        </p:attrNameLst>
                                      </p:cBhvr>
                                      <p:to>
                                        <p:strVal val="visible"/>
                                      </p:to>
                                    </p:set>
                                    <p:animEffect transition="in" filter="checkerboard(across)">
                                      <p:cBhvr>
                                        <p:cTn id="19" dur="500"/>
                                        <p:tgtEl>
                                          <p:spTgt spid="23"/>
                                        </p:tgtEl>
                                      </p:cBhvr>
                                    </p:animEffect>
                                  </p:childTnLst>
                                </p:cTn>
                              </p:par>
                              <p:par>
                                <p:cTn id="20" presetID="14" presetClass="entr" presetSubtype="10" fill="hold" nodeType="withEffect">
                                  <p:stCondLst>
                                    <p:cond delay="0"/>
                                  </p:stCondLst>
                                  <p:childTnLst>
                                    <p:set>
                                      <p:cBhvr>
                                        <p:cTn id="21" dur="1" fill="hold">
                                          <p:stCondLst>
                                            <p:cond delay="0"/>
                                          </p:stCondLst>
                                        </p:cTn>
                                        <p:tgtEl>
                                          <p:spTgt spid="20504"/>
                                        </p:tgtEl>
                                        <p:attrNameLst>
                                          <p:attrName>style.visibility</p:attrName>
                                        </p:attrNameLst>
                                      </p:cBhvr>
                                      <p:to>
                                        <p:strVal val="visible"/>
                                      </p:to>
                                    </p:set>
                                    <p:animEffect transition="in" filter="randombar(horizontal)">
                                      <p:cBhvr>
                                        <p:cTn id="22" dur="500"/>
                                        <p:tgtEl>
                                          <p:spTgt spid="20504"/>
                                        </p:tgtEl>
                                      </p:cBhvr>
                                    </p:animEffect>
                                  </p:childTnLst>
                                </p:cTn>
                              </p:par>
                            </p:childTnLst>
                          </p:cTn>
                        </p:par>
                        <p:par>
                          <p:cTn id="23" fill="hold" nodeType="afterGroup">
                            <p:stCondLst>
                              <p:cond delay="2000"/>
                            </p:stCondLst>
                            <p:childTnLst>
                              <p:par>
                                <p:cTn id="24" presetID="14" presetClass="entr" presetSubtype="10" fill="hold" nodeType="afterEffect">
                                  <p:stCondLst>
                                    <p:cond delay="0"/>
                                  </p:stCondLst>
                                  <p:childTnLst>
                                    <p:set>
                                      <p:cBhvr>
                                        <p:cTn id="25" dur="1" fill="hold">
                                          <p:stCondLst>
                                            <p:cond delay="0"/>
                                          </p:stCondLst>
                                        </p:cTn>
                                        <p:tgtEl>
                                          <p:spTgt spid="20505"/>
                                        </p:tgtEl>
                                        <p:attrNameLst>
                                          <p:attrName>style.visibility</p:attrName>
                                        </p:attrNameLst>
                                      </p:cBhvr>
                                      <p:to>
                                        <p:strVal val="visible"/>
                                      </p:to>
                                    </p:set>
                                    <p:animEffect transition="in" filter="randombar(horizontal)">
                                      <p:cBhvr>
                                        <p:cTn id="26" dur="500"/>
                                        <p:tgtEl>
                                          <p:spTgt spid="20505"/>
                                        </p:tgtEl>
                                      </p:cBhvr>
                                    </p:animEffect>
                                  </p:childTnLst>
                                </p:cTn>
                              </p:par>
                            </p:childTnLst>
                          </p:cTn>
                        </p:par>
                        <p:par>
                          <p:cTn id="27" fill="hold" nodeType="afterGroup">
                            <p:stCondLst>
                              <p:cond delay="2500"/>
                            </p:stCondLst>
                            <p:childTnLst>
                              <p:par>
                                <p:cTn id="28" presetID="8" presetClass="entr" presetSubtype="16" fill="hold" nodeType="afterEffect">
                                  <p:stCondLst>
                                    <p:cond delay="500"/>
                                  </p:stCondLst>
                                  <p:childTnLst>
                                    <p:set>
                                      <p:cBhvr>
                                        <p:cTn id="29" dur="1" fill="hold">
                                          <p:stCondLst>
                                            <p:cond delay="0"/>
                                          </p:stCondLst>
                                        </p:cTn>
                                        <p:tgtEl>
                                          <p:spTgt spid="84"/>
                                        </p:tgtEl>
                                        <p:attrNameLst>
                                          <p:attrName>style.visibility</p:attrName>
                                        </p:attrNameLst>
                                      </p:cBhvr>
                                      <p:to>
                                        <p:strVal val="visible"/>
                                      </p:to>
                                    </p:set>
                                    <p:animEffect transition="in" filter="diamond(in)">
                                      <p:cBhvr>
                                        <p:cTn id="30" dur="500"/>
                                        <p:tgtEl>
                                          <p:spTgt spid="84"/>
                                        </p:tgtEl>
                                      </p:cBhvr>
                                    </p:animEffect>
                                  </p:childTnLst>
                                </p:cTn>
                              </p:par>
                            </p:childTnLst>
                          </p:cTn>
                        </p:par>
                        <p:par>
                          <p:cTn id="31" fill="hold" nodeType="afterGroup">
                            <p:stCondLst>
                              <p:cond delay="3500"/>
                            </p:stCondLst>
                            <p:childTnLst>
                              <p:par>
                                <p:cTn id="32" presetID="8" presetClass="entr" presetSubtype="16" fill="hold" nodeType="afterEffect">
                                  <p:stCondLst>
                                    <p:cond delay="0"/>
                                  </p:stCondLst>
                                  <p:childTnLst>
                                    <p:set>
                                      <p:cBhvr>
                                        <p:cTn id="33" dur="1" fill="hold">
                                          <p:stCondLst>
                                            <p:cond delay="0"/>
                                          </p:stCondLst>
                                        </p:cTn>
                                        <p:tgtEl>
                                          <p:spTgt spid="20511"/>
                                        </p:tgtEl>
                                        <p:attrNameLst>
                                          <p:attrName>style.visibility</p:attrName>
                                        </p:attrNameLst>
                                      </p:cBhvr>
                                      <p:to>
                                        <p:strVal val="visible"/>
                                      </p:to>
                                    </p:set>
                                    <p:animEffect transition="in" filter="diamond(in)">
                                      <p:cBhvr>
                                        <p:cTn id="34" dur="500"/>
                                        <p:tgtEl>
                                          <p:spTgt spid="20511"/>
                                        </p:tgtEl>
                                      </p:cBhvr>
                                    </p:animEffect>
                                  </p:childTnLst>
                                </p:cTn>
                              </p:par>
                            </p:childTnLst>
                          </p:cTn>
                        </p:par>
                        <p:par>
                          <p:cTn id="35" fill="hold" nodeType="afterGroup">
                            <p:stCondLst>
                              <p:cond delay="4000"/>
                            </p:stCondLst>
                            <p:childTnLst>
                              <p:par>
                                <p:cTn id="36" presetID="8" presetClass="entr" presetSubtype="16" fill="hold" nodeType="afterEffect">
                                  <p:stCondLst>
                                    <p:cond delay="0"/>
                                  </p:stCondLst>
                                  <p:childTnLst>
                                    <p:set>
                                      <p:cBhvr>
                                        <p:cTn id="37" dur="1" fill="hold">
                                          <p:stCondLst>
                                            <p:cond delay="0"/>
                                          </p:stCondLst>
                                        </p:cTn>
                                        <p:tgtEl>
                                          <p:spTgt spid="20507"/>
                                        </p:tgtEl>
                                        <p:attrNameLst>
                                          <p:attrName>style.visibility</p:attrName>
                                        </p:attrNameLst>
                                      </p:cBhvr>
                                      <p:to>
                                        <p:strVal val="visible"/>
                                      </p:to>
                                    </p:set>
                                    <p:animEffect transition="in" filter="diamond(in)">
                                      <p:cBhvr>
                                        <p:cTn id="38" dur="500"/>
                                        <p:tgtEl>
                                          <p:spTgt spid="20507"/>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14" presetClass="entr" presetSubtype="10" fill="hold" grpId="0" nodeType="clickEffect">
                                  <p:stCondLst>
                                    <p:cond delay="0"/>
                                  </p:stCondLst>
                                  <p:childTnLst>
                                    <p:set>
                                      <p:cBhvr>
                                        <p:cTn id="42" dur="1" fill="hold">
                                          <p:stCondLst>
                                            <p:cond delay="0"/>
                                          </p:stCondLst>
                                        </p:cTn>
                                        <p:tgtEl>
                                          <p:spTgt spid="26"/>
                                        </p:tgtEl>
                                        <p:attrNameLst>
                                          <p:attrName>style.visibility</p:attrName>
                                        </p:attrNameLst>
                                      </p:cBhvr>
                                      <p:to>
                                        <p:strVal val="visible"/>
                                      </p:to>
                                    </p:set>
                                    <p:animEffect transition="in" filter="randombar(horizontal)">
                                      <p:cBhvr>
                                        <p:cTn id="43" dur="500"/>
                                        <p:tgtEl>
                                          <p:spTgt spid="26"/>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14" presetClass="entr" presetSubtype="10" fill="hold" grpId="0" nodeType="clickEffect">
                                  <p:stCondLst>
                                    <p:cond delay="0"/>
                                  </p:stCondLst>
                                  <p:childTnLst>
                                    <p:set>
                                      <p:cBhvr>
                                        <p:cTn id="47" dur="1" fill="hold">
                                          <p:stCondLst>
                                            <p:cond delay="0"/>
                                          </p:stCondLst>
                                        </p:cTn>
                                        <p:tgtEl>
                                          <p:spTgt spid="27"/>
                                        </p:tgtEl>
                                        <p:attrNameLst>
                                          <p:attrName>style.visibility</p:attrName>
                                        </p:attrNameLst>
                                      </p:cBhvr>
                                      <p:to>
                                        <p:strVal val="visible"/>
                                      </p:to>
                                    </p:set>
                                    <p:animEffect transition="in" filter="randombar(horizontal)">
                                      <p:cBhvr>
                                        <p:cTn id="48" dur="500"/>
                                        <p:tgtEl>
                                          <p:spTgt spid="27"/>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8" presetClass="entr" presetSubtype="16" fill="hold" nodeType="clickEffect">
                                  <p:stCondLst>
                                    <p:cond delay="0"/>
                                  </p:stCondLst>
                                  <p:childTnLst>
                                    <p:set>
                                      <p:cBhvr>
                                        <p:cTn id="52" dur="1" fill="hold">
                                          <p:stCondLst>
                                            <p:cond delay="0"/>
                                          </p:stCondLst>
                                        </p:cTn>
                                        <p:tgtEl>
                                          <p:spTgt spid="5"/>
                                        </p:tgtEl>
                                        <p:attrNameLst>
                                          <p:attrName>style.visibility</p:attrName>
                                        </p:attrNameLst>
                                      </p:cBhvr>
                                      <p:to>
                                        <p:strVal val="visible"/>
                                      </p:to>
                                    </p:set>
                                    <p:animEffect transition="in" filter="diamond(in)">
                                      <p:cBhvr>
                                        <p:cTn id="53" dur="1000"/>
                                        <p:tgtEl>
                                          <p:spTgt spid="5"/>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22" presetClass="entr" presetSubtype="4" fill="hold" nodeType="clickEffect">
                                  <p:stCondLst>
                                    <p:cond delay="0"/>
                                  </p:stCondLst>
                                  <p:childTnLst>
                                    <p:set>
                                      <p:cBhvr>
                                        <p:cTn id="57" dur="1" fill="hold">
                                          <p:stCondLst>
                                            <p:cond delay="0"/>
                                          </p:stCondLst>
                                        </p:cTn>
                                        <p:tgtEl>
                                          <p:spTgt spid="30"/>
                                        </p:tgtEl>
                                        <p:attrNameLst>
                                          <p:attrName>style.visibility</p:attrName>
                                        </p:attrNameLst>
                                      </p:cBhvr>
                                      <p:to>
                                        <p:strVal val="visible"/>
                                      </p:to>
                                    </p:set>
                                    <p:animEffect transition="in" filter="wipe(down)">
                                      <p:cBhvr>
                                        <p:cTn id="58" dur="500"/>
                                        <p:tgtEl>
                                          <p:spTgt spid="30"/>
                                        </p:tgtEl>
                                      </p:cBhvr>
                                    </p:animEffect>
                                  </p:childTnLst>
                                </p:cTn>
                              </p:par>
                              <p:par>
                                <p:cTn id="59" presetID="22" presetClass="entr" presetSubtype="4" fill="hold" grpId="0" nodeType="withEffect">
                                  <p:stCondLst>
                                    <p:cond delay="0"/>
                                  </p:stCondLst>
                                  <p:childTnLst>
                                    <p:set>
                                      <p:cBhvr>
                                        <p:cTn id="60" dur="1" fill="hold">
                                          <p:stCondLst>
                                            <p:cond delay="0"/>
                                          </p:stCondLst>
                                        </p:cTn>
                                        <p:tgtEl>
                                          <p:spTgt spid="31"/>
                                        </p:tgtEl>
                                        <p:attrNameLst>
                                          <p:attrName>style.visibility</p:attrName>
                                        </p:attrNameLst>
                                      </p:cBhvr>
                                      <p:to>
                                        <p:strVal val="visible"/>
                                      </p:to>
                                    </p:set>
                                    <p:animEffect transition="in" filter="wipe(down)">
                                      <p:cBhvr>
                                        <p:cTn id="61" dur="500"/>
                                        <p:tgtEl>
                                          <p:spTgt spid="31"/>
                                        </p:tgtEl>
                                      </p:cBhvr>
                                    </p:animEffect>
                                  </p:childTnLst>
                                </p:cTn>
                              </p:par>
                            </p:childTnLst>
                          </p:cTn>
                        </p:par>
                      </p:childTnLst>
                    </p:cTn>
                  </p:par>
                  <p:par>
                    <p:cTn id="62" fill="hold" nodeType="clickPar">
                      <p:stCondLst>
                        <p:cond delay="indefinite"/>
                      </p:stCondLst>
                      <p:childTnLst>
                        <p:par>
                          <p:cTn id="63" fill="hold" nodeType="withGroup">
                            <p:stCondLst>
                              <p:cond delay="0"/>
                            </p:stCondLst>
                            <p:childTnLst>
                              <p:par>
                                <p:cTn id="64" presetID="8" presetClass="entr" presetSubtype="16" fill="hold" nodeType="clickEffect">
                                  <p:stCondLst>
                                    <p:cond delay="0"/>
                                  </p:stCondLst>
                                  <p:childTnLst>
                                    <p:set>
                                      <p:cBhvr>
                                        <p:cTn id="65" dur="1" fill="hold">
                                          <p:stCondLst>
                                            <p:cond delay="0"/>
                                          </p:stCondLst>
                                        </p:cTn>
                                        <p:tgtEl>
                                          <p:spTgt spid="7"/>
                                        </p:tgtEl>
                                        <p:attrNameLst>
                                          <p:attrName>style.visibility</p:attrName>
                                        </p:attrNameLst>
                                      </p:cBhvr>
                                      <p:to>
                                        <p:strVal val="visible"/>
                                      </p:to>
                                    </p:set>
                                    <p:animEffect transition="in" filter="diamond(in)">
                                      <p:cBhvr>
                                        <p:cTn id="66" dur="1000"/>
                                        <p:tgtEl>
                                          <p:spTgt spid="7"/>
                                        </p:tgtEl>
                                      </p:cBhvr>
                                    </p:animEffect>
                                  </p:childTnLst>
                                </p:cTn>
                              </p:par>
                            </p:childTnLst>
                          </p:cTn>
                        </p:par>
                      </p:childTnLst>
                    </p:cTn>
                  </p:par>
                  <p:par>
                    <p:cTn id="67" fill="hold" nodeType="clickPar">
                      <p:stCondLst>
                        <p:cond delay="indefinite"/>
                      </p:stCondLst>
                      <p:childTnLst>
                        <p:par>
                          <p:cTn id="68" fill="hold" nodeType="withGroup">
                            <p:stCondLst>
                              <p:cond delay="0"/>
                            </p:stCondLst>
                            <p:childTnLst>
                              <p:par>
                                <p:cTn id="69" presetID="42" presetClass="entr" presetSubtype="0" fill="hold" grpId="0" nodeType="clickEffect">
                                  <p:stCondLst>
                                    <p:cond delay="0"/>
                                  </p:stCondLst>
                                  <p:childTnLst>
                                    <p:set>
                                      <p:cBhvr>
                                        <p:cTn id="70" dur="1" fill="hold">
                                          <p:stCondLst>
                                            <p:cond delay="0"/>
                                          </p:stCondLst>
                                        </p:cTn>
                                        <p:tgtEl>
                                          <p:spTgt spid="2"/>
                                        </p:tgtEl>
                                        <p:attrNameLst>
                                          <p:attrName>style.visibility</p:attrName>
                                        </p:attrNameLst>
                                      </p:cBhvr>
                                      <p:to>
                                        <p:strVal val="visible"/>
                                      </p:to>
                                    </p:set>
                                    <p:animEffect transition="in" filter="fade">
                                      <p:cBhvr>
                                        <p:cTn id="71" dur="1000"/>
                                        <p:tgtEl>
                                          <p:spTgt spid="2"/>
                                        </p:tgtEl>
                                      </p:cBhvr>
                                    </p:animEffect>
                                    <p:anim calcmode="lin" valueType="num">
                                      <p:cBhvr>
                                        <p:cTn id="72" dur="1000" fill="hold"/>
                                        <p:tgtEl>
                                          <p:spTgt spid="2"/>
                                        </p:tgtEl>
                                        <p:attrNameLst>
                                          <p:attrName>ppt_x</p:attrName>
                                        </p:attrNameLst>
                                      </p:cBhvr>
                                      <p:tavLst>
                                        <p:tav tm="0">
                                          <p:val>
                                            <p:strVal val="#ppt_x"/>
                                          </p:val>
                                        </p:tav>
                                        <p:tav tm="100000">
                                          <p:val>
                                            <p:strVal val="#ppt_x"/>
                                          </p:val>
                                        </p:tav>
                                      </p:tavLst>
                                    </p:anim>
                                    <p:anim calcmode="lin" valueType="num">
                                      <p:cBhvr>
                                        <p:cTn id="73"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74" fill="hold">
                      <p:stCondLst>
                        <p:cond delay="indefinite"/>
                      </p:stCondLst>
                      <p:childTnLst>
                        <p:par>
                          <p:cTn id="75" fill="hold">
                            <p:stCondLst>
                              <p:cond delay="0"/>
                            </p:stCondLst>
                            <p:childTnLst>
                              <p:par>
                                <p:cTn id="76" presetID="16" presetClass="entr" presetSubtype="21" fill="hold" grpId="0" nodeType="clickEffect">
                                  <p:stCondLst>
                                    <p:cond delay="0"/>
                                  </p:stCondLst>
                                  <p:childTnLst>
                                    <p:set>
                                      <p:cBhvr>
                                        <p:cTn id="77" dur="1" fill="hold">
                                          <p:stCondLst>
                                            <p:cond delay="0"/>
                                          </p:stCondLst>
                                        </p:cTn>
                                        <p:tgtEl>
                                          <p:spTgt spid="24"/>
                                        </p:tgtEl>
                                        <p:attrNameLst>
                                          <p:attrName>style.visibility</p:attrName>
                                        </p:attrNameLst>
                                      </p:cBhvr>
                                      <p:to>
                                        <p:strVal val="visible"/>
                                      </p:to>
                                    </p:set>
                                    <p:animEffect transition="in" filter="barn(inVertical)">
                                      <p:cBhvr>
                                        <p:cTn id="78" dur="500"/>
                                        <p:tgtEl>
                                          <p:spTgt spid="24"/>
                                        </p:tgtEl>
                                      </p:cBhvr>
                                    </p:animEffect>
                                  </p:childTnLst>
                                </p:cTn>
                              </p:par>
                            </p:childTnLst>
                          </p:cTn>
                        </p:par>
                      </p:childTnLst>
                    </p:cTn>
                  </p:par>
                  <p:par>
                    <p:cTn id="79" fill="hold">
                      <p:stCondLst>
                        <p:cond delay="indefinite"/>
                      </p:stCondLst>
                      <p:childTnLst>
                        <p:par>
                          <p:cTn id="80" fill="hold">
                            <p:stCondLst>
                              <p:cond delay="0"/>
                            </p:stCondLst>
                            <p:childTnLst>
                              <p:par>
                                <p:cTn id="81" presetID="16" presetClass="entr" presetSubtype="21" fill="hold" grpId="0" nodeType="clickEffect">
                                  <p:stCondLst>
                                    <p:cond delay="0"/>
                                  </p:stCondLst>
                                  <p:childTnLst>
                                    <p:set>
                                      <p:cBhvr>
                                        <p:cTn id="82" dur="1" fill="hold">
                                          <p:stCondLst>
                                            <p:cond delay="0"/>
                                          </p:stCondLst>
                                        </p:cTn>
                                        <p:tgtEl>
                                          <p:spTgt spid="25"/>
                                        </p:tgtEl>
                                        <p:attrNameLst>
                                          <p:attrName>style.visibility</p:attrName>
                                        </p:attrNameLst>
                                      </p:cBhvr>
                                      <p:to>
                                        <p:strVal val="visible"/>
                                      </p:to>
                                    </p:set>
                                    <p:animEffect transition="in" filter="barn(inVertical)">
                                      <p:cBhvr>
                                        <p:cTn id="83" dur="500"/>
                                        <p:tgtEl>
                                          <p:spTgt spid="25"/>
                                        </p:tgtEl>
                                      </p:cBhvr>
                                    </p:animEffect>
                                  </p:childTnLst>
                                </p:cTn>
                              </p:par>
                            </p:childTnLst>
                          </p:cTn>
                        </p:par>
                      </p:childTnLst>
                    </p:cTn>
                  </p:par>
                  <p:par>
                    <p:cTn id="84" fill="hold">
                      <p:stCondLst>
                        <p:cond delay="indefinite"/>
                      </p:stCondLst>
                      <p:childTnLst>
                        <p:par>
                          <p:cTn id="85" fill="hold">
                            <p:stCondLst>
                              <p:cond delay="0"/>
                            </p:stCondLst>
                            <p:childTnLst>
                              <p:par>
                                <p:cTn id="86" presetID="42" presetClass="entr" presetSubtype="0" fill="hold" grpId="0" nodeType="clickEffect">
                                  <p:stCondLst>
                                    <p:cond delay="0"/>
                                  </p:stCondLst>
                                  <p:childTnLst>
                                    <p:set>
                                      <p:cBhvr>
                                        <p:cTn id="87" dur="1" fill="hold">
                                          <p:stCondLst>
                                            <p:cond delay="0"/>
                                          </p:stCondLst>
                                        </p:cTn>
                                        <p:tgtEl>
                                          <p:spTgt spid="3"/>
                                        </p:tgtEl>
                                        <p:attrNameLst>
                                          <p:attrName>style.visibility</p:attrName>
                                        </p:attrNameLst>
                                      </p:cBhvr>
                                      <p:to>
                                        <p:strVal val="visible"/>
                                      </p:to>
                                    </p:set>
                                    <p:animEffect transition="in" filter="fade">
                                      <p:cBhvr>
                                        <p:cTn id="88" dur="1000"/>
                                        <p:tgtEl>
                                          <p:spTgt spid="3"/>
                                        </p:tgtEl>
                                      </p:cBhvr>
                                    </p:animEffect>
                                    <p:anim calcmode="lin" valueType="num">
                                      <p:cBhvr>
                                        <p:cTn id="89" dur="1000" fill="hold"/>
                                        <p:tgtEl>
                                          <p:spTgt spid="3"/>
                                        </p:tgtEl>
                                        <p:attrNameLst>
                                          <p:attrName>ppt_x</p:attrName>
                                        </p:attrNameLst>
                                      </p:cBhvr>
                                      <p:tavLst>
                                        <p:tav tm="0">
                                          <p:val>
                                            <p:strVal val="#ppt_x"/>
                                          </p:val>
                                        </p:tav>
                                        <p:tav tm="100000">
                                          <p:val>
                                            <p:strVal val="#ppt_x"/>
                                          </p:val>
                                        </p:tav>
                                      </p:tavLst>
                                    </p:anim>
                                    <p:anim calcmode="lin" valueType="num">
                                      <p:cBhvr>
                                        <p:cTn id="90"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91" fill="hold">
                      <p:stCondLst>
                        <p:cond delay="indefinite"/>
                      </p:stCondLst>
                      <p:childTnLst>
                        <p:par>
                          <p:cTn id="92" fill="hold">
                            <p:stCondLst>
                              <p:cond delay="0"/>
                            </p:stCondLst>
                            <p:childTnLst>
                              <p:par>
                                <p:cTn id="93" presetID="6" presetClass="entr" presetSubtype="16" fill="hold" grpId="0" nodeType="clickEffect">
                                  <p:stCondLst>
                                    <p:cond delay="0"/>
                                  </p:stCondLst>
                                  <p:childTnLst>
                                    <p:set>
                                      <p:cBhvr>
                                        <p:cTn id="94" dur="1" fill="hold">
                                          <p:stCondLst>
                                            <p:cond delay="0"/>
                                          </p:stCondLst>
                                        </p:cTn>
                                        <p:tgtEl>
                                          <p:spTgt spid="28"/>
                                        </p:tgtEl>
                                        <p:attrNameLst>
                                          <p:attrName>style.visibility</p:attrName>
                                        </p:attrNameLst>
                                      </p:cBhvr>
                                      <p:to>
                                        <p:strVal val="visible"/>
                                      </p:to>
                                    </p:set>
                                    <p:animEffect transition="in" filter="circle(in)">
                                      <p:cBhvr>
                                        <p:cTn id="95" dur="2000"/>
                                        <p:tgtEl>
                                          <p:spTgt spid="28"/>
                                        </p:tgtEl>
                                      </p:cBhvr>
                                    </p:animEffect>
                                  </p:childTnLst>
                                </p:cTn>
                              </p:par>
                            </p:childTnLst>
                          </p:cTn>
                        </p:par>
                      </p:childTnLst>
                    </p:cTn>
                  </p:par>
                  <p:par>
                    <p:cTn id="96" fill="hold">
                      <p:stCondLst>
                        <p:cond delay="indefinite"/>
                      </p:stCondLst>
                      <p:childTnLst>
                        <p:par>
                          <p:cTn id="97" fill="hold">
                            <p:stCondLst>
                              <p:cond delay="0"/>
                            </p:stCondLst>
                            <p:childTnLst>
                              <p:par>
                                <p:cTn id="98" presetID="6" presetClass="entr" presetSubtype="16" fill="hold" grpId="0" nodeType="clickEffect">
                                  <p:stCondLst>
                                    <p:cond delay="0"/>
                                  </p:stCondLst>
                                  <p:childTnLst>
                                    <p:set>
                                      <p:cBhvr>
                                        <p:cTn id="99" dur="1" fill="hold">
                                          <p:stCondLst>
                                            <p:cond delay="0"/>
                                          </p:stCondLst>
                                        </p:cTn>
                                        <p:tgtEl>
                                          <p:spTgt spid="29"/>
                                        </p:tgtEl>
                                        <p:attrNameLst>
                                          <p:attrName>style.visibility</p:attrName>
                                        </p:attrNameLst>
                                      </p:cBhvr>
                                      <p:to>
                                        <p:strVal val="visible"/>
                                      </p:to>
                                    </p:set>
                                    <p:animEffect transition="in" filter="circle(in)">
                                      <p:cBhvr>
                                        <p:cTn id="100" dur="20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26" grpId="0"/>
      <p:bldP spid="27" grpId="0"/>
      <p:bldP spid="31" grpId="0"/>
      <p:bldP spid="2" grpId="0" animBg="1"/>
      <p:bldP spid="3" grpId="0" animBg="1"/>
      <p:bldP spid="24" grpId="0" animBg="1"/>
      <p:bldP spid="25" grpId="0" animBg="1"/>
      <p:bldP spid="28" grpId="0" animBg="1"/>
      <p:bldP spid="29"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762000"/>
            <a:ext cx="8229600" cy="5364163"/>
          </a:xfrm>
        </p:spPr>
        <p:txBody>
          <a:bodyPr/>
          <a:lstStyle/>
          <a:p>
            <a:pPr marL="0" indent="0">
              <a:buNone/>
            </a:pPr>
            <a:r>
              <a:rPr lang="en-US" b="1" dirty="0" err="1"/>
              <a:t>Phát</a:t>
            </a:r>
            <a:r>
              <a:rPr lang="en-US" b="1" dirty="0"/>
              <a:t> </a:t>
            </a:r>
            <a:r>
              <a:rPr lang="en-US" b="1" dirty="0" err="1"/>
              <a:t>biểu</a:t>
            </a:r>
            <a:r>
              <a:rPr lang="en-US" b="1" dirty="0"/>
              <a:t> </a:t>
            </a:r>
            <a:r>
              <a:rPr lang="en-US" b="1" dirty="0" err="1"/>
              <a:t>nào</a:t>
            </a:r>
            <a:r>
              <a:rPr lang="en-US" b="1" dirty="0"/>
              <a:t> </a:t>
            </a:r>
            <a:r>
              <a:rPr lang="en-US" b="1" dirty="0" err="1"/>
              <a:t>sau</a:t>
            </a:r>
            <a:r>
              <a:rPr lang="en-US" b="1" dirty="0"/>
              <a:t> </a:t>
            </a:r>
            <a:r>
              <a:rPr lang="en-US" b="1" dirty="0" err="1"/>
              <a:t>đây</a:t>
            </a:r>
            <a:r>
              <a:rPr lang="en-US" b="1" dirty="0"/>
              <a:t> </a:t>
            </a:r>
            <a:r>
              <a:rPr lang="en-US" b="1" dirty="0" err="1"/>
              <a:t>sai</a:t>
            </a:r>
            <a:r>
              <a:rPr lang="en-US" b="1" dirty="0"/>
              <a:t>?</a:t>
            </a:r>
          </a:p>
          <a:p>
            <a:pPr marL="0" indent="0">
              <a:buNone/>
            </a:pPr>
            <a:r>
              <a:rPr lang="en-US" b="1" dirty="0"/>
              <a:t> “</a:t>
            </a:r>
            <a:r>
              <a:rPr lang="en-US" b="1" dirty="0" err="1"/>
              <a:t>Từ</a:t>
            </a:r>
            <a:r>
              <a:rPr lang="en-US" b="1" dirty="0"/>
              <a:t> </a:t>
            </a:r>
            <a:r>
              <a:rPr lang="en-US" b="1" dirty="0" err="1"/>
              <a:t>trường</a:t>
            </a:r>
            <a:r>
              <a:rPr lang="en-US" b="1" dirty="0"/>
              <a:t> </a:t>
            </a:r>
            <a:r>
              <a:rPr lang="en-US" b="1" dirty="0" err="1"/>
              <a:t>có</a:t>
            </a:r>
            <a:r>
              <a:rPr lang="en-US" b="1" dirty="0"/>
              <a:t> ở </a:t>
            </a:r>
            <a:r>
              <a:rPr lang="en-US" b="1" dirty="0" err="1"/>
              <a:t>xung</a:t>
            </a:r>
            <a:r>
              <a:rPr lang="en-US" b="1" dirty="0"/>
              <a:t> </a:t>
            </a:r>
            <a:r>
              <a:rPr lang="en-US" b="1" dirty="0" err="1"/>
              <a:t>quanh</a:t>
            </a:r>
            <a:r>
              <a:rPr lang="en-US" b="1" dirty="0"/>
              <a:t>...”:</a:t>
            </a:r>
          </a:p>
          <a:p>
            <a:pPr marL="0" indent="0">
              <a:buNone/>
            </a:pPr>
            <a:r>
              <a:rPr lang="en-US" b="1" dirty="0"/>
              <a:t>A. </a:t>
            </a:r>
            <a:r>
              <a:rPr lang="en-US" b="1" dirty="0" err="1"/>
              <a:t>Các</a:t>
            </a:r>
            <a:r>
              <a:rPr lang="en-US" b="1" dirty="0"/>
              <a:t> </a:t>
            </a:r>
            <a:r>
              <a:rPr lang="en-US" b="1" dirty="0" err="1"/>
              <a:t>dòng</a:t>
            </a:r>
            <a:r>
              <a:rPr lang="en-US" b="1" dirty="0"/>
              <a:t> </a:t>
            </a:r>
            <a:r>
              <a:rPr lang="en-US" b="1" dirty="0" err="1"/>
              <a:t>điện</a:t>
            </a:r>
            <a:r>
              <a:rPr lang="en-US" b="1" dirty="0"/>
              <a:t>.</a:t>
            </a:r>
          </a:p>
          <a:p>
            <a:pPr marL="0" indent="0">
              <a:buNone/>
            </a:pPr>
            <a:r>
              <a:rPr lang="en-US" b="1" dirty="0"/>
              <a:t>B. </a:t>
            </a:r>
            <a:r>
              <a:rPr lang="en-US" b="1" dirty="0" err="1"/>
              <a:t>Các</a:t>
            </a:r>
            <a:r>
              <a:rPr lang="en-US" b="1" dirty="0"/>
              <a:t> </a:t>
            </a:r>
            <a:r>
              <a:rPr lang="en-US" b="1" dirty="0" err="1"/>
              <a:t>nam</a:t>
            </a:r>
            <a:r>
              <a:rPr lang="en-US" b="1" dirty="0"/>
              <a:t> </a:t>
            </a:r>
            <a:r>
              <a:rPr lang="en-US" b="1" dirty="0" err="1"/>
              <a:t>châm</a:t>
            </a:r>
            <a:r>
              <a:rPr lang="en-US" b="1" dirty="0"/>
              <a:t>.</a:t>
            </a:r>
          </a:p>
          <a:p>
            <a:pPr marL="0" indent="0">
              <a:buNone/>
            </a:pPr>
            <a:r>
              <a:rPr lang="en-US" b="1" dirty="0"/>
              <a:t>C. </a:t>
            </a:r>
            <a:r>
              <a:rPr lang="en-US" b="1" dirty="0" err="1"/>
              <a:t>Các</a:t>
            </a:r>
            <a:r>
              <a:rPr lang="en-US" b="1" dirty="0"/>
              <a:t> </a:t>
            </a:r>
            <a:r>
              <a:rPr lang="en-US" b="1" dirty="0" err="1"/>
              <a:t>điện</a:t>
            </a:r>
            <a:r>
              <a:rPr lang="en-US" b="1" dirty="0"/>
              <a:t> </a:t>
            </a:r>
            <a:r>
              <a:rPr lang="en-US" b="1" dirty="0" err="1"/>
              <a:t>tích</a:t>
            </a:r>
            <a:r>
              <a:rPr lang="en-US" b="1" dirty="0"/>
              <a:t> </a:t>
            </a:r>
            <a:r>
              <a:rPr lang="en-US" b="1" dirty="0" err="1"/>
              <a:t>điểm</a:t>
            </a:r>
            <a:r>
              <a:rPr lang="en-US" b="1" dirty="0"/>
              <a:t> </a:t>
            </a:r>
            <a:r>
              <a:rPr lang="en-US" b="1" dirty="0" err="1"/>
              <a:t>đứng</a:t>
            </a:r>
            <a:r>
              <a:rPr lang="en-US" b="1" dirty="0"/>
              <a:t> </a:t>
            </a:r>
            <a:r>
              <a:rPr lang="en-US" b="1" dirty="0" err="1"/>
              <a:t>yên</a:t>
            </a:r>
            <a:r>
              <a:rPr lang="en-US" b="1" dirty="0"/>
              <a:t>.</a:t>
            </a:r>
          </a:p>
          <a:p>
            <a:pPr marL="0" indent="0">
              <a:buNone/>
            </a:pPr>
            <a:r>
              <a:rPr lang="en-US" b="1" dirty="0"/>
              <a:t>D. </a:t>
            </a:r>
            <a:r>
              <a:rPr lang="en-US" b="1" dirty="0" err="1"/>
              <a:t>Các</a:t>
            </a:r>
            <a:r>
              <a:rPr lang="en-US" b="1" dirty="0"/>
              <a:t> </a:t>
            </a:r>
            <a:r>
              <a:rPr lang="en-US" b="1" dirty="0" err="1"/>
              <a:t>vật</a:t>
            </a:r>
            <a:r>
              <a:rPr lang="en-US" b="1" dirty="0"/>
              <a:t> </a:t>
            </a:r>
            <a:r>
              <a:rPr lang="en-US" b="1" dirty="0" err="1"/>
              <a:t>bị</a:t>
            </a:r>
            <a:r>
              <a:rPr lang="en-US" b="1" dirty="0"/>
              <a:t> </a:t>
            </a:r>
            <a:r>
              <a:rPr lang="en-US" b="1" dirty="0" err="1"/>
              <a:t>nhiễm</a:t>
            </a:r>
            <a:r>
              <a:rPr lang="en-US" b="1" dirty="0"/>
              <a:t> </a:t>
            </a:r>
            <a:r>
              <a:rPr lang="en-US" b="1" dirty="0" err="1"/>
              <a:t>từ</a:t>
            </a:r>
            <a:r>
              <a:rPr lang="en-US" b="1" dirty="0"/>
              <a:t>.</a:t>
            </a:r>
          </a:p>
          <a:p>
            <a:pPr marL="0" indent="0">
              <a:buNone/>
            </a:pPr>
            <a:endParaRPr lang="en-US" dirty="0"/>
          </a:p>
        </p:txBody>
      </p:sp>
      <p:sp>
        <p:nvSpPr>
          <p:cNvPr id="2" name="Footer Placeholder 1">
            <a:extLst>
              <a:ext uri="{FF2B5EF4-FFF2-40B4-BE49-F238E27FC236}">
                <a16:creationId xmlns:a16="http://schemas.microsoft.com/office/drawing/2014/main" id="{97FAB0F3-ABDF-5A6B-6215-89AE4FF69575}"/>
              </a:ext>
            </a:extLst>
          </p:cNvPr>
          <p:cNvSpPr>
            <a:spLocks noGrp="1"/>
          </p:cNvSpPr>
          <p:nvPr>
            <p:ph type="ftr" sz="quarter" idx="11"/>
          </p:nvPr>
        </p:nvSpPr>
        <p:spPr/>
        <p:txBody>
          <a:bodyPr/>
          <a:lstStyle/>
          <a:p>
            <a:pPr>
              <a:defRPr/>
            </a:pPr>
            <a:r>
              <a:rPr lang="en-US"/>
              <a:t>Bùi Quốc Trung - VLDC</a:t>
            </a:r>
          </a:p>
        </p:txBody>
      </p:sp>
      <p:sp>
        <p:nvSpPr>
          <p:cNvPr id="4" name="Slide Number Placeholder 3">
            <a:extLst>
              <a:ext uri="{FF2B5EF4-FFF2-40B4-BE49-F238E27FC236}">
                <a16:creationId xmlns:a16="http://schemas.microsoft.com/office/drawing/2014/main" id="{A9A955BC-6578-159F-E071-3B7B66B0AD01}"/>
              </a:ext>
            </a:extLst>
          </p:cNvPr>
          <p:cNvSpPr>
            <a:spLocks noGrp="1"/>
          </p:cNvSpPr>
          <p:nvPr>
            <p:ph type="sldNum" sz="quarter" idx="12"/>
          </p:nvPr>
        </p:nvSpPr>
        <p:spPr/>
        <p:txBody>
          <a:bodyPr/>
          <a:lstStyle/>
          <a:p>
            <a:pPr>
              <a:defRPr/>
            </a:pPr>
            <a:fld id="{DA0BBFDE-23F6-4D0C-90FC-3AED58BCB197}" type="slidenum">
              <a:rPr lang="en-US" smtClean="0"/>
              <a:pPr>
                <a:defRPr/>
              </a:pPr>
              <a:t>13</a:t>
            </a:fld>
            <a:endParaRPr lang="en-US" dirty="0"/>
          </a:p>
        </p:txBody>
      </p:sp>
    </p:spTree>
    <p:extLst>
      <p:ext uri="{BB962C8B-B14F-4D97-AF65-F5344CB8AC3E}">
        <p14:creationId xmlns:p14="http://schemas.microsoft.com/office/powerpoint/2010/main" val="12734679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5" presetClass="emph" presetSubtype="0" nodeType="clickEffect">
                                  <p:stCondLst>
                                    <p:cond delay="0"/>
                                  </p:stCondLst>
                                  <p:iterate type="lt">
                                    <p:tmAbs val="25"/>
                                  </p:iterate>
                                  <p:childTnLst>
                                    <p:set>
                                      <p:cBhvr override="childStyle">
                                        <p:cTn id="6" dur="indefinite"/>
                                        <p:tgtEl>
                                          <p:spTgt spid="3">
                                            <p:txEl>
                                              <p:pRg st="4" end="4"/>
                                            </p:txEl>
                                          </p:spTgt>
                                        </p:tgtEl>
                                        <p:attrNameLst>
                                          <p:attrName>style.fontWeight</p:attrName>
                                        </p:attrNameLst>
                                      </p:cBhvr>
                                      <p:to>
                                        <p:strVal val="bold"/>
                                      </p:to>
                                    </p:set>
                                  </p:childTnLst>
                                </p:cTn>
                              </p:par>
                            </p:childTnLst>
                          </p:cTn>
                        </p:par>
                      </p:childTnLst>
                    </p:cTn>
                  </p:par>
                  <p:par>
                    <p:cTn id="7" fill="hold">
                      <p:stCondLst>
                        <p:cond delay="indefinite"/>
                      </p:stCondLst>
                      <p:childTnLst>
                        <p:par>
                          <p:cTn id="8" fill="hold">
                            <p:stCondLst>
                              <p:cond delay="0"/>
                            </p:stCondLst>
                            <p:childTnLst>
                              <p:par>
                                <p:cTn id="9" presetID="18" presetClass="emph" presetSubtype="0" fill="hold" nodeType="clickEffect">
                                  <p:stCondLst>
                                    <p:cond delay="0"/>
                                  </p:stCondLst>
                                  <p:iterate type="lt">
                                    <p:tmPct val="4000"/>
                                  </p:iterate>
                                  <p:childTnLst>
                                    <p:set>
                                      <p:cBhvr override="childStyle">
                                        <p:cTn id="10" dur="500" fill="hold"/>
                                        <p:tgtEl>
                                          <p:spTgt spid="3">
                                            <p:txEl>
                                              <p:pRg st="4" end="4"/>
                                            </p:txEl>
                                          </p:spTgt>
                                        </p:tgtEl>
                                        <p:attrNameLst>
                                          <p:attrName>style.textDecorationUnderline</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09600"/>
            <a:ext cx="8229600" cy="5516563"/>
          </a:xfrm>
        </p:spPr>
        <p:txBody>
          <a:bodyPr/>
          <a:lstStyle/>
          <a:p>
            <a:pPr marL="0" indent="0">
              <a:buNone/>
            </a:pPr>
            <a:r>
              <a:rPr lang="de-DE"/>
              <a:t>Chọn p</a:t>
            </a:r>
            <a:r>
              <a:rPr lang="en-US"/>
              <a:t>hát biểu đúng: Cảm ứng từ của một dòng điện chạy trong dây dẫn thẳng dài tại một điểm M có độ lớn tăng lên khi:</a:t>
            </a:r>
          </a:p>
          <a:p>
            <a:pPr marL="0" indent="0">
              <a:buNone/>
            </a:pPr>
            <a:r>
              <a:rPr lang="en-US"/>
              <a:t>A. M dịch chuyển theo hướng vuông góc với dây và ra xa dây</a:t>
            </a:r>
          </a:p>
          <a:p>
            <a:pPr marL="0" indent="0">
              <a:buNone/>
            </a:pPr>
            <a:r>
              <a:rPr lang="en-US"/>
              <a:t>B. M dịch chuyển theo một đường sức từ</a:t>
            </a:r>
          </a:p>
          <a:p>
            <a:pPr marL="0" indent="0">
              <a:buNone/>
            </a:pPr>
            <a:r>
              <a:rPr lang="en-US"/>
              <a:t>C. M dịch chuyển theo đường thẳng song song với dây</a:t>
            </a:r>
          </a:p>
          <a:p>
            <a:pPr marL="0" indent="0">
              <a:buNone/>
            </a:pPr>
            <a:r>
              <a:rPr lang="en-US"/>
              <a:t>D. M dịch chuyển theo hướng vuông góc với dây và lại gần dây</a:t>
            </a:r>
          </a:p>
          <a:p>
            <a:endParaRPr lang="en-US"/>
          </a:p>
        </p:txBody>
      </p:sp>
      <p:sp>
        <p:nvSpPr>
          <p:cNvPr id="2" name="Footer Placeholder 1">
            <a:extLst>
              <a:ext uri="{FF2B5EF4-FFF2-40B4-BE49-F238E27FC236}">
                <a16:creationId xmlns:a16="http://schemas.microsoft.com/office/drawing/2014/main" id="{B3B1CB96-FA87-3865-A244-3051C1A36699}"/>
              </a:ext>
            </a:extLst>
          </p:cNvPr>
          <p:cNvSpPr>
            <a:spLocks noGrp="1"/>
          </p:cNvSpPr>
          <p:nvPr>
            <p:ph type="ftr" sz="quarter" idx="11"/>
          </p:nvPr>
        </p:nvSpPr>
        <p:spPr/>
        <p:txBody>
          <a:bodyPr/>
          <a:lstStyle/>
          <a:p>
            <a:pPr>
              <a:defRPr/>
            </a:pPr>
            <a:r>
              <a:rPr lang="en-US"/>
              <a:t>Bùi Quốc Trung - VLDC</a:t>
            </a:r>
          </a:p>
        </p:txBody>
      </p:sp>
      <p:sp>
        <p:nvSpPr>
          <p:cNvPr id="4" name="Slide Number Placeholder 3">
            <a:extLst>
              <a:ext uri="{FF2B5EF4-FFF2-40B4-BE49-F238E27FC236}">
                <a16:creationId xmlns:a16="http://schemas.microsoft.com/office/drawing/2014/main" id="{874CB1AE-577B-8098-017B-CD2723F8305E}"/>
              </a:ext>
            </a:extLst>
          </p:cNvPr>
          <p:cNvSpPr>
            <a:spLocks noGrp="1"/>
          </p:cNvSpPr>
          <p:nvPr>
            <p:ph type="sldNum" sz="quarter" idx="12"/>
          </p:nvPr>
        </p:nvSpPr>
        <p:spPr/>
        <p:txBody>
          <a:bodyPr/>
          <a:lstStyle/>
          <a:p>
            <a:pPr>
              <a:defRPr/>
            </a:pPr>
            <a:fld id="{DA0BBFDE-23F6-4D0C-90FC-3AED58BCB197}" type="slidenum">
              <a:rPr lang="en-US" smtClean="0"/>
              <a:pPr>
                <a:defRPr/>
              </a:pPr>
              <a:t>14</a:t>
            </a:fld>
            <a:endParaRPr lang="en-US" dirty="0"/>
          </a:p>
        </p:txBody>
      </p:sp>
    </p:spTree>
    <p:extLst>
      <p:ext uri="{BB962C8B-B14F-4D97-AF65-F5344CB8AC3E}">
        <p14:creationId xmlns:p14="http://schemas.microsoft.com/office/powerpoint/2010/main" val="19374146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5" presetClass="emph" presetSubtype="0" nodeType="clickEffect">
                                  <p:stCondLst>
                                    <p:cond delay="0"/>
                                  </p:stCondLst>
                                  <p:iterate type="lt">
                                    <p:tmAbs val="25"/>
                                  </p:iterate>
                                  <p:childTnLst>
                                    <p:set>
                                      <p:cBhvr override="childStyle">
                                        <p:cTn id="6" dur="indefinite"/>
                                        <p:tgtEl>
                                          <p:spTgt spid="3">
                                            <p:txEl>
                                              <p:pRg st="4" end="4"/>
                                            </p:txEl>
                                          </p:spTgt>
                                        </p:tgtEl>
                                        <p:attrNameLst>
                                          <p:attrName>style.fontWeight</p:attrName>
                                        </p:attrNameLst>
                                      </p:cBhvr>
                                      <p:to>
                                        <p:strVal val="bol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85800"/>
            <a:ext cx="8229600" cy="5440363"/>
          </a:xfrm>
        </p:spPr>
        <p:txBody>
          <a:bodyPr/>
          <a:lstStyle/>
          <a:p>
            <a:pPr marL="0" indent="0">
              <a:buNone/>
            </a:pPr>
            <a:r>
              <a:rPr lang="fr-FR"/>
              <a:t>Một dây dẫn uốn thành đường tròn có dòng điện chạy qua, tại tâm đường tròn cảm ứng từ sẽ giảm nếu:</a:t>
            </a:r>
            <a:endParaRPr lang="en-US"/>
          </a:p>
          <a:p>
            <a:pPr marL="0" indent="0">
              <a:buNone/>
            </a:pPr>
            <a:r>
              <a:rPr lang="fr-FR"/>
              <a:t>A. Cường độ dòng điện tăng lên</a:t>
            </a:r>
            <a:endParaRPr lang="en-US"/>
          </a:p>
          <a:p>
            <a:pPr marL="0" indent="0">
              <a:buNone/>
            </a:pPr>
            <a:r>
              <a:rPr lang="fr-FR"/>
              <a:t>B. Số vòng dây quấn tăng lên</a:t>
            </a:r>
            <a:endParaRPr lang="en-US"/>
          </a:p>
          <a:p>
            <a:pPr marL="0" indent="0">
              <a:buNone/>
            </a:pPr>
            <a:r>
              <a:rPr lang="fr-FR"/>
              <a:t>C. Cường độ dòng điện giảm đi</a:t>
            </a:r>
            <a:endParaRPr lang="en-US"/>
          </a:p>
          <a:p>
            <a:pPr marL="0" indent="0">
              <a:buNone/>
            </a:pPr>
            <a:r>
              <a:rPr lang="fr-FR"/>
              <a:t>D. Đường kính vòng dây giảm đi</a:t>
            </a:r>
            <a:endParaRPr lang="en-US"/>
          </a:p>
          <a:p>
            <a:pPr marL="0" indent="0">
              <a:buNone/>
            </a:pPr>
            <a:endParaRPr lang="en-US"/>
          </a:p>
        </p:txBody>
      </p:sp>
      <p:sp>
        <p:nvSpPr>
          <p:cNvPr id="2" name="Footer Placeholder 1">
            <a:extLst>
              <a:ext uri="{FF2B5EF4-FFF2-40B4-BE49-F238E27FC236}">
                <a16:creationId xmlns:a16="http://schemas.microsoft.com/office/drawing/2014/main" id="{DC097776-1D1D-288A-604B-C23DC5E9F7DE}"/>
              </a:ext>
            </a:extLst>
          </p:cNvPr>
          <p:cNvSpPr>
            <a:spLocks noGrp="1"/>
          </p:cNvSpPr>
          <p:nvPr>
            <p:ph type="ftr" sz="quarter" idx="11"/>
          </p:nvPr>
        </p:nvSpPr>
        <p:spPr/>
        <p:txBody>
          <a:bodyPr/>
          <a:lstStyle/>
          <a:p>
            <a:pPr>
              <a:defRPr/>
            </a:pPr>
            <a:r>
              <a:rPr lang="en-US"/>
              <a:t>Bùi Quốc Trung - VLDC</a:t>
            </a:r>
          </a:p>
        </p:txBody>
      </p:sp>
      <p:sp>
        <p:nvSpPr>
          <p:cNvPr id="4" name="Slide Number Placeholder 3">
            <a:extLst>
              <a:ext uri="{FF2B5EF4-FFF2-40B4-BE49-F238E27FC236}">
                <a16:creationId xmlns:a16="http://schemas.microsoft.com/office/drawing/2014/main" id="{3D48EEE8-D4AD-27B9-A05F-C21EFED5EFF7}"/>
              </a:ext>
            </a:extLst>
          </p:cNvPr>
          <p:cNvSpPr>
            <a:spLocks noGrp="1"/>
          </p:cNvSpPr>
          <p:nvPr>
            <p:ph type="sldNum" sz="quarter" idx="12"/>
          </p:nvPr>
        </p:nvSpPr>
        <p:spPr/>
        <p:txBody>
          <a:bodyPr/>
          <a:lstStyle/>
          <a:p>
            <a:pPr>
              <a:defRPr/>
            </a:pPr>
            <a:fld id="{DA0BBFDE-23F6-4D0C-90FC-3AED58BCB197}" type="slidenum">
              <a:rPr lang="en-US" smtClean="0"/>
              <a:pPr>
                <a:defRPr/>
              </a:pPr>
              <a:t>15</a:t>
            </a:fld>
            <a:endParaRPr lang="en-US" dirty="0"/>
          </a:p>
        </p:txBody>
      </p:sp>
    </p:spTree>
    <p:extLst>
      <p:ext uri="{BB962C8B-B14F-4D97-AF65-F5344CB8AC3E}">
        <p14:creationId xmlns:p14="http://schemas.microsoft.com/office/powerpoint/2010/main" val="15365578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mph" presetSubtype="0" fill="hold" nodeType="clickEffect">
                                  <p:stCondLst>
                                    <p:cond delay="0"/>
                                  </p:stCondLst>
                                  <p:iterate type="lt">
                                    <p:tmPct val="4000"/>
                                  </p:iterate>
                                  <p:childTnLst>
                                    <p:set>
                                      <p:cBhvr override="childStyle">
                                        <p:cTn id="6" dur="500" fill="hold"/>
                                        <p:tgtEl>
                                          <p:spTgt spid="3">
                                            <p:txEl>
                                              <p:pRg st="3" end="3"/>
                                            </p:txEl>
                                          </p:spTgt>
                                        </p:tgtEl>
                                        <p:attrNameLst>
                                          <p:attrName>style.textDecorationUnderline</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85800"/>
            <a:ext cx="8229600" cy="5440363"/>
          </a:xfrm>
        </p:spPr>
        <p:txBody>
          <a:bodyPr/>
          <a:lstStyle/>
          <a:p>
            <a:pPr marL="0" indent="0">
              <a:buNone/>
            </a:pPr>
            <a:r>
              <a:rPr lang="en-US"/>
              <a:t>Một dây dẫn dài vô hạn mang dòng điện, tại điểm cách dây dẫn đó một đoạn 20 cm thì cảm ứng từ có độ lớn 1,2 </a:t>
            </a:r>
            <a:r>
              <a:rPr lang="en-US">
                <a:sym typeface="Symbol"/>
              </a:rPr>
              <a:t></a:t>
            </a:r>
            <a:r>
              <a:rPr lang="en-US"/>
              <a:t>T. Tại điểm cách dây dẫn đó 60 cm thì cảm ứng từ có độ lớn là:</a:t>
            </a:r>
          </a:p>
          <a:p>
            <a:pPr marL="0" indent="0">
              <a:buNone/>
            </a:pPr>
            <a:r>
              <a:rPr lang="en-US"/>
              <a:t>A. 0,2 </a:t>
            </a:r>
            <a:r>
              <a:rPr lang="en-US">
                <a:sym typeface="Symbol"/>
              </a:rPr>
              <a:t></a:t>
            </a:r>
            <a:r>
              <a:rPr lang="en-US"/>
              <a:t>T</a:t>
            </a:r>
          </a:p>
          <a:p>
            <a:pPr marL="0" indent="0">
              <a:buNone/>
            </a:pPr>
            <a:r>
              <a:rPr lang="en-US"/>
              <a:t>B. 3,6 </a:t>
            </a:r>
            <a:r>
              <a:rPr lang="en-US">
                <a:sym typeface="Symbol"/>
              </a:rPr>
              <a:t></a:t>
            </a:r>
            <a:r>
              <a:rPr lang="en-US"/>
              <a:t>T</a:t>
            </a:r>
          </a:p>
          <a:p>
            <a:pPr marL="0" indent="0">
              <a:buNone/>
            </a:pPr>
            <a:r>
              <a:rPr lang="en-US"/>
              <a:t>C. 0,4 </a:t>
            </a:r>
            <a:r>
              <a:rPr lang="en-US">
                <a:sym typeface="Symbol"/>
              </a:rPr>
              <a:t></a:t>
            </a:r>
            <a:r>
              <a:rPr lang="en-US"/>
              <a:t>T</a:t>
            </a:r>
          </a:p>
          <a:p>
            <a:pPr marL="0" indent="0">
              <a:buNone/>
            </a:pPr>
            <a:r>
              <a:rPr lang="en-US"/>
              <a:t>D. 4,8 </a:t>
            </a:r>
            <a:r>
              <a:rPr lang="en-US">
                <a:sym typeface="Symbol"/>
              </a:rPr>
              <a:t></a:t>
            </a:r>
            <a:r>
              <a:rPr lang="en-US"/>
              <a:t>T</a:t>
            </a:r>
          </a:p>
          <a:p>
            <a:endParaRPr lang="en-US"/>
          </a:p>
        </p:txBody>
      </p:sp>
      <p:sp>
        <p:nvSpPr>
          <p:cNvPr id="2" name="Footer Placeholder 1">
            <a:extLst>
              <a:ext uri="{FF2B5EF4-FFF2-40B4-BE49-F238E27FC236}">
                <a16:creationId xmlns:a16="http://schemas.microsoft.com/office/drawing/2014/main" id="{DA3E55BF-0737-3489-83A1-97C8882567E4}"/>
              </a:ext>
            </a:extLst>
          </p:cNvPr>
          <p:cNvSpPr>
            <a:spLocks noGrp="1"/>
          </p:cNvSpPr>
          <p:nvPr>
            <p:ph type="ftr" sz="quarter" idx="11"/>
          </p:nvPr>
        </p:nvSpPr>
        <p:spPr/>
        <p:txBody>
          <a:bodyPr/>
          <a:lstStyle/>
          <a:p>
            <a:pPr>
              <a:defRPr/>
            </a:pPr>
            <a:r>
              <a:rPr lang="en-US"/>
              <a:t>Bùi Quốc Trung - VLDC</a:t>
            </a:r>
          </a:p>
        </p:txBody>
      </p:sp>
      <p:sp>
        <p:nvSpPr>
          <p:cNvPr id="4" name="Slide Number Placeholder 3">
            <a:extLst>
              <a:ext uri="{FF2B5EF4-FFF2-40B4-BE49-F238E27FC236}">
                <a16:creationId xmlns:a16="http://schemas.microsoft.com/office/drawing/2014/main" id="{B1029440-F1DD-E480-6182-4ABC2F5D957D}"/>
              </a:ext>
            </a:extLst>
          </p:cNvPr>
          <p:cNvSpPr>
            <a:spLocks noGrp="1"/>
          </p:cNvSpPr>
          <p:nvPr>
            <p:ph type="sldNum" sz="quarter" idx="12"/>
          </p:nvPr>
        </p:nvSpPr>
        <p:spPr/>
        <p:txBody>
          <a:bodyPr/>
          <a:lstStyle/>
          <a:p>
            <a:pPr>
              <a:defRPr/>
            </a:pPr>
            <a:fld id="{DA0BBFDE-23F6-4D0C-90FC-3AED58BCB197}" type="slidenum">
              <a:rPr lang="en-US" smtClean="0"/>
              <a:pPr>
                <a:defRPr/>
              </a:pPr>
              <a:t>16</a:t>
            </a:fld>
            <a:endParaRPr lang="en-US" dirty="0"/>
          </a:p>
        </p:txBody>
      </p:sp>
    </p:spTree>
    <p:extLst>
      <p:ext uri="{BB962C8B-B14F-4D97-AF65-F5344CB8AC3E}">
        <p14:creationId xmlns:p14="http://schemas.microsoft.com/office/powerpoint/2010/main" val="35885038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mph" presetSubtype="0" fill="hold" nodeType="clickEffect">
                                  <p:stCondLst>
                                    <p:cond delay="0"/>
                                  </p:stCondLst>
                                  <p:iterate type="lt">
                                    <p:tmPct val="4000"/>
                                  </p:iterate>
                                  <p:childTnLst>
                                    <p:set>
                                      <p:cBhvr override="childStyle">
                                        <p:cTn id="6" dur="500" fill="hold"/>
                                        <p:tgtEl>
                                          <p:spTgt spid="3">
                                            <p:txEl>
                                              <p:pRg st="3" end="3"/>
                                            </p:txEl>
                                          </p:spTgt>
                                        </p:tgtEl>
                                        <p:attrNameLst>
                                          <p:attrName>style.textDecorationUnderline</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762000"/>
            <a:ext cx="8229600" cy="5364163"/>
          </a:xfrm>
        </p:spPr>
        <p:txBody>
          <a:bodyPr/>
          <a:lstStyle/>
          <a:p>
            <a:pPr marL="0" indent="0">
              <a:buNone/>
            </a:pPr>
            <a:r>
              <a:rPr lang="en-US"/>
              <a:t>Một dây dẫn được uốn thành vòng tròn có bán kính 30 cm. Dòng điện chạy trong dây dẫn có cường độ 3 A, cường độ từ trường tại tâm vòng dây có độ lớn bằng:</a:t>
            </a:r>
          </a:p>
          <a:p>
            <a:pPr marL="0" indent="0">
              <a:buNone/>
            </a:pPr>
            <a:r>
              <a:rPr lang="en-US"/>
              <a:t>A. 2 A/m</a:t>
            </a:r>
          </a:p>
          <a:p>
            <a:pPr marL="0" indent="0">
              <a:buNone/>
            </a:pPr>
            <a:r>
              <a:rPr lang="en-US"/>
              <a:t>B. 5 A/m</a:t>
            </a:r>
          </a:p>
          <a:p>
            <a:pPr marL="0" indent="0">
              <a:buNone/>
            </a:pPr>
            <a:r>
              <a:rPr lang="en-US"/>
              <a:t>C. 1 A/m</a:t>
            </a:r>
          </a:p>
          <a:p>
            <a:pPr marL="0" indent="0">
              <a:buNone/>
            </a:pPr>
            <a:r>
              <a:rPr lang="en-US"/>
              <a:t>D. 1,5 A/m</a:t>
            </a:r>
          </a:p>
          <a:p>
            <a:endParaRPr lang="en-US"/>
          </a:p>
        </p:txBody>
      </p:sp>
      <p:sp>
        <p:nvSpPr>
          <p:cNvPr id="2" name="Oval 1">
            <a:hlinkClick r:id="rId2" action="ppaction://hlinkfile"/>
          </p:cNvPr>
          <p:cNvSpPr/>
          <p:nvPr/>
        </p:nvSpPr>
        <p:spPr>
          <a:xfrm>
            <a:off x="8289471" y="6174179"/>
            <a:ext cx="3810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Footer Placeholder 3">
            <a:extLst>
              <a:ext uri="{FF2B5EF4-FFF2-40B4-BE49-F238E27FC236}">
                <a16:creationId xmlns:a16="http://schemas.microsoft.com/office/drawing/2014/main" id="{7A9A3BFF-A0E2-E0FE-6FB5-8432D613787D}"/>
              </a:ext>
            </a:extLst>
          </p:cNvPr>
          <p:cNvSpPr>
            <a:spLocks noGrp="1"/>
          </p:cNvSpPr>
          <p:nvPr>
            <p:ph type="ftr" sz="quarter" idx="11"/>
          </p:nvPr>
        </p:nvSpPr>
        <p:spPr/>
        <p:txBody>
          <a:bodyPr/>
          <a:lstStyle/>
          <a:p>
            <a:pPr>
              <a:defRPr/>
            </a:pPr>
            <a:r>
              <a:rPr lang="en-US"/>
              <a:t>Bùi Quốc Trung - VLDC</a:t>
            </a:r>
          </a:p>
        </p:txBody>
      </p:sp>
      <p:sp>
        <p:nvSpPr>
          <p:cNvPr id="5" name="Slide Number Placeholder 4">
            <a:extLst>
              <a:ext uri="{FF2B5EF4-FFF2-40B4-BE49-F238E27FC236}">
                <a16:creationId xmlns:a16="http://schemas.microsoft.com/office/drawing/2014/main" id="{8B4206EB-9F12-54F3-7AC6-A04DDBC51F7E}"/>
              </a:ext>
            </a:extLst>
          </p:cNvPr>
          <p:cNvSpPr>
            <a:spLocks noGrp="1"/>
          </p:cNvSpPr>
          <p:nvPr>
            <p:ph type="sldNum" sz="quarter" idx="12"/>
          </p:nvPr>
        </p:nvSpPr>
        <p:spPr/>
        <p:txBody>
          <a:bodyPr/>
          <a:lstStyle/>
          <a:p>
            <a:pPr>
              <a:defRPr/>
            </a:pPr>
            <a:fld id="{DA0BBFDE-23F6-4D0C-90FC-3AED58BCB197}" type="slidenum">
              <a:rPr lang="en-US" smtClean="0"/>
              <a:pPr>
                <a:defRPr/>
              </a:pPr>
              <a:t>17</a:t>
            </a:fld>
            <a:endParaRPr lang="en-US" dirty="0"/>
          </a:p>
        </p:txBody>
      </p:sp>
    </p:spTree>
    <p:extLst>
      <p:ext uri="{BB962C8B-B14F-4D97-AF65-F5344CB8AC3E}">
        <p14:creationId xmlns:p14="http://schemas.microsoft.com/office/powerpoint/2010/main" val="25205186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5" presetClass="emph" presetSubtype="0" nodeType="clickEffect">
                                  <p:stCondLst>
                                    <p:cond delay="0"/>
                                  </p:stCondLst>
                                  <p:iterate type="lt">
                                    <p:tmAbs val="25"/>
                                  </p:iterate>
                                  <p:childTnLst>
                                    <p:set>
                                      <p:cBhvr override="childStyle">
                                        <p:cTn id="6" dur="indefinite"/>
                                        <p:tgtEl>
                                          <p:spTgt spid="3">
                                            <p:txEl>
                                              <p:pRg st="2" end="2"/>
                                            </p:txEl>
                                          </p:spTgt>
                                        </p:tgtEl>
                                        <p:attrNameLst>
                                          <p:attrName>style.fontWeight</p:attrName>
                                        </p:attrNameLst>
                                      </p:cBhvr>
                                      <p:to>
                                        <p:strVal val="bol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066800"/>
            <a:ext cx="8229600" cy="5059363"/>
          </a:xfrm>
        </p:spPr>
        <p:txBody>
          <a:bodyPr/>
          <a:lstStyle/>
          <a:p>
            <a:pPr marL="0" indent="0">
              <a:buNone/>
            </a:pPr>
            <a:r>
              <a:rPr lang="fr-FR"/>
              <a:t>Một khung dây tròn bán kính 10 cm, đặt trong không khí, trên đó quấn 100 vòng dây mảnh. Cường độ dòng điện qua mỗi vòng dây là 1 A, </a:t>
            </a:r>
            <a:r>
              <a:rPr lang="en-US"/>
              <a:t>cảm ứng từ tại tâm khung dây là </a:t>
            </a:r>
          </a:p>
          <a:p>
            <a:pPr marL="0" indent="0">
              <a:buNone/>
            </a:pPr>
            <a:r>
              <a:rPr lang="en-US"/>
              <a:t>A. 6,28.10</a:t>
            </a:r>
            <a:r>
              <a:rPr lang="en-US" baseline="30000"/>
              <a:t> – 4</a:t>
            </a:r>
            <a:r>
              <a:rPr lang="en-US"/>
              <a:t> T</a:t>
            </a:r>
          </a:p>
          <a:p>
            <a:pPr marL="0" indent="0">
              <a:buNone/>
            </a:pPr>
            <a:r>
              <a:rPr lang="en-US"/>
              <a:t>B. 500 T	</a:t>
            </a:r>
          </a:p>
          <a:p>
            <a:pPr marL="0" indent="0">
              <a:buNone/>
            </a:pPr>
            <a:r>
              <a:rPr lang="en-US"/>
              <a:t>C. 5 T			</a:t>
            </a:r>
          </a:p>
          <a:p>
            <a:pPr marL="0" indent="0">
              <a:buNone/>
            </a:pPr>
            <a:r>
              <a:rPr lang="en-US"/>
              <a:t>D. 2.10</a:t>
            </a:r>
            <a:r>
              <a:rPr lang="en-US" baseline="30000"/>
              <a:t> – 4</a:t>
            </a:r>
            <a:r>
              <a:rPr lang="en-US"/>
              <a:t> T</a:t>
            </a:r>
          </a:p>
          <a:p>
            <a:pPr marL="0" indent="0">
              <a:buNone/>
            </a:pPr>
            <a:endParaRPr lang="en-US"/>
          </a:p>
        </p:txBody>
      </p:sp>
      <mc:AlternateContent xmlns:mc="http://schemas.openxmlformats.org/markup-compatibility/2006" xmlns:a14="http://schemas.microsoft.com/office/drawing/2010/main">
        <mc:Choice Requires="a14">
          <p:sp>
            <p:nvSpPr>
              <p:cNvPr id="2" name="Rectangle 1"/>
              <p:cNvSpPr/>
              <p:nvPr/>
            </p:nvSpPr>
            <p:spPr>
              <a:xfrm>
                <a:off x="4038600" y="3657600"/>
                <a:ext cx="4191000" cy="25908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B = 100.</a:t>
                </a:r>
                <a14:m>
                  <m:oMath xmlns:m="http://schemas.openxmlformats.org/officeDocument/2006/math">
                    <m:f>
                      <m:fPr>
                        <m:ctrlPr>
                          <a:rPr lang="en-US" i="1" smtClean="0">
                            <a:latin typeface="Cambria Math" panose="02040503050406030204" pitchFamily="18" charset="0"/>
                          </a:rPr>
                        </m:ctrlPr>
                      </m:fPr>
                      <m:num>
                        <m:r>
                          <a:rPr lang="en-US" b="0" i="1" smtClean="0">
                            <a:latin typeface="Cambria Math"/>
                          </a:rPr>
                          <m:t>4</m:t>
                        </m:r>
                        <m:r>
                          <a:rPr lang="en-US" b="0" i="1" smtClean="0">
                            <a:latin typeface="Cambria Math"/>
                            <a:ea typeface="Cambria Math"/>
                          </a:rPr>
                          <m:t>𝜋</m:t>
                        </m:r>
                        <m:r>
                          <a:rPr lang="en-US" b="0" i="1" smtClean="0">
                            <a:latin typeface="Cambria Math"/>
                            <a:ea typeface="Cambria Math"/>
                          </a:rPr>
                          <m:t>.</m:t>
                        </m:r>
                        <m:sSup>
                          <m:sSupPr>
                            <m:ctrlPr>
                              <a:rPr lang="en-US" b="0" i="1" smtClean="0">
                                <a:latin typeface="Cambria Math" panose="02040503050406030204" pitchFamily="18" charset="0"/>
                                <a:ea typeface="Cambria Math"/>
                              </a:rPr>
                            </m:ctrlPr>
                          </m:sSupPr>
                          <m:e>
                            <m:r>
                              <a:rPr lang="en-US" b="0" i="1" smtClean="0">
                                <a:latin typeface="Cambria Math"/>
                                <a:ea typeface="Cambria Math"/>
                              </a:rPr>
                              <m:t>10</m:t>
                            </m:r>
                          </m:e>
                          <m:sup>
                            <m:r>
                              <a:rPr lang="en-US" b="0" i="1" smtClean="0">
                                <a:latin typeface="Cambria Math"/>
                                <a:ea typeface="Cambria Math"/>
                              </a:rPr>
                              <m:t>−7</m:t>
                            </m:r>
                          </m:sup>
                        </m:sSup>
                        <m:r>
                          <a:rPr lang="en-US" b="0" i="1" smtClean="0">
                            <a:latin typeface="Cambria Math"/>
                            <a:ea typeface="Cambria Math"/>
                          </a:rPr>
                          <m:t>.1</m:t>
                        </m:r>
                      </m:num>
                      <m:den>
                        <m:r>
                          <a:rPr lang="en-US" b="0" i="1" smtClean="0">
                            <a:latin typeface="Cambria Math"/>
                          </a:rPr>
                          <m:t>2.0,1</m:t>
                        </m:r>
                      </m:den>
                    </m:f>
                  </m:oMath>
                </a14:m>
                <a:endParaRPr lang="en-US" dirty="0"/>
              </a:p>
            </p:txBody>
          </p:sp>
        </mc:Choice>
        <mc:Fallback xmlns="">
          <p:sp>
            <p:nvSpPr>
              <p:cNvPr id="2" name="Rectangle 1"/>
              <p:cNvSpPr>
                <a:spLocks noRot="1" noChangeAspect="1" noMove="1" noResize="1" noEditPoints="1" noAdjustHandles="1" noChangeArrowheads="1" noChangeShapeType="1" noTextEdit="1"/>
              </p:cNvSpPr>
              <p:nvPr/>
            </p:nvSpPr>
            <p:spPr>
              <a:xfrm>
                <a:off x="4038600" y="3657600"/>
                <a:ext cx="4191000" cy="2590800"/>
              </a:xfrm>
              <a:prstGeom prst="rect">
                <a:avLst/>
              </a:prstGeom>
              <a:blipFill rotWithShape="1">
                <a:blip r:embed="rId2"/>
                <a:stretch>
                  <a:fillRect/>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819C4C86-4FE3-6A88-0338-09CD034CBB21}"/>
              </a:ext>
            </a:extLst>
          </p:cNvPr>
          <p:cNvSpPr>
            <a:spLocks noGrp="1"/>
          </p:cNvSpPr>
          <p:nvPr>
            <p:ph type="ftr" sz="quarter" idx="11"/>
          </p:nvPr>
        </p:nvSpPr>
        <p:spPr/>
        <p:txBody>
          <a:bodyPr/>
          <a:lstStyle/>
          <a:p>
            <a:pPr>
              <a:defRPr/>
            </a:pPr>
            <a:r>
              <a:rPr lang="en-US"/>
              <a:t>Bùi Quốc Trung - VLDC</a:t>
            </a:r>
          </a:p>
        </p:txBody>
      </p:sp>
      <p:sp>
        <p:nvSpPr>
          <p:cNvPr id="5" name="Slide Number Placeholder 4">
            <a:extLst>
              <a:ext uri="{FF2B5EF4-FFF2-40B4-BE49-F238E27FC236}">
                <a16:creationId xmlns:a16="http://schemas.microsoft.com/office/drawing/2014/main" id="{DBFA49CC-7211-B2AB-C129-F8B1721B39FB}"/>
              </a:ext>
            </a:extLst>
          </p:cNvPr>
          <p:cNvSpPr>
            <a:spLocks noGrp="1"/>
          </p:cNvSpPr>
          <p:nvPr>
            <p:ph type="sldNum" sz="quarter" idx="12"/>
          </p:nvPr>
        </p:nvSpPr>
        <p:spPr/>
        <p:txBody>
          <a:bodyPr/>
          <a:lstStyle/>
          <a:p>
            <a:pPr>
              <a:defRPr/>
            </a:pPr>
            <a:fld id="{DA0BBFDE-23F6-4D0C-90FC-3AED58BCB197}" type="slidenum">
              <a:rPr lang="en-US" smtClean="0"/>
              <a:pPr>
                <a:defRPr/>
              </a:pPr>
              <a:t>18</a:t>
            </a:fld>
            <a:endParaRPr lang="en-US" dirty="0"/>
          </a:p>
        </p:txBody>
      </p:sp>
    </p:spTree>
    <p:extLst>
      <p:ext uri="{BB962C8B-B14F-4D97-AF65-F5344CB8AC3E}">
        <p14:creationId xmlns:p14="http://schemas.microsoft.com/office/powerpoint/2010/main" val="19462054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mph" presetSubtype="0" fill="hold" nodeType="clickEffect">
                                  <p:stCondLst>
                                    <p:cond delay="0"/>
                                  </p:stCondLst>
                                  <p:iterate type="lt">
                                    <p:tmPct val="4000"/>
                                  </p:iterate>
                                  <p:childTnLst>
                                    <p:set>
                                      <p:cBhvr override="childStyle">
                                        <p:cTn id="6" dur="500" fill="hold"/>
                                        <p:tgtEl>
                                          <p:spTgt spid="3">
                                            <p:txEl>
                                              <p:pRg st="1" end="1"/>
                                            </p:txEl>
                                          </p:spTgt>
                                        </p:tgtEl>
                                        <p:attrNameLst>
                                          <p:attrName>style.textDecorationUnderline</p:attrName>
                                        </p:attrNameLst>
                                      </p:cBhvr>
                                      <p:to>
                                        <p:strVal val="true"/>
                                      </p:to>
                                    </p:set>
                                  </p:childTnLst>
                                </p:cTn>
                              </p:par>
                            </p:childTnLst>
                          </p:cTn>
                        </p:par>
                      </p:childTnLst>
                    </p:cTn>
                  </p:par>
                  <p:par>
                    <p:cTn id="7" fill="hold">
                      <p:stCondLst>
                        <p:cond delay="indefinite"/>
                      </p:stCondLst>
                      <p:childTnLst>
                        <p:par>
                          <p:cTn id="8" fill="hold">
                            <p:stCondLst>
                              <p:cond delay="0"/>
                            </p:stCondLst>
                            <p:childTnLst>
                              <p:par>
                                <p:cTn id="9" presetID="6" presetClass="entr" presetSubtype="16"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circle(in)">
                                      <p:cBhvr>
                                        <p:cTn id="11"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Rounded Rectangle 32"/>
          <p:cNvSpPr/>
          <p:nvPr/>
        </p:nvSpPr>
        <p:spPr>
          <a:xfrm>
            <a:off x="670796" y="1323975"/>
            <a:ext cx="2438400" cy="914400"/>
          </a:xfrm>
          <a:prstGeom prst="roundRect">
            <a:avLst/>
          </a:prstGeom>
          <a:solidFill>
            <a:srgbClr val="FFFF6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cxnSp>
        <p:nvCxnSpPr>
          <p:cNvPr id="5" name="Straight Arrow Connector 4"/>
          <p:cNvCxnSpPr/>
          <p:nvPr/>
        </p:nvCxnSpPr>
        <p:spPr>
          <a:xfrm rot="5400000" flipH="1" flipV="1">
            <a:off x="6667500" y="2809875"/>
            <a:ext cx="914400" cy="533400"/>
          </a:xfrm>
          <a:prstGeom prst="straightConnector1">
            <a:avLst/>
          </a:prstGeom>
          <a:ln w="25400">
            <a:solidFill>
              <a:srgbClr val="FFFF00"/>
            </a:solidFill>
            <a:tailEnd type="arrow"/>
          </a:ln>
        </p:spPr>
        <p:style>
          <a:lnRef idx="1">
            <a:schemeClr val="accent1"/>
          </a:lnRef>
          <a:fillRef idx="0">
            <a:schemeClr val="accent1"/>
          </a:fillRef>
          <a:effectRef idx="0">
            <a:schemeClr val="accent1"/>
          </a:effectRef>
          <a:fontRef idx="minor">
            <a:schemeClr val="tx1"/>
          </a:fontRef>
        </p:style>
      </p:cxnSp>
      <p:sp>
        <p:nvSpPr>
          <p:cNvPr id="8" name="TextBox 7"/>
          <p:cNvSpPr txBox="1">
            <a:spLocks noChangeArrowheads="1"/>
          </p:cNvSpPr>
          <p:nvPr/>
        </p:nvSpPr>
        <p:spPr bwMode="auto">
          <a:xfrm>
            <a:off x="4876800" y="2238375"/>
            <a:ext cx="6096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a:solidFill>
                  <a:schemeClr val="bg1"/>
                </a:solidFill>
              </a:rPr>
              <a:t>(C)</a:t>
            </a:r>
          </a:p>
        </p:txBody>
      </p:sp>
      <p:cxnSp>
        <p:nvCxnSpPr>
          <p:cNvPr id="10" name="Straight Arrow Connector 9"/>
          <p:cNvCxnSpPr>
            <a:endCxn id="8" idx="2"/>
          </p:cNvCxnSpPr>
          <p:nvPr/>
        </p:nvCxnSpPr>
        <p:spPr>
          <a:xfrm rot="10800000">
            <a:off x="5181600" y="2608263"/>
            <a:ext cx="685800" cy="392112"/>
          </a:xfrm>
          <a:prstGeom prst="straightConnector1">
            <a:avLst/>
          </a:prstGeom>
          <a:ln>
            <a:solidFill>
              <a:schemeClr val="bg1"/>
            </a:solidFill>
            <a:prstDash val="dash"/>
            <a:tailEnd type="arrow"/>
          </a:ln>
        </p:spPr>
        <p:style>
          <a:lnRef idx="1">
            <a:schemeClr val="accent1"/>
          </a:lnRef>
          <a:fillRef idx="0">
            <a:schemeClr val="accent1"/>
          </a:fillRef>
          <a:effectRef idx="0">
            <a:schemeClr val="accent1"/>
          </a:effectRef>
          <a:fontRef idx="minor">
            <a:schemeClr val="tx1"/>
          </a:fontRef>
        </p:style>
      </p:cxnSp>
      <p:sp>
        <p:nvSpPr>
          <p:cNvPr id="11" name="TextBox 10"/>
          <p:cNvSpPr txBox="1">
            <a:spLocks noChangeArrowheads="1"/>
          </p:cNvSpPr>
          <p:nvPr/>
        </p:nvSpPr>
        <p:spPr bwMode="auto">
          <a:xfrm>
            <a:off x="6781800" y="2847975"/>
            <a:ext cx="3810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a:solidFill>
                  <a:schemeClr val="bg1"/>
                </a:solidFill>
              </a:rPr>
              <a:t>R</a:t>
            </a:r>
          </a:p>
        </p:txBody>
      </p:sp>
      <p:graphicFrame>
        <p:nvGraphicFramePr>
          <p:cNvPr id="24587" name="Object 11"/>
          <p:cNvGraphicFramePr>
            <a:graphicFrameLocks noChangeAspect="1"/>
          </p:cNvGraphicFramePr>
          <p:nvPr>
            <p:extLst>
              <p:ext uri="{D42A27DB-BD31-4B8C-83A1-F6EECF244321}">
                <p14:modId xmlns:p14="http://schemas.microsoft.com/office/powerpoint/2010/main" val="1858870676"/>
              </p:ext>
            </p:extLst>
          </p:nvPr>
        </p:nvGraphicFramePr>
        <p:xfrm>
          <a:off x="735281" y="1447800"/>
          <a:ext cx="2253881" cy="698500"/>
        </p:xfrm>
        <a:graphic>
          <a:graphicData uri="http://schemas.openxmlformats.org/presentationml/2006/ole">
            <mc:AlternateContent xmlns:mc="http://schemas.openxmlformats.org/markup-compatibility/2006">
              <mc:Choice xmlns:v="urn:schemas-microsoft-com:vml" Requires="v">
                <p:oleObj name="Equation" r:id="rId2" imgW="711200" imgH="228600" progId="Equation.3">
                  <p:embed/>
                </p:oleObj>
              </mc:Choice>
              <mc:Fallback>
                <p:oleObj name="Equation" r:id="rId2" imgW="711200" imgH="228600"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5281" y="1447800"/>
                        <a:ext cx="2253881" cy="698500"/>
                      </a:xfrm>
                      <a:prstGeom prst="rect">
                        <a:avLst/>
                      </a:prstGeom>
                      <a:noFill/>
                      <a:ln>
                        <a:noFill/>
                      </a:ln>
                      <a:effectLst/>
                    </p:spPr>
                  </p:pic>
                </p:oleObj>
              </mc:Fallback>
            </mc:AlternateContent>
          </a:graphicData>
        </a:graphic>
      </p:graphicFrame>
      <p:sp>
        <p:nvSpPr>
          <p:cNvPr id="23" name="Right Arrow 22"/>
          <p:cNvSpPr/>
          <p:nvPr/>
        </p:nvSpPr>
        <p:spPr>
          <a:xfrm>
            <a:off x="304800" y="1463675"/>
            <a:ext cx="182408" cy="635000"/>
          </a:xfrm>
          <a:prstGeom prst="rightArrow">
            <a:avLst/>
          </a:prstGeom>
          <a:solidFill>
            <a:srgbClr val="F7741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srgbClr val="F77411"/>
              </a:solidFill>
            </a:endParaRPr>
          </a:p>
        </p:txBody>
      </p:sp>
      <p:grpSp>
        <p:nvGrpSpPr>
          <p:cNvPr id="4" name="Group 30"/>
          <p:cNvGrpSpPr>
            <a:grpSpLocks/>
          </p:cNvGrpSpPr>
          <p:nvPr/>
        </p:nvGrpSpPr>
        <p:grpSpPr bwMode="auto">
          <a:xfrm>
            <a:off x="1714500" y="3256189"/>
            <a:ext cx="2590800" cy="1143000"/>
            <a:chOff x="4800600" y="5715000"/>
            <a:chExt cx="2590800" cy="1143000"/>
          </a:xfrm>
        </p:grpSpPr>
        <p:cxnSp>
          <p:nvCxnSpPr>
            <p:cNvPr id="26" name="Straight Connector 25"/>
            <p:cNvCxnSpPr/>
            <p:nvPr/>
          </p:nvCxnSpPr>
          <p:spPr>
            <a:xfrm>
              <a:off x="4800600" y="6172200"/>
              <a:ext cx="2438400" cy="158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Content Placeholder 2"/>
            <p:cNvSpPr txBox="1">
              <a:spLocks/>
            </p:cNvSpPr>
            <p:nvPr/>
          </p:nvSpPr>
          <p:spPr bwMode="auto">
            <a:xfrm>
              <a:off x="4800600" y="5715000"/>
              <a:ext cx="2590800" cy="609600"/>
            </a:xfrm>
            <a:prstGeom prst="rect">
              <a:avLst/>
            </a:prstGeom>
            <a:noFill/>
            <a:ln w="9525">
              <a:noFill/>
              <a:miter lim="800000"/>
              <a:headEnd/>
              <a:tailEnd/>
            </a:ln>
          </p:spPr>
          <p:txBody>
            <a:bodyPr/>
            <a:lstStyle/>
            <a:p>
              <a:pPr marL="274320" indent="-274320" fontAlgn="auto">
                <a:spcBef>
                  <a:spcPct val="20000"/>
                </a:spcBef>
                <a:spcAft>
                  <a:spcPts val="0"/>
                </a:spcAft>
                <a:buClr>
                  <a:schemeClr val="accent3"/>
                </a:buClr>
                <a:buSzPct val="95000"/>
                <a:defRPr/>
              </a:pPr>
              <a:r>
                <a:rPr lang="en-US" sz="2400" dirty="0" err="1">
                  <a:latin typeface="Times New Roman" pitchFamily="18" charset="0"/>
                  <a:cs typeface="Times New Roman" pitchFamily="18" charset="0"/>
                </a:rPr>
                <a:t>Tổng</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số</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vòng</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dây</a:t>
              </a:r>
              <a:endParaRPr lang="en-US" sz="2400" dirty="0">
                <a:latin typeface="Times New Roman" pitchFamily="18" charset="0"/>
                <a:cs typeface="Times New Roman" pitchFamily="18" charset="0"/>
              </a:endParaRPr>
            </a:p>
          </p:txBody>
        </p:sp>
        <p:sp>
          <p:nvSpPr>
            <p:cNvPr id="29" name="Content Placeholder 2"/>
            <p:cNvSpPr txBox="1">
              <a:spLocks/>
            </p:cNvSpPr>
            <p:nvPr/>
          </p:nvSpPr>
          <p:spPr bwMode="auto">
            <a:xfrm>
              <a:off x="4800600" y="6248400"/>
              <a:ext cx="2590800" cy="609600"/>
            </a:xfrm>
            <a:prstGeom prst="rect">
              <a:avLst/>
            </a:prstGeom>
            <a:noFill/>
            <a:ln w="9525">
              <a:noFill/>
              <a:miter lim="800000"/>
              <a:headEnd/>
              <a:tailEnd/>
            </a:ln>
          </p:spPr>
          <p:txBody>
            <a:bodyPr/>
            <a:lstStyle/>
            <a:p>
              <a:pPr marL="274320" indent="-274320" fontAlgn="auto">
                <a:spcBef>
                  <a:spcPct val="20000"/>
                </a:spcBef>
                <a:spcAft>
                  <a:spcPts val="0"/>
                </a:spcAft>
                <a:buClr>
                  <a:schemeClr val="accent3"/>
                </a:buClr>
                <a:buSzPct val="95000"/>
                <a:defRPr/>
              </a:pPr>
              <a:r>
                <a:rPr lang="en-US" sz="2400" dirty="0" err="1">
                  <a:latin typeface="Times New Roman" pitchFamily="18" charset="0"/>
                  <a:cs typeface="Times New Roman" pitchFamily="18" charset="0"/>
                </a:rPr>
                <a:t>Chiều</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dài</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của</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ống</a:t>
              </a:r>
              <a:endParaRPr lang="en-US" sz="2400" dirty="0">
                <a:latin typeface="Times New Roman" pitchFamily="18" charset="0"/>
                <a:cs typeface="Times New Roman" pitchFamily="18" charset="0"/>
              </a:endParaRPr>
            </a:p>
          </p:txBody>
        </p:sp>
      </p:grpSp>
      <p:sp>
        <p:nvSpPr>
          <p:cNvPr id="32" name="Content Placeholder 2"/>
          <p:cNvSpPr txBox="1">
            <a:spLocks/>
          </p:cNvSpPr>
          <p:nvPr/>
        </p:nvSpPr>
        <p:spPr bwMode="auto">
          <a:xfrm>
            <a:off x="288967" y="2466975"/>
            <a:ext cx="685800" cy="609600"/>
          </a:xfrm>
          <a:prstGeom prst="rect">
            <a:avLst/>
          </a:prstGeom>
          <a:noFill/>
          <a:ln w="9525">
            <a:noFill/>
            <a:miter lim="800000"/>
            <a:headEnd/>
            <a:tailEnd/>
          </a:ln>
        </p:spPr>
        <p:txBody>
          <a:bodyPr/>
          <a:lstStyle/>
          <a:p>
            <a:pPr marL="274320" indent="-274320" fontAlgn="auto">
              <a:spcBef>
                <a:spcPct val="20000"/>
              </a:spcBef>
              <a:spcAft>
                <a:spcPts val="0"/>
              </a:spcAft>
              <a:buClr>
                <a:schemeClr val="accent3"/>
              </a:buClr>
              <a:buSzPct val="95000"/>
              <a:defRPr/>
            </a:pPr>
            <a:r>
              <a:rPr lang="en-US" sz="2400" dirty="0">
                <a:solidFill>
                  <a:srgbClr val="C00000"/>
                </a:solidFill>
                <a:latin typeface="Times New Roman" pitchFamily="18" charset="0"/>
                <a:cs typeface="Times New Roman" pitchFamily="18" charset="0"/>
              </a:rPr>
              <a:t>v</a:t>
            </a:r>
            <a:r>
              <a:rPr lang="vi-VN" sz="2400" dirty="0">
                <a:solidFill>
                  <a:srgbClr val="C00000"/>
                </a:solidFill>
                <a:latin typeface="Times New Roman" pitchFamily="18" charset="0"/>
                <a:cs typeface="Times New Roman" pitchFamily="18" charset="0"/>
              </a:rPr>
              <a:t>ới</a:t>
            </a:r>
            <a:endParaRPr lang="en-US" sz="2400" dirty="0">
              <a:solidFill>
                <a:srgbClr val="C00000"/>
              </a:solidFill>
              <a:latin typeface="Times New Roman" pitchFamily="18" charset="0"/>
              <a:cs typeface="Times New Roman" pitchFamily="18" charset="0"/>
            </a:endParaRPr>
          </a:p>
        </p:txBody>
      </p:sp>
      <p:pic>
        <p:nvPicPr>
          <p:cNvPr id="34" name="Picture 12" descr="E:\Work\Food Industry College\Dien-Tu truong\Hinh anh\Tu truong khong doi\Solenoid2.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33900" y="457200"/>
            <a:ext cx="4495800" cy="3333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 name="Content Placeholder 2"/>
          <p:cNvSpPr txBox="1">
            <a:spLocks/>
          </p:cNvSpPr>
          <p:nvPr/>
        </p:nvSpPr>
        <p:spPr bwMode="auto">
          <a:xfrm>
            <a:off x="152401" y="457200"/>
            <a:ext cx="3810000" cy="638175"/>
          </a:xfrm>
          <a:prstGeom prst="rect">
            <a:avLst/>
          </a:prstGeom>
          <a:noFill/>
          <a:ln w="9525">
            <a:noFill/>
            <a:miter lim="800000"/>
            <a:headEnd/>
            <a:tailEnd/>
          </a:ln>
        </p:spPr>
        <p:txBody>
          <a:bodyPr/>
          <a:lstStyle/>
          <a:p>
            <a:pPr marL="274320" indent="-274320" fontAlgn="auto">
              <a:spcBef>
                <a:spcPct val="20000"/>
              </a:spcBef>
              <a:spcAft>
                <a:spcPts val="0"/>
              </a:spcAft>
              <a:buClr>
                <a:schemeClr val="accent3"/>
              </a:buClr>
              <a:buSzPct val="95000"/>
              <a:defRPr/>
            </a:pPr>
            <a:r>
              <a:rPr lang="en-US" sz="3200" b="1" u="sng">
                <a:solidFill>
                  <a:srgbClr val="0808FC"/>
                </a:solidFill>
                <a:latin typeface="Times New Roman" pitchFamily="18" charset="0"/>
                <a:cs typeface="Times New Roman" pitchFamily="18" charset="0"/>
              </a:rPr>
              <a:t>Ống dây dài vô hạn</a:t>
            </a:r>
            <a:r>
              <a:rPr lang="en-US" sz="3200" b="1">
                <a:solidFill>
                  <a:srgbClr val="0808FC"/>
                </a:solidFill>
                <a:latin typeface="Times New Roman" pitchFamily="18" charset="0"/>
                <a:cs typeface="Times New Roman" pitchFamily="18" charset="0"/>
              </a:rPr>
              <a:t>:</a:t>
            </a:r>
            <a:endParaRPr lang="en-US" sz="3200" b="1" dirty="0">
              <a:solidFill>
                <a:srgbClr val="0808FC"/>
              </a:solidFill>
              <a:latin typeface="Times New Roman" pitchFamily="18" charset="0"/>
              <a:cs typeface="Times New Roman" pitchFamily="18" charset="0"/>
            </a:endParaRPr>
          </a:p>
        </p:txBody>
      </p:sp>
      <mc:AlternateContent xmlns:mc="http://schemas.openxmlformats.org/markup-compatibility/2006" xmlns:a14="http://schemas.microsoft.com/office/drawing/2010/main">
        <mc:Choice Requires="a14">
          <p:sp>
            <p:nvSpPr>
              <p:cNvPr id="7" name="Rectangle 6"/>
              <p:cNvSpPr/>
              <p:nvPr/>
            </p:nvSpPr>
            <p:spPr>
              <a:xfrm>
                <a:off x="-9401" y="3314700"/>
                <a:ext cx="1752600" cy="914400"/>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3200" b="1"/>
                  <a:t>n</a:t>
                </a:r>
                <a:r>
                  <a:rPr lang="en-US" sz="2000" b="1"/>
                  <a:t>0</a:t>
                </a:r>
                <a:r>
                  <a:rPr lang="en-US" sz="3200" b="1"/>
                  <a:t> = </a:t>
                </a:r>
                <a14:m>
                  <m:oMath xmlns:m="http://schemas.openxmlformats.org/officeDocument/2006/math">
                    <m:f>
                      <m:fPr>
                        <m:ctrlPr>
                          <a:rPr lang="en-US" sz="3200" b="1" i="1" smtClean="0">
                            <a:latin typeface="Cambria Math" panose="02040503050406030204" pitchFamily="18" charset="0"/>
                          </a:rPr>
                        </m:ctrlPr>
                      </m:fPr>
                      <m:num>
                        <m:r>
                          <a:rPr lang="en-US" sz="3200" b="1" i="0" smtClean="0">
                            <a:latin typeface="Cambria Math"/>
                          </a:rPr>
                          <m:t>𝐧</m:t>
                        </m:r>
                      </m:num>
                      <m:den>
                        <m:r>
                          <a:rPr lang="en-US" sz="3200" b="1" i="0" smtClean="0">
                            <a:latin typeface="Cambria Math"/>
                          </a:rPr>
                          <m:t>𝐥</m:t>
                        </m:r>
                      </m:den>
                    </m:f>
                  </m:oMath>
                </a14:m>
                <a:r>
                  <a:rPr lang="en-US" sz="3200" b="1"/>
                  <a:t> =</a:t>
                </a:r>
              </a:p>
            </p:txBody>
          </p:sp>
        </mc:Choice>
        <mc:Fallback xmlns="">
          <p:sp>
            <p:nvSpPr>
              <p:cNvPr id="7" name="Rectangle 6"/>
              <p:cNvSpPr>
                <a:spLocks noRot="1" noChangeAspect="1" noMove="1" noResize="1" noEditPoints="1" noAdjustHandles="1" noChangeArrowheads="1" noChangeShapeType="1" noTextEdit="1"/>
              </p:cNvSpPr>
              <p:nvPr/>
            </p:nvSpPr>
            <p:spPr>
              <a:xfrm>
                <a:off x="-9401" y="3314700"/>
                <a:ext cx="1752600" cy="914400"/>
              </a:xfrm>
              <a:prstGeom prst="rect">
                <a:avLst/>
              </a:prstGeom>
              <a:blipFill rotWithShape="1">
                <a:blip r:embed="rId6"/>
                <a:stretch>
                  <a:fillRect b="-2000"/>
                </a:stretch>
              </a:blipFill>
              <a:ln>
                <a:noFill/>
              </a:ln>
            </p:spPr>
            <p:txBody>
              <a:bodyPr/>
              <a:lstStyle/>
              <a:p>
                <a:r>
                  <a:rPr lang="en-US">
                    <a:noFill/>
                  </a:rPr>
                  <a:t> </a:t>
                </a:r>
              </a:p>
            </p:txBody>
          </p:sp>
        </mc:Fallback>
      </mc:AlternateContent>
      <p:sp>
        <p:nvSpPr>
          <p:cNvPr id="2" name="Footer Placeholder 1">
            <a:extLst>
              <a:ext uri="{FF2B5EF4-FFF2-40B4-BE49-F238E27FC236}">
                <a16:creationId xmlns:a16="http://schemas.microsoft.com/office/drawing/2014/main" id="{A17F0BDB-3A05-1F46-582C-137F147F5C1B}"/>
              </a:ext>
            </a:extLst>
          </p:cNvPr>
          <p:cNvSpPr>
            <a:spLocks noGrp="1"/>
          </p:cNvSpPr>
          <p:nvPr>
            <p:ph type="ftr" sz="quarter" idx="11"/>
          </p:nvPr>
        </p:nvSpPr>
        <p:spPr/>
        <p:txBody>
          <a:bodyPr/>
          <a:lstStyle/>
          <a:p>
            <a:pPr>
              <a:defRPr/>
            </a:pPr>
            <a:r>
              <a:rPr lang="en-US"/>
              <a:t>Bùi Quốc Trung - VLDC</a:t>
            </a:r>
          </a:p>
        </p:txBody>
      </p:sp>
      <p:sp>
        <p:nvSpPr>
          <p:cNvPr id="3" name="Slide Number Placeholder 2">
            <a:extLst>
              <a:ext uri="{FF2B5EF4-FFF2-40B4-BE49-F238E27FC236}">
                <a16:creationId xmlns:a16="http://schemas.microsoft.com/office/drawing/2014/main" id="{CE22B032-19F4-A3BE-2E67-AF9F34953108}"/>
              </a:ext>
            </a:extLst>
          </p:cNvPr>
          <p:cNvSpPr>
            <a:spLocks noGrp="1"/>
          </p:cNvSpPr>
          <p:nvPr>
            <p:ph type="sldNum" sz="quarter" idx="12"/>
          </p:nvPr>
        </p:nvSpPr>
        <p:spPr/>
        <p:txBody>
          <a:bodyPr/>
          <a:lstStyle/>
          <a:p>
            <a:pPr>
              <a:defRPr/>
            </a:pPr>
            <a:fld id="{DA0BBFDE-23F6-4D0C-90FC-3AED58BCB197}" type="slidenum">
              <a:rPr lang="en-US" smtClean="0"/>
              <a:pPr>
                <a:defRPr/>
              </a:pPr>
              <a:t>19</a:t>
            </a:fld>
            <a:endParaRPr lang="en-US" dirty="0"/>
          </a:p>
        </p:txBody>
      </p:sp>
    </p:spTree>
    <p:extLst>
      <p:ext uri="{BB962C8B-B14F-4D97-AF65-F5344CB8AC3E}">
        <p14:creationId xmlns:p14="http://schemas.microsoft.com/office/powerpoint/2010/main" val="318383018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4" presetClass="entr" presetSubtype="1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randombar(horizontal)">
                                      <p:cBhvr>
                                        <p:cTn id="7" dur="500"/>
                                        <p:tgtEl>
                                          <p:spTgt spid="10"/>
                                        </p:tgtEl>
                                      </p:cBhvr>
                                    </p:animEffect>
                                  </p:childTnLst>
                                </p:cTn>
                              </p:par>
                              <p:par>
                                <p:cTn id="8" presetID="14" presetClass="entr" presetSubtype="1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randombar(horizontal)">
                                      <p:cBhvr>
                                        <p:cTn id="10" dur="500"/>
                                        <p:tgtEl>
                                          <p:spTgt spid="8"/>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8" presetClass="entr" presetSubtype="32"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diamond(out)">
                                      <p:cBhvr>
                                        <p:cTn id="15" dur="1000"/>
                                        <p:tgtEl>
                                          <p:spTgt spid="5"/>
                                        </p:tgtEl>
                                      </p:cBhvr>
                                    </p:animEffect>
                                  </p:childTnLst>
                                </p:cTn>
                              </p:par>
                              <p:par>
                                <p:cTn id="16" presetID="8" presetClass="entr" presetSubtype="32" fill="hold" grpId="0" nodeType="with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diamond(out)">
                                      <p:cBhvr>
                                        <p:cTn id="18" dur="1000"/>
                                        <p:tgtEl>
                                          <p:spTgt spid="11"/>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14" presetClass="entr" presetSubtype="10" fill="hold" grpId="0" nodeType="clickEffect">
                                  <p:stCondLst>
                                    <p:cond delay="0"/>
                                  </p:stCondLst>
                                  <p:childTnLst>
                                    <p:set>
                                      <p:cBhvr>
                                        <p:cTn id="22" dur="1" fill="hold">
                                          <p:stCondLst>
                                            <p:cond delay="0"/>
                                          </p:stCondLst>
                                        </p:cTn>
                                        <p:tgtEl>
                                          <p:spTgt spid="30"/>
                                        </p:tgtEl>
                                        <p:attrNameLst>
                                          <p:attrName>style.visibility</p:attrName>
                                        </p:attrNameLst>
                                      </p:cBhvr>
                                      <p:to>
                                        <p:strVal val="visible"/>
                                      </p:to>
                                    </p:set>
                                    <p:animEffect transition="in" filter="randombar(horizontal)">
                                      <p:cBhvr>
                                        <p:cTn id="23" dur="500"/>
                                        <p:tgtEl>
                                          <p:spTgt spid="30"/>
                                        </p:tgtEl>
                                      </p:cBhvr>
                                    </p:animEffect>
                                  </p:childTnLst>
                                </p:cTn>
                              </p:par>
                              <p:par>
                                <p:cTn id="24" presetID="8" presetClass="exit" presetSubtype="16" fill="hold" nodeType="withEffect">
                                  <p:stCondLst>
                                    <p:cond delay="0"/>
                                  </p:stCondLst>
                                  <p:childTnLst>
                                    <p:animEffect transition="out" filter="diamond(in)">
                                      <p:cBhvr>
                                        <p:cTn id="25" dur="2000"/>
                                        <p:tgtEl>
                                          <p:spTgt spid="5"/>
                                        </p:tgtEl>
                                      </p:cBhvr>
                                    </p:animEffect>
                                    <p:set>
                                      <p:cBhvr>
                                        <p:cTn id="26" dur="1" fill="hold">
                                          <p:stCondLst>
                                            <p:cond delay="1999"/>
                                          </p:stCondLst>
                                        </p:cTn>
                                        <p:tgtEl>
                                          <p:spTgt spid="5"/>
                                        </p:tgtEl>
                                        <p:attrNameLst>
                                          <p:attrName>style.visibility</p:attrName>
                                        </p:attrNameLst>
                                      </p:cBhvr>
                                      <p:to>
                                        <p:strVal val="hidden"/>
                                      </p:to>
                                    </p:set>
                                  </p:childTnLst>
                                </p:cTn>
                              </p:par>
                              <p:par>
                                <p:cTn id="27" presetID="8" presetClass="exit" presetSubtype="16" fill="hold" grpId="1" nodeType="withEffect">
                                  <p:stCondLst>
                                    <p:cond delay="0"/>
                                  </p:stCondLst>
                                  <p:childTnLst>
                                    <p:animEffect transition="out" filter="diamond(in)">
                                      <p:cBhvr>
                                        <p:cTn id="28" dur="2000"/>
                                        <p:tgtEl>
                                          <p:spTgt spid="8"/>
                                        </p:tgtEl>
                                      </p:cBhvr>
                                    </p:animEffect>
                                    <p:set>
                                      <p:cBhvr>
                                        <p:cTn id="29" dur="1" fill="hold">
                                          <p:stCondLst>
                                            <p:cond delay="1999"/>
                                          </p:stCondLst>
                                        </p:cTn>
                                        <p:tgtEl>
                                          <p:spTgt spid="8"/>
                                        </p:tgtEl>
                                        <p:attrNameLst>
                                          <p:attrName>style.visibility</p:attrName>
                                        </p:attrNameLst>
                                      </p:cBhvr>
                                      <p:to>
                                        <p:strVal val="hidden"/>
                                      </p:to>
                                    </p:set>
                                  </p:childTnLst>
                                </p:cTn>
                              </p:par>
                              <p:par>
                                <p:cTn id="30" presetID="8" presetClass="exit" presetSubtype="16" fill="hold" nodeType="withEffect">
                                  <p:stCondLst>
                                    <p:cond delay="0"/>
                                  </p:stCondLst>
                                  <p:childTnLst>
                                    <p:animEffect transition="out" filter="diamond(in)">
                                      <p:cBhvr>
                                        <p:cTn id="31" dur="2000"/>
                                        <p:tgtEl>
                                          <p:spTgt spid="10"/>
                                        </p:tgtEl>
                                      </p:cBhvr>
                                    </p:animEffect>
                                    <p:set>
                                      <p:cBhvr>
                                        <p:cTn id="32" dur="1" fill="hold">
                                          <p:stCondLst>
                                            <p:cond delay="1999"/>
                                          </p:stCondLst>
                                        </p:cTn>
                                        <p:tgtEl>
                                          <p:spTgt spid="10"/>
                                        </p:tgtEl>
                                        <p:attrNameLst>
                                          <p:attrName>style.visibility</p:attrName>
                                        </p:attrNameLst>
                                      </p:cBhvr>
                                      <p:to>
                                        <p:strVal val="hidden"/>
                                      </p:to>
                                    </p:set>
                                  </p:childTnLst>
                                </p:cTn>
                              </p:par>
                              <p:par>
                                <p:cTn id="33" presetID="8" presetClass="exit" presetSubtype="16" fill="hold" grpId="1" nodeType="withEffect">
                                  <p:stCondLst>
                                    <p:cond delay="0"/>
                                  </p:stCondLst>
                                  <p:childTnLst>
                                    <p:animEffect transition="out" filter="diamond(in)">
                                      <p:cBhvr>
                                        <p:cTn id="34" dur="2000"/>
                                        <p:tgtEl>
                                          <p:spTgt spid="11"/>
                                        </p:tgtEl>
                                      </p:cBhvr>
                                    </p:animEffect>
                                    <p:set>
                                      <p:cBhvr>
                                        <p:cTn id="35" dur="1" fill="hold">
                                          <p:stCondLst>
                                            <p:cond delay="1999"/>
                                          </p:stCondLst>
                                        </p:cTn>
                                        <p:tgtEl>
                                          <p:spTgt spid="11"/>
                                        </p:tgtEl>
                                        <p:attrNameLst>
                                          <p:attrName>style.visibility</p:attrName>
                                        </p:attrNameLst>
                                      </p:cBhvr>
                                      <p:to>
                                        <p:strVal val="hidden"/>
                                      </p:to>
                                    </p:set>
                                  </p:childTnLst>
                                </p:cTn>
                              </p:par>
                              <p:par>
                                <p:cTn id="36" presetID="8" presetClass="entr" presetSubtype="16" fill="hold" nodeType="withEffect">
                                  <p:stCondLst>
                                    <p:cond delay="0"/>
                                  </p:stCondLst>
                                  <p:childTnLst>
                                    <p:set>
                                      <p:cBhvr>
                                        <p:cTn id="37" dur="1" fill="hold">
                                          <p:stCondLst>
                                            <p:cond delay="0"/>
                                          </p:stCondLst>
                                        </p:cTn>
                                        <p:tgtEl>
                                          <p:spTgt spid="34"/>
                                        </p:tgtEl>
                                        <p:attrNameLst>
                                          <p:attrName>style.visibility</p:attrName>
                                        </p:attrNameLst>
                                      </p:cBhvr>
                                      <p:to>
                                        <p:strVal val="visible"/>
                                      </p:to>
                                    </p:set>
                                    <p:animEffect transition="in" filter="diamond(in)">
                                      <p:cBhvr>
                                        <p:cTn id="38" dur="2000"/>
                                        <p:tgtEl>
                                          <p:spTgt spid="34"/>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8" presetClass="entr" presetSubtype="16" fill="hold" grpId="0" nodeType="clickEffect">
                                  <p:stCondLst>
                                    <p:cond delay="0"/>
                                  </p:stCondLst>
                                  <p:childTnLst>
                                    <p:set>
                                      <p:cBhvr>
                                        <p:cTn id="42" dur="1" fill="hold">
                                          <p:stCondLst>
                                            <p:cond delay="0"/>
                                          </p:stCondLst>
                                        </p:cTn>
                                        <p:tgtEl>
                                          <p:spTgt spid="23"/>
                                        </p:tgtEl>
                                        <p:attrNameLst>
                                          <p:attrName>style.visibility</p:attrName>
                                        </p:attrNameLst>
                                      </p:cBhvr>
                                      <p:to>
                                        <p:strVal val="visible"/>
                                      </p:to>
                                    </p:set>
                                    <p:animEffect transition="in" filter="diamond(in)">
                                      <p:cBhvr>
                                        <p:cTn id="43" dur="500"/>
                                        <p:tgtEl>
                                          <p:spTgt spid="23"/>
                                        </p:tgtEl>
                                      </p:cBhvr>
                                    </p:animEffect>
                                  </p:childTnLst>
                                </p:cTn>
                              </p:par>
                            </p:childTnLst>
                          </p:cTn>
                        </p:par>
                        <p:par>
                          <p:cTn id="44" fill="hold" nodeType="afterGroup">
                            <p:stCondLst>
                              <p:cond delay="500"/>
                            </p:stCondLst>
                            <p:childTnLst>
                              <p:par>
                                <p:cTn id="45" presetID="4" presetClass="entr" presetSubtype="16" fill="hold" nodeType="afterEffect">
                                  <p:stCondLst>
                                    <p:cond delay="0"/>
                                  </p:stCondLst>
                                  <p:childTnLst>
                                    <p:set>
                                      <p:cBhvr>
                                        <p:cTn id="46" dur="1" fill="hold">
                                          <p:stCondLst>
                                            <p:cond delay="0"/>
                                          </p:stCondLst>
                                        </p:cTn>
                                        <p:tgtEl>
                                          <p:spTgt spid="24587"/>
                                        </p:tgtEl>
                                        <p:attrNameLst>
                                          <p:attrName>style.visibility</p:attrName>
                                        </p:attrNameLst>
                                      </p:cBhvr>
                                      <p:to>
                                        <p:strVal val="visible"/>
                                      </p:to>
                                    </p:set>
                                    <p:animEffect transition="in" filter="box(in)">
                                      <p:cBhvr>
                                        <p:cTn id="47" dur="1000"/>
                                        <p:tgtEl>
                                          <p:spTgt spid="24587"/>
                                        </p:tgtEl>
                                      </p:cBhvr>
                                    </p:animEffect>
                                  </p:childTnLst>
                                </p:cTn>
                              </p:par>
                            </p:childTnLst>
                          </p:cTn>
                        </p:par>
                        <p:par>
                          <p:cTn id="48" fill="hold" nodeType="withGroup">
                            <p:stCondLst>
                              <p:cond delay="1500"/>
                            </p:stCondLst>
                            <p:childTnLst>
                              <p:par>
                                <p:cTn id="49" presetID="14" presetClass="entr" presetSubtype="10" fill="hold" grpId="0" nodeType="afterEffect">
                                  <p:stCondLst>
                                    <p:cond delay="0"/>
                                  </p:stCondLst>
                                  <p:childTnLst>
                                    <p:set>
                                      <p:cBhvr>
                                        <p:cTn id="50" dur="1" fill="hold">
                                          <p:stCondLst>
                                            <p:cond delay="0"/>
                                          </p:stCondLst>
                                        </p:cTn>
                                        <p:tgtEl>
                                          <p:spTgt spid="33"/>
                                        </p:tgtEl>
                                        <p:attrNameLst>
                                          <p:attrName>style.visibility</p:attrName>
                                        </p:attrNameLst>
                                      </p:cBhvr>
                                      <p:to>
                                        <p:strVal val="visible"/>
                                      </p:to>
                                    </p:set>
                                    <p:animEffect transition="in" filter="randombar(horizontal)">
                                      <p:cBhvr>
                                        <p:cTn id="51" dur="1000"/>
                                        <p:tgtEl>
                                          <p:spTgt spid="33"/>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grpId="0" nodeType="clickEffect">
                                  <p:stCondLst>
                                    <p:cond delay="0"/>
                                  </p:stCondLst>
                                  <p:childTnLst>
                                    <p:set>
                                      <p:cBhvr>
                                        <p:cTn id="55" dur="1" fill="hold">
                                          <p:stCondLst>
                                            <p:cond delay="0"/>
                                          </p:stCondLst>
                                        </p:cTn>
                                        <p:tgtEl>
                                          <p:spTgt spid="32"/>
                                        </p:tgtEl>
                                        <p:attrNameLst>
                                          <p:attrName>style.visibility</p:attrName>
                                        </p:attrNameLst>
                                      </p:cBhvr>
                                      <p:to>
                                        <p:strVal val="visible"/>
                                      </p:to>
                                    </p:set>
                                    <p:animEffect transition="in" filter="fade">
                                      <p:cBhvr>
                                        <p:cTn id="56" dur="500"/>
                                        <p:tgtEl>
                                          <p:spTgt spid="32"/>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grpId="0" nodeType="clickEffect">
                                  <p:stCondLst>
                                    <p:cond delay="0"/>
                                  </p:stCondLst>
                                  <p:childTnLst>
                                    <p:set>
                                      <p:cBhvr>
                                        <p:cTn id="60" dur="1" fill="hold">
                                          <p:stCondLst>
                                            <p:cond delay="0"/>
                                          </p:stCondLst>
                                        </p:cTn>
                                        <p:tgtEl>
                                          <p:spTgt spid="7"/>
                                        </p:tgtEl>
                                        <p:attrNameLst>
                                          <p:attrName>style.visibility</p:attrName>
                                        </p:attrNameLst>
                                      </p:cBhvr>
                                      <p:to>
                                        <p:strVal val="visible"/>
                                      </p:to>
                                    </p:set>
                                    <p:animEffect transition="in" filter="fade">
                                      <p:cBhvr>
                                        <p:cTn id="61" dur="500"/>
                                        <p:tgtEl>
                                          <p:spTgt spid="7"/>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4"/>
                                        </p:tgtEl>
                                        <p:attrNameLst>
                                          <p:attrName>style.visibility</p:attrName>
                                        </p:attrNameLst>
                                      </p:cBhvr>
                                      <p:to>
                                        <p:strVal val="visible"/>
                                      </p:to>
                                    </p:set>
                                    <p:animEffect transition="in" filter="fade">
                                      <p:cBhvr>
                                        <p:cTn id="66"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animBg="1"/>
      <p:bldP spid="8" grpId="0"/>
      <p:bldP spid="8" grpId="1"/>
      <p:bldP spid="11" grpId="0"/>
      <p:bldP spid="11" grpId="1"/>
      <p:bldP spid="23" grpId="0" animBg="1"/>
      <p:bldP spid="32" grpId="0"/>
      <p:bldP spid="30" grpId="0"/>
      <p:bldP spid="7"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85800"/>
            <a:ext cx="8229600" cy="5440363"/>
          </a:xfrm>
        </p:spPr>
        <p:txBody>
          <a:bodyPr/>
          <a:lstStyle/>
          <a:p>
            <a:pPr marL="0" indent="0">
              <a:buNone/>
            </a:pPr>
            <a:r>
              <a:rPr lang="en-US"/>
              <a:t>Cảm ứng từ bên trong một ống dây điện hình trụ, có độ lớn tăng lên khi</a:t>
            </a:r>
          </a:p>
          <a:p>
            <a:pPr marL="0" indent="0">
              <a:buNone/>
            </a:pPr>
            <a:r>
              <a:rPr lang="en-US"/>
              <a:t>A. Chiều dài hình trụ tăng lên.</a:t>
            </a:r>
          </a:p>
          <a:p>
            <a:pPr marL="0" indent="0">
              <a:buNone/>
            </a:pPr>
            <a:r>
              <a:rPr lang="en-US"/>
              <a:t>B. Đường kính hình trụ giảm đi?</a:t>
            </a:r>
          </a:p>
          <a:p>
            <a:pPr marL="0" indent="0">
              <a:buNone/>
            </a:pPr>
            <a:r>
              <a:rPr lang="en-US"/>
              <a:t>C. Số vòng dây quấn trên một đơn vị chiều dài (mật độ vòng dây) tăng lên.</a:t>
            </a:r>
          </a:p>
          <a:p>
            <a:pPr marL="0" indent="0">
              <a:buNone/>
            </a:pPr>
            <a:r>
              <a:rPr lang="en-US"/>
              <a:t>D. Cường độ dòng điện giảm đi.</a:t>
            </a:r>
          </a:p>
          <a:p>
            <a:endParaRPr lang="en-US"/>
          </a:p>
        </p:txBody>
      </p:sp>
      <p:sp>
        <p:nvSpPr>
          <p:cNvPr id="2" name="Footer Placeholder 1">
            <a:extLst>
              <a:ext uri="{FF2B5EF4-FFF2-40B4-BE49-F238E27FC236}">
                <a16:creationId xmlns:a16="http://schemas.microsoft.com/office/drawing/2014/main" id="{6CA5048F-C229-820C-477A-5F0A4B3F200A}"/>
              </a:ext>
            </a:extLst>
          </p:cNvPr>
          <p:cNvSpPr>
            <a:spLocks noGrp="1"/>
          </p:cNvSpPr>
          <p:nvPr>
            <p:ph type="ftr" sz="quarter" idx="11"/>
          </p:nvPr>
        </p:nvSpPr>
        <p:spPr/>
        <p:txBody>
          <a:bodyPr/>
          <a:lstStyle/>
          <a:p>
            <a:pPr>
              <a:defRPr/>
            </a:pPr>
            <a:r>
              <a:rPr lang="en-US"/>
              <a:t>Bùi Quốc Trung - VLDC</a:t>
            </a:r>
          </a:p>
        </p:txBody>
      </p:sp>
      <p:sp>
        <p:nvSpPr>
          <p:cNvPr id="4" name="Slide Number Placeholder 3">
            <a:extLst>
              <a:ext uri="{FF2B5EF4-FFF2-40B4-BE49-F238E27FC236}">
                <a16:creationId xmlns:a16="http://schemas.microsoft.com/office/drawing/2014/main" id="{5676EE79-65EB-8F85-E94F-68BA021607A3}"/>
              </a:ext>
            </a:extLst>
          </p:cNvPr>
          <p:cNvSpPr>
            <a:spLocks noGrp="1"/>
          </p:cNvSpPr>
          <p:nvPr>
            <p:ph type="sldNum" sz="quarter" idx="12"/>
          </p:nvPr>
        </p:nvSpPr>
        <p:spPr/>
        <p:txBody>
          <a:bodyPr/>
          <a:lstStyle/>
          <a:p>
            <a:pPr>
              <a:defRPr/>
            </a:pPr>
            <a:fld id="{DA0BBFDE-23F6-4D0C-90FC-3AED58BCB197}" type="slidenum">
              <a:rPr lang="en-US" smtClean="0"/>
              <a:pPr>
                <a:defRPr/>
              </a:pPr>
              <a:t>20</a:t>
            </a:fld>
            <a:endParaRPr lang="en-US" dirty="0"/>
          </a:p>
        </p:txBody>
      </p:sp>
    </p:spTree>
    <p:extLst>
      <p:ext uri="{BB962C8B-B14F-4D97-AF65-F5344CB8AC3E}">
        <p14:creationId xmlns:p14="http://schemas.microsoft.com/office/powerpoint/2010/main" val="28393627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5" presetClass="emph" presetSubtype="0" nodeType="clickEffect">
                                  <p:stCondLst>
                                    <p:cond delay="0"/>
                                  </p:stCondLst>
                                  <p:iterate type="lt">
                                    <p:tmAbs val="25"/>
                                  </p:iterate>
                                  <p:childTnLst>
                                    <p:set>
                                      <p:cBhvr override="childStyle">
                                        <p:cTn id="6" dur="indefinite"/>
                                        <p:tgtEl>
                                          <p:spTgt spid="3">
                                            <p:txEl>
                                              <p:pRg st="3" end="3"/>
                                            </p:txEl>
                                          </p:spTgt>
                                        </p:tgtEl>
                                        <p:attrNameLst>
                                          <p:attrName>style.fontWeight</p:attrName>
                                        </p:attrNameLst>
                                      </p:cBhvr>
                                      <p:to>
                                        <p:strVal val="bol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09600"/>
            <a:ext cx="8229600" cy="5516563"/>
          </a:xfrm>
        </p:spPr>
        <p:txBody>
          <a:bodyPr/>
          <a:lstStyle/>
          <a:p>
            <a:pPr marL="0" indent="0">
              <a:buNone/>
            </a:pPr>
            <a:r>
              <a:rPr lang="fr-FR"/>
              <a:t>Một ống dây (solenoid) dài 50 cm, đặt trong không khí, được quấn bởi 5000 vòng dây mảnh. Đường kính của ống dây khá nhỏ để từ trườ</a:t>
            </a:r>
            <a:r>
              <a:rPr lang="en-US"/>
              <a:t>ng trong ống dây được coi là đều. Cho dòng điện 5 A chạy qua ống dây. Độ lớn cảm ứng từ trong lòng ống dây là </a:t>
            </a:r>
          </a:p>
          <a:p>
            <a:r>
              <a:rPr lang="en-US"/>
              <a:t>A. 	0,628 T.		</a:t>
            </a:r>
          </a:p>
          <a:p>
            <a:r>
              <a:rPr lang="en-US"/>
              <a:t>B.  	0,0628 T.	</a:t>
            </a:r>
          </a:p>
          <a:p>
            <a:r>
              <a:rPr lang="en-US"/>
              <a:t>C. 	0,0314 T.		</a:t>
            </a:r>
          </a:p>
          <a:p>
            <a:r>
              <a:rPr lang="en-US"/>
              <a:t>D. 	0,314 T.</a:t>
            </a:r>
          </a:p>
          <a:p>
            <a:pPr marL="0" indent="0">
              <a:buNone/>
            </a:pPr>
            <a:endParaRPr lang="en-US"/>
          </a:p>
        </p:txBody>
      </p:sp>
      <p:sp>
        <p:nvSpPr>
          <p:cNvPr id="2" name="Footer Placeholder 1">
            <a:extLst>
              <a:ext uri="{FF2B5EF4-FFF2-40B4-BE49-F238E27FC236}">
                <a16:creationId xmlns:a16="http://schemas.microsoft.com/office/drawing/2014/main" id="{72ED9577-56FE-957F-F80C-2100099BC222}"/>
              </a:ext>
            </a:extLst>
          </p:cNvPr>
          <p:cNvSpPr>
            <a:spLocks noGrp="1"/>
          </p:cNvSpPr>
          <p:nvPr>
            <p:ph type="ftr" sz="quarter" idx="11"/>
          </p:nvPr>
        </p:nvSpPr>
        <p:spPr/>
        <p:txBody>
          <a:bodyPr/>
          <a:lstStyle/>
          <a:p>
            <a:pPr>
              <a:defRPr/>
            </a:pPr>
            <a:r>
              <a:rPr lang="en-US"/>
              <a:t>Bùi Quốc Trung - VLDC</a:t>
            </a:r>
          </a:p>
        </p:txBody>
      </p:sp>
      <p:sp>
        <p:nvSpPr>
          <p:cNvPr id="4" name="Slide Number Placeholder 3">
            <a:extLst>
              <a:ext uri="{FF2B5EF4-FFF2-40B4-BE49-F238E27FC236}">
                <a16:creationId xmlns:a16="http://schemas.microsoft.com/office/drawing/2014/main" id="{93B0E174-7892-BAFC-BD1C-000597F0ACAE}"/>
              </a:ext>
            </a:extLst>
          </p:cNvPr>
          <p:cNvSpPr>
            <a:spLocks noGrp="1"/>
          </p:cNvSpPr>
          <p:nvPr>
            <p:ph type="sldNum" sz="quarter" idx="12"/>
          </p:nvPr>
        </p:nvSpPr>
        <p:spPr/>
        <p:txBody>
          <a:bodyPr/>
          <a:lstStyle/>
          <a:p>
            <a:pPr>
              <a:defRPr/>
            </a:pPr>
            <a:fld id="{DA0BBFDE-23F6-4D0C-90FC-3AED58BCB197}" type="slidenum">
              <a:rPr lang="en-US" smtClean="0"/>
              <a:pPr>
                <a:defRPr/>
              </a:pPr>
              <a:t>21</a:t>
            </a:fld>
            <a:endParaRPr lang="en-US" dirty="0"/>
          </a:p>
        </p:txBody>
      </p:sp>
    </p:spTree>
    <p:extLst>
      <p:ext uri="{BB962C8B-B14F-4D97-AF65-F5344CB8AC3E}">
        <p14:creationId xmlns:p14="http://schemas.microsoft.com/office/powerpoint/2010/main" val="15569331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mph" presetSubtype="0" fill="hold" nodeType="clickEffect">
                                  <p:stCondLst>
                                    <p:cond delay="0"/>
                                  </p:stCondLst>
                                  <p:iterate type="lt">
                                    <p:tmPct val="4000"/>
                                  </p:iterate>
                                  <p:childTnLst>
                                    <p:set>
                                      <p:cBhvr override="childStyle">
                                        <p:cTn id="6" dur="500" fill="hold"/>
                                        <p:tgtEl>
                                          <p:spTgt spid="3">
                                            <p:txEl>
                                              <p:pRg st="2" end="2"/>
                                            </p:txEl>
                                          </p:spTgt>
                                        </p:tgtEl>
                                        <p:attrNameLst>
                                          <p:attrName>style.textDecorationUnderline</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914400"/>
            <a:ext cx="8229600" cy="5059363"/>
          </a:xfrm>
        </p:spPr>
        <p:txBody>
          <a:bodyPr/>
          <a:lstStyle/>
          <a:p>
            <a:pPr marL="0" indent="0">
              <a:buNone/>
            </a:pPr>
            <a:r>
              <a:rPr lang="en-US"/>
              <a:t>Một ống dây (solenoid) dài 50 cm có 1000 vòng dây, mang dòng điện cường độ 5 A; Độ lớn cường độ từ trường trong lòng ống là</a:t>
            </a:r>
          </a:p>
          <a:p>
            <a:pPr marL="0" indent="0">
              <a:buNone/>
            </a:pPr>
            <a:r>
              <a:rPr lang="en-US"/>
              <a:t>A. 5.10</a:t>
            </a:r>
            <a:r>
              <a:rPr lang="en-US" baseline="30000"/>
              <a:t>3 </a:t>
            </a:r>
            <a:r>
              <a:rPr lang="en-US"/>
              <a:t>A/m</a:t>
            </a:r>
          </a:p>
          <a:p>
            <a:pPr marL="0" indent="0">
              <a:buNone/>
            </a:pPr>
            <a:r>
              <a:rPr lang="en-US"/>
              <a:t>B. 10</a:t>
            </a:r>
            <a:r>
              <a:rPr lang="en-US" baseline="30000"/>
              <a:t>4</a:t>
            </a:r>
            <a:r>
              <a:rPr lang="en-US"/>
              <a:t> A/m</a:t>
            </a:r>
          </a:p>
          <a:p>
            <a:pPr marL="0" indent="0">
              <a:buNone/>
            </a:pPr>
            <a:r>
              <a:rPr lang="en-US"/>
              <a:t>C. 10</a:t>
            </a:r>
            <a:r>
              <a:rPr lang="en-US" baseline="30000"/>
              <a:t>3</a:t>
            </a:r>
            <a:r>
              <a:rPr lang="en-US"/>
              <a:t> A/m</a:t>
            </a:r>
          </a:p>
          <a:p>
            <a:pPr marL="0" indent="0">
              <a:buNone/>
            </a:pPr>
            <a:r>
              <a:rPr lang="en-US"/>
              <a:t>D. 10</a:t>
            </a:r>
            <a:r>
              <a:rPr lang="en-US" baseline="30000"/>
              <a:t>-4 </a:t>
            </a:r>
            <a:r>
              <a:rPr lang="en-US"/>
              <a:t>A/m</a:t>
            </a:r>
          </a:p>
          <a:p>
            <a:endParaRPr lang="en-US"/>
          </a:p>
        </p:txBody>
      </p:sp>
      <mc:AlternateContent xmlns:mc="http://schemas.openxmlformats.org/markup-compatibility/2006" xmlns:a14="http://schemas.microsoft.com/office/drawing/2010/main">
        <mc:Choice Requires="a14">
          <p:sp>
            <p:nvSpPr>
              <p:cNvPr id="2" name="Rectangle 1"/>
              <p:cNvSpPr/>
              <p:nvPr/>
            </p:nvSpPr>
            <p:spPr>
              <a:xfrm>
                <a:off x="4267200" y="2971800"/>
                <a:ext cx="2209800" cy="18288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t>H = </a:t>
                </a:r>
                <a14:m>
                  <m:oMath xmlns:m="http://schemas.openxmlformats.org/officeDocument/2006/math">
                    <m:f>
                      <m:fPr>
                        <m:ctrlPr>
                          <a:rPr lang="en-US" i="1" smtClean="0">
                            <a:latin typeface="Cambria Math" panose="02040503050406030204" pitchFamily="18" charset="0"/>
                          </a:rPr>
                        </m:ctrlPr>
                      </m:fPr>
                      <m:num>
                        <m:r>
                          <a:rPr lang="en-US" b="0" i="1" smtClean="0">
                            <a:latin typeface="Cambria Math"/>
                          </a:rPr>
                          <m:t>𝑛</m:t>
                        </m:r>
                      </m:num>
                      <m:den>
                        <m:r>
                          <a:rPr lang="en-US" b="0" i="1" smtClean="0">
                            <a:latin typeface="Cambria Math"/>
                          </a:rPr>
                          <m:t>𝑙</m:t>
                        </m:r>
                      </m:den>
                    </m:f>
                    <m:r>
                      <a:rPr lang="en-US" b="0" i="1" smtClean="0">
                        <a:latin typeface="Cambria Math"/>
                      </a:rPr>
                      <m:t> . </m:t>
                    </m:r>
                    <m:r>
                      <a:rPr lang="en-US" b="0" i="1" smtClean="0">
                        <a:latin typeface="Cambria Math"/>
                      </a:rPr>
                      <m:t>𝐼</m:t>
                    </m:r>
                  </m:oMath>
                </a14:m>
                <a:r>
                  <a:rPr lang="en-US"/>
                  <a:t> = </a:t>
                </a:r>
                <a14:m>
                  <m:oMath xmlns:m="http://schemas.openxmlformats.org/officeDocument/2006/math">
                    <m:f>
                      <m:fPr>
                        <m:ctrlPr>
                          <a:rPr lang="en-US" i="1" smtClean="0">
                            <a:latin typeface="Cambria Math" panose="02040503050406030204" pitchFamily="18" charset="0"/>
                          </a:rPr>
                        </m:ctrlPr>
                      </m:fPr>
                      <m:num>
                        <m:r>
                          <a:rPr lang="en-US" b="0" i="1" smtClean="0">
                            <a:latin typeface="Cambria Math"/>
                          </a:rPr>
                          <m:t>1000</m:t>
                        </m:r>
                      </m:num>
                      <m:den>
                        <m:r>
                          <a:rPr lang="en-US" b="0" i="1" smtClean="0">
                            <a:latin typeface="Cambria Math"/>
                          </a:rPr>
                          <m:t>0,5</m:t>
                        </m:r>
                      </m:den>
                    </m:f>
                    <m:r>
                      <a:rPr lang="en-US" b="0" i="1" smtClean="0">
                        <a:latin typeface="Cambria Math"/>
                      </a:rPr>
                      <m:t> . 5</m:t>
                    </m:r>
                  </m:oMath>
                </a14:m>
                <a:endParaRPr lang="en-US"/>
              </a:p>
            </p:txBody>
          </p:sp>
        </mc:Choice>
        <mc:Fallback xmlns="">
          <p:sp>
            <p:nvSpPr>
              <p:cNvPr id="2" name="Rectangle 1"/>
              <p:cNvSpPr>
                <a:spLocks noRot="1" noChangeAspect="1" noMove="1" noResize="1" noEditPoints="1" noAdjustHandles="1" noChangeArrowheads="1" noChangeShapeType="1" noTextEdit="1"/>
              </p:cNvSpPr>
              <p:nvPr/>
            </p:nvSpPr>
            <p:spPr>
              <a:xfrm>
                <a:off x="4267200" y="2971800"/>
                <a:ext cx="2209800" cy="1828800"/>
              </a:xfrm>
              <a:prstGeom prst="rect">
                <a:avLst/>
              </a:prstGeom>
              <a:blipFill rotWithShape="1">
                <a:blip r:embed="rId2"/>
                <a:stretch>
                  <a:fillRect/>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D0F5EC37-6A7F-114C-09B0-A6A9CE57F467}"/>
              </a:ext>
            </a:extLst>
          </p:cNvPr>
          <p:cNvSpPr>
            <a:spLocks noGrp="1"/>
          </p:cNvSpPr>
          <p:nvPr>
            <p:ph type="ftr" sz="quarter" idx="11"/>
          </p:nvPr>
        </p:nvSpPr>
        <p:spPr/>
        <p:txBody>
          <a:bodyPr/>
          <a:lstStyle/>
          <a:p>
            <a:pPr>
              <a:defRPr/>
            </a:pPr>
            <a:r>
              <a:rPr lang="en-US"/>
              <a:t>Bùi Quốc Trung - VLDC</a:t>
            </a:r>
          </a:p>
        </p:txBody>
      </p:sp>
      <p:sp>
        <p:nvSpPr>
          <p:cNvPr id="5" name="Slide Number Placeholder 4">
            <a:extLst>
              <a:ext uri="{FF2B5EF4-FFF2-40B4-BE49-F238E27FC236}">
                <a16:creationId xmlns:a16="http://schemas.microsoft.com/office/drawing/2014/main" id="{CCD58B02-CC61-CE20-09E2-2D34882ED9B0}"/>
              </a:ext>
            </a:extLst>
          </p:cNvPr>
          <p:cNvSpPr>
            <a:spLocks noGrp="1"/>
          </p:cNvSpPr>
          <p:nvPr>
            <p:ph type="sldNum" sz="quarter" idx="12"/>
          </p:nvPr>
        </p:nvSpPr>
        <p:spPr/>
        <p:txBody>
          <a:bodyPr/>
          <a:lstStyle/>
          <a:p>
            <a:pPr>
              <a:defRPr/>
            </a:pPr>
            <a:fld id="{DA0BBFDE-23F6-4D0C-90FC-3AED58BCB197}" type="slidenum">
              <a:rPr lang="en-US" smtClean="0"/>
              <a:pPr>
                <a:defRPr/>
              </a:pPr>
              <a:t>22</a:t>
            </a:fld>
            <a:endParaRPr lang="en-US" dirty="0"/>
          </a:p>
        </p:txBody>
      </p:sp>
    </p:spTree>
    <p:extLst>
      <p:ext uri="{BB962C8B-B14F-4D97-AF65-F5344CB8AC3E}">
        <p14:creationId xmlns:p14="http://schemas.microsoft.com/office/powerpoint/2010/main" val="40435741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5" presetClass="emph" presetSubtype="0" nodeType="clickEffect">
                                  <p:stCondLst>
                                    <p:cond delay="0"/>
                                  </p:stCondLst>
                                  <p:iterate type="lt">
                                    <p:tmAbs val="25"/>
                                  </p:iterate>
                                  <p:childTnLst>
                                    <p:set>
                                      <p:cBhvr override="childStyle">
                                        <p:cTn id="6" dur="indefinite"/>
                                        <p:tgtEl>
                                          <p:spTgt spid="3">
                                            <p:txEl>
                                              <p:pRg st="2" end="2"/>
                                            </p:txEl>
                                          </p:spTgt>
                                        </p:tgtEl>
                                        <p:attrNameLst>
                                          <p:attrName>style.fontWeight</p:attrName>
                                        </p:attrNameLst>
                                      </p:cBhvr>
                                      <p:to>
                                        <p:strVal val="bold"/>
                                      </p:to>
                                    </p:set>
                                  </p:childTnLst>
                                </p:cTn>
                              </p:par>
                            </p:childTnLst>
                          </p:cTn>
                        </p:par>
                      </p:childTnLst>
                    </p:cTn>
                  </p:par>
                  <p:par>
                    <p:cTn id="7" fill="hold">
                      <p:stCondLst>
                        <p:cond delay="indefinite"/>
                      </p:stCondLst>
                      <p:childTnLst>
                        <p:par>
                          <p:cTn id="8" fill="hold">
                            <p:stCondLst>
                              <p:cond delay="0"/>
                            </p:stCondLst>
                            <p:childTnLst>
                              <p:par>
                                <p:cTn id="9" presetID="16" presetClass="entr" presetSubtype="21"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barn(inVertical)">
                                      <p:cBhvr>
                                        <p:cTn id="11"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90600"/>
            <a:ext cx="8229600" cy="5135563"/>
          </a:xfrm>
        </p:spPr>
        <p:txBody>
          <a:bodyPr/>
          <a:lstStyle/>
          <a:p>
            <a:pPr marL="0" indent="0">
              <a:buNone/>
            </a:pPr>
            <a:r>
              <a:rPr lang="en-US"/>
              <a:t>Một ống dây (solenoid) dài 20 cm, có 1200 vòng được đặt trong không khí. Cảm ứng từ bên trong ống dây có độ lớn B = 7,5.10</a:t>
            </a:r>
            <a:r>
              <a:rPr lang="en-US" baseline="30000"/>
              <a:t>-3 </a:t>
            </a:r>
            <a:r>
              <a:rPr lang="en-US"/>
              <a:t>T. Cường độ dòng điện trong ống dây là</a:t>
            </a:r>
            <a:endParaRPr lang="en-US" b="1"/>
          </a:p>
          <a:p>
            <a:pPr marL="0" indent="0">
              <a:buNone/>
            </a:pPr>
            <a:r>
              <a:rPr lang="en-US"/>
              <a:t>A. 1 A.</a:t>
            </a:r>
          </a:p>
          <a:p>
            <a:pPr marL="0" indent="0">
              <a:buNone/>
            </a:pPr>
            <a:r>
              <a:rPr lang="en-US"/>
              <a:t>B. 2 A.</a:t>
            </a:r>
          </a:p>
          <a:p>
            <a:pPr marL="0" indent="0">
              <a:buNone/>
            </a:pPr>
            <a:r>
              <a:rPr lang="en-US"/>
              <a:t>C. 0,5 A.</a:t>
            </a:r>
          </a:p>
          <a:p>
            <a:pPr marL="0" indent="0">
              <a:buNone/>
            </a:pPr>
            <a:r>
              <a:rPr lang="en-US"/>
              <a:t>D. 1,5 A.</a:t>
            </a:r>
          </a:p>
          <a:p>
            <a:endParaRPr lang="en-US"/>
          </a:p>
        </p:txBody>
      </p:sp>
      <p:sp>
        <p:nvSpPr>
          <p:cNvPr id="2" name="Oval 1">
            <a:hlinkClick r:id="rId2" action="ppaction://hlinkfile"/>
          </p:cNvPr>
          <p:cNvSpPr/>
          <p:nvPr/>
        </p:nvSpPr>
        <p:spPr>
          <a:xfrm>
            <a:off x="8229600" y="6210300"/>
            <a:ext cx="4572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Footer Placeholder 3">
            <a:extLst>
              <a:ext uri="{FF2B5EF4-FFF2-40B4-BE49-F238E27FC236}">
                <a16:creationId xmlns:a16="http://schemas.microsoft.com/office/drawing/2014/main" id="{13AA7EEB-1E48-30DC-E2C8-F4E1709E25D7}"/>
              </a:ext>
            </a:extLst>
          </p:cNvPr>
          <p:cNvSpPr>
            <a:spLocks noGrp="1"/>
          </p:cNvSpPr>
          <p:nvPr>
            <p:ph type="ftr" sz="quarter" idx="11"/>
          </p:nvPr>
        </p:nvSpPr>
        <p:spPr/>
        <p:txBody>
          <a:bodyPr/>
          <a:lstStyle/>
          <a:p>
            <a:pPr>
              <a:defRPr/>
            </a:pPr>
            <a:r>
              <a:rPr lang="en-US"/>
              <a:t>Bùi Quốc Trung - VLDC</a:t>
            </a:r>
          </a:p>
        </p:txBody>
      </p:sp>
      <p:sp>
        <p:nvSpPr>
          <p:cNvPr id="5" name="Slide Number Placeholder 4">
            <a:extLst>
              <a:ext uri="{FF2B5EF4-FFF2-40B4-BE49-F238E27FC236}">
                <a16:creationId xmlns:a16="http://schemas.microsoft.com/office/drawing/2014/main" id="{F79C3DAF-36B4-C346-D509-4542B9B90097}"/>
              </a:ext>
            </a:extLst>
          </p:cNvPr>
          <p:cNvSpPr>
            <a:spLocks noGrp="1"/>
          </p:cNvSpPr>
          <p:nvPr>
            <p:ph type="sldNum" sz="quarter" idx="12"/>
          </p:nvPr>
        </p:nvSpPr>
        <p:spPr/>
        <p:txBody>
          <a:bodyPr/>
          <a:lstStyle/>
          <a:p>
            <a:pPr>
              <a:defRPr/>
            </a:pPr>
            <a:fld id="{DA0BBFDE-23F6-4D0C-90FC-3AED58BCB197}" type="slidenum">
              <a:rPr lang="en-US" smtClean="0"/>
              <a:pPr>
                <a:defRPr/>
              </a:pPr>
              <a:t>23</a:t>
            </a:fld>
            <a:endParaRPr lang="en-US" dirty="0"/>
          </a:p>
        </p:txBody>
      </p:sp>
    </p:spTree>
    <p:extLst>
      <p:ext uri="{BB962C8B-B14F-4D97-AF65-F5344CB8AC3E}">
        <p14:creationId xmlns:p14="http://schemas.microsoft.com/office/powerpoint/2010/main" val="30996380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5" presetClass="emph" presetSubtype="0" nodeType="clickEffect">
                                  <p:stCondLst>
                                    <p:cond delay="0"/>
                                  </p:stCondLst>
                                  <p:iterate type="lt">
                                    <p:tmAbs val="25"/>
                                  </p:iterate>
                                  <p:childTnLst>
                                    <p:set>
                                      <p:cBhvr override="childStyle">
                                        <p:cTn id="6" dur="indefinite"/>
                                        <p:tgtEl>
                                          <p:spTgt spid="3">
                                            <p:txEl>
                                              <p:pRg st="1" end="1"/>
                                            </p:txEl>
                                          </p:spTgt>
                                        </p:tgtEl>
                                        <p:attrNameLst>
                                          <p:attrName>style.fontWeight</p:attrName>
                                        </p:attrNameLst>
                                      </p:cBhvr>
                                      <p:to>
                                        <p:strVal val="bol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itle 1"/>
          <p:cNvSpPr txBox="1">
            <a:spLocks/>
          </p:cNvSpPr>
          <p:nvPr/>
        </p:nvSpPr>
        <p:spPr bwMode="auto">
          <a:xfrm>
            <a:off x="533400" y="76200"/>
            <a:ext cx="3598863" cy="457200"/>
          </a:xfrm>
          <a:prstGeom prst="rect">
            <a:avLst/>
          </a:prstGeom>
          <a:noFill/>
          <a:ln w="9525">
            <a:noFill/>
            <a:miter lim="800000"/>
            <a:headEnd/>
            <a:tailEnd/>
          </a:ln>
        </p:spPr>
        <p:txBody>
          <a:bodyPr lIns="0" rIns="0" bIns="0" anchor="b"/>
          <a:lstStyle/>
          <a:p>
            <a:pPr>
              <a:spcBef>
                <a:spcPts val="2400"/>
              </a:spcBef>
              <a:defRPr/>
            </a:pPr>
            <a:r>
              <a:rPr lang="en-US" sz="2800" b="1" dirty="0">
                <a:solidFill>
                  <a:srgbClr val="002060"/>
                </a:solidFill>
                <a:latin typeface="Times New Roman" pitchFamily="18" charset="0"/>
                <a:ea typeface="+mj-ea"/>
                <a:cs typeface="Times New Roman" pitchFamily="18" charset="0"/>
              </a:rPr>
              <a:t>9.2 T</a:t>
            </a:r>
            <a:r>
              <a:rPr lang="vi-VN" sz="2800" b="1" dirty="0">
                <a:solidFill>
                  <a:srgbClr val="002060"/>
                </a:solidFill>
                <a:latin typeface="Times New Roman" pitchFamily="18" charset="0"/>
                <a:ea typeface="+mj-ea"/>
                <a:cs typeface="Times New Roman" pitchFamily="18" charset="0"/>
              </a:rPr>
              <a:t>Ừ</a:t>
            </a:r>
            <a:r>
              <a:rPr lang="en-US" sz="2800" b="1" dirty="0">
                <a:solidFill>
                  <a:srgbClr val="002060"/>
                </a:solidFill>
                <a:latin typeface="Times New Roman" pitchFamily="18" charset="0"/>
                <a:ea typeface="+mj-ea"/>
                <a:cs typeface="Times New Roman" pitchFamily="18" charset="0"/>
              </a:rPr>
              <a:t> THÔNG</a:t>
            </a:r>
          </a:p>
        </p:txBody>
      </p:sp>
      <p:sp>
        <p:nvSpPr>
          <p:cNvPr id="25" name="Content Placeholder 2"/>
          <p:cNvSpPr txBox="1">
            <a:spLocks/>
          </p:cNvSpPr>
          <p:nvPr/>
        </p:nvSpPr>
        <p:spPr bwMode="auto">
          <a:xfrm>
            <a:off x="533400" y="533400"/>
            <a:ext cx="5638800" cy="609600"/>
          </a:xfrm>
          <a:prstGeom prst="rect">
            <a:avLst/>
          </a:prstGeom>
          <a:noFill/>
          <a:ln w="9525">
            <a:noFill/>
            <a:miter lim="800000"/>
            <a:headEnd/>
            <a:tailEnd/>
          </a:ln>
        </p:spPr>
        <p:txBody>
          <a:bodyPr/>
          <a:lstStyle/>
          <a:p>
            <a:pPr marL="274320" indent="-274320" fontAlgn="auto">
              <a:spcBef>
                <a:spcPct val="20000"/>
              </a:spcBef>
              <a:spcAft>
                <a:spcPts val="0"/>
              </a:spcAft>
              <a:buClr>
                <a:schemeClr val="accent3"/>
              </a:buClr>
              <a:buSzPct val="95000"/>
              <a:defRPr/>
            </a:pPr>
            <a:r>
              <a:rPr lang="en-US" sz="2800" b="1" dirty="0">
                <a:latin typeface="Times New Roman" pitchFamily="18" charset="0"/>
                <a:cs typeface="Times New Roman" pitchFamily="18" charset="0"/>
              </a:rPr>
              <a:t>9.2.1  </a:t>
            </a:r>
            <a:r>
              <a:rPr lang="en-US" sz="2800" b="1" u="sng" dirty="0">
                <a:latin typeface="Times New Roman" pitchFamily="18" charset="0"/>
                <a:cs typeface="Times New Roman" pitchFamily="18" charset="0"/>
              </a:rPr>
              <a:t>Đ</a:t>
            </a:r>
            <a:r>
              <a:rPr lang="vi-VN" sz="2800" b="1" u="sng" dirty="0">
                <a:latin typeface="Times New Roman" pitchFamily="18" charset="0"/>
                <a:cs typeface="Times New Roman" pitchFamily="18" charset="0"/>
              </a:rPr>
              <a:t>ường</a:t>
            </a:r>
            <a:r>
              <a:rPr lang="en-US" sz="2800" b="1" u="sng" dirty="0">
                <a:latin typeface="Times New Roman" pitchFamily="18" charset="0"/>
                <a:cs typeface="Times New Roman" pitchFamily="18" charset="0"/>
              </a:rPr>
              <a:t> </a:t>
            </a:r>
            <a:r>
              <a:rPr lang="en-US" sz="2800" b="1" u="sng" dirty="0" err="1">
                <a:latin typeface="Times New Roman" pitchFamily="18" charset="0"/>
                <a:cs typeface="Times New Roman" pitchFamily="18" charset="0"/>
              </a:rPr>
              <a:t>cảm</a:t>
            </a:r>
            <a:r>
              <a:rPr lang="en-US" sz="2800" b="1" u="sng" dirty="0">
                <a:latin typeface="Times New Roman" pitchFamily="18" charset="0"/>
                <a:cs typeface="Times New Roman" pitchFamily="18" charset="0"/>
              </a:rPr>
              <a:t> </a:t>
            </a:r>
            <a:r>
              <a:rPr lang="en-US" sz="2800" b="1" u="sng" dirty="0" err="1">
                <a:latin typeface="Times New Roman" pitchFamily="18" charset="0"/>
                <a:cs typeface="Times New Roman" pitchFamily="18" charset="0"/>
              </a:rPr>
              <a:t>ứng</a:t>
            </a:r>
            <a:r>
              <a:rPr lang="en-US" sz="2800" b="1" u="sng" dirty="0">
                <a:latin typeface="Times New Roman" pitchFamily="18" charset="0"/>
                <a:cs typeface="Times New Roman" pitchFamily="18" charset="0"/>
              </a:rPr>
              <a:t> t</a:t>
            </a:r>
            <a:r>
              <a:rPr lang="vi-VN" sz="2800" b="1" u="sng" dirty="0">
                <a:latin typeface="Times New Roman" pitchFamily="18" charset="0"/>
                <a:cs typeface="Times New Roman" pitchFamily="18" charset="0"/>
              </a:rPr>
              <a:t>ừ</a:t>
            </a:r>
            <a:endParaRPr lang="en-US" sz="2800" b="1" u="sng" dirty="0">
              <a:latin typeface="Times New Roman" pitchFamily="18" charset="0"/>
              <a:cs typeface="Times New Roman" pitchFamily="18" charset="0"/>
            </a:endParaRPr>
          </a:p>
        </p:txBody>
      </p:sp>
      <p:sp>
        <p:nvSpPr>
          <p:cNvPr id="26" name="Oval 25"/>
          <p:cNvSpPr/>
          <p:nvPr/>
        </p:nvSpPr>
        <p:spPr>
          <a:xfrm>
            <a:off x="6600825" y="1724025"/>
            <a:ext cx="2362200" cy="1295400"/>
          </a:xfrm>
          <a:prstGeom prst="ellipse">
            <a:avLst/>
          </a:prstGeom>
          <a:noFill/>
          <a:ln>
            <a:solidFill>
              <a:srgbClr val="080CA8"/>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cxnSp>
        <p:nvCxnSpPr>
          <p:cNvPr id="32" name="Straight Arrow Connector 31"/>
          <p:cNvCxnSpPr/>
          <p:nvPr/>
        </p:nvCxnSpPr>
        <p:spPr>
          <a:xfrm rot="5400000" flipH="1" flipV="1">
            <a:off x="7362032" y="1799431"/>
            <a:ext cx="914400" cy="1587"/>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a:xfrm rot="5400000">
            <a:off x="7210426" y="2865437"/>
            <a:ext cx="1219200" cy="3175"/>
          </a:xfrm>
          <a:prstGeom prst="line">
            <a:avLst/>
          </a:prstGeom>
          <a:ln w="38100">
            <a:prstDash val="dash"/>
            <a:headEnd type="none" w="lg" len="med"/>
          </a:ln>
        </p:spPr>
        <p:style>
          <a:lnRef idx="1">
            <a:schemeClr val="accent1"/>
          </a:lnRef>
          <a:fillRef idx="0">
            <a:schemeClr val="accent1"/>
          </a:fillRef>
          <a:effectRef idx="0">
            <a:schemeClr val="accent1"/>
          </a:effectRef>
          <a:fontRef idx="minor">
            <a:schemeClr val="tx1"/>
          </a:fontRef>
        </p:style>
      </p:cxnSp>
      <p:cxnSp>
        <p:nvCxnSpPr>
          <p:cNvPr id="43" name="Straight Arrow Connector 42"/>
          <p:cNvCxnSpPr/>
          <p:nvPr/>
        </p:nvCxnSpPr>
        <p:spPr>
          <a:xfrm flipH="1" flipV="1">
            <a:off x="8405813" y="1685925"/>
            <a:ext cx="446087" cy="365125"/>
          </a:xfrm>
          <a:prstGeom prst="straightConnector1">
            <a:avLst/>
          </a:prstGeom>
          <a:ln w="25400">
            <a:solidFill>
              <a:srgbClr val="C00000"/>
            </a:solidFill>
            <a:tailEnd type="arrow"/>
          </a:ln>
        </p:spPr>
        <p:style>
          <a:lnRef idx="1">
            <a:schemeClr val="accent1"/>
          </a:lnRef>
          <a:fillRef idx="0">
            <a:schemeClr val="accent1"/>
          </a:fillRef>
          <a:effectRef idx="0">
            <a:schemeClr val="accent1"/>
          </a:effectRef>
          <a:fontRef idx="minor">
            <a:schemeClr val="tx1"/>
          </a:fontRef>
        </p:style>
      </p:cxnSp>
      <p:cxnSp>
        <p:nvCxnSpPr>
          <p:cNvPr id="45" name="Straight Arrow Connector 44"/>
          <p:cNvCxnSpPr/>
          <p:nvPr/>
        </p:nvCxnSpPr>
        <p:spPr>
          <a:xfrm rot="16200000" flipH="1">
            <a:off x="7094538" y="2754312"/>
            <a:ext cx="266700" cy="492125"/>
          </a:xfrm>
          <a:prstGeom prst="straightConnector1">
            <a:avLst/>
          </a:prstGeom>
          <a:ln w="25400">
            <a:solidFill>
              <a:srgbClr val="C00000"/>
            </a:solidFill>
            <a:tailEnd type="arrow"/>
          </a:ln>
        </p:spPr>
        <p:style>
          <a:lnRef idx="1">
            <a:schemeClr val="accent1"/>
          </a:lnRef>
          <a:fillRef idx="0">
            <a:schemeClr val="accent1"/>
          </a:fillRef>
          <a:effectRef idx="0">
            <a:schemeClr val="accent1"/>
          </a:effectRef>
          <a:fontRef idx="minor">
            <a:schemeClr val="tx1"/>
          </a:fontRef>
        </p:style>
      </p:cxnSp>
      <p:cxnSp>
        <p:nvCxnSpPr>
          <p:cNvPr id="47" name="Straight Arrow Connector 46"/>
          <p:cNvCxnSpPr/>
          <p:nvPr/>
        </p:nvCxnSpPr>
        <p:spPr>
          <a:xfrm rot="16200000" flipH="1" flipV="1">
            <a:off x="6587332" y="1821656"/>
            <a:ext cx="268288" cy="422275"/>
          </a:xfrm>
          <a:prstGeom prst="straightConnector1">
            <a:avLst/>
          </a:prstGeom>
          <a:ln w="25400">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49" name="Oval 48"/>
          <p:cNvSpPr/>
          <p:nvPr/>
        </p:nvSpPr>
        <p:spPr>
          <a:xfrm>
            <a:off x="8824913" y="2028825"/>
            <a:ext cx="46037" cy="7620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51" name="Oval 50"/>
          <p:cNvSpPr/>
          <p:nvPr/>
        </p:nvSpPr>
        <p:spPr>
          <a:xfrm>
            <a:off x="6905625" y="1876425"/>
            <a:ext cx="46038" cy="7620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53" name="Oval 52"/>
          <p:cNvSpPr/>
          <p:nvPr/>
        </p:nvSpPr>
        <p:spPr>
          <a:xfrm>
            <a:off x="6981825" y="2817813"/>
            <a:ext cx="46038" cy="7620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cxnSp>
        <p:nvCxnSpPr>
          <p:cNvPr id="57" name="Straight Arrow Connector 56"/>
          <p:cNvCxnSpPr/>
          <p:nvPr/>
        </p:nvCxnSpPr>
        <p:spPr>
          <a:xfrm flipV="1">
            <a:off x="8277225" y="2881313"/>
            <a:ext cx="228600" cy="76200"/>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62" name="Straight Arrow Connector 61"/>
          <p:cNvCxnSpPr/>
          <p:nvPr/>
        </p:nvCxnSpPr>
        <p:spPr>
          <a:xfrm rot="5400000" flipH="1" flipV="1">
            <a:off x="7363619" y="1189831"/>
            <a:ext cx="914400" cy="1588"/>
          </a:xfrm>
          <a:prstGeom prst="straightConnector1">
            <a:avLst/>
          </a:prstGeom>
          <a:ln w="38100">
            <a:tailEnd type="none"/>
          </a:ln>
        </p:spPr>
        <p:style>
          <a:lnRef idx="1">
            <a:schemeClr val="accent1"/>
          </a:lnRef>
          <a:fillRef idx="0">
            <a:schemeClr val="accent1"/>
          </a:fillRef>
          <a:effectRef idx="0">
            <a:schemeClr val="accent1"/>
          </a:effectRef>
          <a:fontRef idx="minor">
            <a:schemeClr val="tx1"/>
          </a:fontRef>
        </p:style>
      </p:cxnSp>
      <p:sp>
        <p:nvSpPr>
          <p:cNvPr id="64" name="Content Placeholder 2"/>
          <p:cNvSpPr txBox="1">
            <a:spLocks/>
          </p:cNvSpPr>
          <p:nvPr/>
        </p:nvSpPr>
        <p:spPr bwMode="auto">
          <a:xfrm>
            <a:off x="152400" y="1219200"/>
            <a:ext cx="6372225" cy="962025"/>
          </a:xfrm>
          <a:prstGeom prst="rect">
            <a:avLst/>
          </a:prstGeom>
          <a:noFill/>
          <a:ln w="9525">
            <a:noFill/>
            <a:miter lim="800000"/>
            <a:headEnd/>
            <a:tailEnd/>
          </a:ln>
        </p:spPr>
        <p:txBody>
          <a:bodyPr/>
          <a:lstStyle/>
          <a:p>
            <a:pPr marL="274320" indent="-274320" fontAlgn="auto">
              <a:spcBef>
                <a:spcPct val="20000"/>
              </a:spcBef>
              <a:spcAft>
                <a:spcPts val="0"/>
              </a:spcAft>
              <a:buClr>
                <a:schemeClr val="accent3"/>
              </a:buClr>
              <a:buSzPct val="95000"/>
              <a:defRPr/>
            </a:pPr>
            <a:r>
              <a:rPr lang="en-US" sz="3200" b="1">
                <a:solidFill>
                  <a:srgbClr val="0808FC"/>
                </a:solidFill>
                <a:latin typeface="Times New Roman" pitchFamily="18" charset="0"/>
                <a:cs typeface="Times New Roman" pitchFamily="18" charset="0"/>
              </a:rPr>
              <a:t>_ Là những </a:t>
            </a:r>
            <a:r>
              <a:rPr lang="vi-VN" sz="3200" b="1" dirty="0">
                <a:solidFill>
                  <a:srgbClr val="0808FC"/>
                </a:solidFill>
                <a:latin typeface="Times New Roman" pitchFamily="18" charset="0"/>
                <a:cs typeface="Times New Roman" pitchFamily="18" charset="0"/>
              </a:rPr>
              <a:t>đường</a:t>
            </a:r>
            <a:r>
              <a:rPr lang="en-US" sz="3200" b="1" dirty="0">
                <a:solidFill>
                  <a:srgbClr val="0808FC"/>
                </a:solidFill>
                <a:latin typeface="Times New Roman" pitchFamily="18" charset="0"/>
                <a:cs typeface="Times New Roman" pitchFamily="18" charset="0"/>
              </a:rPr>
              <a:t> cong </a:t>
            </a:r>
            <a:r>
              <a:rPr lang="en-US" sz="3200" b="1" dirty="0" err="1">
                <a:solidFill>
                  <a:srgbClr val="0808FC"/>
                </a:solidFill>
                <a:latin typeface="Times New Roman" pitchFamily="18" charset="0"/>
                <a:cs typeface="Times New Roman" pitchFamily="18" charset="0"/>
              </a:rPr>
              <a:t>vẽ</a:t>
            </a:r>
            <a:r>
              <a:rPr lang="en-US" sz="3200" b="1" dirty="0">
                <a:solidFill>
                  <a:srgbClr val="0808FC"/>
                </a:solidFill>
                <a:latin typeface="Times New Roman" pitchFamily="18" charset="0"/>
                <a:cs typeface="Times New Roman" pitchFamily="18" charset="0"/>
              </a:rPr>
              <a:t> </a:t>
            </a:r>
            <a:r>
              <a:rPr lang="en-US" sz="3200" b="1" dirty="0" err="1">
                <a:solidFill>
                  <a:srgbClr val="0808FC"/>
                </a:solidFill>
                <a:latin typeface="Times New Roman" pitchFamily="18" charset="0"/>
                <a:cs typeface="Times New Roman" pitchFamily="18" charset="0"/>
              </a:rPr>
              <a:t>ra</a:t>
            </a:r>
            <a:r>
              <a:rPr lang="en-US" sz="3200" b="1" dirty="0">
                <a:solidFill>
                  <a:srgbClr val="0808FC"/>
                </a:solidFill>
                <a:latin typeface="Times New Roman" pitchFamily="18" charset="0"/>
                <a:cs typeface="Times New Roman" pitchFamily="18" charset="0"/>
              </a:rPr>
              <a:t> </a:t>
            </a:r>
            <a:r>
              <a:rPr lang="en-US" sz="3200" b="1" dirty="0" err="1">
                <a:solidFill>
                  <a:srgbClr val="0808FC"/>
                </a:solidFill>
                <a:latin typeface="Times New Roman" pitchFamily="18" charset="0"/>
                <a:cs typeface="Times New Roman" pitchFamily="18" charset="0"/>
              </a:rPr>
              <a:t>trong</a:t>
            </a:r>
            <a:r>
              <a:rPr lang="en-US" sz="3200" b="1" dirty="0">
                <a:solidFill>
                  <a:srgbClr val="0808FC"/>
                </a:solidFill>
                <a:latin typeface="Times New Roman" pitchFamily="18" charset="0"/>
                <a:cs typeface="Times New Roman" pitchFamily="18" charset="0"/>
              </a:rPr>
              <a:t> </a:t>
            </a:r>
            <a:r>
              <a:rPr lang="en-US" sz="3200" b="1" dirty="0" err="1">
                <a:solidFill>
                  <a:srgbClr val="0808FC"/>
                </a:solidFill>
                <a:latin typeface="Times New Roman" pitchFamily="18" charset="0"/>
                <a:cs typeface="Times New Roman" pitchFamily="18" charset="0"/>
              </a:rPr>
              <a:t>từ</a:t>
            </a:r>
            <a:r>
              <a:rPr lang="en-US" sz="3200" b="1" dirty="0">
                <a:solidFill>
                  <a:srgbClr val="0808FC"/>
                </a:solidFill>
                <a:latin typeface="Times New Roman" pitchFamily="18" charset="0"/>
                <a:cs typeface="Times New Roman" pitchFamily="18" charset="0"/>
              </a:rPr>
              <a:t> </a:t>
            </a:r>
            <a:r>
              <a:rPr lang="en-US" sz="3200" b="1" err="1">
                <a:solidFill>
                  <a:srgbClr val="0808FC"/>
                </a:solidFill>
                <a:latin typeface="Times New Roman" pitchFamily="18" charset="0"/>
                <a:cs typeface="Times New Roman" pitchFamily="18" charset="0"/>
              </a:rPr>
              <a:t>tr</a:t>
            </a:r>
            <a:r>
              <a:rPr lang="vi-VN" sz="3200" b="1">
                <a:solidFill>
                  <a:srgbClr val="0808FC"/>
                </a:solidFill>
                <a:latin typeface="Times New Roman" pitchFamily="18" charset="0"/>
                <a:cs typeface="Times New Roman" pitchFamily="18" charset="0"/>
              </a:rPr>
              <a:t>ường</a:t>
            </a:r>
            <a:r>
              <a:rPr lang="en-US" sz="3200" b="1">
                <a:solidFill>
                  <a:srgbClr val="0808FC"/>
                </a:solidFill>
                <a:latin typeface="Times New Roman" pitchFamily="18" charset="0"/>
                <a:cs typeface="Times New Roman" pitchFamily="18" charset="0"/>
              </a:rPr>
              <a:t>, sao cho: </a:t>
            </a:r>
            <a:endParaRPr lang="en-US" sz="3200" b="1" dirty="0">
              <a:solidFill>
                <a:srgbClr val="0808FC"/>
              </a:solidFill>
              <a:latin typeface="Times New Roman" pitchFamily="18" charset="0"/>
              <a:cs typeface="Times New Roman" pitchFamily="18" charset="0"/>
            </a:endParaRPr>
          </a:p>
        </p:txBody>
      </p:sp>
      <p:pic>
        <p:nvPicPr>
          <p:cNvPr id="7190" name="Picture 1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24625" y="3933825"/>
            <a:ext cx="2543175" cy="2238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3" name="Content Placeholder 2"/>
          <p:cNvSpPr txBox="1">
            <a:spLocks/>
          </p:cNvSpPr>
          <p:nvPr/>
        </p:nvSpPr>
        <p:spPr bwMode="auto">
          <a:xfrm>
            <a:off x="381000" y="2284413"/>
            <a:ext cx="5410200" cy="914400"/>
          </a:xfrm>
          <a:prstGeom prst="rect">
            <a:avLst/>
          </a:prstGeom>
          <a:noFill/>
          <a:ln w="9525">
            <a:noFill/>
            <a:miter lim="800000"/>
            <a:headEnd/>
            <a:tailEnd/>
          </a:ln>
        </p:spPr>
        <p:txBody>
          <a:bodyPr/>
          <a:lstStyle/>
          <a:p>
            <a:pPr indent="14288" algn="just" fontAlgn="auto">
              <a:spcBef>
                <a:spcPct val="20000"/>
              </a:spcBef>
              <a:spcAft>
                <a:spcPts val="0"/>
              </a:spcAft>
              <a:buClr>
                <a:schemeClr val="accent3"/>
              </a:buClr>
              <a:buSzPct val="95000"/>
              <a:defRPr/>
            </a:pPr>
            <a:r>
              <a:rPr lang="en-US" sz="3200" b="1" dirty="0" err="1">
                <a:solidFill>
                  <a:srgbClr val="002060"/>
                </a:solidFill>
                <a:latin typeface="Times New Roman" pitchFamily="18" charset="0"/>
                <a:cs typeface="Times New Roman" pitchFamily="18" charset="0"/>
              </a:rPr>
              <a:t>Tiếp</a:t>
            </a:r>
            <a:r>
              <a:rPr lang="en-US" sz="3200" b="1" dirty="0">
                <a:solidFill>
                  <a:srgbClr val="002060"/>
                </a:solidFill>
                <a:latin typeface="Times New Roman" pitchFamily="18" charset="0"/>
                <a:cs typeface="Times New Roman" pitchFamily="18" charset="0"/>
              </a:rPr>
              <a:t> </a:t>
            </a:r>
            <a:r>
              <a:rPr lang="en-US" sz="3200" b="1" dirty="0" err="1">
                <a:solidFill>
                  <a:srgbClr val="002060"/>
                </a:solidFill>
                <a:latin typeface="Times New Roman" pitchFamily="18" charset="0"/>
                <a:cs typeface="Times New Roman" pitchFamily="18" charset="0"/>
              </a:rPr>
              <a:t>tuyến</a:t>
            </a:r>
            <a:r>
              <a:rPr lang="en-US" sz="3200" b="1" dirty="0">
                <a:solidFill>
                  <a:srgbClr val="002060"/>
                </a:solidFill>
                <a:latin typeface="Times New Roman" pitchFamily="18" charset="0"/>
                <a:cs typeface="Times New Roman" pitchFamily="18" charset="0"/>
              </a:rPr>
              <a:t> </a:t>
            </a:r>
            <a:r>
              <a:rPr lang="en-US" sz="3200" b="1" dirty="0" err="1">
                <a:solidFill>
                  <a:srgbClr val="002060"/>
                </a:solidFill>
                <a:latin typeface="Times New Roman" pitchFamily="18" charset="0"/>
                <a:cs typeface="Times New Roman" pitchFamily="18" charset="0"/>
              </a:rPr>
              <a:t>của</a:t>
            </a:r>
            <a:r>
              <a:rPr lang="en-US" sz="3200" b="1" dirty="0">
                <a:solidFill>
                  <a:srgbClr val="002060"/>
                </a:solidFill>
                <a:latin typeface="Times New Roman" pitchFamily="18" charset="0"/>
                <a:cs typeface="Times New Roman" pitchFamily="18" charset="0"/>
              </a:rPr>
              <a:t> </a:t>
            </a:r>
            <a:r>
              <a:rPr lang="en-US" sz="3200" b="1" dirty="0" err="1">
                <a:solidFill>
                  <a:srgbClr val="002060"/>
                </a:solidFill>
                <a:latin typeface="Times New Roman" pitchFamily="18" charset="0"/>
                <a:cs typeface="Times New Roman" pitchFamily="18" charset="0"/>
              </a:rPr>
              <a:t>nó</a:t>
            </a:r>
            <a:r>
              <a:rPr lang="en-US" sz="3200" b="1" dirty="0">
                <a:solidFill>
                  <a:srgbClr val="002060"/>
                </a:solidFill>
                <a:latin typeface="Times New Roman" pitchFamily="18" charset="0"/>
                <a:cs typeface="Times New Roman" pitchFamily="18" charset="0"/>
              </a:rPr>
              <a:t> </a:t>
            </a:r>
            <a:r>
              <a:rPr lang="en-US" sz="3200" b="1" dirty="0" err="1">
                <a:solidFill>
                  <a:srgbClr val="002060"/>
                </a:solidFill>
                <a:latin typeface="Times New Roman" pitchFamily="18" charset="0"/>
                <a:cs typeface="Times New Roman" pitchFamily="18" charset="0"/>
              </a:rPr>
              <a:t>tại</a:t>
            </a:r>
            <a:r>
              <a:rPr lang="en-US" sz="3200" b="1" dirty="0">
                <a:solidFill>
                  <a:srgbClr val="002060"/>
                </a:solidFill>
                <a:latin typeface="Times New Roman" pitchFamily="18" charset="0"/>
                <a:cs typeface="Times New Roman" pitchFamily="18" charset="0"/>
              </a:rPr>
              <a:t> </a:t>
            </a:r>
            <a:r>
              <a:rPr lang="en-US" sz="3200" b="1" dirty="0" err="1">
                <a:solidFill>
                  <a:srgbClr val="002060"/>
                </a:solidFill>
                <a:latin typeface="Times New Roman" pitchFamily="18" charset="0"/>
                <a:cs typeface="Times New Roman" pitchFamily="18" charset="0"/>
              </a:rPr>
              <a:t>mỗi</a:t>
            </a:r>
            <a:r>
              <a:rPr lang="en-US" sz="3200" b="1" dirty="0">
                <a:solidFill>
                  <a:srgbClr val="002060"/>
                </a:solidFill>
                <a:latin typeface="Times New Roman" pitchFamily="18" charset="0"/>
                <a:cs typeface="Times New Roman" pitchFamily="18" charset="0"/>
              </a:rPr>
              <a:t> </a:t>
            </a:r>
            <a:r>
              <a:rPr lang="vi-VN" sz="3200" b="1">
                <a:solidFill>
                  <a:srgbClr val="002060"/>
                </a:solidFill>
                <a:latin typeface="Times New Roman" pitchFamily="18" charset="0"/>
                <a:cs typeface="Times New Roman" pitchFamily="18" charset="0"/>
              </a:rPr>
              <a:t>đ</a:t>
            </a:r>
            <a:r>
              <a:rPr lang="en-US" sz="3200" b="1">
                <a:solidFill>
                  <a:srgbClr val="002060"/>
                </a:solidFill>
                <a:latin typeface="Times New Roman" pitchFamily="18" charset="0"/>
                <a:cs typeface="Times New Roman" pitchFamily="18" charset="0"/>
              </a:rPr>
              <a:t>iểm trùng </a:t>
            </a:r>
            <a:r>
              <a:rPr lang="en-US" sz="3200" b="1" dirty="0" err="1">
                <a:solidFill>
                  <a:srgbClr val="002060"/>
                </a:solidFill>
                <a:latin typeface="Times New Roman" pitchFamily="18" charset="0"/>
                <a:cs typeface="Times New Roman" pitchFamily="18" charset="0"/>
              </a:rPr>
              <a:t>với</a:t>
            </a:r>
            <a:r>
              <a:rPr lang="en-US" sz="3200" b="1" dirty="0">
                <a:solidFill>
                  <a:srgbClr val="002060"/>
                </a:solidFill>
                <a:latin typeface="Times New Roman" pitchFamily="18" charset="0"/>
                <a:cs typeface="Times New Roman" pitchFamily="18" charset="0"/>
              </a:rPr>
              <a:t> ph</a:t>
            </a:r>
            <a:r>
              <a:rPr lang="vi-VN" sz="3200" b="1" dirty="0">
                <a:solidFill>
                  <a:srgbClr val="002060"/>
                </a:solidFill>
                <a:latin typeface="Times New Roman" pitchFamily="18" charset="0"/>
                <a:cs typeface="Times New Roman" pitchFamily="18" charset="0"/>
              </a:rPr>
              <a:t>ươ</a:t>
            </a:r>
            <a:r>
              <a:rPr lang="en-US" sz="3200" b="1" dirty="0" err="1">
                <a:solidFill>
                  <a:srgbClr val="002060"/>
                </a:solidFill>
                <a:latin typeface="Times New Roman" pitchFamily="18" charset="0"/>
                <a:cs typeface="Times New Roman" pitchFamily="18" charset="0"/>
              </a:rPr>
              <a:t>ng</a:t>
            </a:r>
            <a:r>
              <a:rPr lang="en-US" sz="3200" b="1" dirty="0">
                <a:solidFill>
                  <a:srgbClr val="002060"/>
                </a:solidFill>
                <a:latin typeface="Times New Roman" pitchFamily="18" charset="0"/>
                <a:cs typeface="Times New Roman" pitchFamily="18" charset="0"/>
              </a:rPr>
              <a:t> </a:t>
            </a:r>
            <a:r>
              <a:rPr lang="en-US" sz="3200" b="1" dirty="0" err="1">
                <a:solidFill>
                  <a:srgbClr val="002060"/>
                </a:solidFill>
                <a:latin typeface="Times New Roman" pitchFamily="18" charset="0"/>
                <a:cs typeface="Times New Roman" pitchFamily="18" charset="0"/>
              </a:rPr>
              <a:t>của</a:t>
            </a:r>
            <a:r>
              <a:rPr lang="en-US" sz="3200" b="1" dirty="0">
                <a:solidFill>
                  <a:srgbClr val="002060"/>
                </a:solidFill>
                <a:latin typeface="Times New Roman" pitchFamily="18" charset="0"/>
                <a:cs typeface="Times New Roman" pitchFamily="18" charset="0"/>
              </a:rPr>
              <a:t> </a:t>
            </a:r>
          </a:p>
        </p:txBody>
      </p:sp>
      <p:graphicFrame>
        <p:nvGraphicFramePr>
          <p:cNvPr id="22544" name="Object 16"/>
          <p:cNvGraphicFramePr>
            <a:graphicFrameLocks noChangeAspect="1"/>
          </p:cNvGraphicFramePr>
          <p:nvPr/>
        </p:nvGraphicFramePr>
        <p:xfrm>
          <a:off x="5265738" y="2736850"/>
          <a:ext cx="474662" cy="539750"/>
        </p:xfrm>
        <a:graphic>
          <a:graphicData uri="http://schemas.openxmlformats.org/presentationml/2006/ole">
            <mc:AlternateContent xmlns:mc="http://schemas.openxmlformats.org/markup-compatibility/2006">
              <mc:Choice xmlns:v="urn:schemas-microsoft-com:vml" Requires="v">
                <p:oleObj name="Equation" r:id="rId3" imgW="152268" imgH="203024" progId="Equation.3">
                  <p:embed/>
                </p:oleObj>
              </mc:Choice>
              <mc:Fallback>
                <p:oleObj name="Equation" r:id="rId3" imgW="152268" imgH="203024"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65738" y="2736850"/>
                        <a:ext cx="474662"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2545" name="Object 17"/>
          <p:cNvGraphicFramePr>
            <a:graphicFrameLocks noChangeAspect="1"/>
          </p:cNvGraphicFramePr>
          <p:nvPr/>
        </p:nvGraphicFramePr>
        <p:xfrm>
          <a:off x="7058025" y="3044825"/>
          <a:ext cx="279400" cy="355600"/>
        </p:xfrm>
        <a:graphic>
          <a:graphicData uri="http://schemas.openxmlformats.org/presentationml/2006/ole">
            <mc:AlternateContent xmlns:mc="http://schemas.openxmlformats.org/markup-compatibility/2006">
              <mc:Choice xmlns:v="urn:schemas-microsoft-com:vml" Requires="v">
                <p:oleObj name="Equation" r:id="rId3" imgW="152268" imgH="203024" progId="Equation.3">
                  <p:embed/>
                </p:oleObj>
              </mc:Choice>
              <mc:Fallback>
                <p:oleObj name="Equation" r:id="rId3" imgW="152268" imgH="203024"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58025" y="3044825"/>
                        <a:ext cx="279400" cy="355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546" name="Object 18"/>
          <p:cNvGraphicFramePr>
            <a:graphicFrameLocks noChangeAspect="1"/>
          </p:cNvGraphicFramePr>
          <p:nvPr/>
        </p:nvGraphicFramePr>
        <p:xfrm>
          <a:off x="8734425" y="1571625"/>
          <a:ext cx="279400" cy="355600"/>
        </p:xfrm>
        <a:graphic>
          <a:graphicData uri="http://schemas.openxmlformats.org/presentationml/2006/ole">
            <mc:AlternateContent xmlns:mc="http://schemas.openxmlformats.org/markup-compatibility/2006">
              <mc:Choice xmlns:v="urn:schemas-microsoft-com:vml" Requires="v">
                <p:oleObj name="Equation" r:id="rId3" imgW="152268" imgH="203024" progId="Equation.3">
                  <p:embed/>
                </p:oleObj>
              </mc:Choice>
              <mc:Fallback>
                <p:oleObj name="Equation" r:id="rId3" imgW="152268" imgH="203024"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734425" y="1571625"/>
                        <a:ext cx="279400" cy="355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547" name="Object 19"/>
          <p:cNvGraphicFramePr>
            <a:graphicFrameLocks noChangeAspect="1"/>
          </p:cNvGraphicFramePr>
          <p:nvPr/>
        </p:nvGraphicFramePr>
        <p:xfrm>
          <a:off x="6448425" y="1673225"/>
          <a:ext cx="279400" cy="355600"/>
        </p:xfrm>
        <a:graphic>
          <a:graphicData uri="http://schemas.openxmlformats.org/presentationml/2006/ole">
            <mc:AlternateContent xmlns:mc="http://schemas.openxmlformats.org/markup-compatibility/2006">
              <mc:Choice xmlns:v="urn:schemas-microsoft-com:vml" Requires="v">
                <p:oleObj name="Equation" r:id="rId3" imgW="152268" imgH="203024" progId="Equation.3">
                  <p:embed/>
                </p:oleObj>
              </mc:Choice>
              <mc:Fallback>
                <p:oleObj name="Equation" r:id="rId3" imgW="152268" imgH="203024"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48425" y="1673225"/>
                        <a:ext cx="279400" cy="355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5" name="Content Placeholder 2"/>
          <p:cNvSpPr txBox="1">
            <a:spLocks/>
          </p:cNvSpPr>
          <p:nvPr/>
        </p:nvSpPr>
        <p:spPr bwMode="auto">
          <a:xfrm>
            <a:off x="457200" y="3505200"/>
            <a:ext cx="4330700" cy="533400"/>
          </a:xfrm>
          <a:prstGeom prst="rect">
            <a:avLst/>
          </a:prstGeom>
          <a:noFill/>
          <a:ln w="9525">
            <a:noFill/>
            <a:miter lim="800000"/>
            <a:headEnd/>
            <a:tailEnd/>
          </a:ln>
        </p:spPr>
        <p:txBody>
          <a:bodyPr/>
          <a:lstStyle/>
          <a:p>
            <a:pPr marL="274320" indent="-274320" algn="just" fontAlgn="auto">
              <a:spcBef>
                <a:spcPct val="20000"/>
              </a:spcBef>
              <a:spcAft>
                <a:spcPts val="0"/>
              </a:spcAft>
              <a:buClr>
                <a:schemeClr val="accent3"/>
              </a:buClr>
              <a:buSzPct val="95000"/>
              <a:defRPr/>
            </a:pPr>
            <a:r>
              <a:rPr lang="en-US" sz="3200" b="1" dirty="0" err="1">
                <a:solidFill>
                  <a:srgbClr val="002060"/>
                </a:solidFill>
                <a:latin typeface="Times New Roman" pitchFamily="18" charset="0"/>
                <a:cs typeface="Times New Roman" pitchFamily="18" charset="0"/>
              </a:rPr>
              <a:t>Chiều</a:t>
            </a:r>
            <a:r>
              <a:rPr lang="en-US" sz="3200" b="1" dirty="0">
                <a:solidFill>
                  <a:srgbClr val="002060"/>
                </a:solidFill>
                <a:latin typeface="Times New Roman" pitchFamily="18" charset="0"/>
                <a:cs typeface="Times New Roman" pitchFamily="18" charset="0"/>
              </a:rPr>
              <a:t>: </a:t>
            </a:r>
            <a:r>
              <a:rPr lang="en-US" sz="3200" b="1" dirty="0" err="1">
                <a:solidFill>
                  <a:srgbClr val="002060"/>
                </a:solidFill>
                <a:latin typeface="Times New Roman" pitchFamily="18" charset="0"/>
                <a:cs typeface="Times New Roman" pitchFamily="18" charset="0"/>
              </a:rPr>
              <a:t>cùng</a:t>
            </a:r>
            <a:r>
              <a:rPr lang="en-US" sz="3200" b="1" dirty="0">
                <a:solidFill>
                  <a:srgbClr val="002060"/>
                </a:solidFill>
                <a:latin typeface="Times New Roman" pitchFamily="18" charset="0"/>
                <a:cs typeface="Times New Roman" pitchFamily="18" charset="0"/>
              </a:rPr>
              <a:t> </a:t>
            </a:r>
            <a:r>
              <a:rPr lang="en-US" sz="3200" b="1" dirty="0" err="1">
                <a:solidFill>
                  <a:srgbClr val="002060"/>
                </a:solidFill>
                <a:latin typeface="Times New Roman" pitchFamily="18" charset="0"/>
                <a:cs typeface="Times New Roman" pitchFamily="18" charset="0"/>
              </a:rPr>
              <a:t>chiều</a:t>
            </a:r>
            <a:r>
              <a:rPr lang="en-US" sz="3200" b="1" dirty="0">
                <a:solidFill>
                  <a:srgbClr val="002060"/>
                </a:solidFill>
                <a:latin typeface="Times New Roman" pitchFamily="18" charset="0"/>
                <a:cs typeface="Times New Roman" pitchFamily="18" charset="0"/>
              </a:rPr>
              <a:t> </a:t>
            </a:r>
            <a:r>
              <a:rPr lang="en-US" sz="3200" b="1" dirty="0" err="1">
                <a:solidFill>
                  <a:srgbClr val="002060"/>
                </a:solidFill>
                <a:latin typeface="Times New Roman" pitchFamily="18" charset="0"/>
                <a:cs typeface="Times New Roman" pitchFamily="18" charset="0"/>
              </a:rPr>
              <a:t>với</a:t>
            </a:r>
            <a:r>
              <a:rPr lang="en-US" sz="3200" b="1" dirty="0">
                <a:solidFill>
                  <a:srgbClr val="002060"/>
                </a:solidFill>
                <a:latin typeface="Times New Roman" pitchFamily="18" charset="0"/>
                <a:cs typeface="Times New Roman" pitchFamily="18" charset="0"/>
              </a:rPr>
              <a:t> </a:t>
            </a:r>
          </a:p>
        </p:txBody>
      </p:sp>
      <p:graphicFrame>
        <p:nvGraphicFramePr>
          <p:cNvPr id="22548" name="Object 20"/>
          <p:cNvGraphicFramePr>
            <a:graphicFrameLocks noChangeAspect="1"/>
          </p:cNvGraphicFramePr>
          <p:nvPr/>
        </p:nvGraphicFramePr>
        <p:xfrm>
          <a:off x="4397375" y="3509963"/>
          <a:ext cx="441325" cy="503237"/>
        </p:xfrm>
        <a:graphic>
          <a:graphicData uri="http://schemas.openxmlformats.org/presentationml/2006/ole">
            <mc:AlternateContent xmlns:mc="http://schemas.openxmlformats.org/markup-compatibility/2006">
              <mc:Choice xmlns:v="urn:schemas-microsoft-com:vml" Requires="v">
                <p:oleObj name="Equation" r:id="rId3" imgW="152268" imgH="203024" progId="Equation.3">
                  <p:embed/>
                </p:oleObj>
              </mc:Choice>
              <mc:Fallback>
                <p:oleObj name="Equation" r:id="rId3" imgW="152268" imgH="203024"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97375" y="3509963"/>
                        <a:ext cx="441325"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0" name="Content Placeholder 2"/>
          <p:cNvSpPr txBox="1">
            <a:spLocks/>
          </p:cNvSpPr>
          <p:nvPr/>
        </p:nvSpPr>
        <p:spPr bwMode="auto">
          <a:xfrm>
            <a:off x="457200" y="4265613"/>
            <a:ext cx="3449638" cy="533400"/>
          </a:xfrm>
          <a:prstGeom prst="rect">
            <a:avLst/>
          </a:prstGeom>
          <a:noFill/>
          <a:ln w="9525">
            <a:noFill/>
            <a:miter lim="800000"/>
            <a:headEnd/>
            <a:tailEnd/>
          </a:ln>
        </p:spPr>
        <p:txBody>
          <a:bodyPr/>
          <a:lstStyle/>
          <a:p>
            <a:pPr marL="274320" indent="-274320" algn="just" fontAlgn="auto">
              <a:spcBef>
                <a:spcPct val="20000"/>
              </a:spcBef>
              <a:spcAft>
                <a:spcPts val="0"/>
              </a:spcAft>
              <a:buClr>
                <a:schemeClr val="accent3"/>
              </a:buClr>
              <a:buSzPct val="95000"/>
              <a:defRPr/>
            </a:pPr>
            <a:r>
              <a:rPr lang="en-US" sz="3200" b="1" dirty="0" err="1">
                <a:solidFill>
                  <a:srgbClr val="002060"/>
                </a:solidFill>
                <a:latin typeface="Times New Roman" pitchFamily="18" charset="0"/>
                <a:cs typeface="Times New Roman" pitchFamily="18" charset="0"/>
              </a:rPr>
              <a:t>Mật</a:t>
            </a:r>
            <a:r>
              <a:rPr lang="en-US" sz="3200" b="1" dirty="0">
                <a:solidFill>
                  <a:srgbClr val="002060"/>
                </a:solidFill>
                <a:latin typeface="Times New Roman" pitchFamily="18" charset="0"/>
                <a:cs typeface="Times New Roman" pitchFamily="18" charset="0"/>
              </a:rPr>
              <a:t> </a:t>
            </a:r>
            <a:r>
              <a:rPr lang="vi-VN" sz="3200" b="1" dirty="0">
                <a:solidFill>
                  <a:srgbClr val="002060"/>
                </a:solidFill>
                <a:latin typeface="Times New Roman" pitchFamily="18" charset="0"/>
                <a:cs typeface="Times New Roman" pitchFamily="18" charset="0"/>
              </a:rPr>
              <a:t>độ</a:t>
            </a:r>
            <a:r>
              <a:rPr lang="en-US" sz="3200" b="1" dirty="0">
                <a:solidFill>
                  <a:srgbClr val="002060"/>
                </a:solidFill>
                <a:latin typeface="Times New Roman" pitchFamily="18" charset="0"/>
                <a:cs typeface="Times New Roman" pitchFamily="18" charset="0"/>
              </a:rPr>
              <a:t> </a:t>
            </a:r>
            <a:r>
              <a:rPr lang="vi-VN" sz="3200" b="1" dirty="0">
                <a:solidFill>
                  <a:srgbClr val="002060"/>
                </a:solidFill>
                <a:latin typeface="Times New Roman" pitchFamily="18" charset="0"/>
                <a:cs typeface="Times New Roman" pitchFamily="18" charset="0"/>
              </a:rPr>
              <a:t>đường</a:t>
            </a:r>
            <a:r>
              <a:rPr lang="en-US" sz="3200" b="1" dirty="0">
                <a:solidFill>
                  <a:srgbClr val="002060"/>
                </a:solidFill>
                <a:latin typeface="Times New Roman" pitchFamily="18" charset="0"/>
                <a:cs typeface="Times New Roman" pitchFamily="18" charset="0"/>
              </a:rPr>
              <a:t> s</a:t>
            </a:r>
            <a:r>
              <a:rPr lang="vi-VN" sz="3200" b="1" dirty="0">
                <a:solidFill>
                  <a:srgbClr val="002060"/>
                </a:solidFill>
                <a:latin typeface="Times New Roman" pitchFamily="18" charset="0"/>
                <a:cs typeface="Times New Roman" pitchFamily="18" charset="0"/>
              </a:rPr>
              <a:t>ức</a:t>
            </a:r>
            <a:r>
              <a:rPr lang="en-US" sz="3200" b="1" dirty="0">
                <a:solidFill>
                  <a:srgbClr val="002060"/>
                </a:solidFill>
                <a:latin typeface="Times New Roman" pitchFamily="18" charset="0"/>
                <a:cs typeface="Times New Roman" pitchFamily="18" charset="0"/>
              </a:rPr>
              <a:t>   </a:t>
            </a:r>
          </a:p>
        </p:txBody>
      </p:sp>
      <p:graphicFrame>
        <p:nvGraphicFramePr>
          <p:cNvPr id="22549" name="Object 21"/>
          <p:cNvGraphicFramePr>
            <a:graphicFrameLocks noChangeAspect="1"/>
          </p:cNvGraphicFramePr>
          <p:nvPr/>
        </p:nvGraphicFramePr>
        <p:xfrm>
          <a:off x="3810000" y="4265613"/>
          <a:ext cx="836613" cy="687387"/>
        </p:xfrm>
        <a:graphic>
          <a:graphicData uri="http://schemas.openxmlformats.org/presentationml/2006/ole">
            <mc:AlternateContent xmlns:mc="http://schemas.openxmlformats.org/markup-compatibility/2006">
              <mc:Choice xmlns:v="urn:schemas-microsoft-com:vml" Requires="v">
                <p:oleObj name="Equation" r:id="rId5" imgW="317225" imgH="304536" progId="Equation.3">
                  <p:embed/>
                </p:oleObj>
              </mc:Choice>
              <mc:Fallback>
                <p:oleObj name="Equation" r:id="rId5" imgW="317225" imgH="304536"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10000" y="4265613"/>
                        <a:ext cx="836613" cy="687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3" name="Right Arrow 82"/>
          <p:cNvSpPr/>
          <p:nvPr/>
        </p:nvSpPr>
        <p:spPr>
          <a:xfrm>
            <a:off x="152400" y="2438400"/>
            <a:ext cx="227013" cy="228600"/>
          </a:xfrm>
          <a:prstGeom prst="rightArrow">
            <a:avLst/>
          </a:prstGeom>
          <a:solidFill>
            <a:srgbClr val="F7741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just">
              <a:defRPr/>
            </a:pPr>
            <a:endParaRPr lang="en-US" sz="3200" b="1">
              <a:solidFill>
                <a:srgbClr val="080CA8"/>
              </a:solidFill>
              <a:latin typeface="Times New Roman" pitchFamily="18" charset="0"/>
              <a:cs typeface="Times New Roman" pitchFamily="18" charset="0"/>
            </a:endParaRPr>
          </a:p>
        </p:txBody>
      </p:sp>
      <p:sp>
        <p:nvSpPr>
          <p:cNvPr id="85" name="Right Arrow 84"/>
          <p:cNvSpPr/>
          <p:nvPr/>
        </p:nvSpPr>
        <p:spPr>
          <a:xfrm>
            <a:off x="152400" y="3659188"/>
            <a:ext cx="228600" cy="228600"/>
          </a:xfrm>
          <a:prstGeom prst="rightArrow">
            <a:avLst/>
          </a:prstGeom>
          <a:solidFill>
            <a:srgbClr val="F7741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just">
              <a:defRPr/>
            </a:pPr>
            <a:endParaRPr lang="en-US" sz="3200" b="1">
              <a:solidFill>
                <a:srgbClr val="080CA8"/>
              </a:solidFill>
              <a:latin typeface="Times New Roman" pitchFamily="18" charset="0"/>
              <a:cs typeface="Times New Roman" pitchFamily="18" charset="0"/>
            </a:endParaRPr>
          </a:p>
        </p:txBody>
      </p:sp>
      <p:sp>
        <p:nvSpPr>
          <p:cNvPr id="86" name="Right Arrow 85"/>
          <p:cNvSpPr/>
          <p:nvPr/>
        </p:nvSpPr>
        <p:spPr>
          <a:xfrm>
            <a:off x="228600" y="4419600"/>
            <a:ext cx="228600" cy="228600"/>
          </a:xfrm>
          <a:prstGeom prst="rightArrow">
            <a:avLst/>
          </a:prstGeom>
          <a:solidFill>
            <a:srgbClr val="F7741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just">
              <a:defRPr/>
            </a:pPr>
            <a:endParaRPr lang="en-US" sz="3200" b="1">
              <a:solidFill>
                <a:srgbClr val="080CA8"/>
              </a:solidFill>
              <a:latin typeface="Times New Roman" pitchFamily="18" charset="0"/>
              <a:cs typeface="Times New Roman" pitchFamily="18" charset="0"/>
            </a:endParaRPr>
          </a:p>
        </p:txBody>
      </p:sp>
      <p:sp>
        <p:nvSpPr>
          <p:cNvPr id="87" name="Right Arrow 86"/>
          <p:cNvSpPr/>
          <p:nvPr/>
        </p:nvSpPr>
        <p:spPr>
          <a:xfrm>
            <a:off x="1066800" y="5132388"/>
            <a:ext cx="304800" cy="811212"/>
          </a:xfrm>
          <a:prstGeom prst="right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3200" b="1">
              <a:solidFill>
                <a:srgbClr val="080CA8"/>
              </a:solidFill>
              <a:latin typeface="Times New Roman" pitchFamily="18" charset="0"/>
              <a:cs typeface="Times New Roman" pitchFamily="18" charset="0"/>
            </a:endParaRPr>
          </a:p>
        </p:txBody>
      </p:sp>
      <p:sp>
        <p:nvSpPr>
          <p:cNvPr id="89" name="Content Placeholder 2"/>
          <p:cNvSpPr txBox="1">
            <a:spLocks/>
          </p:cNvSpPr>
          <p:nvPr/>
        </p:nvSpPr>
        <p:spPr bwMode="auto">
          <a:xfrm>
            <a:off x="1524000" y="5105400"/>
            <a:ext cx="4648200" cy="914400"/>
          </a:xfrm>
          <a:prstGeom prst="rect">
            <a:avLst/>
          </a:prstGeom>
          <a:noFill/>
          <a:ln w="9525">
            <a:noFill/>
            <a:miter lim="800000"/>
            <a:headEnd/>
            <a:tailEnd/>
          </a:ln>
        </p:spPr>
        <p:txBody>
          <a:bodyPr/>
          <a:lstStyle/>
          <a:p>
            <a:pPr algn="just" fontAlgn="auto">
              <a:spcBef>
                <a:spcPct val="20000"/>
              </a:spcBef>
              <a:spcAft>
                <a:spcPts val="0"/>
              </a:spcAft>
              <a:buClr>
                <a:schemeClr val="accent3"/>
              </a:buClr>
              <a:buSzPct val="95000"/>
              <a:defRPr/>
            </a:pPr>
            <a:r>
              <a:rPr lang="vi-VN" sz="3200" b="1" dirty="0">
                <a:solidFill>
                  <a:srgbClr val="FF0000"/>
                </a:solidFill>
                <a:latin typeface="Times New Roman" pitchFamily="18" charset="0"/>
                <a:cs typeface="Times New Roman" pitchFamily="18" charset="0"/>
              </a:rPr>
              <a:t>Đường</a:t>
            </a:r>
            <a:r>
              <a:rPr lang="en-US" sz="3200" b="1" dirty="0">
                <a:solidFill>
                  <a:srgbClr val="FF0000"/>
                </a:solidFill>
                <a:latin typeface="Times New Roman" pitchFamily="18" charset="0"/>
                <a:cs typeface="Times New Roman" pitchFamily="18" charset="0"/>
              </a:rPr>
              <a:t> s</a:t>
            </a:r>
            <a:r>
              <a:rPr lang="vi-VN" sz="3200" b="1" dirty="0">
                <a:solidFill>
                  <a:srgbClr val="FF0000"/>
                </a:solidFill>
                <a:latin typeface="Times New Roman" pitchFamily="18" charset="0"/>
                <a:cs typeface="Times New Roman" pitchFamily="18" charset="0"/>
              </a:rPr>
              <a:t>ức</a:t>
            </a:r>
            <a:r>
              <a:rPr lang="en-US" sz="3200" b="1" dirty="0">
                <a:solidFill>
                  <a:srgbClr val="FF0000"/>
                </a:solidFill>
                <a:latin typeface="Times New Roman" pitchFamily="18" charset="0"/>
                <a:cs typeface="Times New Roman" pitchFamily="18" charset="0"/>
              </a:rPr>
              <a:t> </a:t>
            </a:r>
            <a:r>
              <a:rPr lang="en-US" sz="3200" b="1" dirty="0" err="1">
                <a:solidFill>
                  <a:srgbClr val="FF0000"/>
                </a:solidFill>
                <a:latin typeface="Times New Roman" pitchFamily="18" charset="0"/>
                <a:cs typeface="Times New Roman" pitchFamily="18" charset="0"/>
              </a:rPr>
              <a:t>từ</a:t>
            </a:r>
            <a:r>
              <a:rPr lang="en-US" sz="3200" b="1" dirty="0">
                <a:solidFill>
                  <a:srgbClr val="FF0000"/>
                </a:solidFill>
                <a:latin typeface="Times New Roman" pitchFamily="18" charset="0"/>
                <a:cs typeface="Times New Roman" pitchFamily="18" charset="0"/>
              </a:rPr>
              <a:t> </a:t>
            </a:r>
            <a:r>
              <a:rPr lang="en-US" sz="3200" b="1" dirty="0" err="1">
                <a:solidFill>
                  <a:srgbClr val="FF0000"/>
                </a:solidFill>
                <a:latin typeface="Times New Roman" pitchFamily="18" charset="0"/>
                <a:cs typeface="Times New Roman" pitchFamily="18" charset="0"/>
              </a:rPr>
              <a:t>tr</a:t>
            </a:r>
            <a:r>
              <a:rPr lang="vi-VN" sz="3200" b="1" dirty="0">
                <a:solidFill>
                  <a:srgbClr val="FF0000"/>
                </a:solidFill>
                <a:latin typeface="Times New Roman" pitchFamily="18" charset="0"/>
                <a:cs typeface="Times New Roman" pitchFamily="18" charset="0"/>
              </a:rPr>
              <a:t>ường</a:t>
            </a:r>
            <a:r>
              <a:rPr lang="en-US" sz="3200" b="1" dirty="0">
                <a:solidFill>
                  <a:srgbClr val="FF0000"/>
                </a:solidFill>
                <a:latin typeface="Times New Roman" pitchFamily="18" charset="0"/>
                <a:cs typeface="Times New Roman" pitchFamily="18" charset="0"/>
              </a:rPr>
              <a:t> </a:t>
            </a:r>
            <a:r>
              <a:rPr lang="en-US" sz="3200" b="1" dirty="0" err="1">
                <a:solidFill>
                  <a:srgbClr val="FF0000"/>
                </a:solidFill>
                <a:latin typeface="Times New Roman" pitchFamily="18" charset="0"/>
                <a:cs typeface="Times New Roman" pitchFamily="18" charset="0"/>
              </a:rPr>
              <a:t>là</a:t>
            </a:r>
            <a:r>
              <a:rPr lang="en-US" sz="3200" b="1" dirty="0">
                <a:solidFill>
                  <a:srgbClr val="FF0000"/>
                </a:solidFill>
                <a:latin typeface="Times New Roman" pitchFamily="18" charset="0"/>
                <a:cs typeface="Times New Roman" pitchFamily="18" charset="0"/>
              </a:rPr>
              <a:t> </a:t>
            </a:r>
            <a:r>
              <a:rPr lang="en-US" sz="3200" b="1" dirty="0" err="1">
                <a:solidFill>
                  <a:srgbClr val="FF0000"/>
                </a:solidFill>
                <a:latin typeface="Times New Roman" pitchFamily="18" charset="0"/>
                <a:cs typeface="Times New Roman" pitchFamily="18" charset="0"/>
              </a:rPr>
              <a:t>những</a:t>
            </a:r>
            <a:r>
              <a:rPr lang="en-US" sz="3200" b="1" dirty="0">
                <a:solidFill>
                  <a:srgbClr val="FF0000"/>
                </a:solidFill>
                <a:latin typeface="Times New Roman" pitchFamily="18" charset="0"/>
                <a:cs typeface="Times New Roman" pitchFamily="18" charset="0"/>
              </a:rPr>
              <a:t> </a:t>
            </a:r>
            <a:r>
              <a:rPr lang="vi-VN" sz="3200" b="1" dirty="0">
                <a:solidFill>
                  <a:srgbClr val="FF0000"/>
                </a:solidFill>
                <a:latin typeface="Times New Roman" pitchFamily="18" charset="0"/>
                <a:cs typeface="Times New Roman" pitchFamily="18" charset="0"/>
              </a:rPr>
              <a:t>đường</a:t>
            </a:r>
            <a:r>
              <a:rPr lang="en-US" sz="3200" b="1" dirty="0">
                <a:solidFill>
                  <a:srgbClr val="FF0000"/>
                </a:solidFill>
                <a:latin typeface="Times New Roman" pitchFamily="18" charset="0"/>
                <a:cs typeface="Times New Roman" pitchFamily="18" charset="0"/>
              </a:rPr>
              <a:t> cong </a:t>
            </a:r>
            <a:r>
              <a:rPr lang="en-US" sz="3200" b="1" dirty="0" err="1">
                <a:solidFill>
                  <a:srgbClr val="FF0000"/>
                </a:solidFill>
                <a:latin typeface="Times New Roman" pitchFamily="18" charset="0"/>
                <a:cs typeface="Times New Roman" pitchFamily="18" charset="0"/>
              </a:rPr>
              <a:t>kín</a:t>
            </a:r>
            <a:r>
              <a:rPr lang="en-US" sz="3200" b="1" dirty="0">
                <a:solidFill>
                  <a:srgbClr val="FF0000"/>
                </a:solidFill>
                <a:latin typeface="Times New Roman" pitchFamily="18" charset="0"/>
                <a:cs typeface="Times New Roman" pitchFamily="18" charset="0"/>
              </a:rPr>
              <a:t>   </a:t>
            </a:r>
          </a:p>
        </p:txBody>
      </p:sp>
      <p:sp>
        <p:nvSpPr>
          <p:cNvPr id="2" name="Footer Placeholder 1">
            <a:extLst>
              <a:ext uri="{FF2B5EF4-FFF2-40B4-BE49-F238E27FC236}">
                <a16:creationId xmlns:a16="http://schemas.microsoft.com/office/drawing/2014/main" id="{561CD3F4-8067-D565-81CC-7E0E15B96ECA}"/>
              </a:ext>
            </a:extLst>
          </p:cNvPr>
          <p:cNvSpPr>
            <a:spLocks noGrp="1"/>
          </p:cNvSpPr>
          <p:nvPr>
            <p:ph type="ftr" sz="quarter" idx="11"/>
          </p:nvPr>
        </p:nvSpPr>
        <p:spPr/>
        <p:txBody>
          <a:bodyPr/>
          <a:lstStyle/>
          <a:p>
            <a:pPr>
              <a:defRPr/>
            </a:pPr>
            <a:r>
              <a:rPr lang="en-US"/>
              <a:t>Bùi Quốc Trung - VLDC</a:t>
            </a:r>
          </a:p>
        </p:txBody>
      </p:sp>
      <p:sp>
        <p:nvSpPr>
          <p:cNvPr id="3" name="Slide Number Placeholder 2">
            <a:extLst>
              <a:ext uri="{FF2B5EF4-FFF2-40B4-BE49-F238E27FC236}">
                <a16:creationId xmlns:a16="http://schemas.microsoft.com/office/drawing/2014/main" id="{01FFB29B-1BE6-FA8B-9C3D-E5042C117287}"/>
              </a:ext>
            </a:extLst>
          </p:cNvPr>
          <p:cNvSpPr>
            <a:spLocks noGrp="1"/>
          </p:cNvSpPr>
          <p:nvPr>
            <p:ph type="sldNum" sz="quarter" idx="12"/>
          </p:nvPr>
        </p:nvSpPr>
        <p:spPr/>
        <p:txBody>
          <a:bodyPr/>
          <a:lstStyle/>
          <a:p>
            <a:pPr>
              <a:defRPr/>
            </a:pPr>
            <a:fld id="{DA0BBFDE-23F6-4D0C-90FC-3AED58BCB197}" type="slidenum">
              <a:rPr lang="en-US" smtClean="0"/>
              <a:pPr>
                <a:defRPr/>
              </a:pPr>
              <a:t>24</a:t>
            </a:fld>
            <a:endParaRPr lang="en-US" dirty="0"/>
          </a:p>
        </p:txBody>
      </p:sp>
    </p:spTree>
    <p:extLst>
      <p:ext uri="{BB962C8B-B14F-4D97-AF65-F5344CB8AC3E}">
        <p14:creationId xmlns:p14="http://schemas.microsoft.com/office/powerpoint/2010/main" val="248494467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4" presetClass="entr" presetSubtype="10" fill="hold" nodeType="clickEffect">
                                  <p:stCondLst>
                                    <p:cond delay="0"/>
                                  </p:stCondLst>
                                  <p:childTnLst>
                                    <p:set>
                                      <p:cBhvr>
                                        <p:cTn id="6" dur="1" fill="hold">
                                          <p:stCondLst>
                                            <p:cond delay="0"/>
                                          </p:stCondLst>
                                        </p:cTn>
                                        <p:tgtEl>
                                          <p:spTgt spid="62"/>
                                        </p:tgtEl>
                                        <p:attrNameLst>
                                          <p:attrName>style.visibility</p:attrName>
                                        </p:attrNameLst>
                                      </p:cBhvr>
                                      <p:to>
                                        <p:strVal val="visible"/>
                                      </p:to>
                                    </p:set>
                                    <p:animEffect transition="in" filter="randombar(horizontal)">
                                      <p:cBhvr>
                                        <p:cTn id="7" dur="500"/>
                                        <p:tgtEl>
                                          <p:spTgt spid="62"/>
                                        </p:tgtEl>
                                      </p:cBhvr>
                                    </p:animEffect>
                                  </p:childTnLst>
                                </p:cTn>
                              </p:par>
                              <p:par>
                                <p:cTn id="8" presetID="14" presetClass="entr" presetSubtype="10" fill="hold" nodeType="withEffect">
                                  <p:stCondLst>
                                    <p:cond delay="0"/>
                                  </p:stCondLst>
                                  <p:childTnLst>
                                    <p:set>
                                      <p:cBhvr>
                                        <p:cTn id="9" dur="1" fill="hold">
                                          <p:stCondLst>
                                            <p:cond delay="0"/>
                                          </p:stCondLst>
                                        </p:cTn>
                                        <p:tgtEl>
                                          <p:spTgt spid="32"/>
                                        </p:tgtEl>
                                        <p:attrNameLst>
                                          <p:attrName>style.visibility</p:attrName>
                                        </p:attrNameLst>
                                      </p:cBhvr>
                                      <p:to>
                                        <p:strVal val="visible"/>
                                      </p:to>
                                    </p:set>
                                    <p:animEffect transition="in" filter="randombar(horizontal)">
                                      <p:cBhvr>
                                        <p:cTn id="10" dur="500"/>
                                        <p:tgtEl>
                                          <p:spTgt spid="32"/>
                                        </p:tgtEl>
                                      </p:cBhvr>
                                    </p:animEffect>
                                  </p:childTnLst>
                                </p:cTn>
                              </p:par>
                              <p:par>
                                <p:cTn id="11" presetID="14" presetClass="entr" presetSubtype="10" fill="hold" nodeType="withEffect">
                                  <p:stCondLst>
                                    <p:cond delay="0"/>
                                  </p:stCondLst>
                                  <p:childTnLst>
                                    <p:set>
                                      <p:cBhvr>
                                        <p:cTn id="12" dur="1" fill="hold">
                                          <p:stCondLst>
                                            <p:cond delay="0"/>
                                          </p:stCondLst>
                                        </p:cTn>
                                        <p:tgtEl>
                                          <p:spTgt spid="41"/>
                                        </p:tgtEl>
                                        <p:attrNameLst>
                                          <p:attrName>style.visibility</p:attrName>
                                        </p:attrNameLst>
                                      </p:cBhvr>
                                      <p:to>
                                        <p:strVal val="visible"/>
                                      </p:to>
                                    </p:set>
                                    <p:animEffect transition="in" filter="randombar(horizontal)">
                                      <p:cBhvr>
                                        <p:cTn id="13" dur="500"/>
                                        <p:tgtEl>
                                          <p:spTgt spid="41"/>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3" presetClass="entr" presetSubtype="10" fill="hold" grpId="0" nodeType="clickEffect">
                                  <p:stCondLst>
                                    <p:cond delay="0"/>
                                  </p:stCondLst>
                                  <p:childTnLst>
                                    <p:set>
                                      <p:cBhvr>
                                        <p:cTn id="17" dur="1" fill="hold">
                                          <p:stCondLst>
                                            <p:cond delay="0"/>
                                          </p:stCondLst>
                                        </p:cTn>
                                        <p:tgtEl>
                                          <p:spTgt spid="49"/>
                                        </p:tgtEl>
                                        <p:attrNameLst>
                                          <p:attrName>style.visibility</p:attrName>
                                        </p:attrNameLst>
                                      </p:cBhvr>
                                      <p:to>
                                        <p:strVal val="visible"/>
                                      </p:to>
                                    </p:set>
                                    <p:animEffect transition="in" filter="blinds(horizontal)">
                                      <p:cBhvr>
                                        <p:cTn id="18" dur="500"/>
                                        <p:tgtEl>
                                          <p:spTgt spid="49"/>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14" presetClass="entr" presetSubtype="10" fill="hold" nodeType="clickEffect">
                                  <p:stCondLst>
                                    <p:cond delay="0"/>
                                  </p:stCondLst>
                                  <p:childTnLst>
                                    <p:set>
                                      <p:cBhvr>
                                        <p:cTn id="22" dur="1" fill="hold">
                                          <p:stCondLst>
                                            <p:cond delay="0"/>
                                          </p:stCondLst>
                                        </p:cTn>
                                        <p:tgtEl>
                                          <p:spTgt spid="43"/>
                                        </p:tgtEl>
                                        <p:attrNameLst>
                                          <p:attrName>style.visibility</p:attrName>
                                        </p:attrNameLst>
                                      </p:cBhvr>
                                      <p:to>
                                        <p:strVal val="visible"/>
                                      </p:to>
                                    </p:set>
                                    <p:animEffect transition="in" filter="randombar(horizontal)">
                                      <p:cBhvr>
                                        <p:cTn id="23" dur="500"/>
                                        <p:tgtEl>
                                          <p:spTgt spid="43"/>
                                        </p:tgtEl>
                                      </p:cBhvr>
                                    </p:animEffect>
                                  </p:childTnLst>
                                </p:cTn>
                              </p:par>
                            </p:childTnLst>
                          </p:cTn>
                        </p:par>
                        <p:par>
                          <p:cTn id="24" fill="hold" nodeType="afterGroup">
                            <p:stCondLst>
                              <p:cond delay="500"/>
                            </p:stCondLst>
                            <p:childTnLst>
                              <p:par>
                                <p:cTn id="25" presetID="4" presetClass="entr" presetSubtype="16" fill="hold" nodeType="afterEffect">
                                  <p:stCondLst>
                                    <p:cond delay="0"/>
                                  </p:stCondLst>
                                  <p:childTnLst>
                                    <p:set>
                                      <p:cBhvr>
                                        <p:cTn id="26" dur="1" fill="hold">
                                          <p:stCondLst>
                                            <p:cond delay="0"/>
                                          </p:stCondLst>
                                        </p:cTn>
                                        <p:tgtEl>
                                          <p:spTgt spid="22546"/>
                                        </p:tgtEl>
                                        <p:attrNameLst>
                                          <p:attrName>style.visibility</p:attrName>
                                        </p:attrNameLst>
                                      </p:cBhvr>
                                      <p:to>
                                        <p:strVal val="visible"/>
                                      </p:to>
                                    </p:set>
                                    <p:animEffect transition="in" filter="box(in)">
                                      <p:cBhvr>
                                        <p:cTn id="27" dur="1000"/>
                                        <p:tgtEl>
                                          <p:spTgt spid="22546"/>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51"/>
                                        </p:tgtEl>
                                        <p:attrNameLst>
                                          <p:attrName>style.visibility</p:attrName>
                                        </p:attrNameLst>
                                      </p:cBhvr>
                                      <p:to>
                                        <p:strVal val="visible"/>
                                      </p:to>
                                    </p:set>
                                    <p:animEffect transition="in" filter="blinds(horizontal)">
                                      <p:cBhvr>
                                        <p:cTn id="32" dur="500"/>
                                        <p:tgtEl>
                                          <p:spTgt spid="51"/>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4" presetClass="entr" presetSubtype="16" fill="hold" nodeType="clickEffect">
                                  <p:stCondLst>
                                    <p:cond delay="0"/>
                                  </p:stCondLst>
                                  <p:childTnLst>
                                    <p:set>
                                      <p:cBhvr>
                                        <p:cTn id="36" dur="1" fill="hold">
                                          <p:stCondLst>
                                            <p:cond delay="0"/>
                                          </p:stCondLst>
                                        </p:cTn>
                                        <p:tgtEl>
                                          <p:spTgt spid="47"/>
                                        </p:tgtEl>
                                        <p:attrNameLst>
                                          <p:attrName>style.visibility</p:attrName>
                                        </p:attrNameLst>
                                      </p:cBhvr>
                                      <p:to>
                                        <p:strVal val="visible"/>
                                      </p:to>
                                    </p:set>
                                    <p:animEffect transition="in" filter="box(in)">
                                      <p:cBhvr>
                                        <p:cTn id="37" dur="500"/>
                                        <p:tgtEl>
                                          <p:spTgt spid="47"/>
                                        </p:tgtEl>
                                      </p:cBhvr>
                                    </p:animEffect>
                                  </p:childTnLst>
                                </p:cTn>
                              </p:par>
                            </p:childTnLst>
                          </p:cTn>
                        </p:par>
                        <p:par>
                          <p:cTn id="38" fill="hold" nodeType="afterGroup">
                            <p:stCondLst>
                              <p:cond delay="500"/>
                            </p:stCondLst>
                            <p:childTnLst>
                              <p:par>
                                <p:cTn id="39" presetID="4" presetClass="entr" presetSubtype="16" fill="hold" nodeType="afterEffect">
                                  <p:stCondLst>
                                    <p:cond delay="0"/>
                                  </p:stCondLst>
                                  <p:childTnLst>
                                    <p:set>
                                      <p:cBhvr>
                                        <p:cTn id="40" dur="1" fill="hold">
                                          <p:stCondLst>
                                            <p:cond delay="0"/>
                                          </p:stCondLst>
                                        </p:cTn>
                                        <p:tgtEl>
                                          <p:spTgt spid="22547"/>
                                        </p:tgtEl>
                                        <p:attrNameLst>
                                          <p:attrName>style.visibility</p:attrName>
                                        </p:attrNameLst>
                                      </p:cBhvr>
                                      <p:to>
                                        <p:strVal val="visible"/>
                                      </p:to>
                                    </p:set>
                                    <p:animEffect transition="in" filter="box(in)">
                                      <p:cBhvr>
                                        <p:cTn id="41" dur="1000"/>
                                        <p:tgtEl>
                                          <p:spTgt spid="22547"/>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14" presetClass="entr" presetSubtype="10" fill="hold" grpId="0" nodeType="clickEffect">
                                  <p:stCondLst>
                                    <p:cond delay="0"/>
                                  </p:stCondLst>
                                  <p:childTnLst>
                                    <p:set>
                                      <p:cBhvr>
                                        <p:cTn id="45" dur="1" fill="hold">
                                          <p:stCondLst>
                                            <p:cond delay="0"/>
                                          </p:stCondLst>
                                        </p:cTn>
                                        <p:tgtEl>
                                          <p:spTgt spid="53"/>
                                        </p:tgtEl>
                                        <p:attrNameLst>
                                          <p:attrName>style.visibility</p:attrName>
                                        </p:attrNameLst>
                                      </p:cBhvr>
                                      <p:to>
                                        <p:strVal val="visible"/>
                                      </p:to>
                                    </p:set>
                                    <p:animEffect transition="in" filter="randombar(horizontal)">
                                      <p:cBhvr>
                                        <p:cTn id="46" dur="500"/>
                                        <p:tgtEl>
                                          <p:spTgt spid="53"/>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14" presetClass="entr" presetSubtype="10" fill="hold" nodeType="clickEffect">
                                  <p:stCondLst>
                                    <p:cond delay="0"/>
                                  </p:stCondLst>
                                  <p:childTnLst>
                                    <p:set>
                                      <p:cBhvr>
                                        <p:cTn id="50" dur="1" fill="hold">
                                          <p:stCondLst>
                                            <p:cond delay="0"/>
                                          </p:stCondLst>
                                        </p:cTn>
                                        <p:tgtEl>
                                          <p:spTgt spid="45"/>
                                        </p:tgtEl>
                                        <p:attrNameLst>
                                          <p:attrName>style.visibility</p:attrName>
                                        </p:attrNameLst>
                                      </p:cBhvr>
                                      <p:to>
                                        <p:strVal val="visible"/>
                                      </p:to>
                                    </p:set>
                                    <p:animEffect transition="in" filter="randombar(horizontal)">
                                      <p:cBhvr>
                                        <p:cTn id="51" dur="500"/>
                                        <p:tgtEl>
                                          <p:spTgt spid="45"/>
                                        </p:tgtEl>
                                      </p:cBhvr>
                                    </p:animEffect>
                                  </p:childTnLst>
                                </p:cTn>
                              </p:par>
                            </p:childTnLst>
                          </p:cTn>
                        </p:par>
                        <p:par>
                          <p:cTn id="52" fill="hold" nodeType="afterGroup">
                            <p:stCondLst>
                              <p:cond delay="500"/>
                            </p:stCondLst>
                            <p:childTnLst>
                              <p:par>
                                <p:cTn id="53" presetID="4" presetClass="entr" presetSubtype="16" fill="hold" nodeType="afterEffect">
                                  <p:stCondLst>
                                    <p:cond delay="0"/>
                                  </p:stCondLst>
                                  <p:childTnLst>
                                    <p:set>
                                      <p:cBhvr>
                                        <p:cTn id="54" dur="1" fill="hold">
                                          <p:stCondLst>
                                            <p:cond delay="0"/>
                                          </p:stCondLst>
                                        </p:cTn>
                                        <p:tgtEl>
                                          <p:spTgt spid="22545"/>
                                        </p:tgtEl>
                                        <p:attrNameLst>
                                          <p:attrName>style.visibility</p:attrName>
                                        </p:attrNameLst>
                                      </p:cBhvr>
                                      <p:to>
                                        <p:strVal val="visible"/>
                                      </p:to>
                                    </p:set>
                                    <p:animEffect transition="in" filter="box(in)">
                                      <p:cBhvr>
                                        <p:cTn id="55" dur="1000"/>
                                        <p:tgtEl>
                                          <p:spTgt spid="22545"/>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8" presetClass="entr" presetSubtype="16" fill="hold" grpId="0" nodeType="clickEffect">
                                  <p:stCondLst>
                                    <p:cond delay="0"/>
                                  </p:stCondLst>
                                  <p:childTnLst>
                                    <p:set>
                                      <p:cBhvr>
                                        <p:cTn id="59" dur="1" fill="hold">
                                          <p:stCondLst>
                                            <p:cond delay="0"/>
                                          </p:stCondLst>
                                        </p:cTn>
                                        <p:tgtEl>
                                          <p:spTgt spid="26"/>
                                        </p:tgtEl>
                                        <p:attrNameLst>
                                          <p:attrName>style.visibility</p:attrName>
                                        </p:attrNameLst>
                                      </p:cBhvr>
                                      <p:to>
                                        <p:strVal val="visible"/>
                                      </p:to>
                                    </p:set>
                                    <p:animEffect transition="in" filter="diamond(in)">
                                      <p:cBhvr>
                                        <p:cTn id="60" dur="2000"/>
                                        <p:tgtEl>
                                          <p:spTgt spid="26"/>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14" presetClass="entr" presetSubtype="10" fill="hold" grpId="0" nodeType="clickEffect">
                                  <p:stCondLst>
                                    <p:cond delay="0"/>
                                  </p:stCondLst>
                                  <p:childTnLst>
                                    <p:set>
                                      <p:cBhvr>
                                        <p:cTn id="64" dur="1" fill="hold">
                                          <p:stCondLst>
                                            <p:cond delay="0"/>
                                          </p:stCondLst>
                                        </p:cTn>
                                        <p:tgtEl>
                                          <p:spTgt spid="64"/>
                                        </p:tgtEl>
                                        <p:attrNameLst>
                                          <p:attrName>style.visibility</p:attrName>
                                        </p:attrNameLst>
                                      </p:cBhvr>
                                      <p:to>
                                        <p:strVal val="visible"/>
                                      </p:to>
                                    </p:set>
                                    <p:animEffect transition="in" filter="randombar(horizontal)">
                                      <p:cBhvr>
                                        <p:cTn id="65" dur="500"/>
                                        <p:tgtEl>
                                          <p:spTgt spid="64"/>
                                        </p:tgtEl>
                                      </p:cBhvr>
                                    </p:animEffect>
                                  </p:childTnLst>
                                </p:cTn>
                              </p:par>
                            </p:childTnLst>
                          </p:cTn>
                        </p:par>
                        <p:par>
                          <p:cTn id="66" fill="hold" nodeType="withGroup">
                            <p:stCondLst>
                              <p:cond delay="500"/>
                            </p:stCondLst>
                            <p:childTnLst>
                              <p:par>
                                <p:cTn id="67" presetID="8" presetClass="entr" presetSubtype="16" fill="hold" grpId="0" nodeType="afterEffect">
                                  <p:stCondLst>
                                    <p:cond delay="0"/>
                                  </p:stCondLst>
                                  <p:childTnLst>
                                    <p:set>
                                      <p:cBhvr>
                                        <p:cTn id="68" dur="1" fill="hold">
                                          <p:stCondLst>
                                            <p:cond delay="0"/>
                                          </p:stCondLst>
                                        </p:cTn>
                                        <p:tgtEl>
                                          <p:spTgt spid="83"/>
                                        </p:tgtEl>
                                        <p:attrNameLst>
                                          <p:attrName>style.visibility</p:attrName>
                                        </p:attrNameLst>
                                      </p:cBhvr>
                                      <p:to>
                                        <p:strVal val="visible"/>
                                      </p:to>
                                    </p:set>
                                    <p:animEffect transition="in" filter="diamond(in)">
                                      <p:cBhvr>
                                        <p:cTn id="69" dur="500"/>
                                        <p:tgtEl>
                                          <p:spTgt spid="83"/>
                                        </p:tgtEl>
                                      </p:cBhvr>
                                    </p:animEffect>
                                  </p:childTnLst>
                                </p:cTn>
                              </p:par>
                            </p:childTnLst>
                          </p:cTn>
                        </p:par>
                        <p:par>
                          <p:cTn id="70" fill="hold" nodeType="afterGroup">
                            <p:stCondLst>
                              <p:cond delay="1000"/>
                            </p:stCondLst>
                            <p:childTnLst>
                              <p:par>
                                <p:cTn id="71" presetID="14" presetClass="entr" presetSubtype="10" fill="hold" grpId="0" nodeType="afterEffect">
                                  <p:stCondLst>
                                    <p:cond delay="500"/>
                                  </p:stCondLst>
                                  <p:childTnLst>
                                    <p:set>
                                      <p:cBhvr>
                                        <p:cTn id="72" dur="1" fill="hold">
                                          <p:stCondLst>
                                            <p:cond delay="0"/>
                                          </p:stCondLst>
                                        </p:cTn>
                                        <p:tgtEl>
                                          <p:spTgt spid="73"/>
                                        </p:tgtEl>
                                        <p:attrNameLst>
                                          <p:attrName>style.visibility</p:attrName>
                                        </p:attrNameLst>
                                      </p:cBhvr>
                                      <p:to>
                                        <p:strVal val="visible"/>
                                      </p:to>
                                    </p:set>
                                    <p:animEffect transition="in" filter="randombar(horizontal)">
                                      <p:cBhvr>
                                        <p:cTn id="73" dur="500"/>
                                        <p:tgtEl>
                                          <p:spTgt spid="73"/>
                                        </p:tgtEl>
                                      </p:cBhvr>
                                    </p:animEffect>
                                  </p:childTnLst>
                                </p:cTn>
                              </p:par>
                            </p:childTnLst>
                          </p:cTn>
                        </p:par>
                        <p:par>
                          <p:cTn id="74" fill="hold" nodeType="afterGroup">
                            <p:stCondLst>
                              <p:cond delay="2000"/>
                            </p:stCondLst>
                            <p:childTnLst>
                              <p:par>
                                <p:cTn id="75" presetID="4" presetClass="entr" presetSubtype="16" fill="hold" nodeType="afterEffect">
                                  <p:stCondLst>
                                    <p:cond delay="0"/>
                                  </p:stCondLst>
                                  <p:childTnLst>
                                    <p:set>
                                      <p:cBhvr>
                                        <p:cTn id="76" dur="1" fill="hold">
                                          <p:stCondLst>
                                            <p:cond delay="0"/>
                                          </p:stCondLst>
                                        </p:cTn>
                                        <p:tgtEl>
                                          <p:spTgt spid="22544"/>
                                        </p:tgtEl>
                                        <p:attrNameLst>
                                          <p:attrName>style.visibility</p:attrName>
                                        </p:attrNameLst>
                                      </p:cBhvr>
                                      <p:to>
                                        <p:strVal val="visible"/>
                                      </p:to>
                                    </p:set>
                                    <p:animEffect transition="in" filter="box(in)">
                                      <p:cBhvr>
                                        <p:cTn id="77" dur="1000"/>
                                        <p:tgtEl>
                                          <p:spTgt spid="22544"/>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8" presetClass="entr" presetSubtype="16" fill="hold" grpId="0" nodeType="clickEffect">
                                  <p:stCondLst>
                                    <p:cond delay="0"/>
                                  </p:stCondLst>
                                  <p:childTnLst>
                                    <p:set>
                                      <p:cBhvr>
                                        <p:cTn id="81" dur="1" fill="hold">
                                          <p:stCondLst>
                                            <p:cond delay="0"/>
                                          </p:stCondLst>
                                        </p:cTn>
                                        <p:tgtEl>
                                          <p:spTgt spid="85"/>
                                        </p:tgtEl>
                                        <p:attrNameLst>
                                          <p:attrName>style.visibility</p:attrName>
                                        </p:attrNameLst>
                                      </p:cBhvr>
                                      <p:to>
                                        <p:strVal val="visible"/>
                                      </p:to>
                                    </p:set>
                                    <p:animEffect transition="in" filter="diamond(in)">
                                      <p:cBhvr>
                                        <p:cTn id="82" dur="500"/>
                                        <p:tgtEl>
                                          <p:spTgt spid="85"/>
                                        </p:tgtEl>
                                      </p:cBhvr>
                                    </p:animEffect>
                                  </p:childTnLst>
                                </p:cTn>
                              </p:par>
                            </p:childTnLst>
                          </p:cTn>
                        </p:par>
                        <p:par>
                          <p:cTn id="83" fill="hold" nodeType="afterGroup">
                            <p:stCondLst>
                              <p:cond delay="500"/>
                            </p:stCondLst>
                            <p:childTnLst>
                              <p:par>
                                <p:cTn id="84" presetID="14" presetClass="entr" presetSubtype="10" fill="hold" grpId="0" nodeType="afterEffect">
                                  <p:stCondLst>
                                    <p:cond delay="500"/>
                                  </p:stCondLst>
                                  <p:childTnLst>
                                    <p:set>
                                      <p:cBhvr>
                                        <p:cTn id="85" dur="1" fill="hold">
                                          <p:stCondLst>
                                            <p:cond delay="0"/>
                                          </p:stCondLst>
                                        </p:cTn>
                                        <p:tgtEl>
                                          <p:spTgt spid="75"/>
                                        </p:tgtEl>
                                        <p:attrNameLst>
                                          <p:attrName>style.visibility</p:attrName>
                                        </p:attrNameLst>
                                      </p:cBhvr>
                                      <p:to>
                                        <p:strVal val="visible"/>
                                      </p:to>
                                    </p:set>
                                    <p:animEffect transition="in" filter="randombar(horizontal)">
                                      <p:cBhvr>
                                        <p:cTn id="86" dur="500"/>
                                        <p:tgtEl>
                                          <p:spTgt spid="75"/>
                                        </p:tgtEl>
                                      </p:cBhvr>
                                    </p:animEffect>
                                  </p:childTnLst>
                                </p:cTn>
                              </p:par>
                            </p:childTnLst>
                          </p:cTn>
                        </p:par>
                        <p:par>
                          <p:cTn id="87" fill="hold" nodeType="afterGroup">
                            <p:stCondLst>
                              <p:cond delay="1500"/>
                            </p:stCondLst>
                            <p:childTnLst>
                              <p:par>
                                <p:cTn id="88" presetID="4" presetClass="entr" presetSubtype="16" fill="hold" nodeType="afterEffect">
                                  <p:stCondLst>
                                    <p:cond delay="0"/>
                                  </p:stCondLst>
                                  <p:childTnLst>
                                    <p:set>
                                      <p:cBhvr>
                                        <p:cTn id="89" dur="1" fill="hold">
                                          <p:stCondLst>
                                            <p:cond delay="0"/>
                                          </p:stCondLst>
                                        </p:cTn>
                                        <p:tgtEl>
                                          <p:spTgt spid="22548"/>
                                        </p:tgtEl>
                                        <p:attrNameLst>
                                          <p:attrName>style.visibility</p:attrName>
                                        </p:attrNameLst>
                                      </p:cBhvr>
                                      <p:to>
                                        <p:strVal val="visible"/>
                                      </p:to>
                                    </p:set>
                                    <p:animEffect transition="in" filter="box(in)">
                                      <p:cBhvr>
                                        <p:cTn id="90" dur="1000"/>
                                        <p:tgtEl>
                                          <p:spTgt spid="22548"/>
                                        </p:tgtEl>
                                      </p:cBhvr>
                                    </p:animEffect>
                                  </p:childTnLst>
                                </p:cTn>
                              </p:par>
                            </p:childTnLst>
                          </p:cTn>
                        </p:par>
                      </p:childTnLst>
                    </p:cTn>
                  </p:par>
                  <p:par>
                    <p:cTn id="91" fill="hold">
                      <p:stCondLst>
                        <p:cond delay="indefinite"/>
                      </p:stCondLst>
                      <p:childTnLst>
                        <p:par>
                          <p:cTn id="92" fill="hold">
                            <p:stCondLst>
                              <p:cond delay="0"/>
                            </p:stCondLst>
                            <p:childTnLst>
                              <p:par>
                                <p:cTn id="93" presetID="5" presetClass="entr" presetSubtype="10" fill="hold" nodeType="clickEffect">
                                  <p:stCondLst>
                                    <p:cond delay="0"/>
                                  </p:stCondLst>
                                  <p:childTnLst>
                                    <p:set>
                                      <p:cBhvr>
                                        <p:cTn id="94" dur="1" fill="hold">
                                          <p:stCondLst>
                                            <p:cond delay="0"/>
                                          </p:stCondLst>
                                        </p:cTn>
                                        <p:tgtEl>
                                          <p:spTgt spid="57"/>
                                        </p:tgtEl>
                                        <p:attrNameLst>
                                          <p:attrName>style.visibility</p:attrName>
                                        </p:attrNameLst>
                                      </p:cBhvr>
                                      <p:to>
                                        <p:strVal val="visible"/>
                                      </p:to>
                                    </p:set>
                                    <p:animEffect transition="in" filter="checkerboard(across)">
                                      <p:cBhvr>
                                        <p:cTn id="95" dur="500"/>
                                        <p:tgtEl>
                                          <p:spTgt spid="57"/>
                                        </p:tgtEl>
                                      </p:cBhvr>
                                    </p:animEffect>
                                  </p:childTnLst>
                                </p:cTn>
                              </p:par>
                            </p:childTnLst>
                          </p:cTn>
                        </p:par>
                        <p:par>
                          <p:cTn id="96" fill="hold">
                            <p:stCondLst>
                              <p:cond delay="500"/>
                            </p:stCondLst>
                            <p:childTnLst>
                              <p:par>
                                <p:cTn id="97" presetID="8" presetClass="entr" presetSubtype="16" fill="hold" grpId="0" nodeType="afterEffect">
                                  <p:stCondLst>
                                    <p:cond delay="0"/>
                                  </p:stCondLst>
                                  <p:childTnLst>
                                    <p:set>
                                      <p:cBhvr>
                                        <p:cTn id="98" dur="1" fill="hold">
                                          <p:stCondLst>
                                            <p:cond delay="0"/>
                                          </p:stCondLst>
                                        </p:cTn>
                                        <p:tgtEl>
                                          <p:spTgt spid="86"/>
                                        </p:tgtEl>
                                        <p:attrNameLst>
                                          <p:attrName>style.visibility</p:attrName>
                                        </p:attrNameLst>
                                      </p:cBhvr>
                                      <p:to>
                                        <p:strVal val="visible"/>
                                      </p:to>
                                    </p:set>
                                    <p:animEffect transition="in" filter="diamond(in)">
                                      <p:cBhvr>
                                        <p:cTn id="99" dur="500"/>
                                        <p:tgtEl>
                                          <p:spTgt spid="86"/>
                                        </p:tgtEl>
                                      </p:cBhvr>
                                    </p:animEffect>
                                  </p:childTnLst>
                                </p:cTn>
                              </p:par>
                            </p:childTnLst>
                          </p:cTn>
                        </p:par>
                        <p:par>
                          <p:cTn id="100" fill="hold" nodeType="afterGroup">
                            <p:stCondLst>
                              <p:cond delay="1000"/>
                            </p:stCondLst>
                            <p:childTnLst>
                              <p:par>
                                <p:cTn id="101" presetID="14" presetClass="entr" presetSubtype="10" fill="hold" grpId="0" nodeType="afterEffect">
                                  <p:stCondLst>
                                    <p:cond delay="500"/>
                                  </p:stCondLst>
                                  <p:childTnLst>
                                    <p:set>
                                      <p:cBhvr>
                                        <p:cTn id="102" dur="1" fill="hold">
                                          <p:stCondLst>
                                            <p:cond delay="0"/>
                                          </p:stCondLst>
                                        </p:cTn>
                                        <p:tgtEl>
                                          <p:spTgt spid="80"/>
                                        </p:tgtEl>
                                        <p:attrNameLst>
                                          <p:attrName>style.visibility</p:attrName>
                                        </p:attrNameLst>
                                      </p:cBhvr>
                                      <p:to>
                                        <p:strVal val="visible"/>
                                      </p:to>
                                    </p:set>
                                    <p:animEffect transition="in" filter="randombar(horizontal)">
                                      <p:cBhvr>
                                        <p:cTn id="103" dur="500"/>
                                        <p:tgtEl>
                                          <p:spTgt spid="80"/>
                                        </p:tgtEl>
                                      </p:cBhvr>
                                    </p:animEffect>
                                  </p:childTnLst>
                                </p:cTn>
                              </p:par>
                            </p:childTnLst>
                          </p:cTn>
                        </p:par>
                        <p:par>
                          <p:cTn id="104" fill="hold" nodeType="afterGroup">
                            <p:stCondLst>
                              <p:cond delay="2000"/>
                            </p:stCondLst>
                            <p:childTnLst>
                              <p:par>
                                <p:cTn id="105" presetID="4" presetClass="entr" presetSubtype="16" fill="hold" nodeType="afterEffect">
                                  <p:stCondLst>
                                    <p:cond delay="0"/>
                                  </p:stCondLst>
                                  <p:childTnLst>
                                    <p:set>
                                      <p:cBhvr>
                                        <p:cTn id="106" dur="1" fill="hold">
                                          <p:stCondLst>
                                            <p:cond delay="0"/>
                                          </p:stCondLst>
                                        </p:cTn>
                                        <p:tgtEl>
                                          <p:spTgt spid="22549"/>
                                        </p:tgtEl>
                                        <p:attrNameLst>
                                          <p:attrName>style.visibility</p:attrName>
                                        </p:attrNameLst>
                                      </p:cBhvr>
                                      <p:to>
                                        <p:strVal val="visible"/>
                                      </p:to>
                                    </p:set>
                                    <p:animEffect transition="in" filter="box(in)">
                                      <p:cBhvr>
                                        <p:cTn id="107" dur="1000"/>
                                        <p:tgtEl>
                                          <p:spTgt spid="22549"/>
                                        </p:tgtEl>
                                      </p:cBhvr>
                                    </p:animEffect>
                                  </p:childTnLst>
                                </p:cTn>
                              </p:par>
                            </p:childTnLst>
                          </p:cTn>
                        </p:par>
                      </p:childTnLst>
                    </p:cTn>
                  </p:par>
                  <p:par>
                    <p:cTn id="108" fill="hold" nodeType="clickPar">
                      <p:stCondLst>
                        <p:cond delay="indefinite"/>
                      </p:stCondLst>
                      <p:childTnLst>
                        <p:par>
                          <p:cTn id="109" fill="hold" nodeType="withGroup">
                            <p:stCondLst>
                              <p:cond delay="0"/>
                            </p:stCondLst>
                            <p:childTnLst>
                              <p:par>
                                <p:cTn id="110" presetID="14" presetClass="entr" presetSubtype="10" fill="hold" nodeType="clickEffect">
                                  <p:stCondLst>
                                    <p:cond delay="0"/>
                                  </p:stCondLst>
                                  <p:childTnLst>
                                    <p:set>
                                      <p:cBhvr>
                                        <p:cTn id="111" dur="1" fill="hold">
                                          <p:stCondLst>
                                            <p:cond delay="0"/>
                                          </p:stCondLst>
                                        </p:cTn>
                                        <p:tgtEl>
                                          <p:spTgt spid="7190"/>
                                        </p:tgtEl>
                                        <p:attrNameLst>
                                          <p:attrName>style.visibility</p:attrName>
                                        </p:attrNameLst>
                                      </p:cBhvr>
                                      <p:to>
                                        <p:strVal val="visible"/>
                                      </p:to>
                                    </p:set>
                                    <p:animEffect transition="in" filter="randombar(horizontal)">
                                      <p:cBhvr>
                                        <p:cTn id="112" dur="1000"/>
                                        <p:tgtEl>
                                          <p:spTgt spid="7190"/>
                                        </p:tgtEl>
                                      </p:cBhvr>
                                    </p:animEffect>
                                  </p:childTnLst>
                                </p:cTn>
                              </p:par>
                            </p:childTnLst>
                          </p:cTn>
                        </p:par>
                      </p:childTnLst>
                    </p:cTn>
                  </p:par>
                  <p:par>
                    <p:cTn id="113" fill="hold" nodeType="clickPar">
                      <p:stCondLst>
                        <p:cond delay="indefinite"/>
                      </p:stCondLst>
                      <p:childTnLst>
                        <p:par>
                          <p:cTn id="114" fill="hold" nodeType="withGroup">
                            <p:stCondLst>
                              <p:cond delay="0"/>
                            </p:stCondLst>
                            <p:childTnLst>
                              <p:par>
                                <p:cTn id="115" presetID="8" presetClass="entr" presetSubtype="16" fill="hold" grpId="0" nodeType="clickEffect">
                                  <p:stCondLst>
                                    <p:cond delay="0"/>
                                  </p:stCondLst>
                                  <p:childTnLst>
                                    <p:set>
                                      <p:cBhvr>
                                        <p:cTn id="116" dur="1" fill="hold">
                                          <p:stCondLst>
                                            <p:cond delay="0"/>
                                          </p:stCondLst>
                                        </p:cTn>
                                        <p:tgtEl>
                                          <p:spTgt spid="87"/>
                                        </p:tgtEl>
                                        <p:attrNameLst>
                                          <p:attrName>style.visibility</p:attrName>
                                        </p:attrNameLst>
                                      </p:cBhvr>
                                      <p:to>
                                        <p:strVal val="visible"/>
                                      </p:to>
                                    </p:set>
                                    <p:animEffect transition="in" filter="diamond(in)">
                                      <p:cBhvr>
                                        <p:cTn id="117" dur="500"/>
                                        <p:tgtEl>
                                          <p:spTgt spid="87"/>
                                        </p:tgtEl>
                                      </p:cBhvr>
                                    </p:animEffect>
                                  </p:childTnLst>
                                </p:cTn>
                              </p:par>
                            </p:childTnLst>
                          </p:cTn>
                        </p:par>
                        <p:par>
                          <p:cTn id="118" fill="hold" nodeType="afterGroup">
                            <p:stCondLst>
                              <p:cond delay="500"/>
                            </p:stCondLst>
                            <p:childTnLst>
                              <p:par>
                                <p:cTn id="119" presetID="14" presetClass="entr" presetSubtype="10" fill="hold" grpId="0" nodeType="afterEffect">
                                  <p:stCondLst>
                                    <p:cond delay="500"/>
                                  </p:stCondLst>
                                  <p:childTnLst>
                                    <p:set>
                                      <p:cBhvr>
                                        <p:cTn id="120" dur="1" fill="hold">
                                          <p:stCondLst>
                                            <p:cond delay="0"/>
                                          </p:stCondLst>
                                        </p:cTn>
                                        <p:tgtEl>
                                          <p:spTgt spid="89"/>
                                        </p:tgtEl>
                                        <p:attrNameLst>
                                          <p:attrName>style.visibility</p:attrName>
                                        </p:attrNameLst>
                                      </p:cBhvr>
                                      <p:to>
                                        <p:strVal val="visible"/>
                                      </p:to>
                                    </p:set>
                                    <p:animEffect transition="in" filter="randombar(horizontal)">
                                      <p:cBhvr>
                                        <p:cTn id="121" dur="500"/>
                                        <p:tgtEl>
                                          <p:spTgt spid="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49" grpId="0" animBg="1"/>
      <p:bldP spid="51" grpId="0" animBg="1"/>
      <p:bldP spid="53" grpId="0" animBg="1"/>
      <p:bldP spid="64" grpId="0"/>
      <p:bldP spid="73" grpId="0"/>
      <p:bldP spid="75" grpId="0"/>
      <p:bldP spid="80" grpId="0"/>
      <p:bldP spid="83" grpId="0" animBg="1"/>
      <p:bldP spid="85" grpId="0" animBg="1"/>
      <p:bldP spid="86" grpId="0" animBg="1"/>
      <p:bldP spid="87" grpId="0" animBg="1"/>
      <p:bldP spid="89"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602" name="Picture 2" descr="E:\Work\Food Industry College\Dien-Tu truong\Hinh anh\Tu truong khong doi\Tu truong.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6800" y="2209800"/>
            <a:ext cx="2819400" cy="281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03" name="Picture 3" descr="E:\Work\Food Industry College\Dien-Tu truong\Hinh anh\Tu truong khong doi\Tu truong1.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53000" y="2209800"/>
            <a:ext cx="2819400" cy="281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05" name="Picture 5" descr="E:\Work\Food Industry College\Dien-Tu truong\Hinh anh\Tu truong khong doi\earth_dipole_mag_field_anim_big.gif"/>
          <p:cNvPicPr>
            <a:picLocks noChangeAspect="1" noChangeArrowheads="1" noCrop="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06" name="Picture 6" descr="E:\Work\Food Industry College\Dien-Tu truong\Hinh anh\Tu truong khong doi\solenoid.jp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Content Placeholder 2"/>
          <p:cNvSpPr txBox="1">
            <a:spLocks/>
          </p:cNvSpPr>
          <p:nvPr/>
        </p:nvSpPr>
        <p:spPr bwMode="auto">
          <a:xfrm>
            <a:off x="685800" y="228600"/>
            <a:ext cx="5257800" cy="609600"/>
          </a:xfrm>
          <a:prstGeom prst="rect">
            <a:avLst/>
          </a:prstGeom>
          <a:solidFill>
            <a:srgbClr val="0070C0"/>
          </a:solidFill>
          <a:ln w="9525">
            <a:noFill/>
            <a:miter lim="800000"/>
            <a:headEnd/>
            <a:tailEnd/>
          </a:ln>
        </p:spPr>
        <p:txBody>
          <a:bodyPr/>
          <a:lstStyle/>
          <a:p>
            <a:pPr marL="274320" indent="-274320" fontAlgn="auto">
              <a:spcBef>
                <a:spcPct val="20000"/>
              </a:spcBef>
              <a:spcAft>
                <a:spcPts val="0"/>
              </a:spcAft>
              <a:buClr>
                <a:schemeClr val="accent3"/>
              </a:buClr>
              <a:buSzPct val="95000"/>
              <a:defRPr/>
            </a:pPr>
            <a:r>
              <a:rPr lang="en-US" sz="3200" b="1" u="sng" dirty="0" err="1">
                <a:solidFill>
                  <a:schemeClr val="bg1"/>
                </a:solidFill>
                <a:latin typeface="Times New Roman" pitchFamily="18" charset="0"/>
                <a:cs typeface="Times New Roman" pitchFamily="18" charset="0"/>
              </a:rPr>
              <a:t>Một</a:t>
            </a:r>
            <a:r>
              <a:rPr lang="en-US" sz="3200" b="1" u="sng" dirty="0">
                <a:solidFill>
                  <a:schemeClr val="bg1"/>
                </a:solidFill>
                <a:latin typeface="Times New Roman" pitchFamily="18" charset="0"/>
                <a:cs typeface="Times New Roman" pitchFamily="18" charset="0"/>
              </a:rPr>
              <a:t> </a:t>
            </a:r>
            <a:r>
              <a:rPr lang="en-US" sz="3200" b="1" u="sng" dirty="0" err="1">
                <a:solidFill>
                  <a:schemeClr val="bg1"/>
                </a:solidFill>
                <a:latin typeface="Times New Roman" pitchFamily="18" charset="0"/>
                <a:cs typeface="Times New Roman" pitchFamily="18" charset="0"/>
              </a:rPr>
              <a:t>số</a:t>
            </a:r>
            <a:r>
              <a:rPr lang="en-US" sz="3200" b="1" u="sng" dirty="0">
                <a:solidFill>
                  <a:schemeClr val="bg1"/>
                </a:solidFill>
                <a:latin typeface="Times New Roman" pitchFamily="18" charset="0"/>
                <a:cs typeface="Times New Roman" pitchFamily="18" charset="0"/>
              </a:rPr>
              <a:t> </a:t>
            </a:r>
            <a:r>
              <a:rPr lang="en-US" sz="3200" b="1" u="sng" dirty="0" err="1">
                <a:solidFill>
                  <a:schemeClr val="bg1"/>
                </a:solidFill>
                <a:latin typeface="Times New Roman" pitchFamily="18" charset="0"/>
                <a:cs typeface="Times New Roman" pitchFamily="18" charset="0"/>
              </a:rPr>
              <a:t>hình</a:t>
            </a:r>
            <a:r>
              <a:rPr lang="en-US" sz="3200" b="1" u="sng" dirty="0">
                <a:solidFill>
                  <a:schemeClr val="bg1"/>
                </a:solidFill>
                <a:latin typeface="Times New Roman" pitchFamily="18" charset="0"/>
                <a:cs typeface="Times New Roman" pitchFamily="18" charset="0"/>
              </a:rPr>
              <a:t> </a:t>
            </a:r>
            <a:r>
              <a:rPr lang="en-US" sz="3200" b="1" u="sng" dirty="0" err="1">
                <a:solidFill>
                  <a:schemeClr val="bg1"/>
                </a:solidFill>
                <a:latin typeface="Times New Roman" pitchFamily="18" charset="0"/>
                <a:cs typeface="Times New Roman" pitchFamily="18" charset="0"/>
              </a:rPr>
              <a:t>ảnh</a:t>
            </a:r>
            <a:r>
              <a:rPr lang="en-US" sz="3200" b="1" u="sng" dirty="0">
                <a:solidFill>
                  <a:schemeClr val="bg1"/>
                </a:solidFill>
                <a:latin typeface="Times New Roman" pitchFamily="18" charset="0"/>
                <a:cs typeface="Times New Roman" pitchFamily="18" charset="0"/>
              </a:rPr>
              <a:t> </a:t>
            </a:r>
            <a:r>
              <a:rPr lang="en-US" sz="3200" b="1" u="sng" dirty="0" err="1">
                <a:solidFill>
                  <a:schemeClr val="bg1"/>
                </a:solidFill>
                <a:latin typeface="Times New Roman" pitchFamily="18" charset="0"/>
                <a:cs typeface="Times New Roman" pitchFamily="18" charset="0"/>
              </a:rPr>
              <a:t>về</a:t>
            </a:r>
            <a:r>
              <a:rPr lang="en-US" sz="3200" b="1" u="sng" dirty="0">
                <a:solidFill>
                  <a:schemeClr val="bg1"/>
                </a:solidFill>
                <a:latin typeface="Times New Roman" pitchFamily="18" charset="0"/>
                <a:cs typeface="Times New Roman" pitchFamily="18" charset="0"/>
              </a:rPr>
              <a:t> </a:t>
            </a:r>
            <a:r>
              <a:rPr lang="en-US" sz="3200" b="1" u="sng" dirty="0" err="1">
                <a:solidFill>
                  <a:schemeClr val="bg1"/>
                </a:solidFill>
                <a:latin typeface="Times New Roman" pitchFamily="18" charset="0"/>
                <a:cs typeface="Times New Roman" pitchFamily="18" charset="0"/>
              </a:rPr>
              <a:t>từ</a:t>
            </a:r>
            <a:r>
              <a:rPr lang="en-US" sz="3200" b="1" u="sng" dirty="0">
                <a:solidFill>
                  <a:schemeClr val="bg1"/>
                </a:solidFill>
                <a:latin typeface="Times New Roman" pitchFamily="18" charset="0"/>
                <a:cs typeface="Times New Roman" pitchFamily="18" charset="0"/>
              </a:rPr>
              <a:t> </a:t>
            </a:r>
            <a:r>
              <a:rPr lang="en-US" sz="3200" b="1" u="sng" dirty="0" err="1">
                <a:solidFill>
                  <a:schemeClr val="bg1"/>
                </a:solidFill>
                <a:latin typeface="Times New Roman" pitchFamily="18" charset="0"/>
                <a:cs typeface="Times New Roman" pitchFamily="18" charset="0"/>
              </a:rPr>
              <a:t>phổ</a:t>
            </a:r>
            <a:endParaRPr lang="en-US" sz="3200" b="1" u="sng" dirty="0">
              <a:solidFill>
                <a:schemeClr val="bg1"/>
              </a:solidFill>
              <a:latin typeface="Times New Roman" pitchFamily="18" charset="0"/>
              <a:cs typeface="Times New Roman" pitchFamily="18" charset="0"/>
            </a:endParaRPr>
          </a:p>
        </p:txBody>
      </p:sp>
      <p:sp>
        <p:nvSpPr>
          <p:cNvPr id="2" name="Footer Placeholder 1">
            <a:extLst>
              <a:ext uri="{FF2B5EF4-FFF2-40B4-BE49-F238E27FC236}">
                <a16:creationId xmlns:a16="http://schemas.microsoft.com/office/drawing/2014/main" id="{CB529D99-133D-5371-32CC-47CFA956258D}"/>
              </a:ext>
            </a:extLst>
          </p:cNvPr>
          <p:cNvSpPr>
            <a:spLocks noGrp="1"/>
          </p:cNvSpPr>
          <p:nvPr>
            <p:ph type="ftr" sz="quarter" idx="11"/>
          </p:nvPr>
        </p:nvSpPr>
        <p:spPr/>
        <p:txBody>
          <a:bodyPr/>
          <a:lstStyle/>
          <a:p>
            <a:pPr>
              <a:defRPr/>
            </a:pPr>
            <a:r>
              <a:rPr lang="en-US"/>
              <a:t>Bùi Quốc Trung - VLDC</a:t>
            </a:r>
          </a:p>
        </p:txBody>
      </p:sp>
      <p:sp>
        <p:nvSpPr>
          <p:cNvPr id="3" name="Slide Number Placeholder 2">
            <a:extLst>
              <a:ext uri="{FF2B5EF4-FFF2-40B4-BE49-F238E27FC236}">
                <a16:creationId xmlns:a16="http://schemas.microsoft.com/office/drawing/2014/main" id="{9DB60CA2-3667-29B4-7A9E-30BBD46A3C2C}"/>
              </a:ext>
            </a:extLst>
          </p:cNvPr>
          <p:cNvSpPr>
            <a:spLocks noGrp="1"/>
          </p:cNvSpPr>
          <p:nvPr>
            <p:ph type="sldNum" sz="quarter" idx="12"/>
          </p:nvPr>
        </p:nvSpPr>
        <p:spPr/>
        <p:txBody>
          <a:bodyPr/>
          <a:lstStyle/>
          <a:p>
            <a:pPr>
              <a:defRPr/>
            </a:pPr>
            <a:fld id="{DA0BBFDE-23F6-4D0C-90FC-3AED58BCB197}" type="slidenum">
              <a:rPr lang="en-US" smtClean="0"/>
              <a:pPr>
                <a:defRPr/>
              </a:pPr>
              <a:t>25</a:t>
            </a:fld>
            <a:endParaRPr lang="en-US" dirty="0"/>
          </a:p>
        </p:txBody>
      </p:sp>
    </p:spTree>
    <p:extLst>
      <p:ext uri="{BB962C8B-B14F-4D97-AF65-F5344CB8AC3E}">
        <p14:creationId xmlns:p14="http://schemas.microsoft.com/office/powerpoint/2010/main" val="41027411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8" presetClass="entr" presetSubtype="16"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diamond(in)">
                                      <p:cBhvr>
                                        <p:cTn id="7" dur="1000"/>
                                        <p:tgtEl>
                                          <p:spTgt spid="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8" presetClass="entr" presetSubtype="16" fill="hold" nodeType="clickEffect">
                                  <p:stCondLst>
                                    <p:cond delay="0"/>
                                  </p:stCondLst>
                                  <p:childTnLst>
                                    <p:set>
                                      <p:cBhvr>
                                        <p:cTn id="11" dur="1" fill="hold">
                                          <p:stCondLst>
                                            <p:cond delay="0"/>
                                          </p:stCondLst>
                                        </p:cTn>
                                        <p:tgtEl>
                                          <p:spTgt spid="25602"/>
                                        </p:tgtEl>
                                        <p:attrNameLst>
                                          <p:attrName>style.visibility</p:attrName>
                                        </p:attrNameLst>
                                      </p:cBhvr>
                                      <p:to>
                                        <p:strVal val="visible"/>
                                      </p:to>
                                    </p:set>
                                    <p:animEffect transition="in" filter="diamond(in)">
                                      <p:cBhvr>
                                        <p:cTn id="12" dur="2000"/>
                                        <p:tgtEl>
                                          <p:spTgt spid="2560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8" presetClass="entr" presetSubtype="16" fill="hold" nodeType="clickEffect">
                                  <p:stCondLst>
                                    <p:cond delay="0"/>
                                  </p:stCondLst>
                                  <p:childTnLst>
                                    <p:set>
                                      <p:cBhvr>
                                        <p:cTn id="16" dur="1" fill="hold">
                                          <p:stCondLst>
                                            <p:cond delay="0"/>
                                          </p:stCondLst>
                                        </p:cTn>
                                        <p:tgtEl>
                                          <p:spTgt spid="25603"/>
                                        </p:tgtEl>
                                        <p:attrNameLst>
                                          <p:attrName>style.visibility</p:attrName>
                                        </p:attrNameLst>
                                      </p:cBhvr>
                                      <p:to>
                                        <p:strVal val="visible"/>
                                      </p:to>
                                    </p:set>
                                    <p:animEffect transition="in" filter="diamond(in)">
                                      <p:cBhvr>
                                        <p:cTn id="17" dur="2000"/>
                                        <p:tgtEl>
                                          <p:spTgt spid="2560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5" presetClass="exit" presetSubtype="10" fill="hold" nodeType="clickEffect">
                                  <p:stCondLst>
                                    <p:cond delay="0"/>
                                  </p:stCondLst>
                                  <p:childTnLst>
                                    <p:animEffect transition="out" filter="checkerboard(across)">
                                      <p:cBhvr>
                                        <p:cTn id="21" dur="500"/>
                                        <p:tgtEl>
                                          <p:spTgt spid="25602"/>
                                        </p:tgtEl>
                                      </p:cBhvr>
                                    </p:animEffect>
                                    <p:set>
                                      <p:cBhvr>
                                        <p:cTn id="22" dur="1" fill="hold">
                                          <p:stCondLst>
                                            <p:cond delay="499"/>
                                          </p:stCondLst>
                                        </p:cTn>
                                        <p:tgtEl>
                                          <p:spTgt spid="25602"/>
                                        </p:tgtEl>
                                        <p:attrNameLst>
                                          <p:attrName>style.visibility</p:attrName>
                                        </p:attrNameLst>
                                      </p:cBhvr>
                                      <p:to>
                                        <p:strVal val="hidden"/>
                                      </p:to>
                                    </p:set>
                                  </p:childTnLst>
                                </p:cTn>
                              </p:par>
                              <p:par>
                                <p:cTn id="23" presetID="5" presetClass="exit" presetSubtype="10" fill="hold" nodeType="withEffect">
                                  <p:stCondLst>
                                    <p:cond delay="0"/>
                                  </p:stCondLst>
                                  <p:childTnLst>
                                    <p:animEffect transition="out" filter="checkerboard(across)">
                                      <p:cBhvr>
                                        <p:cTn id="24" dur="500"/>
                                        <p:tgtEl>
                                          <p:spTgt spid="25603"/>
                                        </p:tgtEl>
                                      </p:cBhvr>
                                    </p:animEffect>
                                    <p:set>
                                      <p:cBhvr>
                                        <p:cTn id="25" dur="1" fill="hold">
                                          <p:stCondLst>
                                            <p:cond delay="499"/>
                                          </p:stCondLst>
                                        </p:cTn>
                                        <p:tgtEl>
                                          <p:spTgt spid="25603"/>
                                        </p:tgtEl>
                                        <p:attrNameLst>
                                          <p:attrName>style.visibility</p:attrName>
                                        </p:attrNameLst>
                                      </p:cBhvr>
                                      <p:to>
                                        <p:strVal val="hidden"/>
                                      </p:to>
                                    </p:set>
                                  </p:childTnLst>
                                </p:cTn>
                              </p:par>
                            </p:childTnLst>
                          </p:cTn>
                        </p:par>
                        <p:par>
                          <p:cTn id="26" fill="hold" nodeType="afterGroup">
                            <p:stCondLst>
                              <p:cond delay="500"/>
                            </p:stCondLst>
                            <p:childTnLst>
                              <p:par>
                                <p:cTn id="27" presetID="14" presetClass="entr" presetSubtype="10" fill="hold" nodeType="afterEffect">
                                  <p:stCondLst>
                                    <p:cond delay="0"/>
                                  </p:stCondLst>
                                  <p:childTnLst>
                                    <p:set>
                                      <p:cBhvr>
                                        <p:cTn id="28" dur="1" fill="hold">
                                          <p:stCondLst>
                                            <p:cond delay="0"/>
                                          </p:stCondLst>
                                        </p:cTn>
                                        <p:tgtEl>
                                          <p:spTgt spid="25606"/>
                                        </p:tgtEl>
                                        <p:attrNameLst>
                                          <p:attrName>style.visibility</p:attrName>
                                        </p:attrNameLst>
                                      </p:cBhvr>
                                      <p:to>
                                        <p:strVal val="visible"/>
                                      </p:to>
                                    </p:set>
                                    <p:animEffect transition="in" filter="randombar(horizontal)">
                                      <p:cBhvr>
                                        <p:cTn id="29" dur="1000"/>
                                        <p:tgtEl>
                                          <p:spTgt spid="25606"/>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5" presetClass="exit" presetSubtype="10" fill="hold" nodeType="clickEffect">
                                  <p:stCondLst>
                                    <p:cond delay="0"/>
                                  </p:stCondLst>
                                  <p:childTnLst>
                                    <p:animEffect transition="out" filter="checkerboard(across)">
                                      <p:cBhvr>
                                        <p:cTn id="33" dur="500"/>
                                        <p:tgtEl>
                                          <p:spTgt spid="25606"/>
                                        </p:tgtEl>
                                      </p:cBhvr>
                                    </p:animEffect>
                                    <p:set>
                                      <p:cBhvr>
                                        <p:cTn id="34" dur="1" fill="hold">
                                          <p:stCondLst>
                                            <p:cond delay="499"/>
                                          </p:stCondLst>
                                        </p:cTn>
                                        <p:tgtEl>
                                          <p:spTgt spid="25606"/>
                                        </p:tgtEl>
                                        <p:attrNameLst>
                                          <p:attrName>style.visibility</p:attrName>
                                        </p:attrNameLst>
                                      </p:cBhvr>
                                      <p:to>
                                        <p:strVal val="hidden"/>
                                      </p:to>
                                    </p:set>
                                  </p:childTnLst>
                                </p:cTn>
                              </p:par>
                              <p:par>
                                <p:cTn id="35" presetID="14" presetClass="entr" presetSubtype="10" fill="hold" nodeType="withEffect">
                                  <p:stCondLst>
                                    <p:cond delay="0"/>
                                  </p:stCondLst>
                                  <p:childTnLst>
                                    <p:set>
                                      <p:cBhvr>
                                        <p:cTn id="36" dur="1" fill="hold">
                                          <p:stCondLst>
                                            <p:cond delay="0"/>
                                          </p:stCondLst>
                                        </p:cTn>
                                        <p:tgtEl>
                                          <p:spTgt spid="25605"/>
                                        </p:tgtEl>
                                        <p:attrNameLst>
                                          <p:attrName>style.visibility</p:attrName>
                                        </p:attrNameLst>
                                      </p:cBhvr>
                                      <p:to>
                                        <p:strVal val="visible"/>
                                      </p:to>
                                    </p:set>
                                    <p:animEffect transition="in" filter="randombar(horizontal)">
                                      <p:cBhvr>
                                        <p:cTn id="37" dur="500"/>
                                        <p:tgtEl>
                                          <p:spTgt spid="256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762000"/>
            <a:ext cx="8229600" cy="5364163"/>
          </a:xfrm>
        </p:spPr>
        <p:txBody>
          <a:bodyPr>
            <a:normAutofit fontScale="92500" lnSpcReduction="10000"/>
          </a:bodyPr>
          <a:lstStyle/>
          <a:p>
            <a:pPr marL="0" indent="0">
              <a:buNone/>
            </a:pPr>
            <a:r>
              <a:rPr lang="en-US" b="1" u="sng">
                <a:solidFill>
                  <a:srgbClr val="0808FC"/>
                </a:solidFill>
              </a:rPr>
              <a:t>Tính chất đường sức từ:</a:t>
            </a:r>
          </a:p>
          <a:p>
            <a:r>
              <a:rPr lang="en-US"/>
              <a:t>Qua mỗi điểm trong không gian chỉ vẽ được một đường sức.</a:t>
            </a:r>
          </a:p>
          <a:p>
            <a:r>
              <a:rPr lang="en-US"/>
              <a:t>Các đường sức là các đường cong khép kín hoặc vô hạn ở hai đầu.</a:t>
            </a:r>
          </a:p>
          <a:p>
            <a:r>
              <a:rPr lang="en-US"/>
              <a:t>Chiều của các đường sức là chiều của từ trường.</a:t>
            </a:r>
          </a:p>
          <a:p>
            <a:r>
              <a:rPr lang="en-US"/>
              <a:t>Các đường sức từ là các đường tròn đồng tâm.</a:t>
            </a:r>
          </a:p>
          <a:p>
            <a:r>
              <a:rPr lang="en-US"/>
              <a:t>Chiều các đường sức từ được xác định bởi quy tắc nắm bàn tay phải.</a:t>
            </a:r>
          </a:p>
          <a:p>
            <a:r>
              <a:rPr lang="en-US"/>
              <a:t>Mặt phẳng chứa các đường sức từ vuông góc với dây dẫn.</a:t>
            </a:r>
          </a:p>
          <a:p>
            <a:endParaRPr lang="en-US"/>
          </a:p>
        </p:txBody>
      </p:sp>
      <p:sp>
        <p:nvSpPr>
          <p:cNvPr id="2" name="Footer Placeholder 1">
            <a:extLst>
              <a:ext uri="{FF2B5EF4-FFF2-40B4-BE49-F238E27FC236}">
                <a16:creationId xmlns:a16="http://schemas.microsoft.com/office/drawing/2014/main" id="{5D7C8E23-128F-45F7-DFC0-0926F3CBADEE}"/>
              </a:ext>
            </a:extLst>
          </p:cNvPr>
          <p:cNvSpPr>
            <a:spLocks noGrp="1"/>
          </p:cNvSpPr>
          <p:nvPr>
            <p:ph type="ftr" sz="quarter" idx="11"/>
          </p:nvPr>
        </p:nvSpPr>
        <p:spPr/>
        <p:txBody>
          <a:bodyPr/>
          <a:lstStyle/>
          <a:p>
            <a:pPr>
              <a:defRPr/>
            </a:pPr>
            <a:r>
              <a:rPr lang="en-US"/>
              <a:t>Bùi Quốc Trung - VLDC</a:t>
            </a:r>
          </a:p>
        </p:txBody>
      </p:sp>
      <p:sp>
        <p:nvSpPr>
          <p:cNvPr id="4" name="Slide Number Placeholder 3">
            <a:extLst>
              <a:ext uri="{FF2B5EF4-FFF2-40B4-BE49-F238E27FC236}">
                <a16:creationId xmlns:a16="http://schemas.microsoft.com/office/drawing/2014/main" id="{B44663F2-F166-9D4D-CEC4-BA84505D144E}"/>
              </a:ext>
            </a:extLst>
          </p:cNvPr>
          <p:cNvSpPr>
            <a:spLocks noGrp="1"/>
          </p:cNvSpPr>
          <p:nvPr>
            <p:ph type="sldNum" sz="quarter" idx="12"/>
          </p:nvPr>
        </p:nvSpPr>
        <p:spPr/>
        <p:txBody>
          <a:bodyPr/>
          <a:lstStyle/>
          <a:p>
            <a:pPr>
              <a:defRPr/>
            </a:pPr>
            <a:fld id="{DA0BBFDE-23F6-4D0C-90FC-3AED58BCB197}" type="slidenum">
              <a:rPr lang="en-US" smtClean="0"/>
              <a:pPr>
                <a:defRPr/>
              </a:pPr>
              <a:t>26</a:t>
            </a:fld>
            <a:endParaRPr lang="en-US" dirty="0"/>
          </a:p>
        </p:txBody>
      </p:sp>
    </p:spTree>
    <p:extLst>
      <p:ext uri="{BB962C8B-B14F-4D97-AF65-F5344CB8AC3E}">
        <p14:creationId xmlns:p14="http://schemas.microsoft.com/office/powerpoint/2010/main" val="205832036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ounded Rectangle 17"/>
          <p:cNvSpPr/>
          <p:nvPr/>
        </p:nvSpPr>
        <p:spPr>
          <a:xfrm>
            <a:off x="762000" y="3563938"/>
            <a:ext cx="3352800" cy="1371600"/>
          </a:xfrm>
          <a:prstGeom prst="roundRect">
            <a:avLst/>
          </a:prstGeom>
          <a:solidFill>
            <a:srgbClr val="FFFF6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 name="Title 1"/>
          <p:cNvSpPr txBox="1">
            <a:spLocks/>
          </p:cNvSpPr>
          <p:nvPr/>
        </p:nvSpPr>
        <p:spPr bwMode="auto">
          <a:xfrm>
            <a:off x="533400" y="0"/>
            <a:ext cx="4191000" cy="457200"/>
          </a:xfrm>
          <a:prstGeom prst="rect">
            <a:avLst/>
          </a:prstGeom>
          <a:noFill/>
          <a:ln w="9525">
            <a:noFill/>
            <a:miter lim="800000"/>
            <a:headEnd/>
            <a:tailEnd/>
          </a:ln>
        </p:spPr>
        <p:txBody>
          <a:bodyPr lIns="0" rIns="0" bIns="0" anchor="b"/>
          <a:lstStyle/>
          <a:p>
            <a:pPr>
              <a:spcBef>
                <a:spcPts val="2400"/>
              </a:spcBef>
              <a:defRPr/>
            </a:pPr>
            <a:r>
              <a:rPr lang="en-US" sz="2800" b="1" dirty="0">
                <a:solidFill>
                  <a:srgbClr val="FF0000"/>
                </a:solidFill>
                <a:latin typeface="Times New Roman" pitchFamily="18" charset="0"/>
                <a:ea typeface="+mj-ea"/>
                <a:cs typeface="Times New Roman" pitchFamily="18" charset="0"/>
              </a:rPr>
              <a:t>9.2 T</a:t>
            </a:r>
            <a:r>
              <a:rPr lang="vi-VN" sz="2800" b="1" dirty="0">
                <a:solidFill>
                  <a:srgbClr val="FF0000"/>
                </a:solidFill>
                <a:latin typeface="Times New Roman" pitchFamily="18" charset="0"/>
                <a:ea typeface="+mj-ea"/>
                <a:cs typeface="Times New Roman" pitchFamily="18" charset="0"/>
              </a:rPr>
              <a:t>Ừ</a:t>
            </a:r>
            <a:r>
              <a:rPr lang="en-US" sz="2800" b="1" dirty="0">
                <a:solidFill>
                  <a:srgbClr val="FF0000"/>
                </a:solidFill>
                <a:latin typeface="Times New Roman" pitchFamily="18" charset="0"/>
                <a:ea typeface="+mj-ea"/>
                <a:cs typeface="Times New Roman" pitchFamily="18" charset="0"/>
              </a:rPr>
              <a:t> THÔNG</a:t>
            </a:r>
          </a:p>
        </p:txBody>
      </p:sp>
      <p:sp>
        <p:nvSpPr>
          <p:cNvPr id="3" name="Content Placeholder 2"/>
          <p:cNvSpPr txBox="1">
            <a:spLocks/>
          </p:cNvSpPr>
          <p:nvPr/>
        </p:nvSpPr>
        <p:spPr bwMode="auto">
          <a:xfrm>
            <a:off x="533400" y="381000"/>
            <a:ext cx="6337300" cy="609600"/>
          </a:xfrm>
          <a:prstGeom prst="rect">
            <a:avLst/>
          </a:prstGeom>
          <a:noFill/>
          <a:ln w="9525">
            <a:noFill/>
            <a:miter lim="800000"/>
            <a:headEnd/>
            <a:tailEnd/>
          </a:ln>
        </p:spPr>
        <p:txBody>
          <a:bodyPr/>
          <a:lstStyle/>
          <a:p>
            <a:pPr marL="274320" indent="-274320" fontAlgn="auto">
              <a:spcBef>
                <a:spcPct val="20000"/>
              </a:spcBef>
              <a:spcAft>
                <a:spcPts val="0"/>
              </a:spcAft>
              <a:buClr>
                <a:schemeClr val="accent3"/>
              </a:buClr>
              <a:buSzPct val="95000"/>
              <a:defRPr/>
            </a:pPr>
            <a:r>
              <a:rPr lang="en-US" sz="2800" b="1" dirty="0">
                <a:solidFill>
                  <a:srgbClr val="0808FC"/>
                </a:solidFill>
                <a:latin typeface="Times New Roman" pitchFamily="18" charset="0"/>
                <a:cs typeface="Times New Roman" pitchFamily="18" charset="0"/>
              </a:rPr>
              <a:t>9.2.2  </a:t>
            </a:r>
            <a:r>
              <a:rPr lang="en-US" sz="2800" b="1" u="sng" dirty="0">
                <a:solidFill>
                  <a:srgbClr val="0808FC"/>
                </a:solidFill>
                <a:latin typeface="Times New Roman" pitchFamily="18" charset="0"/>
                <a:cs typeface="Times New Roman" pitchFamily="18" charset="0"/>
              </a:rPr>
              <a:t>T</a:t>
            </a:r>
            <a:r>
              <a:rPr lang="vi-VN" sz="2800" b="1" u="sng" dirty="0">
                <a:solidFill>
                  <a:srgbClr val="0808FC"/>
                </a:solidFill>
                <a:latin typeface="Times New Roman" pitchFamily="18" charset="0"/>
                <a:cs typeface="Times New Roman" pitchFamily="18" charset="0"/>
              </a:rPr>
              <a:t>ừ</a:t>
            </a:r>
            <a:r>
              <a:rPr lang="en-US" sz="2800" b="1" u="sng" dirty="0">
                <a:solidFill>
                  <a:srgbClr val="0808FC"/>
                </a:solidFill>
                <a:latin typeface="Times New Roman" pitchFamily="18" charset="0"/>
                <a:cs typeface="Times New Roman" pitchFamily="18" charset="0"/>
              </a:rPr>
              <a:t> </a:t>
            </a:r>
            <a:r>
              <a:rPr lang="en-US" sz="2800" b="1" u="sng" dirty="0" err="1">
                <a:solidFill>
                  <a:srgbClr val="0808FC"/>
                </a:solidFill>
                <a:latin typeface="Times New Roman" pitchFamily="18" charset="0"/>
                <a:cs typeface="Times New Roman" pitchFamily="18" charset="0"/>
              </a:rPr>
              <a:t>thông</a:t>
            </a:r>
            <a:r>
              <a:rPr lang="en-US" sz="2800" b="1" u="sng" dirty="0">
                <a:solidFill>
                  <a:srgbClr val="0808FC"/>
                </a:solidFill>
                <a:latin typeface="Times New Roman" pitchFamily="18" charset="0"/>
                <a:cs typeface="Times New Roman" pitchFamily="18" charset="0"/>
              </a:rPr>
              <a:t> (</a:t>
            </a:r>
            <a:r>
              <a:rPr lang="en-US" sz="2800" b="1" u="sng" dirty="0" err="1">
                <a:solidFill>
                  <a:srgbClr val="0808FC"/>
                </a:solidFill>
                <a:latin typeface="Times New Roman" pitchFamily="18" charset="0"/>
                <a:cs typeface="Times New Roman" pitchFamily="18" charset="0"/>
              </a:rPr>
              <a:t>thông</a:t>
            </a:r>
            <a:r>
              <a:rPr lang="en-US" sz="2800" b="1" u="sng" dirty="0">
                <a:solidFill>
                  <a:srgbClr val="0808FC"/>
                </a:solidFill>
                <a:latin typeface="Times New Roman" pitchFamily="18" charset="0"/>
                <a:cs typeface="Times New Roman" pitchFamily="18" charset="0"/>
              </a:rPr>
              <a:t> l</a:t>
            </a:r>
            <a:r>
              <a:rPr lang="vi-VN" sz="2800" b="1" u="sng" dirty="0">
                <a:solidFill>
                  <a:srgbClr val="0808FC"/>
                </a:solidFill>
                <a:latin typeface="Times New Roman" pitchFamily="18" charset="0"/>
                <a:cs typeface="Times New Roman" pitchFamily="18" charset="0"/>
              </a:rPr>
              <a:t>ượng</a:t>
            </a:r>
            <a:r>
              <a:rPr lang="en-US" sz="2800" b="1" u="sng" dirty="0">
                <a:solidFill>
                  <a:srgbClr val="0808FC"/>
                </a:solidFill>
                <a:latin typeface="Times New Roman" pitchFamily="18" charset="0"/>
                <a:cs typeface="Times New Roman" pitchFamily="18" charset="0"/>
              </a:rPr>
              <a:t> t</a:t>
            </a:r>
            <a:r>
              <a:rPr lang="vi-VN" sz="2800" b="1" u="sng" dirty="0">
                <a:solidFill>
                  <a:srgbClr val="0808FC"/>
                </a:solidFill>
                <a:latin typeface="Times New Roman" pitchFamily="18" charset="0"/>
                <a:cs typeface="Times New Roman" pitchFamily="18" charset="0"/>
              </a:rPr>
              <a:t>ừ</a:t>
            </a:r>
            <a:r>
              <a:rPr lang="en-US" sz="2800" b="1" u="sng" dirty="0">
                <a:solidFill>
                  <a:srgbClr val="0808FC"/>
                </a:solidFill>
                <a:latin typeface="Times New Roman" pitchFamily="18" charset="0"/>
                <a:cs typeface="Times New Roman" pitchFamily="18" charset="0"/>
              </a:rPr>
              <a:t> </a:t>
            </a:r>
            <a:r>
              <a:rPr lang="en-US" sz="2800" b="1" u="sng" dirty="0" err="1">
                <a:solidFill>
                  <a:srgbClr val="0808FC"/>
                </a:solidFill>
                <a:latin typeface="Times New Roman" pitchFamily="18" charset="0"/>
                <a:cs typeface="Times New Roman" pitchFamily="18" charset="0"/>
              </a:rPr>
              <a:t>tr</a:t>
            </a:r>
            <a:r>
              <a:rPr lang="vi-VN" sz="2800" b="1" u="sng" dirty="0">
                <a:solidFill>
                  <a:srgbClr val="0808FC"/>
                </a:solidFill>
                <a:latin typeface="Times New Roman" pitchFamily="18" charset="0"/>
                <a:cs typeface="Times New Roman" pitchFamily="18" charset="0"/>
              </a:rPr>
              <a:t>ường</a:t>
            </a:r>
            <a:r>
              <a:rPr lang="en-US" sz="2800" b="1" u="sng" dirty="0">
                <a:solidFill>
                  <a:srgbClr val="0808FC"/>
                </a:solidFill>
                <a:latin typeface="Times New Roman" pitchFamily="18" charset="0"/>
                <a:cs typeface="Times New Roman" pitchFamily="18" charset="0"/>
              </a:rPr>
              <a:t>)</a:t>
            </a:r>
          </a:p>
        </p:txBody>
      </p:sp>
      <p:sp>
        <p:nvSpPr>
          <p:cNvPr id="4" name="Content Placeholder 2"/>
          <p:cNvSpPr txBox="1">
            <a:spLocks/>
          </p:cNvSpPr>
          <p:nvPr/>
        </p:nvSpPr>
        <p:spPr bwMode="auto">
          <a:xfrm>
            <a:off x="609600" y="801688"/>
            <a:ext cx="6934200" cy="457200"/>
          </a:xfrm>
          <a:prstGeom prst="rect">
            <a:avLst/>
          </a:prstGeom>
          <a:noFill/>
          <a:ln w="9525">
            <a:noFill/>
            <a:miter lim="800000"/>
            <a:headEnd/>
            <a:tailEnd/>
          </a:ln>
        </p:spPr>
        <p:txBody>
          <a:bodyPr/>
          <a:lstStyle/>
          <a:p>
            <a:pPr marL="274320" indent="-274320" fontAlgn="auto">
              <a:spcBef>
                <a:spcPct val="20000"/>
              </a:spcBef>
              <a:spcAft>
                <a:spcPts val="0"/>
              </a:spcAft>
              <a:buClr>
                <a:schemeClr val="accent3"/>
              </a:buClr>
              <a:buSzPct val="95000"/>
              <a:defRPr/>
            </a:pPr>
            <a:r>
              <a:rPr lang="en-US" sz="3200" b="1" dirty="0" err="1">
                <a:solidFill>
                  <a:srgbClr val="001746"/>
                </a:solidFill>
                <a:latin typeface="Times New Roman" pitchFamily="18" charset="0"/>
                <a:cs typeface="Times New Roman" pitchFamily="18" charset="0"/>
              </a:rPr>
              <a:t>Từ</a:t>
            </a:r>
            <a:r>
              <a:rPr lang="en-US" sz="3200" b="1" dirty="0">
                <a:solidFill>
                  <a:srgbClr val="001746"/>
                </a:solidFill>
                <a:latin typeface="Times New Roman" pitchFamily="18" charset="0"/>
                <a:cs typeface="Times New Roman" pitchFamily="18" charset="0"/>
              </a:rPr>
              <a:t> </a:t>
            </a:r>
            <a:r>
              <a:rPr lang="en-US" sz="3200" b="1" dirty="0" err="1">
                <a:solidFill>
                  <a:srgbClr val="001746"/>
                </a:solidFill>
                <a:latin typeface="Times New Roman" pitchFamily="18" charset="0"/>
                <a:cs typeface="Times New Roman" pitchFamily="18" charset="0"/>
              </a:rPr>
              <a:t>thông</a:t>
            </a:r>
            <a:r>
              <a:rPr lang="en-US" sz="3200" b="1" dirty="0">
                <a:solidFill>
                  <a:srgbClr val="001746"/>
                </a:solidFill>
                <a:latin typeface="Times New Roman" pitchFamily="18" charset="0"/>
                <a:cs typeface="Times New Roman" pitchFamily="18" charset="0"/>
              </a:rPr>
              <a:t> </a:t>
            </a:r>
            <a:r>
              <a:rPr lang="en-US" sz="3200" b="1" dirty="0" err="1">
                <a:solidFill>
                  <a:srgbClr val="001746"/>
                </a:solidFill>
                <a:latin typeface="Times New Roman" pitchFamily="18" charset="0"/>
                <a:cs typeface="Times New Roman" pitchFamily="18" charset="0"/>
              </a:rPr>
              <a:t>gửi</a:t>
            </a:r>
            <a:r>
              <a:rPr lang="en-US" sz="3200" b="1" dirty="0">
                <a:solidFill>
                  <a:srgbClr val="001746"/>
                </a:solidFill>
                <a:latin typeface="Times New Roman" pitchFamily="18" charset="0"/>
                <a:cs typeface="Times New Roman" pitchFamily="18" charset="0"/>
              </a:rPr>
              <a:t> qua 1 </a:t>
            </a:r>
            <a:r>
              <a:rPr lang="en-US" sz="3200" b="1" dirty="0" err="1">
                <a:solidFill>
                  <a:srgbClr val="001746"/>
                </a:solidFill>
                <a:latin typeface="Times New Roman" pitchFamily="18" charset="0"/>
                <a:cs typeface="Times New Roman" pitchFamily="18" charset="0"/>
              </a:rPr>
              <a:t>diện</a:t>
            </a:r>
            <a:r>
              <a:rPr lang="en-US" sz="3200" b="1" dirty="0">
                <a:solidFill>
                  <a:srgbClr val="001746"/>
                </a:solidFill>
                <a:latin typeface="Times New Roman" pitchFamily="18" charset="0"/>
                <a:cs typeface="Times New Roman" pitchFamily="18" charset="0"/>
              </a:rPr>
              <a:t> </a:t>
            </a:r>
            <a:r>
              <a:rPr lang="en-US" sz="3200" b="1" dirty="0" err="1">
                <a:solidFill>
                  <a:srgbClr val="001746"/>
                </a:solidFill>
                <a:latin typeface="Times New Roman" pitchFamily="18" charset="0"/>
                <a:cs typeface="Times New Roman" pitchFamily="18" charset="0"/>
              </a:rPr>
              <a:t>tích</a:t>
            </a:r>
            <a:r>
              <a:rPr lang="en-US" sz="3200" b="1" dirty="0">
                <a:solidFill>
                  <a:srgbClr val="001746"/>
                </a:solidFill>
                <a:latin typeface="Times New Roman" pitchFamily="18" charset="0"/>
                <a:cs typeface="Times New Roman" pitchFamily="18" charset="0"/>
              </a:rPr>
              <a:t> </a:t>
            </a:r>
            <a:r>
              <a:rPr lang="en-US" sz="3200" b="1" dirty="0" err="1">
                <a:solidFill>
                  <a:srgbClr val="001746"/>
                </a:solidFill>
                <a:latin typeface="Times New Roman" pitchFamily="18" charset="0"/>
                <a:cs typeface="Times New Roman" pitchFamily="18" charset="0"/>
              </a:rPr>
              <a:t>bất</a:t>
            </a:r>
            <a:r>
              <a:rPr lang="en-US" sz="3200" b="1" dirty="0">
                <a:solidFill>
                  <a:srgbClr val="001746"/>
                </a:solidFill>
                <a:latin typeface="Times New Roman" pitchFamily="18" charset="0"/>
                <a:cs typeface="Times New Roman" pitchFamily="18" charset="0"/>
              </a:rPr>
              <a:t> </a:t>
            </a:r>
            <a:r>
              <a:rPr lang="en-US" sz="3200" b="1" dirty="0" err="1">
                <a:solidFill>
                  <a:srgbClr val="001746"/>
                </a:solidFill>
                <a:latin typeface="Times New Roman" pitchFamily="18" charset="0"/>
                <a:cs typeface="Times New Roman" pitchFamily="18" charset="0"/>
              </a:rPr>
              <a:t>kỳ</a:t>
            </a:r>
            <a:r>
              <a:rPr lang="en-US" sz="3200" b="1" dirty="0">
                <a:solidFill>
                  <a:srgbClr val="001746"/>
                </a:solidFill>
                <a:latin typeface="Times New Roman" pitchFamily="18" charset="0"/>
                <a:cs typeface="Times New Roman" pitchFamily="18" charset="0"/>
              </a:rPr>
              <a:t>: </a:t>
            </a:r>
          </a:p>
        </p:txBody>
      </p:sp>
      <p:graphicFrame>
        <p:nvGraphicFramePr>
          <p:cNvPr id="26628" name="Object 4"/>
          <p:cNvGraphicFramePr>
            <a:graphicFrameLocks noChangeAspect="1"/>
          </p:cNvGraphicFramePr>
          <p:nvPr/>
        </p:nvGraphicFramePr>
        <p:xfrm>
          <a:off x="685800" y="1301750"/>
          <a:ext cx="3590925" cy="1060450"/>
        </p:xfrm>
        <a:graphic>
          <a:graphicData uri="http://schemas.openxmlformats.org/presentationml/2006/ole">
            <mc:AlternateContent xmlns:mc="http://schemas.openxmlformats.org/markup-compatibility/2006">
              <mc:Choice xmlns:v="urn:schemas-microsoft-com:vml" Requires="v">
                <p:oleObj name="Equation" r:id="rId2" imgW="1358310" imgH="393529" progId="Equation.3">
                  <p:embed/>
                </p:oleObj>
              </mc:Choice>
              <mc:Fallback>
                <p:oleObj name="Equation" r:id="rId2" imgW="1358310" imgH="393529"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 y="1301750"/>
                        <a:ext cx="3590925" cy="1060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6629" name="Object 5"/>
          <p:cNvGraphicFramePr>
            <a:graphicFrameLocks noChangeAspect="1"/>
          </p:cNvGraphicFramePr>
          <p:nvPr/>
        </p:nvGraphicFramePr>
        <p:xfrm>
          <a:off x="4297363" y="1295400"/>
          <a:ext cx="2332037" cy="1008063"/>
        </p:xfrm>
        <a:graphic>
          <a:graphicData uri="http://schemas.openxmlformats.org/presentationml/2006/ole">
            <mc:AlternateContent xmlns:mc="http://schemas.openxmlformats.org/markup-compatibility/2006">
              <mc:Choice xmlns:v="urn:schemas-microsoft-com:vml" Requires="v">
                <p:oleObj name="Equation" r:id="rId4" imgW="926698" imgH="393529" progId="Equation.3">
                  <p:embed/>
                </p:oleObj>
              </mc:Choice>
              <mc:Fallback>
                <p:oleObj name="Equation" r:id="rId4" imgW="926698" imgH="393529"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297363" y="1295400"/>
                        <a:ext cx="2332037" cy="1008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 name="Right Arrow 9"/>
          <p:cNvSpPr/>
          <p:nvPr/>
        </p:nvSpPr>
        <p:spPr>
          <a:xfrm>
            <a:off x="228600" y="2549525"/>
            <a:ext cx="1004888" cy="152400"/>
          </a:xfrm>
          <a:prstGeom prst="rightArrow">
            <a:avLst/>
          </a:prstGeom>
          <a:solidFill>
            <a:srgbClr val="F7741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srgbClr val="F77411"/>
              </a:solidFill>
            </a:endParaRPr>
          </a:p>
        </p:txBody>
      </p:sp>
      <p:sp>
        <p:nvSpPr>
          <p:cNvPr id="11" name="Content Placeholder 2"/>
          <p:cNvSpPr txBox="1">
            <a:spLocks/>
          </p:cNvSpPr>
          <p:nvPr/>
        </p:nvSpPr>
        <p:spPr bwMode="auto">
          <a:xfrm>
            <a:off x="214313" y="2092325"/>
            <a:ext cx="1157287" cy="457200"/>
          </a:xfrm>
          <a:prstGeom prst="rect">
            <a:avLst/>
          </a:prstGeom>
          <a:noFill/>
          <a:ln w="9525">
            <a:noFill/>
            <a:miter lim="800000"/>
            <a:headEnd/>
            <a:tailEnd/>
          </a:ln>
        </p:spPr>
        <p:txBody>
          <a:bodyPr/>
          <a:lstStyle/>
          <a:p>
            <a:pPr marL="274320" indent="-274320" fontAlgn="auto">
              <a:spcBef>
                <a:spcPct val="20000"/>
              </a:spcBef>
              <a:spcAft>
                <a:spcPts val="0"/>
              </a:spcAft>
              <a:buClr>
                <a:schemeClr val="accent3"/>
              </a:buClr>
              <a:buSzPct val="95000"/>
              <a:defRPr/>
            </a:pPr>
            <a:r>
              <a:rPr lang="en-US" sz="2400" b="1" dirty="0">
                <a:solidFill>
                  <a:srgbClr val="001746"/>
                </a:solidFill>
                <a:latin typeface="Times New Roman" pitchFamily="18" charset="0"/>
                <a:cs typeface="Times New Roman" pitchFamily="18" charset="0"/>
              </a:rPr>
              <a:t>B </a:t>
            </a:r>
            <a:r>
              <a:rPr lang="vi-VN" sz="2400" b="1" dirty="0">
                <a:solidFill>
                  <a:srgbClr val="001746"/>
                </a:solidFill>
                <a:latin typeface="Times New Roman" pitchFamily="18" charset="0"/>
                <a:cs typeface="Times New Roman" pitchFamily="18" charset="0"/>
              </a:rPr>
              <a:t>đều</a:t>
            </a:r>
            <a:endParaRPr lang="en-US" sz="2400" b="1" dirty="0">
              <a:solidFill>
                <a:srgbClr val="001746"/>
              </a:solidFill>
              <a:latin typeface="Times New Roman" pitchFamily="18" charset="0"/>
              <a:cs typeface="Times New Roman" pitchFamily="18" charset="0"/>
            </a:endParaRPr>
          </a:p>
        </p:txBody>
      </p:sp>
      <p:sp>
        <p:nvSpPr>
          <p:cNvPr id="12" name="Content Placeholder 2"/>
          <p:cNvSpPr txBox="1">
            <a:spLocks/>
          </p:cNvSpPr>
          <p:nvPr/>
        </p:nvSpPr>
        <p:spPr bwMode="auto">
          <a:xfrm>
            <a:off x="152400" y="2667000"/>
            <a:ext cx="1543050" cy="457200"/>
          </a:xfrm>
          <a:prstGeom prst="rect">
            <a:avLst/>
          </a:prstGeom>
          <a:noFill/>
          <a:ln w="9525">
            <a:noFill/>
            <a:miter lim="800000"/>
            <a:headEnd/>
            <a:tailEnd/>
          </a:ln>
        </p:spPr>
        <p:txBody>
          <a:bodyPr/>
          <a:lstStyle/>
          <a:p>
            <a:pPr marL="274320" indent="-274320" fontAlgn="auto">
              <a:spcBef>
                <a:spcPct val="20000"/>
              </a:spcBef>
              <a:spcAft>
                <a:spcPts val="0"/>
              </a:spcAft>
              <a:buClr>
                <a:schemeClr val="accent3"/>
              </a:buClr>
              <a:buSzPct val="95000"/>
              <a:defRPr/>
            </a:pPr>
            <a:r>
              <a:rPr lang="en-US" sz="2400" b="1" dirty="0">
                <a:solidFill>
                  <a:srgbClr val="001746"/>
                </a:solidFill>
                <a:latin typeface="Times New Roman" pitchFamily="18" charset="0"/>
                <a:cs typeface="Times New Roman" pitchFamily="18" charset="0"/>
              </a:rPr>
              <a:t>S </a:t>
            </a:r>
            <a:r>
              <a:rPr lang="en-US" sz="2400" b="1" dirty="0" err="1">
                <a:solidFill>
                  <a:srgbClr val="001746"/>
                </a:solidFill>
                <a:latin typeface="Times New Roman" pitchFamily="18" charset="0"/>
                <a:cs typeface="Times New Roman" pitchFamily="18" charset="0"/>
              </a:rPr>
              <a:t>phẳng</a:t>
            </a:r>
            <a:endParaRPr lang="en-US" sz="2400" b="1" dirty="0">
              <a:solidFill>
                <a:srgbClr val="001746"/>
              </a:solidFill>
              <a:latin typeface="Times New Roman" pitchFamily="18" charset="0"/>
              <a:cs typeface="Times New Roman" pitchFamily="18" charset="0"/>
            </a:endParaRPr>
          </a:p>
        </p:txBody>
      </p:sp>
      <p:graphicFrame>
        <p:nvGraphicFramePr>
          <p:cNvPr id="26630" name="Object 6"/>
          <p:cNvGraphicFramePr>
            <a:graphicFrameLocks noChangeAspect="1"/>
          </p:cNvGraphicFramePr>
          <p:nvPr/>
        </p:nvGraphicFramePr>
        <p:xfrm>
          <a:off x="1346200" y="2292350"/>
          <a:ext cx="2819400" cy="633413"/>
        </p:xfrm>
        <a:graphic>
          <a:graphicData uri="http://schemas.openxmlformats.org/presentationml/2006/ole">
            <mc:AlternateContent xmlns:mc="http://schemas.openxmlformats.org/markup-compatibility/2006">
              <mc:Choice xmlns:v="urn:schemas-microsoft-com:vml" Requires="v">
                <p:oleObj name="Equation" r:id="rId6" imgW="977476" imgH="215806" progId="Equation.3">
                  <p:embed/>
                </p:oleObj>
              </mc:Choice>
              <mc:Fallback>
                <p:oleObj name="Equation" r:id="rId6" imgW="977476" imgH="215806"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346200" y="2292350"/>
                        <a:ext cx="2819400" cy="633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4" name="Content Placeholder 2"/>
          <p:cNvSpPr txBox="1">
            <a:spLocks/>
          </p:cNvSpPr>
          <p:nvPr/>
        </p:nvSpPr>
        <p:spPr bwMode="auto">
          <a:xfrm>
            <a:off x="4576763" y="2303463"/>
            <a:ext cx="3729037" cy="668337"/>
          </a:xfrm>
          <a:prstGeom prst="rect">
            <a:avLst/>
          </a:prstGeom>
          <a:noFill/>
          <a:ln w="9525">
            <a:noFill/>
            <a:miter lim="800000"/>
            <a:headEnd/>
            <a:tailEnd/>
          </a:ln>
        </p:spPr>
        <p:txBody>
          <a:bodyPr/>
          <a:lstStyle/>
          <a:p>
            <a:pPr marL="274320" indent="-274320" fontAlgn="auto">
              <a:spcBef>
                <a:spcPct val="20000"/>
              </a:spcBef>
              <a:spcAft>
                <a:spcPts val="0"/>
              </a:spcAft>
              <a:buClr>
                <a:schemeClr val="accent3"/>
              </a:buClr>
              <a:buSzPct val="95000"/>
              <a:defRPr/>
            </a:pPr>
            <a:r>
              <a:rPr lang="en-US" sz="3200" b="1" i="1" dirty="0">
                <a:solidFill>
                  <a:srgbClr val="001746"/>
                </a:solidFill>
                <a:latin typeface="Times New Roman" pitchFamily="18" charset="0"/>
                <a:cs typeface="Times New Roman" pitchFamily="18" charset="0"/>
              </a:rPr>
              <a:t>Đ</a:t>
            </a:r>
            <a:r>
              <a:rPr lang="vi-VN" sz="3200" b="1" i="1" dirty="0">
                <a:solidFill>
                  <a:srgbClr val="001746"/>
                </a:solidFill>
                <a:latin typeface="Times New Roman" pitchFamily="18" charset="0"/>
                <a:cs typeface="Times New Roman" pitchFamily="18" charset="0"/>
              </a:rPr>
              <a:t>ơ</a:t>
            </a:r>
            <a:r>
              <a:rPr lang="en-US" sz="3200" b="1" i="1" dirty="0">
                <a:solidFill>
                  <a:srgbClr val="001746"/>
                </a:solidFill>
                <a:latin typeface="Times New Roman" pitchFamily="18" charset="0"/>
                <a:cs typeface="Times New Roman" pitchFamily="18" charset="0"/>
              </a:rPr>
              <a:t>n </a:t>
            </a:r>
            <a:r>
              <a:rPr lang="en-US" sz="3200" b="1" i="1" dirty="0" err="1">
                <a:solidFill>
                  <a:srgbClr val="001746"/>
                </a:solidFill>
                <a:latin typeface="Times New Roman" pitchFamily="18" charset="0"/>
                <a:cs typeface="Times New Roman" pitchFamily="18" charset="0"/>
              </a:rPr>
              <a:t>vị</a:t>
            </a:r>
            <a:r>
              <a:rPr lang="en-US" sz="3200" b="1" i="1" dirty="0">
                <a:solidFill>
                  <a:srgbClr val="001746"/>
                </a:solidFill>
                <a:latin typeface="Times New Roman" pitchFamily="18" charset="0"/>
                <a:cs typeface="Times New Roman" pitchFamily="18" charset="0"/>
              </a:rPr>
              <a:t>: </a:t>
            </a:r>
            <a:r>
              <a:rPr lang="en-US" sz="3200" b="1" i="1" dirty="0" err="1">
                <a:solidFill>
                  <a:srgbClr val="001746"/>
                </a:solidFill>
                <a:latin typeface="Times New Roman" pitchFamily="18" charset="0"/>
                <a:cs typeface="Times New Roman" pitchFamily="18" charset="0"/>
              </a:rPr>
              <a:t>Wb</a:t>
            </a:r>
            <a:r>
              <a:rPr lang="en-US" sz="3200" b="1" i="1" dirty="0">
                <a:solidFill>
                  <a:srgbClr val="001746"/>
                </a:solidFill>
                <a:latin typeface="Times New Roman" pitchFamily="18" charset="0"/>
                <a:cs typeface="Times New Roman" pitchFamily="18" charset="0"/>
              </a:rPr>
              <a:t> _ (</a:t>
            </a:r>
            <a:r>
              <a:rPr lang="en-US" sz="3200" b="1" i="1" dirty="0" err="1">
                <a:solidFill>
                  <a:srgbClr val="001746"/>
                </a:solidFill>
                <a:latin typeface="Times New Roman" pitchFamily="18" charset="0"/>
                <a:cs typeface="Times New Roman" pitchFamily="18" charset="0"/>
              </a:rPr>
              <a:t>vêbe</a:t>
            </a:r>
            <a:r>
              <a:rPr lang="en-US" sz="3200" b="1" i="1" dirty="0">
                <a:solidFill>
                  <a:srgbClr val="001746"/>
                </a:solidFill>
                <a:latin typeface="Times New Roman" pitchFamily="18" charset="0"/>
                <a:cs typeface="Times New Roman" pitchFamily="18" charset="0"/>
              </a:rPr>
              <a:t>)</a:t>
            </a:r>
          </a:p>
        </p:txBody>
      </p:sp>
      <p:sp>
        <p:nvSpPr>
          <p:cNvPr id="16" name="Content Placeholder 2"/>
          <p:cNvSpPr txBox="1">
            <a:spLocks/>
          </p:cNvSpPr>
          <p:nvPr/>
        </p:nvSpPr>
        <p:spPr bwMode="auto">
          <a:xfrm>
            <a:off x="171450" y="3030538"/>
            <a:ext cx="5619750" cy="609600"/>
          </a:xfrm>
          <a:prstGeom prst="rect">
            <a:avLst/>
          </a:prstGeom>
          <a:noFill/>
          <a:ln w="9525">
            <a:noFill/>
            <a:miter lim="800000"/>
            <a:headEnd/>
            <a:tailEnd/>
          </a:ln>
        </p:spPr>
        <p:txBody>
          <a:bodyPr/>
          <a:lstStyle/>
          <a:p>
            <a:pPr marL="274320" indent="-274320" fontAlgn="auto">
              <a:spcBef>
                <a:spcPct val="20000"/>
              </a:spcBef>
              <a:spcAft>
                <a:spcPts val="0"/>
              </a:spcAft>
              <a:buClr>
                <a:schemeClr val="accent3"/>
              </a:buClr>
              <a:buSzPct val="95000"/>
              <a:defRPr/>
            </a:pPr>
            <a:r>
              <a:rPr lang="en-US" sz="3200" b="1" u="sng" dirty="0" err="1">
                <a:solidFill>
                  <a:srgbClr val="0808FC"/>
                </a:solidFill>
                <a:latin typeface="Times New Roman" pitchFamily="18" charset="0"/>
                <a:cs typeface="Times New Roman" pitchFamily="18" charset="0"/>
              </a:rPr>
              <a:t>Định</a:t>
            </a:r>
            <a:r>
              <a:rPr lang="en-US" sz="3200" b="1" u="sng" dirty="0">
                <a:solidFill>
                  <a:srgbClr val="0808FC"/>
                </a:solidFill>
                <a:latin typeface="Times New Roman" pitchFamily="18" charset="0"/>
                <a:cs typeface="Times New Roman" pitchFamily="18" charset="0"/>
              </a:rPr>
              <a:t> </a:t>
            </a:r>
            <a:r>
              <a:rPr lang="en-US" sz="3200" b="1" u="sng" dirty="0" err="1">
                <a:solidFill>
                  <a:srgbClr val="0808FC"/>
                </a:solidFill>
                <a:latin typeface="Times New Roman" pitchFamily="18" charset="0"/>
                <a:cs typeface="Times New Roman" pitchFamily="18" charset="0"/>
              </a:rPr>
              <a:t>lý</a:t>
            </a:r>
            <a:r>
              <a:rPr lang="en-US" sz="3200" b="1" u="sng" dirty="0">
                <a:solidFill>
                  <a:srgbClr val="0808FC"/>
                </a:solidFill>
                <a:latin typeface="Times New Roman" pitchFamily="18" charset="0"/>
                <a:cs typeface="Times New Roman" pitchFamily="18" charset="0"/>
              </a:rPr>
              <a:t> O-G </a:t>
            </a:r>
            <a:r>
              <a:rPr lang="vi-VN" sz="3200" b="1" u="sng" dirty="0">
                <a:solidFill>
                  <a:srgbClr val="0808FC"/>
                </a:solidFill>
                <a:latin typeface="Times New Roman" pitchFamily="18" charset="0"/>
                <a:cs typeface="Times New Roman" pitchFamily="18" charset="0"/>
              </a:rPr>
              <a:t>đối</a:t>
            </a:r>
            <a:r>
              <a:rPr lang="en-US" sz="3200" b="1" u="sng" dirty="0">
                <a:solidFill>
                  <a:srgbClr val="0808FC"/>
                </a:solidFill>
                <a:latin typeface="Times New Roman" pitchFamily="18" charset="0"/>
                <a:cs typeface="Times New Roman" pitchFamily="18" charset="0"/>
              </a:rPr>
              <a:t> v</a:t>
            </a:r>
            <a:r>
              <a:rPr lang="vi-VN" sz="3200" b="1" u="sng" dirty="0">
                <a:solidFill>
                  <a:srgbClr val="0808FC"/>
                </a:solidFill>
                <a:latin typeface="Times New Roman" pitchFamily="18" charset="0"/>
                <a:cs typeface="Times New Roman" pitchFamily="18" charset="0"/>
              </a:rPr>
              <a:t>ới</a:t>
            </a:r>
            <a:r>
              <a:rPr lang="en-US" sz="3200" b="1" u="sng" dirty="0">
                <a:solidFill>
                  <a:srgbClr val="0808FC"/>
                </a:solidFill>
                <a:latin typeface="Times New Roman" pitchFamily="18" charset="0"/>
                <a:cs typeface="Times New Roman" pitchFamily="18" charset="0"/>
              </a:rPr>
              <a:t> t</a:t>
            </a:r>
            <a:r>
              <a:rPr lang="vi-VN" sz="3200" b="1" u="sng" dirty="0">
                <a:solidFill>
                  <a:srgbClr val="0808FC"/>
                </a:solidFill>
                <a:latin typeface="Times New Roman" pitchFamily="18" charset="0"/>
                <a:cs typeface="Times New Roman" pitchFamily="18" charset="0"/>
              </a:rPr>
              <a:t>ừ</a:t>
            </a:r>
            <a:r>
              <a:rPr lang="en-US" sz="3200" b="1" u="sng" dirty="0">
                <a:solidFill>
                  <a:srgbClr val="0808FC"/>
                </a:solidFill>
                <a:latin typeface="Times New Roman" pitchFamily="18" charset="0"/>
                <a:cs typeface="Times New Roman" pitchFamily="18" charset="0"/>
              </a:rPr>
              <a:t> </a:t>
            </a:r>
            <a:r>
              <a:rPr lang="en-US" sz="3200" b="1" u="sng" err="1">
                <a:solidFill>
                  <a:srgbClr val="0808FC"/>
                </a:solidFill>
                <a:latin typeface="Times New Roman" pitchFamily="18" charset="0"/>
                <a:cs typeface="Times New Roman" pitchFamily="18" charset="0"/>
              </a:rPr>
              <a:t>tr</a:t>
            </a:r>
            <a:r>
              <a:rPr lang="vi-VN" sz="3200" b="1" u="sng">
                <a:solidFill>
                  <a:srgbClr val="0808FC"/>
                </a:solidFill>
                <a:latin typeface="Times New Roman" pitchFamily="18" charset="0"/>
                <a:cs typeface="Times New Roman" pitchFamily="18" charset="0"/>
              </a:rPr>
              <a:t>ường</a:t>
            </a:r>
            <a:r>
              <a:rPr lang="en-US" sz="3200" b="1" u="sng">
                <a:solidFill>
                  <a:srgbClr val="0808FC"/>
                </a:solidFill>
                <a:latin typeface="Times New Roman" pitchFamily="18" charset="0"/>
                <a:cs typeface="Times New Roman" pitchFamily="18" charset="0"/>
              </a:rPr>
              <a:t>:</a:t>
            </a:r>
            <a:endParaRPr lang="en-US" sz="3200" b="1" u="sng" dirty="0">
              <a:solidFill>
                <a:srgbClr val="0808FC"/>
              </a:solidFill>
              <a:latin typeface="Times New Roman" pitchFamily="18" charset="0"/>
              <a:cs typeface="Times New Roman" pitchFamily="18" charset="0"/>
            </a:endParaRPr>
          </a:p>
        </p:txBody>
      </p:sp>
      <p:graphicFrame>
        <p:nvGraphicFramePr>
          <p:cNvPr id="26631" name="Object 7"/>
          <p:cNvGraphicFramePr>
            <a:graphicFrameLocks noChangeAspect="1"/>
          </p:cNvGraphicFramePr>
          <p:nvPr/>
        </p:nvGraphicFramePr>
        <p:xfrm>
          <a:off x="838200" y="3576638"/>
          <a:ext cx="3238500" cy="1376362"/>
        </p:xfrm>
        <a:graphic>
          <a:graphicData uri="http://schemas.openxmlformats.org/presentationml/2006/ole">
            <mc:AlternateContent xmlns:mc="http://schemas.openxmlformats.org/markup-compatibility/2006">
              <mc:Choice xmlns:v="urn:schemas-microsoft-com:vml" Requires="v">
                <p:oleObj name="Equation" r:id="rId8" imgW="1155700" imgH="482600" progId="Equation.DSMT4">
                  <p:embed/>
                </p:oleObj>
              </mc:Choice>
              <mc:Fallback>
                <p:oleObj name="Equation" r:id="rId8" imgW="1155700" imgH="482600" progId="Equation.DSMT4">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38200" y="3576638"/>
                        <a:ext cx="3238500" cy="1376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0" name="Arc 19"/>
          <p:cNvSpPr/>
          <p:nvPr/>
        </p:nvSpPr>
        <p:spPr>
          <a:xfrm rot="17224007">
            <a:off x="6970713" y="4586287"/>
            <a:ext cx="3367088" cy="1757363"/>
          </a:xfrm>
          <a:prstGeom prst="arc">
            <a:avLst/>
          </a:prstGeom>
          <a:ln w="38100">
            <a:solidFill>
              <a:srgbClr val="080CA8"/>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a:p>
        </p:txBody>
      </p:sp>
      <p:sp>
        <p:nvSpPr>
          <p:cNvPr id="21" name="Arc 20"/>
          <p:cNvSpPr/>
          <p:nvPr/>
        </p:nvSpPr>
        <p:spPr>
          <a:xfrm rot="17224007">
            <a:off x="5297488" y="4510087"/>
            <a:ext cx="3367088" cy="1757363"/>
          </a:xfrm>
          <a:prstGeom prst="arc">
            <a:avLst/>
          </a:prstGeom>
          <a:ln w="38100">
            <a:solidFill>
              <a:srgbClr val="080CA8"/>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a:p>
        </p:txBody>
      </p:sp>
      <p:cxnSp>
        <p:nvCxnSpPr>
          <p:cNvPr id="23" name="Straight Connector 22"/>
          <p:cNvCxnSpPr/>
          <p:nvPr/>
        </p:nvCxnSpPr>
        <p:spPr>
          <a:xfrm>
            <a:off x="7400925" y="3760788"/>
            <a:ext cx="1673225" cy="76200"/>
          </a:xfrm>
          <a:prstGeom prst="line">
            <a:avLst/>
          </a:prstGeom>
          <a:ln w="38100">
            <a:solidFill>
              <a:srgbClr val="080CA8"/>
            </a:solidFill>
          </a:ln>
        </p:spPr>
        <p:style>
          <a:lnRef idx="1">
            <a:schemeClr val="accent1"/>
          </a:lnRef>
          <a:fillRef idx="0">
            <a:schemeClr val="accent1"/>
          </a:fillRef>
          <a:effectRef idx="0">
            <a:schemeClr val="accent1"/>
          </a:effectRef>
          <a:fontRef idx="minor">
            <a:schemeClr val="tx1"/>
          </a:fontRef>
        </p:style>
      </p:cxnSp>
      <p:sp>
        <p:nvSpPr>
          <p:cNvPr id="26" name="Arc 25"/>
          <p:cNvSpPr/>
          <p:nvPr/>
        </p:nvSpPr>
        <p:spPr>
          <a:xfrm rot="19802232">
            <a:off x="5183188" y="4994275"/>
            <a:ext cx="2825750" cy="1812925"/>
          </a:xfrm>
          <a:prstGeom prst="arc">
            <a:avLst/>
          </a:prstGeom>
          <a:ln w="38100">
            <a:solidFill>
              <a:srgbClr val="080CA8"/>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a:p>
        </p:txBody>
      </p:sp>
      <p:sp>
        <p:nvSpPr>
          <p:cNvPr id="27" name="Oval 26"/>
          <p:cNvSpPr/>
          <p:nvPr/>
        </p:nvSpPr>
        <p:spPr>
          <a:xfrm rot="20249904">
            <a:off x="6915150" y="4343400"/>
            <a:ext cx="533400" cy="228600"/>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cxnSp>
        <p:nvCxnSpPr>
          <p:cNvPr id="29" name="Straight Arrow Connector 28"/>
          <p:cNvCxnSpPr/>
          <p:nvPr/>
        </p:nvCxnSpPr>
        <p:spPr>
          <a:xfrm flipV="1">
            <a:off x="7219950" y="3352800"/>
            <a:ext cx="635000" cy="1066800"/>
          </a:xfrm>
          <a:prstGeom prst="straightConnector1">
            <a:avLst/>
          </a:prstGeom>
          <a:ln w="25400">
            <a:solidFill>
              <a:srgbClr val="C01053"/>
            </a:solidFill>
            <a:tailEnd type="arrow"/>
          </a:ln>
        </p:spPr>
        <p:style>
          <a:lnRef idx="1">
            <a:schemeClr val="accent1"/>
          </a:lnRef>
          <a:fillRef idx="0">
            <a:schemeClr val="accent1"/>
          </a:fillRef>
          <a:effectRef idx="0">
            <a:schemeClr val="accent1"/>
          </a:effectRef>
          <a:fontRef idx="minor">
            <a:schemeClr val="tx1"/>
          </a:fontRef>
        </p:style>
      </p:cxnSp>
      <p:graphicFrame>
        <p:nvGraphicFramePr>
          <p:cNvPr id="26632" name="Object 8"/>
          <p:cNvGraphicFramePr>
            <a:graphicFrameLocks noChangeAspect="1"/>
          </p:cNvGraphicFramePr>
          <p:nvPr/>
        </p:nvGraphicFramePr>
        <p:xfrm>
          <a:off x="7854950" y="3182938"/>
          <a:ext cx="304800" cy="414337"/>
        </p:xfrm>
        <a:graphic>
          <a:graphicData uri="http://schemas.openxmlformats.org/presentationml/2006/ole">
            <mc:AlternateContent xmlns:mc="http://schemas.openxmlformats.org/markup-compatibility/2006">
              <mc:Choice xmlns:v="urn:schemas-microsoft-com:vml" Requires="v">
                <p:oleObj name="Equation" r:id="rId10" imgW="152268" imgH="203024" progId="Equation.3">
                  <p:embed/>
                </p:oleObj>
              </mc:Choice>
              <mc:Fallback>
                <p:oleObj name="Equation" r:id="rId10" imgW="152268" imgH="203024" progId="Equation.3">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854950" y="3182938"/>
                        <a:ext cx="304800" cy="4143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634" name="Object 10"/>
          <p:cNvGraphicFramePr>
            <a:graphicFrameLocks noChangeAspect="1"/>
          </p:cNvGraphicFramePr>
          <p:nvPr/>
        </p:nvGraphicFramePr>
        <p:xfrm>
          <a:off x="6254750" y="3644900"/>
          <a:ext cx="406400" cy="439738"/>
        </p:xfrm>
        <a:graphic>
          <a:graphicData uri="http://schemas.openxmlformats.org/presentationml/2006/ole">
            <mc:AlternateContent xmlns:mc="http://schemas.openxmlformats.org/markup-compatibility/2006">
              <mc:Choice xmlns:v="urn:schemas-microsoft-com:vml" Requires="v">
                <p:oleObj name="Equation" r:id="rId12" imgW="203024" imgH="215713" progId="Equation.3">
                  <p:embed/>
                </p:oleObj>
              </mc:Choice>
              <mc:Fallback>
                <p:oleObj name="Equation" r:id="rId12" imgW="203024" imgH="215713" progId="Equation.3">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254750" y="3644900"/>
                        <a:ext cx="406400" cy="4397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635" name="Object 11"/>
          <p:cNvGraphicFramePr>
            <a:graphicFrameLocks noChangeAspect="1"/>
          </p:cNvGraphicFramePr>
          <p:nvPr/>
        </p:nvGraphicFramePr>
        <p:xfrm>
          <a:off x="7042150" y="3983038"/>
          <a:ext cx="279400" cy="284162"/>
        </p:xfrm>
        <a:graphic>
          <a:graphicData uri="http://schemas.openxmlformats.org/presentationml/2006/ole">
            <mc:AlternateContent xmlns:mc="http://schemas.openxmlformats.org/markup-compatibility/2006">
              <mc:Choice xmlns:v="urn:schemas-microsoft-com:vml" Requires="v">
                <p:oleObj name="Equation" r:id="rId14" imgW="139700" imgH="139700" progId="Equation.3">
                  <p:embed/>
                </p:oleObj>
              </mc:Choice>
              <mc:Fallback>
                <p:oleObj name="Equation" r:id="rId14" imgW="139700" imgH="139700" progId="Equation.3">
                  <p:embed/>
                  <p:pic>
                    <p:nvPicPr>
                      <p:cNvPr id="0" nam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7042150" y="3983038"/>
                        <a:ext cx="279400" cy="2841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636" name="Object 12"/>
          <p:cNvGraphicFramePr>
            <a:graphicFrameLocks noChangeAspect="1"/>
          </p:cNvGraphicFramePr>
          <p:nvPr/>
        </p:nvGraphicFramePr>
        <p:xfrm>
          <a:off x="7143750" y="4516438"/>
          <a:ext cx="406400" cy="361950"/>
        </p:xfrm>
        <a:graphic>
          <a:graphicData uri="http://schemas.openxmlformats.org/presentationml/2006/ole">
            <mc:AlternateContent xmlns:mc="http://schemas.openxmlformats.org/markup-compatibility/2006">
              <mc:Choice xmlns:v="urn:schemas-microsoft-com:vml" Requires="v">
                <p:oleObj name="Equation" r:id="rId16" imgW="202936" imgH="177569" progId="Equation.3">
                  <p:embed/>
                </p:oleObj>
              </mc:Choice>
              <mc:Fallback>
                <p:oleObj name="Equation" r:id="rId16" imgW="202936" imgH="177569" progId="Equation.3">
                  <p:embed/>
                  <p:pic>
                    <p:nvPicPr>
                      <p:cNvPr id="0" name=""/>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7143750" y="4516438"/>
                        <a:ext cx="406400" cy="361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637" name="Object 13"/>
          <p:cNvGraphicFramePr>
            <a:graphicFrameLocks noChangeAspect="1"/>
          </p:cNvGraphicFramePr>
          <p:nvPr/>
        </p:nvGraphicFramePr>
        <p:xfrm>
          <a:off x="6943725" y="4927600"/>
          <a:ext cx="457200" cy="414338"/>
        </p:xfrm>
        <a:graphic>
          <a:graphicData uri="http://schemas.openxmlformats.org/presentationml/2006/ole">
            <mc:AlternateContent xmlns:mc="http://schemas.openxmlformats.org/markup-compatibility/2006">
              <mc:Choice xmlns:v="urn:schemas-microsoft-com:vml" Requires="v">
                <p:oleObj name="Equation" r:id="rId18" imgW="228501" imgH="203112" progId="Equation.3">
                  <p:embed/>
                </p:oleObj>
              </mc:Choice>
              <mc:Fallback>
                <p:oleObj name="Equation" r:id="rId18" imgW="228501" imgH="203112" progId="Equation.3">
                  <p:embed/>
                  <p:pic>
                    <p:nvPicPr>
                      <p:cNvPr id="0" name=""/>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6943725" y="4927600"/>
                        <a:ext cx="457200" cy="414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1" name="Arc 40"/>
          <p:cNvSpPr/>
          <p:nvPr/>
        </p:nvSpPr>
        <p:spPr>
          <a:xfrm rot="17843612">
            <a:off x="7568406" y="3844132"/>
            <a:ext cx="1793875" cy="1128712"/>
          </a:xfrm>
          <a:prstGeom prst="arc">
            <a:avLst>
              <a:gd name="adj1" fmla="val 16200000"/>
              <a:gd name="adj2" fmla="val 21364309"/>
            </a:avLst>
          </a:prstGeom>
          <a:ln w="25400">
            <a:solidFill>
              <a:srgbClr val="C01053"/>
            </a:solidFill>
            <a:tailEnd type="arrow" w="lg" len="lg"/>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a:p>
        </p:txBody>
      </p:sp>
      <p:sp>
        <p:nvSpPr>
          <p:cNvPr id="42" name="Arc 41"/>
          <p:cNvSpPr/>
          <p:nvPr/>
        </p:nvSpPr>
        <p:spPr>
          <a:xfrm rot="3551827">
            <a:off x="5615781" y="2704307"/>
            <a:ext cx="1793875" cy="1128712"/>
          </a:xfrm>
          <a:prstGeom prst="arc">
            <a:avLst>
              <a:gd name="adj1" fmla="val 16200000"/>
              <a:gd name="adj2" fmla="val 21364309"/>
            </a:avLst>
          </a:prstGeom>
          <a:ln w="25400">
            <a:solidFill>
              <a:srgbClr val="C01053"/>
            </a:solidFill>
            <a:headEnd type="arrow" w="lg" len="lg"/>
            <a:tailEnd type="none"/>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a:p>
        </p:txBody>
      </p:sp>
      <p:cxnSp>
        <p:nvCxnSpPr>
          <p:cNvPr id="32" name="Straight Arrow Connector 31"/>
          <p:cNvCxnSpPr/>
          <p:nvPr/>
        </p:nvCxnSpPr>
        <p:spPr>
          <a:xfrm rot="16200000" flipV="1">
            <a:off x="6496050" y="3695700"/>
            <a:ext cx="838200" cy="609600"/>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37" name="Rectangle 36"/>
          <p:cNvSpPr>
            <a:spLocks noChangeArrowheads="1"/>
          </p:cNvSpPr>
          <p:nvPr/>
        </p:nvSpPr>
        <p:spPr bwMode="auto">
          <a:xfrm>
            <a:off x="152400" y="801688"/>
            <a:ext cx="55245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sz="3600" b="1">
                <a:solidFill>
                  <a:srgbClr val="1109B7"/>
                </a:solidFill>
                <a:latin typeface="Times New Roman" pitchFamily="18" charset="0"/>
                <a:sym typeface="Wingdings" pitchFamily="2" charset="2"/>
              </a:rPr>
              <a:t></a:t>
            </a:r>
            <a:endParaRPr lang="en-US" sz="3600">
              <a:solidFill>
                <a:srgbClr val="1109B7"/>
              </a:solidFill>
            </a:endParaRPr>
          </a:p>
        </p:txBody>
      </p:sp>
      <p:sp>
        <p:nvSpPr>
          <p:cNvPr id="34" name="Text Box 5"/>
          <p:cNvSpPr txBox="1">
            <a:spLocks noChangeArrowheads="1"/>
          </p:cNvSpPr>
          <p:nvPr/>
        </p:nvSpPr>
        <p:spPr bwMode="auto">
          <a:xfrm>
            <a:off x="0" y="5635625"/>
            <a:ext cx="1689100"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en-US" sz="3200" b="1">
                <a:solidFill>
                  <a:srgbClr val="FF0000"/>
                </a:solidFill>
                <a:latin typeface="Times New Roman" pitchFamily="18" charset="0"/>
              </a:rPr>
              <a:t>Ý nghĩa:</a:t>
            </a:r>
          </a:p>
        </p:txBody>
      </p:sp>
      <p:sp>
        <p:nvSpPr>
          <p:cNvPr id="35" name="Text Box 5"/>
          <p:cNvSpPr txBox="1">
            <a:spLocks noChangeArrowheads="1"/>
          </p:cNvSpPr>
          <p:nvPr/>
        </p:nvSpPr>
        <p:spPr bwMode="auto">
          <a:xfrm>
            <a:off x="2243138" y="5130800"/>
            <a:ext cx="6242050"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en-US" sz="3200" b="1" i="1">
                <a:solidFill>
                  <a:srgbClr val="001746"/>
                </a:solidFill>
                <a:latin typeface="Times New Roman" pitchFamily="18" charset="0"/>
              </a:rPr>
              <a:t>Không tồn tại các “từ tích”</a:t>
            </a:r>
          </a:p>
        </p:txBody>
      </p:sp>
      <p:sp>
        <p:nvSpPr>
          <p:cNvPr id="38" name="Text Box 5"/>
          <p:cNvSpPr txBox="1">
            <a:spLocks noChangeArrowheads="1"/>
          </p:cNvSpPr>
          <p:nvPr/>
        </p:nvSpPr>
        <p:spPr bwMode="auto">
          <a:xfrm>
            <a:off x="2216150" y="5664200"/>
            <a:ext cx="6851650"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en-US" sz="3200" b="1" i="1">
                <a:solidFill>
                  <a:srgbClr val="001746"/>
                </a:solidFill>
                <a:latin typeface="Times New Roman" pitchFamily="18" charset="0"/>
              </a:rPr>
              <a:t>Đường C.Ư.T phải là đường khép kín</a:t>
            </a:r>
          </a:p>
        </p:txBody>
      </p:sp>
      <p:sp>
        <p:nvSpPr>
          <p:cNvPr id="39" name="Text Box 5"/>
          <p:cNvSpPr txBox="1">
            <a:spLocks noChangeArrowheads="1"/>
          </p:cNvSpPr>
          <p:nvPr/>
        </p:nvSpPr>
        <p:spPr bwMode="auto">
          <a:xfrm>
            <a:off x="2173288" y="6172200"/>
            <a:ext cx="6242050"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en-US" sz="3200" b="1" i="1">
                <a:solidFill>
                  <a:srgbClr val="001746"/>
                </a:solidFill>
                <a:latin typeface="Times New Roman" pitchFamily="18" charset="0"/>
              </a:rPr>
              <a:t>Từ trường là trường xoáy </a:t>
            </a:r>
          </a:p>
        </p:txBody>
      </p:sp>
      <p:cxnSp>
        <p:nvCxnSpPr>
          <p:cNvPr id="40" name="Straight Arrow Connector 39"/>
          <p:cNvCxnSpPr/>
          <p:nvPr/>
        </p:nvCxnSpPr>
        <p:spPr>
          <a:xfrm flipV="1">
            <a:off x="1600200" y="5426075"/>
            <a:ext cx="609600" cy="563563"/>
          </a:xfrm>
          <a:prstGeom prst="straightConnector1">
            <a:avLst/>
          </a:prstGeom>
          <a:ln w="38100">
            <a:solidFill>
              <a:srgbClr val="0070C0"/>
            </a:solidFill>
            <a:tailEnd type="arrow"/>
          </a:ln>
        </p:spPr>
        <p:style>
          <a:lnRef idx="1">
            <a:schemeClr val="accent1"/>
          </a:lnRef>
          <a:fillRef idx="0">
            <a:schemeClr val="accent1"/>
          </a:fillRef>
          <a:effectRef idx="0">
            <a:schemeClr val="accent1"/>
          </a:effectRef>
          <a:fontRef idx="minor">
            <a:schemeClr val="tx1"/>
          </a:fontRef>
        </p:style>
      </p:cxnSp>
      <p:cxnSp>
        <p:nvCxnSpPr>
          <p:cNvPr id="43" name="Straight Arrow Connector 42"/>
          <p:cNvCxnSpPr/>
          <p:nvPr/>
        </p:nvCxnSpPr>
        <p:spPr>
          <a:xfrm>
            <a:off x="1604963" y="5989638"/>
            <a:ext cx="609600" cy="0"/>
          </a:xfrm>
          <a:prstGeom prst="straightConnector1">
            <a:avLst/>
          </a:prstGeom>
          <a:ln w="38100">
            <a:solidFill>
              <a:srgbClr val="0070C0"/>
            </a:solidFill>
            <a:tailEnd type="arrow"/>
          </a:ln>
        </p:spPr>
        <p:style>
          <a:lnRef idx="1">
            <a:schemeClr val="accent1"/>
          </a:lnRef>
          <a:fillRef idx="0">
            <a:schemeClr val="accent1"/>
          </a:fillRef>
          <a:effectRef idx="0">
            <a:schemeClr val="accent1"/>
          </a:effectRef>
          <a:fontRef idx="minor">
            <a:schemeClr val="tx1"/>
          </a:fontRef>
        </p:style>
      </p:cxnSp>
      <p:cxnSp>
        <p:nvCxnSpPr>
          <p:cNvPr id="44" name="Straight Arrow Connector 43"/>
          <p:cNvCxnSpPr/>
          <p:nvPr/>
        </p:nvCxnSpPr>
        <p:spPr>
          <a:xfrm>
            <a:off x="1604963" y="5989638"/>
            <a:ext cx="600075" cy="563562"/>
          </a:xfrm>
          <a:prstGeom prst="straightConnector1">
            <a:avLst/>
          </a:prstGeom>
          <a:ln w="38100">
            <a:solidFill>
              <a:srgbClr val="0070C0"/>
            </a:solidFill>
            <a:tailEnd type="arrow"/>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9EEFEC4A-7EB4-4924-9630-F05E1CE07A55}"/>
              </a:ext>
            </a:extLst>
          </p:cNvPr>
          <p:cNvSpPr>
            <a:spLocks noGrp="1"/>
          </p:cNvSpPr>
          <p:nvPr>
            <p:ph type="ftr" sz="quarter" idx="11"/>
          </p:nvPr>
        </p:nvSpPr>
        <p:spPr/>
        <p:txBody>
          <a:bodyPr/>
          <a:lstStyle/>
          <a:p>
            <a:pPr>
              <a:defRPr/>
            </a:pPr>
            <a:r>
              <a:rPr lang="en-US"/>
              <a:t>Bùi Quốc Trung - VLDC</a:t>
            </a:r>
          </a:p>
        </p:txBody>
      </p:sp>
      <p:sp>
        <p:nvSpPr>
          <p:cNvPr id="6" name="Slide Number Placeholder 5">
            <a:extLst>
              <a:ext uri="{FF2B5EF4-FFF2-40B4-BE49-F238E27FC236}">
                <a16:creationId xmlns:a16="http://schemas.microsoft.com/office/drawing/2014/main" id="{94458C13-DC32-18CC-E905-9A1C3AFFA227}"/>
              </a:ext>
            </a:extLst>
          </p:cNvPr>
          <p:cNvSpPr>
            <a:spLocks noGrp="1"/>
          </p:cNvSpPr>
          <p:nvPr>
            <p:ph type="sldNum" sz="quarter" idx="12"/>
          </p:nvPr>
        </p:nvSpPr>
        <p:spPr/>
        <p:txBody>
          <a:bodyPr/>
          <a:lstStyle/>
          <a:p>
            <a:pPr>
              <a:defRPr/>
            </a:pPr>
            <a:fld id="{DA0BBFDE-23F6-4D0C-90FC-3AED58BCB197}" type="slidenum">
              <a:rPr lang="en-US" smtClean="0"/>
              <a:pPr>
                <a:defRPr/>
              </a:pPr>
              <a:t>27</a:t>
            </a:fld>
            <a:endParaRPr lang="en-US" dirty="0"/>
          </a:p>
        </p:txBody>
      </p:sp>
    </p:spTree>
    <p:extLst>
      <p:ext uri="{BB962C8B-B14F-4D97-AF65-F5344CB8AC3E}">
        <p14:creationId xmlns:p14="http://schemas.microsoft.com/office/powerpoint/2010/main" val="134175673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wipe(down)">
                                      <p:cBhvr>
                                        <p:cTn id="7" dur="500"/>
                                        <p:tgtEl>
                                          <p:spTgt spid="37"/>
                                        </p:tgtEl>
                                      </p:cBhvr>
                                    </p:animEffect>
                                  </p:childTnLst>
                                </p:cTn>
                              </p:par>
                            </p:childTnLst>
                          </p:cTn>
                        </p:par>
                        <p:par>
                          <p:cTn id="8" fill="hold" nodeType="afterGroup">
                            <p:stCondLst>
                              <p:cond delay="500"/>
                            </p:stCondLst>
                            <p:childTnLst>
                              <p:par>
                                <p:cTn id="9" presetID="14" presetClass="entr" presetSubtype="10" fill="hold" grpId="0"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randombar(horizontal)">
                                      <p:cBhvr>
                                        <p:cTn id="11" dur="500"/>
                                        <p:tgtEl>
                                          <p:spTgt spid="4"/>
                                        </p:tgtEl>
                                      </p:cBhvr>
                                    </p:animEffect>
                                  </p:childTnLst>
                                </p:cTn>
                              </p:par>
                            </p:childTnLst>
                          </p:cTn>
                        </p:par>
                        <p:par>
                          <p:cTn id="12" fill="hold" nodeType="afterGroup">
                            <p:stCondLst>
                              <p:cond delay="1000"/>
                            </p:stCondLst>
                            <p:childTnLst>
                              <p:par>
                                <p:cTn id="13" presetID="14" presetClass="entr" presetSubtype="10" fill="hold" nodeType="after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randombar(horizontal)">
                                      <p:cBhvr>
                                        <p:cTn id="15" dur="500"/>
                                        <p:tgtEl>
                                          <p:spTgt spid="20"/>
                                        </p:tgtEl>
                                      </p:cBhvr>
                                    </p:animEffect>
                                  </p:childTnLst>
                                </p:cTn>
                              </p:par>
                              <p:par>
                                <p:cTn id="16" presetID="14" presetClass="entr" presetSubtype="10" fill="hold" nodeType="withEffect">
                                  <p:stCondLst>
                                    <p:cond delay="0"/>
                                  </p:stCondLst>
                                  <p:childTnLst>
                                    <p:set>
                                      <p:cBhvr>
                                        <p:cTn id="17" dur="1" fill="hold">
                                          <p:stCondLst>
                                            <p:cond delay="0"/>
                                          </p:stCondLst>
                                        </p:cTn>
                                        <p:tgtEl>
                                          <p:spTgt spid="26"/>
                                        </p:tgtEl>
                                        <p:attrNameLst>
                                          <p:attrName>style.visibility</p:attrName>
                                        </p:attrNameLst>
                                      </p:cBhvr>
                                      <p:to>
                                        <p:strVal val="visible"/>
                                      </p:to>
                                    </p:set>
                                    <p:animEffect transition="in" filter="randombar(horizontal)">
                                      <p:cBhvr>
                                        <p:cTn id="18" dur="500"/>
                                        <p:tgtEl>
                                          <p:spTgt spid="26"/>
                                        </p:tgtEl>
                                      </p:cBhvr>
                                    </p:animEffect>
                                  </p:childTnLst>
                                </p:cTn>
                              </p:par>
                              <p:par>
                                <p:cTn id="19" presetID="14" presetClass="entr" presetSubtype="10" fill="hold" nodeType="withEffect">
                                  <p:stCondLst>
                                    <p:cond delay="0"/>
                                  </p:stCondLst>
                                  <p:childTnLst>
                                    <p:set>
                                      <p:cBhvr>
                                        <p:cTn id="20" dur="1" fill="hold">
                                          <p:stCondLst>
                                            <p:cond delay="0"/>
                                          </p:stCondLst>
                                        </p:cTn>
                                        <p:tgtEl>
                                          <p:spTgt spid="21"/>
                                        </p:tgtEl>
                                        <p:attrNameLst>
                                          <p:attrName>style.visibility</p:attrName>
                                        </p:attrNameLst>
                                      </p:cBhvr>
                                      <p:to>
                                        <p:strVal val="visible"/>
                                      </p:to>
                                    </p:set>
                                    <p:animEffect transition="in" filter="randombar(horizontal)">
                                      <p:cBhvr>
                                        <p:cTn id="21" dur="500"/>
                                        <p:tgtEl>
                                          <p:spTgt spid="21"/>
                                        </p:tgtEl>
                                      </p:cBhvr>
                                    </p:animEffect>
                                  </p:childTnLst>
                                </p:cTn>
                              </p:par>
                              <p:par>
                                <p:cTn id="22" presetID="14" presetClass="entr" presetSubtype="10" fill="hold" nodeType="with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randombar(horizontal)">
                                      <p:cBhvr>
                                        <p:cTn id="24" dur="500"/>
                                        <p:tgtEl>
                                          <p:spTgt spid="23"/>
                                        </p:tgtEl>
                                      </p:cBhvr>
                                    </p:animEffect>
                                  </p:childTnLst>
                                </p:cTn>
                              </p:par>
                              <p:par>
                                <p:cTn id="25" presetID="14" presetClass="entr" presetSubtype="10" fill="hold" nodeType="withEffect">
                                  <p:stCondLst>
                                    <p:cond delay="0"/>
                                  </p:stCondLst>
                                  <p:childTnLst>
                                    <p:set>
                                      <p:cBhvr>
                                        <p:cTn id="26" dur="1" fill="hold">
                                          <p:stCondLst>
                                            <p:cond delay="0"/>
                                          </p:stCondLst>
                                        </p:cTn>
                                        <p:tgtEl>
                                          <p:spTgt spid="29"/>
                                        </p:tgtEl>
                                        <p:attrNameLst>
                                          <p:attrName>style.visibility</p:attrName>
                                        </p:attrNameLst>
                                      </p:cBhvr>
                                      <p:to>
                                        <p:strVal val="visible"/>
                                      </p:to>
                                    </p:set>
                                    <p:animEffect transition="in" filter="randombar(horizontal)">
                                      <p:cBhvr>
                                        <p:cTn id="27" dur="500"/>
                                        <p:tgtEl>
                                          <p:spTgt spid="29"/>
                                        </p:tgtEl>
                                      </p:cBhvr>
                                    </p:animEffect>
                                  </p:childTnLst>
                                </p:cTn>
                              </p:par>
                            </p:childTnLst>
                          </p:cTn>
                        </p:par>
                        <p:par>
                          <p:cTn id="28" fill="hold" nodeType="afterGroup">
                            <p:stCondLst>
                              <p:cond delay="1500"/>
                            </p:stCondLst>
                            <p:childTnLst>
                              <p:par>
                                <p:cTn id="29" presetID="4" presetClass="entr" presetSubtype="16" fill="hold" nodeType="afterEffect">
                                  <p:stCondLst>
                                    <p:cond delay="0"/>
                                  </p:stCondLst>
                                  <p:childTnLst>
                                    <p:set>
                                      <p:cBhvr>
                                        <p:cTn id="30" dur="1" fill="hold">
                                          <p:stCondLst>
                                            <p:cond delay="0"/>
                                          </p:stCondLst>
                                        </p:cTn>
                                        <p:tgtEl>
                                          <p:spTgt spid="26637"/>
                                        </p:tgtEl>
                                        <p:attrNameLst>
                                          <p:attrName>style.visibility</p:attrName>
                                        </p:attrNameLst>
                                      </p:cBhvr>
                                      <p:to>
                                        <p:strVal val="visible"/>
                                      </p:to>
                                    </p:set>
                                    <p:animEffect transition="in" filter="box(in)">
                                      <p:cBhvr>
                                        <p:cTn id="31" dur="1000"/>
                                        <p:tgtEl>
                                          <p:spTgt spid="26637"/>
                                        </p:tgtEl>
                                      </p:cBhvr>
                                    </p:animEffect>
                                  </p:childTnLst>
                                </p:cTn>
                              </p:par>
                              <p:par>
                                <p:cTn id="32" presetID="14" presetClass="entr" presetSubtype="10" fill="hold" nodeType="withEffect">
                                  <p:stCondLst>
                                    <p:cond delay="0"/>
                                  </p:stCondLst>
                                  <p:childTnLst>
                                    <p:set>
                                      <p:cBhvr>
                                        <p:cTn id="33" dur="1" fill="hold">
                                          <p:stCondLst>
                                            <p:cond delay="0"/>
                                          </p:stCondLst>
                                        </p:cTn>
                                        <p:tgtEl>
                                          <p:spTgt spid="42"/>
                                        </p:tgtEl>
                                        <p:attrNameLst>
                                          <p:attrName>style.visibility</p:attrName>
                                        </p:attrNameLst>
                                      </p:cBhvr>
                                      <p:to>
                                        <p:strVal val="visible"/>
                                      </p:to>
                                    </p:set>
                                    <p:animEffect transition="in" filter="randombar(horizontal)">
                                      <p:cBhvr>
                                        <p:cTn id="34" dur="500"/>
                                        <p:tgtEl>
                                          <p:spTgt spid="42"/>
                                        </p:tgtEl>
                                      </p:cBhvr>
                                    </p:animEffect>
                                  </p:childTnLst>
                                </p:cTn>
                              </p:par>
                              <p:par>
                                <p:cTn id="35" presetID="14" presetClass="entr" presetSubtype="10" fill="hold" nodeType="withEffect">
                                  <p:stCondLst>
                                    <p:cond delay="0"/>
                                  </p:stCondLst>
                                  <p:childTnLst>
                                    <p:set>
                                      <p:cBhvr>
                                        <p:cTn id="36" dur="1" fill="hold">
                                          <p:stCondLst>
                                            <p:cond delay="0"/>
                                          </p:stCondLst>
                                        </p:cTn>
                                        <p:tgtEl>
                                          <p:spTgt spid="26632"/>
                                        </p:tgtEl>
                                        <p:attrNameLst>
                                          <p:attrName>style.visibility</p:attrName>
                                        </p:attrNameLst>
                                      </p:cBhvr>
                                      <p:to>
                                        <p:strVal val="visible"/>
                                      </p:to>
                                    </p:set>
                                    <p:animEffect transition="in" filter="randombar(horizontal)">
                                      <p:cBhvr>
                                        <p:cTn id="37" dur="500"/>
                                        <p:tgtEl>
                                          <p:spTgt spid="26632"/>
                                        </p:tgtEl>
                                      </p:cBhvr>
                                    </p:animEffect>
                                  </p:childTnLst>
                                </p:cTn>
                              </p:par>
                              <p:par>
                                <p:cTn id="38" presetID="14" presetClass="entr" presetSubtype="10" fill="hold" nodeType="withEffect">
                                  <p:stCondLst>
                                    <p:cond delay="0"/>
                                  </p:stCondLst>
                                  <p:childTnLst>
                                    <p:set>
                                      <p:cBhvr>
                                        <p:cTn id="39" dur="1" fill="hold">
                                          <p:stCondLst>
                                            <p:cond delay="0"/>
                                          </p:stCondLst>
                                        </p:cTn>
                                        <p:tgtEl>
                                          <p:spTgt spid="41"/>
                                        </p:tgtEl>
                                        <p:attrNameLst>
                                          <p:attrName>style.visibility</p:attrName>
                                        </p:attrNameLst>
                                      </p:cBhvr>
                                      <p:to>
                                        <p:strVal val="visible"/>
                                      </p:to>
                                    </p:set>
                                    <p:animEffect transition="in" filter="randombar(horizontal)">
                                      <p:cBhvr>
                                        <p:cTn id="40" dur="500"/>
                                        <p:tgtEl>
                                          <p:spTgt spid="41"/>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14" presetClass="entr" presetSubtype="10" fill="hold" grpId="0" nodeType="clickEffect">
                                  <p:stCondLst>
                                    <p:cond delay="0"/>
                                  </p:stCondLst>
                                  <p:childTnLst>
                                    <p:set>
                                      <p:cBhvr>
                                        <p:cTn id="44" dur="1" fill="hold">
                                          <p:stCondLst>
                                            <p:cond delay="0"/>
                                          </p:stCondLst>
                                        </p:cTn>
                                        <p:tgtEl>
                                          <p:spTgt spid="27"/>
                                        </p:tgtEl>
                                        <p:attrNameLst>
                                          <p:attrName>style.visibility</p:attrName>
                                        </p:attrNameLst>
                                      </p:cBhvr>
                                      <p:to>
                                        <p:strVal val="visible"/>
                                      </p:to>
                                    </p:set>
                                    <p:animEffect transition="in" filter="randombar(horizontal)">
                                      <p:cBhvr>
                                        <p:cTn id="45" dur="500"/>
                                        <p:tgtEl>
                                          <p:spTgt spid="27"/>
                                        </p:tgtEl>
                                      </p:cBhvr>
                                    </p:animEffect>
                                  </p:childTnLst>
                                </p:cTn>
                              </p:par>
                            </p:childTnLst>
                          </p:cTn>
                        </p:par>
                        <p:par>
                          <p:cTn id="46" fill="hold" nodeType="afterGroup">
                            <p:stCondLst>
                              <p:cond delay="500"/>
                            </p:stCondLst>
                            <p:childTnLst>
                              <p:par>
                                <p:cTn id="47" presetID="4" presetClass="entr" presetSubtype="16" fill="hold" nodeType="afterEffect">
                                  <p:stCondLst>
                                    <p:cond delay="0"/>
                                  </p:stCondLst>
                                  <p:childTnLst>
                                    <p:set>
                                      <p:cBhvr>
                                        <p:cTn id="48" dur="1" fill="hold">
                                          <p:stCondLst>
                                            <p:cond delay="0"/>
                                          </p:stCondLst>
                                        </p:cTn>
                                        <p:tgtEl>
                                          <p:spTgt spid="26636"/>
                                        </p:tgtEl>
                                        <p:attrNameLst>
                                          <p:attrName>style.visibility</p:attrName>
                                        </p:attrNameLst>
                                      </p:cBhvr>
                                      <p:to>
                                        <p:strVal val="visible"/>
                                      </p:to>
                                    </p:set>
                                    <p:animEffect transition="in" filter="box(in)">
                                      <p:cBhvr>
                                        <p:cTn id="49" dur="1000"/>
                                        <p:tgtEl>
                                          <p:spTgt spid="26636"/>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8" presetClass="entr" presetSubtype="16" fill="hold" nodeType="clickEffect">
                                  <p:stCondLst>
                                    <p:cond delay="0"/>
                                  </p:stCondLst>
                                  <p:childTnLst>
                                    <p:set>
                                      <p:cBhvr>
                                        <p:cTn id="53" dur="1" fill="hold">
                                          <p:stCondLst>
                                            <p:cond delay="0"/>
                                          </p:stCondLst>
                                        </p:cTn>
                                        <p:tgtEl>
                                          <p:spTgt spid="32"/>
                                        </p:tgtEl>
                                        <p:attrNameLst>
                                          <p:attrName>style.visibility</p:attrName>
                                        </p:attrNameLst>
                                      </p:cBhvr>
                                      <p:to>
                                        <p:strVal val="visible"/>
                                      </p:to>
                                    </p:set>
                                    <p:animEffect transition="in" filter="diamond(in)">
                                      <p:cBhvr>
                                        <p:cTn id="54" dur="1000"/>
                                        <p:tgtEl>
                                          <p:spTgt spid="32"/>
                                        </p:tgtEl>
                                      </p:cBhvr>
                                    </p:animEffect>
                                  </p:childTnLst>
                                </p:cTn>
                              </p:par>
                            </p:childTnLst>
                          </p:cTn>
                        </p:par>
                        <p:par>
                          <p:cTn id="55" fill="hold" nodeType="afterGroup">
                            <p:stCondLst>
                              <p:cond delay="1000"/>
                            </p:stCondLst>
                            <p:childTnLst>
                              <p:par>
                                <p:cTn id="56" presetID="4" presetClass="entr" presetSubtype="16" fill="hold" nodeType="afterEffect">
                                  <p:stCondLst>
                                    <p:cond delay="0"/>
                                  </p:stCondLst>
                                  <p:childTnLst>
                                    <p:set>
                                      <p:cBhvr>
                                        <p:cTn id="57" dur="1" fill="hold">
                                          <p:stCondLst>
                                            <p:cond delay="0"/>
                                          </p:stCondLst>
                                        </p:cTn>
                                        <p:tgtEl>
                                          <p:spTgt spid="26634"/>
                                        </p:tgtEl>
                                        <p:attrNameLst>
                                          <p:attrName>style.visibility</p:attrName>
                                        </p:attrNameLst>
                                      </p:cBhvr>
                                      <p:to>
                                        <p:strVal val="visible"/>
                                      </p:to>
                                    </p:set>
                                    <p:animEffect transition="in" filter="box(in)">
                                      <p:cBhvr>
                                        <p:cTn id="58" dur="1000"/>
                                        <p:tgtEl>
                                          <p:spTgt spid="26634"/>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4" presetClass="entr" presetSubtype="16" fill="hold" nodeType="clickEffect">
                                  <p:stCondLst>
                                    <p:cond delay="0"/>
                                  </p:stCondLst>
                                  <p:childTnLst>
                                    <p:set>
                                      <p:cBhvr>
                                        <p:cTn id="62" dur="1" fill="hold">
                                          <p:stCondLst>
                                            <p:cond delay="0"/>
                                          </p:stCondLst>
                                        </p:cTn>
                                        <p:tgtEl>
                                          <p:spTgt spid="26635"/>
                                        </p:tgtEl>
                                        <p:attrNameLst>
                                          <p:attrName>style.visibility</p:attrName>
                                        </p:attrNameLst>
                                      </p:cBhvr>
                                      <p:to>
                                        <p:strVal val="visible"/>
                                      </p:to>
                                    </p:set>
                                    <p:animEffect transition="in" filter="box(in)">
                                      <p:cBhvr>
                                        <p:cTn id="63" dur="1000"/>
                                        <p:tgtEl>
                                          <p:spTgt spid="26635"/>
                                        </p:tgtEl>
                                      </p:cBhvr>
                                    </p:animEffect>
                                  </p:childTnLst>
                                </p:cTn>
                              </p:par>
                            </p:childTnLst>
                          </p:cTn>
                        </p:par>
                        <p:par>
                          <p:cTn id="64" fill="hold" nodeType="afterGroup">
                            <p:stCondLst>
                              <p:cond delay="1000"/>
                            </p:stCondLst>
                            <p:childTnLst>
                              <p:par>
                                <p:cTn id="65" presetID="4" presetClass="entr" presetSubtype="16" fill="hold" nodeType="afterEffect">
                                  <p:stCondLst>
                                    <p:cond delay="0"/>
                                  </p:stCondLst>
                                  <p:childTnLst>
                                    <p:set>
                                      <p:cBhvr>
                                        <p:cTn id="66" dur="1" fill="hold">
                                          <p:stCondLst>
                                            <p:cond delay="0"/>
                                          </p:stCondLst>
                                        </p:cTn>
                                        <p:tgtEl>
                                          <p:spTgt spid="26628"/>
                                        </p:tgtEl>
                                        <p:attrNameLst>
                                          <p:attrName>style.visibility</p:attrName>
                                        </p:attrNameLst>
                                      </p:cBhvr>
                                      <p:to>
                                        <p:strVal val="visible"/>
                                      </p:to>
                                    </p:set>
                                    <p:animEffect transition="in" filter="box(in)">
                                      <p:cBhvr>
                                        <p:cTn id="67" dur="1000"/>
                                        <p:tgtEl>
                                          <p:spTgt spid="26628"/>
                                        </p:tgtEl>
                                      </p:cBhvr>
                                    </p:animEffect>
                                  </p:childTnLst>
                                </p:cTn>
                              </p:par>
                            </p:childTnLst>
                          </p:cTn>
                        </p:par>
                        <p:par>
                          <p:cTn id="68" fill="hold" nodeType="afterGroup">
                            <p:stCondLst>
                              <p:cond delay="2000"/>
                            </p:stCondLst>
                            <p:childTnLst>
                              <p:par>
                                <p:cTn id="69" presetID="4" presetClass="entr" presetSubtype="16" fill="hold" nodeType="afterEffect">
                                  <p:stCondLst>
                                    <p:cond delay="0"/>
                                  </p:stCondLst>
                                  <p:childTnLst>
                                    <p:set>
                                      <p:cBhvr>
                                        <p:cTn id="70" dur="1" fill="hold">
                                          <p:stCondLst>
                                            <p:cond delay="0"/>
                                          </p:stCondLst>
                                        </p:cTn>
                                        <p:tgtEl>
                                          <p:spTgt spid="26629"/>
                                        </p:tgtEl>
                                        <p:attrNameLst>
                                          <p:attrName>style.visibility</p:attrName>
                                        </p:attrNameLst>
                                      </p:cBhvr>
                                      <p:to>
                                        <p:strVal val="visible"/>
                                      </p:to>
                                    </p:set>
                                    <p:animEffect transition="in" filter="box(in)">
                                      <p:cBhvr>
                                        <p:cTn id="71" dur="1000"/>
                                        <p:tgtEl>
                                          <p:spTgt spid="26629"/>
                                        </p:tgtEl>
                                      </p:cBhvr>
                                    </p:animEffect>
                                  </p:childTnLst>
                                </p:cTn>
                              </p:par>
                            </p:childTnLst>
                          </p:cTn>
                        </p:par>
                      </p:childTnLst>
                    </p:cTn>
                  </p:par>
                  <p:par>
                    <p:cTn id="72" fill="hold" nodeType="clickPar">
                      <p:stCondLst>
                        <p:cond delay="indefinite"/>
                      </p:stCondLst>
                      <p:childTnLst>
                        <p:par>
                          <p:cTn id="73" fill="hold" nodeType="withGroup">
                            <p:stCondLst>
                              <p:cond delay="0"/>
                            </p:stCondLst>
                            <p:childTnLst>
                              <p:par>
                                <p:cTn id="74" presetID="8" presetClass="entr" presetSubtype="16" fill="hold" grpId="0" nodeType="clickEffect">
                                  <p:stCondLst>
                                    <p:cond delay="0"/>
                                  </p:stCondLst>
                                  <p:childTnLst>
                                    <p:set>
                                      <p:cBhvr>
                                        <p:cTn id="75" dur="1" fill="hold">
                                          <p:stCondLst>
                                            <p:cond delay="0"/>
                                          </p:stCondLst>
                                        </p:cTn>
                                        <p:tgtEl>
                                          <p:spTgt spid="10"/>
                                        </p:tgtEl>
                                        <p:attrNameLst>
                                          <p:attrName>style.visibility</p:attrName>
                                        </p:attrNameLst>
                                      </p:cBhvr>
                                      <p:to>
                                        <p:strVal val="visible"/>
                                      </p:to>
                                    </p:set>
                                    <p:animEffect transition="in" filter="diamond(in)">
                                      <p:cBhvr>
                                        <p:cTn id="76" dur="500"/>
                                        <p:tgtEl>
                                          <p:spTgt spid="10"/>
                                        </p:tgtEl>
                                      </p:cBhvr>
                                    </p:animEffect>
                                  </p:childTnLst>
                                </p:cTn>
                              </p:par>
                            </p:childTnLst>
                          </p:cTn>
                        </p:par>
                      </p:childTnLst>
                    </p:cTn>
                  </p:par>
                  <p:par>
                    <p:cTn id="77" fill="hold" nodeType="clickPar">
                      <p:stCondLst>
                        <p:cond delay="indefinite"/>
                      </p:stCondLst>
                      <p:childTnLst>
                        <p:par>
                          <p:cTn id="78" fill="hold" nodeType="withGroup">
                            <p:stCondLst>
                              <p:cond delay="0"/>
                            </p:stCondLst>
                            <p:childTnLst>
                              <p:par>
                                <p:cTn id="79" presetID="14" presetClass="entr" presetSubtype="10" fill="hold" grpId="0" nodeType="clickEffect">
                                  <p:stCondLst>
                                    <p:cond delay="0"/>
                                  </p:stCondLst>
                                  <p:childTnLst>
                                    <p:set>
                                      <p:cBhvr>
                                        <p:cTn id="80" dur="1" fill="hold">
                                          <p:stCondLst>
                                            <p:cond delay="0"/>
                                          </p:stCondLst>
                                        </p:cTn>
                                        <p:tgtEl>
                                          <p:spTgt spid="11"/>
                                        </p:tgtEl>
                                        <p:attrNameLst>
                                          <p:attrName>style.visibility</p:attrName>
                                        </p:attrNameLst>
                                      </p:cBhvr>
                                      <p:to>
                                        <p:strVal val="visible"/>
                                      </p:to>
                                    </p:set>
                                    <p:animEffect transition="in" filter="randombar(horizontal)">
                                      <p:cBhvr>
                                        <p:cTn id="81" dur="500"/>
                                        <p:tgtEl>
                                          <p:spTgt spid="11"/>
                                        </p:tgtEl>
                                      </p:cBhvr>
                                    </p:animEffect>
                                  </p:childTnLst>
                                </p:cTn>
                              </p:par>
                            </p:childTnLst>
                          </p:cTn>
                        </p:par>
                        <p:par>
                          <p:cTn id="82" fill="hold" nodeType="afterGroup">
                            <p:stCondLst>
                              <p:cond delay="500"/>
                            </p:stCondLst>
                            <p:childTnLst>
                              <p:par>
                                <p:cTn id="83" presetID="14" presetClass="entr" presetSubtype="10" fill="hold" grpId="0" nodeType="afterEffect">
                                  <p:stCondLst>
                                    <p:cond delay="0"/>
                                  </p:stCondLst>
                                  <p:childTnLst>
                                    <p:set>
                                      <p:cBhvr>
                                        <p:cTn id="84" dur="1" fill="hold">
                                          <p:stCondLst>
                                            <p:cond delay="0"/>
                                          </p:stCondLst>
                                        </p:cTn>
                                        <p:tgtEl>
                                          <p:spTgt spid="12"/>
                                        </p:tgtEl>
                                        <p:attrNameLst>
                                          <p:attrName>style.visibility</p:attrName>
                                        </p:attrNameLst>
                                      </p:cBhvr>
                                      <p:to>
                                        <p:strVal val="visible"/>
                                      </p:to>
                                    </p:set>
                                    <p:animEffect transition="in" filter="randombar(horizontal)">
                                      <p:cBhvr>
                                        <p:cTn id="85" dur="500"/>
                                        <p:tgtEl>
                                          <p:spTgt spid="12"/>
                                        </p:tgtEl>
                                      </p:cBhvr>
                                    </p:animEffect>
                                  </p:childTnLst>
                                </p:cTn>
                              </p:par>
                            </p:childTnLst>
                          </p:cTn>
                        </p:par>
                        <p:par>
                          <p:cTn id="86" fill="hold" nodeType="afterGroup">
                            <p:stCondLst>
                              <p:cond delay="1000"/>
                            </p:stCondLst>
                            <p:childTnLst>
                              <p:par>
                                <p:cTn id="87" presetID="4" presetClass="entr" presetSubtype="16" fill="hold" nodeType="afterEffect">
                                  <p:stCondLst>
                                    <p:cond delay="0"/>
                                  </p:stCondLst>
                                  <p:childTnLst>
                                    <p:set>
                                      <p:cBhvr>
                                        <p:cTn id="88" dur="1" fill="hold">
                                          <p:stCondLst>
                                            <p:cond delay="0"/>
                                          </p:stCondLst>
                                        </p:cTn>
                                        <p:tgtEl>
                                          <p:spTgt spid="26630"/>
                                        </p:tgtEl>
                                        <p:attrNameLst>
                                          <p:attrName>style.visibility</p:attrName>
                                        </p:attrNameLst>
                                      </p:cBhvr>
                                      <p:to>
                                        <p:strVal val="visible"/>
                                      </p:to>
                                    </p:set>
                                    <p:animEffect transition="in" filter="box(in)">
                                      <p:cBhvr>
                                        <p:cTn id="89" dur="1000"/>
                                        <p:tgtEl>
                                          <p:spTgt spid="26630"/>
                                        </p:tgtEl>
                                      </p:cBhvr>
                                    </p:animEffect>
                                  </p:childTnLst>
                                </p:cTn>
                              </p:par>
                            </p:childTnLst>
                          </p:cTn>
                        </p:par>
                        <p:par>
                          <p:cTn id="90" fill="hold" nodeType="afterGroup">
                            <p:stCondLst>
                              <p:cond delay="2000"/>
                            </p:stCondLst>
                            <p:childTnLst>
                              <p:par>
                                <p:cTn id="91" presetID="14" presetClass="entr" presetSubtype="10" fill="hold" grpId="0" nodeType="afterEffect">
                                  <p:stCondLst>
                                    <p:cond delay="0"/>
                                  </p:stCondLst>
                                  <p:childTnLst>
                                    <p:set>
                                      <p:cBhvr>
                                        <p:cTn id="92" dur="1" fill="hold">
                                          <p:stCondLst>
                                            <p:cond delay="0"/>
                                          </p:stCondLst>
                                        </p:cTn>
                                        <p:tgtEl>
                                          <p:spTgt spid="14"/>
                                        </p:tgtEl>
                                        <p:attrNameLst>
                                          <p:attrName>style.visibility</p:attrName>
                                        </p:attrNameLst>
                                      </p:cBhvr>
                                      <p:to>
                                        <p:strVal val="visible"/>
                                      </p:to>
                                    </p:set>
                                    <p:animEffect transition="in" filter="randombar(horizontal)">
                                      <p:cBhvr>
                                        <p:cTn id="93" dur="500"/>
                                        <p:tgtEl>
                                          <p:spTgt spid="14"/>
                                        </p:tgtEl>
                                      </p:cBhvr>
                                    </p:animEffect>
                                  </p:childTnLst>
                                </p:cTn>
                              </p:par>
                            </p:childTnLst>
                          </p:cTn>
                        </p:par>
                      </p:childTnLst>
                    </p:cTn>
                  </p:par>
                  <p:par>
                    <p:cTn id="94" fill="hold" nodeType="clickPar">
                      <p:stCondLst>
                        <p:cond delay="indefinite"/>
                      </p:stCondLst>
                      <p:childTnLst>
                        <p:par>
                          <p:cTn id="95" fill="hold" nodeType="withGroup">
                            <p:stCondLst>
                              <p:cond delay="0"/>
                            </p:stCondLst>
                            <p:childTnLst>
                              <p:par>
                                <p:cTn id="96" presetID="14" presetClass="entr" presetSubtype="10" fill="hold" grpId="0" nodeType="clickEffect">
                                  <p:stCondLst>
                                    <p:cond delay="0"/>
                                  </p:stCondLst>
                                  <p:childTnLst>
                                    <p:set>
                                      <p:cBhvr>
                                        <p:cTn id="97" dur="1" fill="hold">
                                          <p:stCondLst>
                                            <p:cond delay="0"/>
                                          </p:stCondLst>
                                        </p:cTn>
                                        <p:tgtEl>
                                          <p:spTgt spid="16"/>
                                        </p:tgtEl>
                                        <p:attrNameLst>
                                          <p:attrName>style.visibility</p:attrName>
                                        </p:attrNameLst>
                                      </p:cBhvr>
                                      <p:to>
                                        <p:strVal val="visible"/>
                                      </p:to>
                                    </p:set>
                                    <p:animEffect transition="in" filter="randombar(horizontal)">
                                      <p:cBhvr>
                                        <p:cTn id="98" dur="500"/>
                                        <p:tgtEl>
                                          <p:spTgt spid="16"/>
                                        </p:tgtEl>
                                      </p:cBhvr>
                                    </p:animEffect>
                                  </p:childTnLst>
                                </p:cTn>
                              </p:par>
                            </p:childTnLst>
                          </p:cTn>
                        </p:par>
                      </p:childTnLst>
                    </p:cTn>
                  </p:par>
                  <p:par>
                    <p:cTn id="99" fill="hold" nodeType="clickPar">
                      <p:stCondLst>
                        <p:cond delay="indefinite"/>
                      </p:stCondLst>
                      <p:childTnLst>
                        <p:par>
                          <p:cTn id="100" fill="hold" nodeType="withGroup">
                            <p:stCondLst>
                              <p:cond delay="0"/>
                            </p:stCondLst>
                            <p:childTnLst>
                              <p:par>
                                <p:cTn id="101" presetID="4" presetClass="entr" presetSubtype="16" fill="hold" nodeType="clickEffect">
                                  <p:stCondLst>
                                    <p:cond delay="0"/>
                                  </p:stCondLst>
                                  <p:childTnLst>
                                    <p:set>
                                      <p:cBhvr>
                                        <p:cTn id="102" dur="1" fill="hold">
                                          <p:stCondLst>
                                            <p:cond delay="0"/>
                                          </p:stCondLst>
                                        </p:cTn>
                                        <p:tgtEl>
                                          <p:spTgt spid="26631"/>
                                        </p:tgtEl>
                                        <p:attrNameLst>
                                          <p:attrName>style.visibility</p:attrName>
                                        </p:attrNameLst>
                                      </p:cBhvr>
                                      <p:to>
                                        <p:strVal val="visible"/>
                                      </p:to>
                                    </p:set>
                                    <p:animEffect transition="in" filter="box(in)">
                                      <p:cBhvr>
                                        <p:cTn id="103" dur="1000"/>
                                        <p:tgtEl>
                                          <p:spTgt spid="26631"/>
                                        </p:tgtEl>
                                      </p:cBhvr>
                                    </p:animEffect>
                                  </p:childTnLst>
                                </p:cTn>
                              </p:par>
                            </p:childTnLst>
                          </p:cTn>
                        </p:par>
                        <p:par>
                          <p:cTn id="104" fill="hold" nodeType="afterGroup">
                            <p:stCondLst>
                              <p:cond delay="1000"/>
                            </p:stCondLst>
                            <p:childTnLst>
                              <p:par>
                                <p:cTn id="105" presetID="14" presetClass="entr" presetSubtype="10" fill="hold" grpId="0" nodeType="afterEffect">
                                  <p:stCondLst>
                                    <p:cond delay="500"/>
                                  </p:stCondLst>
                                  <p:childTnLst>
                                    <p:set>
                                      <p:cBhvr>
                                        <p:cTn id="106" dur="1" fill="hold">
                                          <p:stCondLst>
                                            <p:cond delay="0"/>
                                          </p:stCondLst>
                                        </p:cTn>
                                        <p:tgtEl>
                                          <p:spTgt spid="18"/>
                                        </p:tgtEl>
                                        <p:attrNameLst>
                                          <p:attrName>style.visibility</p:attrName>
                                        </p:attrNameLst>
                                      </p:cBhvr>
                                      <p:to>
                                        <p:strVal val="visible"/>
                                      </p:to>
                                    </p:set>
                                    <p:animEffect transition="in" filter="randombar(horizontal)">
                                      <p:cBhvr>
                                        <p:cTn id="107" dur="1000"/>
                                        <p:tgtEl>
                                          <p:spTgt spid="18"/>
                                        </p:tgtEl>
                                      </p:cBhvr>
                                    </p:animEffect>
                                  </p:childTnLst>
                                </p:cTn>
                              </p:par>
                            </p:childTnLst>
                          </p:cTn>
                        </p:par>
                      </p:childTnLst>
                    </p:cTn>
                  </p:par>
                  <p:par>
                    <p:cTn id="108" fill="hold" nodeType="clickPar">
                      <p:stCondLst>
                        <p:cond delay="indefinite"/>
                      </p:stCondLst>
                      <p:childTnLst>
                        <p:par>
                          <p:cTn id="109" fill="hold" nodeType="withGroup">
                            <p:stCondLst>
                              <p:cond delay="0"/>
                            </p:stCondLst>
                            <p:childTnLst>
                              <p:par>
                                <p:cTn id="110" presetID="22" presetClass="entr" presetSubtype="1" fill="hold" grpId="0" nodeType="clickEffect">
                                  <p:stCondLst>
                                    <p:cond delay="0"/>
                                  </p:stCondLst>
                                  <p:childTnLst>
                                    <p:set>
                                      <p:cBhvr>
                                        <p:cTn id="111" dur="1" fill="hold">
                                          <p:stCondLst>
                                            <p:cond delay="0"/>
                                          </p:stCondLst>
                                        </p:cTn>
                                        <p:tgtEl>
                                          <p:spTgt spid="34"/>
                                        </p:tgtEl>
                                        <p:attrNameLst>
                                          <p:attrName>style.visibility</p:attrName>
                                        </p:attrNameLst>
                                      </p:cBhvr>
                                      <p:to>
                                        <p:strVal val="visible"/>
                                      </p:to>
                                    </p:set>
                                    <p:animEffect transition="in" filter="wipe(up)">
                                      <p:cBhvr>
                                        <p:cTn id="112" dur="500"/>
                                        <p:tgtEl>
                                          <p:spTgt spid="34"/>
                                        </p:tgtEl>
                                      </p:cBhvr>
                                    </p:animEffect>
                                  </p:childTnLst>
                                </p:cTn>
                              </p:par>
                            </p:childTnLst>
                          </p:cTn>
                        </p:par>
                      </p:childTnLst>
                    </p:cTn>
                  </p:par>
                  <p:par>
                    <p:cTn id="113" fill="hold" nodeType="clickPar">
                      <p:stCondLst>
                        <p:cond delay="indefinite"/>
                      </p:stCondLst>
                      <p:childTnLst>
                        <p:par>
                          <p:cTn id="114" fill="hold" nodeType="withGroup">
                            <p:stCondLst>
                              <p:cond delay="0"/>
                            </p:stCondLst>
                            <p:childTnLst>
                              <p:par>
                                <p:cTn id="115" presetID="2" presetClass="entr" presetSubtype="4" fill="hold" nodeType="clickEffect">
                                  <p:stCondLst>
                                    <p:cond delay="0"/>
                                  </p:stCondLst>
                                  <p:childTnLst>
                                    <p:set>
                                      <p:cBhvr>
                                        <p:cTn id="116" dur="1" fill="hold">
                                          <p:stCondLst>
                                            <p:cond delay="0"/>
                                          </p:stCondLst>
                                        </p:cTn>
                                        <p:tgtEl>
                                          <p:spTgt spid="40"/>
                                        </p:tgtEl>
                                        <p:attrNameLst>
                                          <p:attrName>style.visibility</p:attrName>
                                        </p:attrNameLst>
                                      </p:cBhvr>
                                      <p:to>
                                        <p:strVal val="visible"/>
                                      </p:to>
                                    </p:set>
                                    <p:anim calcmode="lin" valueType="num">
                                      <p:cBhvr additive="base">
                                        <p:cTn id="117" dur="500" fill="hold"/>
                                        <p:tgtEl>
                                          <p:spTgt spid="40"/>
                                        </p:tgtEl>
                                        <p:attrNameLst>
                                          <p:attrName>ppt_x</p:attrName>
                                        </p:attrNameLst>
                                      </p:cBhvr>
                                      <p:tavLst>
                                        <p:tav tm="0">
                                          <p:val>
                                            <p:strVal val="#ppt_x"/>
                                          </p:val>
                                        </p:tav>
                                        <p:tav tm="100000">
                                          <p:val>
                                            <p:strVal val="#ppt_x"/>
                                          </p:val>
                                        </p:tav>
                                      </p:tavLst>
                                    </p:anim>
                                    <p:anim calcmode="lin" valueType="num">
                                      <p:cBhvr additive="base">
                                        <p:cTn id="118" dur="500" fill="hold"/>
                                        <p:tgtEl>
                                          <p:spTgt spid="40"/>
                                        </p:tgtEl>
                                        <p:attrNameLst>
                                          <p:attrName>ppt_y</p:attrName>
                                        </p:attrNameLst>
                                      </p:cBhvr>
                                      <p:tavLst>
                                        <p:tav tm="0">
                                          <p:val>
                                            <p:strVal val="1+#ppt_h/2"/>
                                          </p:val>
                                        </p:tav>
                                        <p:tav tm="100000">
                                          <p:val>
                                            <p:strVal val="#ppt_y"/>
                                          </p:val>
                                        </p:tav>
                                      </p:tavLst>
                                    </p:anim>
                                  </p:childTnLst>
                                </p:cTn>
                              </p:par>
                            </p:childTnLst>
                          </p:cTn>
                        </p:par>
                        <p:par>
                          <p:cTn id="119" fill="hold" nodeType="afterGroup">
                            <p:stCondLst>
                              <p:cond delay="500"/>
                            </p:stCondLst>
                            <p:childTnLst>
                              <p:par>
                                <p:cTn id="120" presetID="22" presetClass="entr" presetSubtype="1" fill="hold" grpId="0" nodeType="afterEffect">
                                  <p:stCondLst>
                                    <p:cond delay="0"/>
                                  </p:stCondLst>
                                  <p:childTnLst>
                                    <p:set>
                                      <p:cBhvr>
                                        <p:cTn id="121" dur="1" fill="hold">
                                          <p:stCondLst>
                                            <p:cond delay="0"/>
                                          </p:stCondLst>
                                        </p:cTn>
                                        <p:tgtEl>
                                          <p:spTgt spid="35"/>
                                        </p:tgtEl>
                                        <p:attrNameLst>
                                          <p:attrName>style.visibility</p:attrName>
                                        </p:attrNameLst>
                                      </p:cBhvr>
                                      <p:to>
                                        <p:strVal val="visible"/>
                                      </p:to>
                                    </p:set>
                                    <p:animEffect transition="in" filter="wipe(up)">
                                      <p:cBhvr>
                                        <p:cTn id="122" dur="500"/>
                                        <p:tgtEl>
                                          <p:spTgt spid="35"/>
                                        </p:tgtEl>
                                      </p:cBhvr>
                                    </p:animEffect>
                                  </p:childTnLst>
                                </p:cTn>
                              </p:par>
                            </p:childTnLst>
                          </p:cTn>
                        </p:par>
                      </p:childTnLst>
                    </p:cTn>
                  </p:par>
                  <p:par>
                    <p:cTn id="123" fill="hold" nodeType="clickPar">
                      <p:stCondLst>
                        <p:cond delay="indefinite"/>
                      </p:stCondLst>
                      <p:childTnLst>
                        <p:par>
                          <p:cTn id="124" fill="hold" nodeType="withGroup">
                            <p:stCondLst>
                              <p:cond delay="0"/>
                            </p:stCondLst>
                            <p:childTnLst>
                              <p:par>
                                <p:cTn id="125" presetID="2" presetClass="entr" presetSubtype="4" fill="hold" nodeType="clickEffect">
                                  <p:stCondLst>
                                    <p:cond delay="0"/>
                                  </p:stCondLst>
                                  <p:childTnLst>
                                    <p:set>
                                      <p:cBhvr>
                                        <p:cTn id="126" dur="1" fill="hold">
                                          <p:stCondLst>
                                            <p:cond delay="0"/>
                                          </p:stCondLst>
                                        </p:cTn>
                                        <p:tgtEl>
                                          <p:spTgt spid="43"/>
                                        </p:tgtEl>
                                        <p:attrNameLst>
                                          <p:attrName>style.visibility</p:attrName>
                                        </p:attrNameLst>
                                      </p:cBhvr>
                                      <p:to>
                                        <p:strVal val="visible"/>
                                      </p:to>
                                    </p:set>
                                    <p:anim calcmode="lin" valueType="num">
                                      <p:cBhvr additive="base">
                                        <p:cTn id="127" dur="500" fill="hold"/>
                                        <p:tgtEl>
                                          <p:spTgt spid="43"/>
                                        </p:tgtEl>
                                        <p:attrNameLst>
                                          <p:attrName>ppt_x</p:attrName>
                                        </p:attrNameLst>
                                      </p:cBhvr>
                                      <p:tavLst>
                                        <p:tav tm="0">
                                          <p:val>
                                            <p:strVal val="#ppt_x"/>
                                          </p:val>
                                        </p:tav>
                                        <p:tav tm="100000">
                                          <p:val>
                                            <p:strVal val="#ppt_x"/>
                                          </p:val>
                                        </p:tav>
                                      </p:tavLst>
                                    </p:anim>
                                    <p:anim calcmode="lin" valueType="num">
                                      <p:cBhvr additive="base">
                                        <p:cTn id="128" dur="500" fill="hold"/>
                                        <p:tgtEl>
                                          <p:spTgt spid="43"/>
                                        </p:tgtEl>
                                        <p:attrNameLst>
                                          <p:attrName>ppt_y</p:attrName>
                                        </p:attrNameLst>
                                      </p:cBhvr>
                                      <p:tavLst>
                                        <p:tav tm="0">
                                          <p:val>
                                            <p:strVal val="1+#ppt_h/2"/>
                                          </p:val>
                                        </p:tav>
                                        <p:tav tm="100000">
                                          <p:val>
                                            <p:strVal val="#ppt_y"/>
                                          </p:val>
                                        </p:tav>
                                      </p:tavLst>
                                    </p:anim>
                                  </p:childTnLst>
                                </p:cTn>
                              </p:par>
                            </p:childTnLst>
                          </p:cTn>
                        </p:par>
                        <p:par>
                          <p:cTn id="129" fill="hold" nodeType="afterGroup">
                            <p:stCondLst>
                              <p:cond delay="500"/>
                            </p:stCondLst>
                            <p:childTnLst>
                              <p:par>
                                <p:cTn id="130" presetID="22" presetClass="entr" presetSubtype="1" fill="hold" grpId="0" nodeType="afterEffect">
                                  <p:stCondLst>
                                    <p:cond delay="0"/>
                                  </p:stCondLst>
                                  <p:childTnLst>
                                    <p:set>
                                      <p:cBhvr>
                                        <p:cTn id="131" dur="1" fill="hold">
                                          <p:stCondLst>
                                            <p:cond delay="0"/>
                                          </p:stCondLst>
                                        </p:cTn>
                                        <p:tgtEl>
                                          <p:spTgt spid="38"/>
                                        </p:tgtEl>
                                        <p:attrNameLst>
                                          <p:attrName>style.visibility</p:attrName>
                                        </p:attrNameLst>
                                      </p:cBhvr>
                                      <p:to>
                                        <p:strVal val="visible"/>
                                      </p:to>
                                    </p:set>
                                    <p:animEffect transition="in" filter="wipe(up)">
                                      <p:cBhvr>
                                        <p:cTn id="132" dur="500"/>
                                        <p:tgtEl>
                                          <p:spTgt spid="38"/>
                                        </p:tgtEl>
                                      </p:cBhvr>
                                    </p:animEffect>
                                  </p:childTnLst>
                                </p:cTn>
                              </p:par>
                            </p:childTnLst>
                          </p:cTn>
                        </p:par>
                      </p:childTnLst>
                    </p:cTn>
                  </p:par>
                  <p:par>
                    <p:cTn id="133" fill="hold" nodeType="clickPar">
                      <p:stCondLst>
                        <p:cond delay="indefinite"/>
                      </p:stCondLst>
                      <p:childTnLst>
                        <p:par>
                          <p:cTn id="134" fill="hold" nodeType="withGroup">
                            <p:stCondLst>
                              <p:cond delay="0"/>
                            </p:stCondLst>
                            <p:childTnLst>
                              <p:par>
                                <p:cTn id="135" presetID="2" presetClass="entr" presetSubtype="4" fill="hold" nodeType="clickEffect">
                                  <p:stCondLst>
                                    <p:cond delay="0"/>
                                  </p:stCondLst>
                                  <p:childTnLst>
                                    <p:set>
                                      <p:cBhvr>
                                        <p:cTn id="136" dur="1" fill="hold">
                                          <p:stCondLst>
                                            <p:cond delay="0"/>
                                          </p:stCondLst>
                                        </p:cTn>
                                        <p:tgtEl>
                                          <p:spTgt spid="44"/>
                                        </p:tgtEl>
                                        <p:attrNameLst>
                                          <p:attrName>style.visibility</p:attrName>
                                        </p:attrNameLst>
                                      </p:cBhvr>
                                      <p:to>
                                        <p:strVal val="visible"/>
                                      </p:to>
                                    </p:set>
                                    <p:anim calcmode="lin" valueType="num">
                                      <p:cBhvr additive="base">
                                        <p:cTn id="137" dur="500" fill="hold"/>
                                        <p:tgtEl>
                                          <p:spTgt spid="44"/>
                                        </p:tgtEl>
                                        <p:attrNameLst>
                                          <p:attrName>ppt_x</p:attrName>
                                        </p:attrNameLst>
                                      </p:cBhvr>
                                      <p:tavLst>
                                        <p:tav tm="0">
                                          <p:val>
                                            <p:strVal val="#ppt_x"/>
                                          </p:val>
                                        </p:tav>
                                        <p:tav tm="100000">
                                          <p:val>
                                            <p:strVal val="#ppt_x"/>
                                          </p:val>
                                        </p:tav>
                                      </p:tavLst>
                                    </p:anim>
                                    <p:anim calcmode="lin" valueType="num">
                                      <p:cBhvr additive="base">
                                        <p:cTn id="138" dur="500" fill="hold"/>
                                        <p:tgtEl>
                                          <p:spTgt spid="44"/>
                                        </p:tgtEl>
                                        <p:attrNameLst>
                                          <p:attrName>ppt_y</p:attrName>
                                        </p:attrNameLst>
                                      </p:cBhvr>
                                      <p:tavLst>
                                        <p:tav tm="0">
                                          <p:val>
                                            <p:strVal val="1+#ppt_h/2"/>
                                          </p:val>
                                        </p:tav>
                                        <p:tav tm="100000">
                                          <p:val>
                                            <p:strVal val="#ppt_y"/>
                                          </p:val>
                                        </p:tav>
                                      </p:tavLst>
                                    </p:anim>
                                  </p:childTnLst>
                                </p:cTn>
                              </p:par>
                            </p:childTnLst>
                          </p:cTn>
                        </p:par>
                        <p:par>
                          <p:cTn id="139" fill="hold" nodeType="afterGroup">
                            <p:stCondLst>
                              <p:cond delay="500"/>
                            </p:stCondLst>
                            <p:childTnLst>
                              <p:par>
                                <p:cTn id="140" presetID="22" presetClass="entr" presetSubtype="1" fill="hold" grpId="0" nodeType="afterEffect">
                                  <p:stCondLst>
                                    <p:cond delay="0"/>
                                  </p:stCondLst>
                                  <p:childTnLst>
                                    <p:set>
                                      <p:cBhvr>
                                        <p:cTn id="141" dur="1" fill="hold">
                                          <p:stCondLst>
                                            <p:cond delay="0"/>
                                          </p:stCondLst>
                                        </p:cTn>
                                        <p:tgtEl>
                                          <p:spTgt spid="39"/>
                                        </p:tgtEl>
                                        <p:attrNameLst>
                                          <p:attrName>style.visibility</p:attrName>
                                        </p:attrNameLst>
                                      </p:cBhvr>
                                      <p:to>
                                        <p:strVal val="visible"/>
                                      </p:to>
                                    </p:set>
                                    <p:animEffect transition="in" filter="wipe(up)">
                                      <p:cBhvr>
                                        <p:cTn id="142"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4" grpId="0"/>
      <p:bldP spid="10" grpId="0" animBg="1"/>
      <p:bldP spid="11" grpId="0"/>
      <p:bldP spid="12" grpId="0"/>
      <p:bldP spid="14" grpId="0"/>
      <p:bldP spid="16" grpId="0"/>
      <p:bldP spid="27" grpId="0" animBg="1"/>
      <p:bldP spid="37" grpId="0"/>
      <p:bldP spid="34" grpId="0"/>
      <p:bldP spid="35" grpId="0"/>
      <p:bldP spid="38" grpId="0"/>
      <p:bldP spid="39"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Content Placeholder 2"/>
              <p:cNvSpPr txBox="1">
                <a:spLocks/>
              </p:cNvSpPr>
              <p:nvPr/>
            </p:nvSpPr>
            <p:spPr bwMode="auto">
              <a:xfrm>
                <a:off x="304800" y="1066800"/>
                <a:ext cx="8610600" cy="989013"/>
              </a:xfrm>
              <a:prstGeom prst="rect">
                <a:avLst/>
              </a:prstGeom>
              <a:noFill/>
              <a:ln w="9525">
                <a:noFill/>
                <a:miter lim="800000"/>
                <a:headEnd/>
                <a:tailEnd/>
              </a:ln>
            </p:spPr>
            <p:txBody>
              <a:bodyPr/>
              <a:lstStyle/>
              <a:p>
                <a:pPr marL="457200" indent="-457200" algn="just" fontAlgn="auto">
                  <a:spcBef>
                    <a:spcPct val="20000"/>
                  </a:spcBef>
                  <a:spcAft>
                    <a:spcPts val="0"/>
                  </a:spcAft>
                  <a:buClr>
                    <a:schemeClr val="accent3"/>
                  </a:buClr>
                  <a:buSzPct val="95000"/>
                  <a:buFont typeface="Wingdings" pitchFamily="2" charset="2"/>
                  <a:buChar char="Ø"/>
                  <a:defRPr/>
                </a:pPr>
                <a:r>
                  <a:rPr lang="en-US" sz="3200" b="1">
                    <a:solidFill>
                      <a:srgbClr val="001746"/>
                    </a:solidFill>
                    <a:latin typeface="Times New Roman" pitchFamily="18" charset="0"/>
                    <a:cs typeface="Times New Roman" pitchFamily="18" charset="0"/>
                  </a:rPr>
                  <a:t> </a:t>
                </a:r>
                <a:r>
                  <a:rPr lang="en-US" sz="2800" b="1">
                    <a:solidFill>
                      <a:srgbClr val="001746"/>
                    </a:solidFill>
                    <a:latin typeface="Times New Roman" pitchFamily="18" charset="0"/>
                    <a:cs typeface="Times New Roman" pitchFamily="18" charset="0"/>
                  </a:rPr>
                  <a:t>Phần tử dòng điện </a:t>
                </a:r>
                <a14:m>
                  <m:oMath xmlns:m="http://schemas.openxmlformats.org/officeDocument/2006/math">
                    <m:r>
                      <a:rPr lang="en-US" sz="2800" b="1" i="1" smtClean="0">
                        <a:solidFill>
                          <a:srgbClr val="001746"/>
                        </a:solidFill>
                        <a:latin typeface="Cambria Math"/>
                        <a:cs typeface="Times New Roman" pitchFamily="18" charset="0"/>
                      </a:rPr>
                      <m:t>𝑰</m:t>
                    </m:r>
                  </m:oMath>
                </a14:m>
                <a:r>
                  <a:rPr lang="en-US" sz="2800" b="1">
                    <a:solidFill>
                      <a:srgbClr val="001746"/>
                    </a:solidFill>
                    <a:latin typeface="Times New Roman" pitchFamily="18" charset="0"/>
                    <a:cs typeface="Times New Roman" pitchFamily="18" charset="0"/>
                  </a:rPr>
                  <a:t>d</a:t>
                </a:r>
                <a14:m>
                  <m:oMath xmlns:m="http://schemas.openxmlformats.org/officeDocument/2006/math">
                    <m:acc>
                      <m:accPr>
                        <m:chr m:val="⃗"/>
                        <m:ctrlPr>
                          <a:rPr lang="en-US" sz="2800" b="1" i="1" smtClean="0">
                            <a:solidFill>
                              <a:srgbClr val="001746"/>
                            </a:solidFill>
                            <a:latin typeface="Cambria Math" panose="02040503050406030204" pitchFamily="18" charset="0"/>
                            <a:cs typeface="Times New Roman" pitchFamily="18" charset="0"/>
                          </a:rPr>
                        </m:ctrlPr>
                      </m:accPr>
                      <m:e>
                        <m:r>
                          <a:rPr lang="en-US" sz="2800" b="1" i="1" smtClean="0">
                            <a:solidFill>
                              <a:srgbClr val="001746"/>
                            </a:solidFill>
                            <a:latin typeface="Cambria Math"/>
                            <a:cs typeface="Times New Roman" pitchFamily="18" charset="0"/>
                          </a:rPr>
                          <m:t>𝒍</m:t>
                        </m:r>
                      </m:e>
                    </m:acc>
                  </m:oMath>
                </a14:m>
                <a:r>
                  <a:rPr lang="en-US" sz="2800" b="1">
                    <a:solidFill>
                      <a:srgbClr val="001746"/>
                    </a:solidFill>
                    <a:latin typeface="Times New Roman" pitchFamily="18" charset="0"/>
                    <a:cs typeface="Times New Roman" pitchFamily="18" charset="0"/>
                  </a:rPr>
                  <a:t>  nằm trong từ trường </a:t>
                </a:r>
                <a14:m>
                  <m:oMath xmlns:m="http://schemas.openxmlformats.org/officeDocument/2006/math">
                    <m:acc>
                      <m:accPr>
                        <m:chr m:val="⃗"/>
                        <m:ctrlPr>
                          <a:rPr lang="en-US" sz="2800" b="1" i="1" smtClean="0">
                            <a:solidFill>
                              <a:srgbClr val="001746"/>
                            </a:solidFill>
                            <a:latin typeface="Cambria Math" panose="02040503050406030204" pitchFamily="18" charset="0"/>
                            <a:cs typeface="Times New Roman" pitchFamily="18" charset="0"/>
                          </a:rPr>
                        </m:ctrlPr>
                      </m:accPr>
                      <m:e>
                        <m:r>
                          <a:rPr lang="en-US" sz="2800" b="1" i="1" smtClean="0">
                            <a:solidFill>
                              <a:srgbClr val="001746"/>
                            </a:solidFill>
                            <a:latin typeface="Cambria Math"/>
                            <a:cs typeface="Times New Roman" pitchFamily="18" charset="0"/>
                          </a:rPr>
                          <m:t>𝑩</m:t>
                        </m:r>
                      </m:e>
                    </m:acc>
                  </m:oMath>
                </a14:m>
                <a:r>
                  <a:rPr lang="en-US" sz="2800" b="1">
                    <a:solidFill>
                      <a:srgbClr val="001746"/>
                    </a:solidFill>
                    <a:latin typeface="Times New Roman" pitchFamily="18" charset="0"/>
                    <a:cs typeface="Times New Roman" pitchFamily="18" charset="0"/>
                  </a:rPr>
                  <a:t>    </a:t>
                </a:r>
              </a:p>
              <a:p>
                <a:pPr algn="just" fontAlgn="auto">
                  <a:spcBef>
                    <a:spcPct val="20000"/>
                  </a:spcBef>
                  <a:spcAft>
                    <a:spcPts val="0"/>
                  </a:spcAft>
                  <a:buClr>
                    <a:schemeClr val="accent3"/>
                  </a:buClr>
                  <a:buSzPct val="95000"/>
                  <a:defRPr/>
                </a:pPr>
                <a:r>
                  <a:rPr lang="en-US" sz="2800" b="1">
                    <a:solidFill>
                      <a:srgbClr val="001746"/>
                    </a:solidFill>
                    <a:latin typeface="Times New Roman" pitchFamily="18" charset="0"/>
                    <a:cs typeface="Times New Roman" pitchFamily="18" charset="0"/>
                  </a:rPr>
                  <a:t>chịu tác dụng của lực từ:</a:t>
                </a:r>
                <a:endParaRPr lang="en-US" sz="2800" b="1" dirty="0">
                  <a:solidFill>
                    <a:srgbClr val="001746"/>
                  </a:solidFill>
                  <a:latin typeface="Times New Roman" pitchFamily="18" charset="0"/>
                  <a:cs typeface="Times New Roman" pitchFamily="18" charset="0"/>
                </a:endParaRPr>
              </a:p>
            </p:txBody>
          </p:sp>
        </mc:Choice>
        <mc:Fallback xmlns="">
          <p:sp>
            <p:nvSpPr>
              <p:cNvPr id="4" name="Content Placeholder 2"/>
              <p:cNvSpPr txBox="1">
                <a:spLocks noRot="1" noChangeAspect="1" noMove="1" noResize="1" noEditPoints="1" noAdjustHandles="1" noChangeArrowheads="1" noChangeShapeType="1" noTextEdit="1"/>
              </p:cNvSpPr>
              <p:nvPr/>
            </p:nvSpPr>
            <p:spPr bwMode="auto">
              <a:xfrm>
                <a:off x="304800" y="1066800"/>
                <a:ext cx="8610600" cy="989013"/>
              </a:xfrm>
              <a:prstGeom prst="rect">
                <a:avLst/>
              </a:prstGeom>
              <a:blipFill rotWithShape="1">
                <a:blip r:embed="rId3"/>
                <a:stretch>
                  <a:fillRect l="-1415" t="-1235" b="-28395"/>
                </a:stretch>
              </a:blipFill>
              <a:ln w="9525">
                <a:noFill/>
                <a:miter lim="800000"/>
                <a:headEnd/>
                <a:tailEnd/>
              </a:ln>
            </p:spPr>
            <p:txBody>
              <a:bodyPr/>
              <a:lstStyle/>
              <a:p>
                <a:r>
                  <a:rPr lang="en-US">
                    <a:noFill/>
                  </a:rPr>
                  <a:t> </a:t>
                </a:r>
              </a:p>
            </p:txBody>
          </p:sp>
        </mc:Fallback>
      </mc:AlternateContent>
      <p:cxnSp>
        <p:nvCxnSpPr>
          <p:cNvPr id="6" name="Straight Arrow Connector 5"/>
          <p:cNvCxnSpPr/>
          <p:nvPr/>
        </p:nvCxnSpPr>
        <p:spPr>
          <a:xfrm flipV="1">
            <a:off x="6553200" y="2132013"/>
            <a:ext cx="1066800" cy="45720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p:nvPr/>
        </p:nvCxnSpPr>
        <p:spPr>
          <a:xfrm>
            <a:off x="6553200" y="2589213"/>
            <a:ext cx="1371600" cy="304800"/>
          </a:xfrm>
          <a:prstGeom prst="straightConnector1">
            <a:avLst/>
          </a:prstGeom>
          <a:ln w="38100">
            <a:solidFill>
              <a:srgbClr val="C00000"/>
            </a:solidFill>
            <a:tailEnd type="arrow"/>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rot="5400000">
            <a:off x="5880894" y="3275806"/>
            <a:ext cx="1371600" cy="1588"/>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6553200" y="2727325"/>
            <a:ext cx="228600" cy="76200"/>
          </a:xfrm>
          <a:prstGeom prst="line">
            <a:avLst/>
          </a:prstGeom>
          <a:ln w="25400">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rot="5400000" flipH="1" flipV="1">
            <a:off x="6705601" y="2727325"/>
            <a:ext cx="152400" cy="3175"/>
          </a:xfrm>
          <a:prstGeom prst="line">
            <a:avLst/>
          </a:prstGeom>
          <a:ln w="25400">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rot="5400000">
            <a:off x="6515101" y="2716212"/>
            <a:ext cx="381000" cy="3175"/>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rot="10800000" flipV="1">
            <a:off x="6553200" y="2894013"/>
            <a:ext cx="152400" cy="76200"/>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grpSp>
        <p:nvGrpSpPr>
          <p:cNvPr id="5" name="Group 53"/>
          <p:cNvGrpSpPr>
            <a:grpSpLocks/>
          </p:cNvGrpSpPr>
          <p:nvPr/>
        </p:nvGrpSpPr>
        <p:grpSpPr bwMode="auto">
          <a:xfrm>
            <a:off x="4876800" y="1827213"/>
            <a:ext cx="4191000" cy="1447800"/>
            <a:chOff x="4800600" y="990600"/>
            <a:chExt cx="4191000" cy="1447800"/>
          </a:xfrm>
        </p:grpSpPr>
        <p:cxnSp>
          <p:nvCxnSpPr>
            <p:cNvPr id="26" name="Straight Connector 25"/>
            <p:cNvCxnSpPr/>
            <p:nvPr/>
          </p:nvCxnSpPr>
          <p:spPr>
            <a:xfrm rot="10800000" flipV="1">
              <a:off x="4800600" y="990600"/>
              <a:ext cx="1371600" cy="1295400"/>
            </a:xfrm>
            <a:prstGeom prst="line">
              <a:avLst/>
            </a:prstGeom>
            <a:ln w="38100">
              <a:solidFill>
                <a:srgbClr val="001746"/>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rot="10800000" flipV="1">
              <a:off x="7620000" y="1143000"/>
              <a:ext cx="1371600" cy="1295400"/>
            </a:xfrm>
            <a:prstGeom prst="line">
              <a:avLst/>
            </a:prstGeom>
            <a:ln w="38100">
              <a:solidFill>
                <a:srgbClr val="001746"/>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a:off x="4800600" y="2286000"/>
              <a:ext cx="2819400" cy="152400"/>
            </a:xfrm>
            <a:prstGeom prst="line">
              <a:avLst/>
            </a:prstGeom>
            <a:ln w="38100">
              <a:solidFill>
                <a:srgbClr val="001746"/>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rot="10800000">
              <a:off x="6172200" y="990600"/>
              <a:ext cx="2819400" cy="152400"/>
            </a:xfrm>
            <a:prstGeom prst="line">
              <a:avLst/>
            </a:prstGeom>
            <a:ln w="38100">
              <a:solidFill>
                <a:srgbClr val="001746"/>
              </a:solidFill>
            </a:ln>
          </p:spPr>
          <p:style>
            <a:lnRef idx="1">
              <a:schemeClr val="accent1"/>
            </a:lnRef>
            <a:fillRef idx="0">
              <a:schemeClr val="accent1"/>
            </a:fillRef>
            <a:effectRef idx="0">
              <a:schemeClr val="accent1"/>
            </a:effectRef>
            <a:fontRef idx="minor">
              <a:schemeClr val="tx1"/>
            </a:fontRef>
          </p:style>
        </p:cxnSp>
      </p:grpSp>
      <p:sp>
        <p:nvSpPr>
          <p:cNvPr id="36" name="Content Placeholder 2"/>
          <p:cNvSpPr txBox="1">
            <a:spLocks/>
          </p:cNvSpPr>
          <p:nvPr/>
        </p:nvSpPr>
        <p:spPr bwMode="auto">
          <a:xfrm>
            <a:off x="1514475" y="3200400"/>
            <a:ext cx="2198688"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73050" indent="-273050"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20000"/>
              </a:spcBef>
              <a:buClr>
                <a:srgbClr val="0BD0D9"/>
              </a:buClr>
              <a:buSzPct val="95000"/>
              <a:buFont typeface="Wingdings 2" pitchFamily="18" charset="2"/>
              <a:buNone/>
            </a:pPr>
            <a:r>
              <a:rPr lang="en-US" sz="3200" b="1">
                <a:solidFill>
                  <a:srgbClr val="001746"/>
                </a:solidFill>
                <a:latin typeface="Times New Roman" pitchFamily="18" charset="0"/>
                <a:cs typeface="Times New Roman" pitchFamily="18" charset="0"/>
              </a:rPr>
              <a:t>Phương:</a:t>
            </a:r>
          </a:p>
        </p:txBody>
      </p:sp>
      <p:sp>
        <p:nvSpPr>
          <p:cNvPr id="37" name="Content Placeholder 2"/>
          <p:cNvSpPr txBox="1">
            <a:spLocks/>
          </p:cNvSpPr>
          <p:nvPr/>
        </p:nvSpPr>
        <p:spPr bwMode="auto">
          <a:xfrm>
            <a:off x="1482725" y="3886200"/>
            <a:ext cx="6594475"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73050" indent="-273050"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20000"/>
              </a:spcBef>
              <a:buClr>
                <a:srgbClr val="0BD0D9"/>
              </a:buClr>
              <a:buSzPct val="95000"/>
              <a:buFont typeface="Wingdings 2" pitchFamily="18" charset="2"/>
              <a:buNone/>
            </a:pPr>
            <a:r>
              <a:rPr lang="en-US" sz="3200" b="1">
                <a:solidFill>
                  <a:srgbClr val="001746"/>
                </a:solidFill>
                <a:latin typeface="Times New Roman" pitchFamily="18" charset="0"/>
                <a:cs typeface="Times New Roman" pitchFamily="18" charset="0"/>
              </a:rPr>
              <a:t>Chiều: theo quy t</a:t>
            </a:r>
            <a:r>
              <a:rPr lang="vi-VN" sz="3200" b="1">
                <a:solidFill>
                  <a:srgbClr val="001746"/>
                </a:solidFill>
                <a:latin typeface="Times New Roman" pitchFamily="18" charset="0"/>
                <a:cs typeface="Times New Roman" pitchFamily="18" charset="0"/>
              </a:rPr>
              <a:t>ắc</a:t>
            </a:r>
            <a:r>
              <a:rPr lang="en-US" sz="3200" b="1">
                <a:solidFill>
                  <a:srgbClr val="001746"/>
                </a:solidFill>
                <a:latin typeface="Times New Roman" pitchFamily="18" charset="0"/>
                <a:cs typeface="Times New Roman" pitchFamily="18" charset="0"/>
              </a:rPr>
              <a:t> bàn tay trái.</a:t>
            </a:r>
          </a:p>
        </p:txBody>
      </p:sp>
      <p:sp>
        <p:nvSpPr>
          <p:cNvPr id="38" name="Content Placeholder 2"/>
          <p:cNvSpPr txBox="1">
            <a:spLocks/>
          </p:cNvSpPr>
          <p:nvPr/>
        </p:nvSpPr>
        <p:spPr bwMode="auto">
          <a:xfrm>
            <a:off x="1514475" y="4525963"/>
            <a:ext cx="25273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73050" indent="-273050"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20000"/>
              </a:spcBef>
              <a:buClr>
                <a:srgbClr val="0BD0D9"/>
              </a:buClr>
              <a:buSzPct val="95000"/>
              <a:buFont typeface="Wingdings 2" pitchFamily="18" charset="2"/>
              <a:buNone/>
            </a:pPr>
            <a:r>
              <a:rPr lang="en-US" sz="3200" b="1">
                <a:solidFill>
                  <a:srgbClr val="001746"/>
                </a:solidFill>
                <a:latin typeface="Times New Roman" pitchFamily="18" charset="0"/>
                <a:cs typeface="Times New Roman" pitchFamily="18" charset="0"/>
              </a:rPr>
              <a:t>Độ lớn: </a:t>
            </a:r>
          </a:p>
        </p:txBody>
      </p:sp>
      <p:cxnSp>
        <p:nvCxnSpPr>
          <p:cNvPr id="39" name="Straight Arrow Connector 38"/>
          <p:cNvCxnSpPr/>
          <p:nvPr/>
        </p:nvCxnSpPr>
        <p:spPr>
          <a:xfrm flipV="1">
            <a:off x="909638" y="3475038"/>
            <a:ext cx="609600" cy="563562"/>
          </a:xfrm>
          <a:prstGeom prst="straightConnector1">
            <a:avLst/>
          </a:prstGeom>
          <a:ln w="25400">
            <a:solidFill>
              <a:srgbClr val="0070C0"/>
            </a:solidFill>
            <a:tailEnd type="arrow"/>
          </a:ln>
        </p:spPr>
        <p:style>
          <a:lnRef idx="1">
            <a:schemeClr val="accent1"/>
          </a:lnRef>
          <a:fillRef idx="0">
            <a:schemeClr val="accent1"/>
          </a:fillRef>
          <a:effectRef idx="0">
            <a:schemeClr val="accent1"/>
          </a:effectRef>
          <a:fontRef idx="minor">
            <a:schemeClr val="tx1"/>
          </a:fontRef>
        </p:style>
      </p:cxnSp>
      <p:cxnSp>
        <p:nvCxnSpPr>
          <p:cNvPr id="40" name="Straight Arrow Connector 39"/>
          <p:cNvCxnSpPr/>
          <p:nvPr/>
        </p:nvCxnSpPr>
        <p:spPr>
          <a:xfrm>
            <a:off x="914400" y="4038600"/>
            <a:ext cx="609600" cy="0"/>
          </a:xfrm>
          <a:prstGeom prst="straightConnector1">
            <a:avLst/>
          </a:prstGeom>
          <a:ln w="25400">
            <a:solidFill>
              <a:srgbClr val="0070C0"/>
            </a:solidFill>
            <a:tailEnd type="arrow"/>
          </a:ln>
        </p:spPr>
        <p:style>
          <a:lnRef idx="1">
            <a:schemeClr val="accent1"/>
          </a:lnRef>
          <a:fillRef idx="0">
            <a:schemeClr val="accent1"/>
          </a:fillRef>
          <a:effectRef idx="0">
            <a:schemeClr val="accent1"/>
          </a:effectRef>
          <a:fontRef idx="minor">
            <a:schemeClr val="tx1"/>
          </a:fontRef>
        </p:style>
      </p:cxnSp>
      <p:cxnSp>
        <p:nvCxnSpPr>
          <p:cNvPr id="41" name="Straight Arrow Connector 40"/>
          <p:cNvCxnSpPr/>
          <p:nvPr/>
        </p:nvCxnSpPr>
        <p:spPr>
          <a:xfrm>
            <a:off x="914400" y="4038600"/>
            <a:ext cx="600075" cy="563563"/>
          </a:xfrm>
          <a:prstGeom prst="straightConnector1">
            <a:avLst/>
          </a:prstGeom>
          <a:ln w="25400">
            <a:solidFill>
              <a:srgbClr val="0070C0"/>
            </a:solidFill>
            <a:tailEnd type="arrow"/>
          </a:ln>
        </p:spPr>
        <p:style>
          <a:lnRef idx="1">
            <a:schemeClr val="accent1"/>
          </a:lnRef>
          <a:fillRef idx="0">
            <a:schemeClr val="accent1"/>
          </a:fillRef>
          <a:effectRef idx="0">
            <a:schemeClr val="accent1"/>
          </a:effectRef>
          <a:fontRef idx="minor">
            <a:schemeClr val="tx1"/>
          </a:fontRef>
        </p:style>
      </p:cxnSp>
      <p:graphicFrame>
        <p:nvGraphicFramePr>
          <p:cNvPr id="42" name="Object 7"/>
          <p:cNvGraphicFramePr>
            <a:graphicFrameLocks noChangeAspect="1"/>
          </p:cNvGraphicFramePr>
          <p:nvPr/>
        </p:nvGraphicFramePr>
        <p:xfrm>
          <a:off x="76200" y="3505200"/>
          <a:ext cx="825500" cy="838200"/>
        </p:xfrm>
        <a:graphic>
          <a:graphicData uri="http://schemas.openxmlformats.org/presentationml/2006/ole">
            <mc:AlternateContent xmlns:mc="http://schemas.openxmlformats.org/markup-compatibility/2006">
              <mc:Choice xmlns:v="urn:schemas-microsoft-com:vml" Requires="v">
                <p:oleObj name="Equation" r:id="rId4" imgW="203024" imgH="215713" progId="Equation.DSMT4">
                  <p:embed/>
                </p:oleObj>
              </mc:Choice>
              <mc:Fallback>
                <p:oleObj name="Equation" r:id="rId4" imgW="203024" imgH="215713"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6200" y="3505200"/>
                        <a:ext cx="8255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7659" name="Object 11"/>
          <p:cNvGraphicFramePr>
            <a:graphicFrameLocks noChangeAspect="1"/>
          </p:cNvGraphicFramePr>
          <p:nvPr/>
        </p:nvGraphicFramePr>
        <p:xfrm>
          <a:off x="7043738" y="2392363"/>
          <a:ext cx="257175" cy="341312"/>
        </p:xfrm>
        <a:graphic>
          <a:graphicData uri="http://schemas.openxmlformats.org/presentationml/2006/ole">
            <mc:AlternateContent xmlns:mc="http://schemas.openxmlformats.org/markup-compatibility/2006">
              <mc:Choice xmlns:v="urn:schemas-microsoft-com:vml" Requires="v">
                <p:oleObj name="Equation" r:id="rId6" imgW="126725" imgH="177415" progId="Equation.3">
                  <p:embed/>
                </p:oleObj>
              </mc:Choice>
              <mc:Fallback>
                <p:oleObj name="Equation" r:id="rId6" imgW="126725" imgH="177415"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043738" y="2392363"/>
                        <a:ext cx="257175" cy="3413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7" name="Arc 46"/>
          <p:cNvSpPr/>
          <p:nvPr/>
        </p:nvSpPr>
        <p:spPr>
          <a:xfrm rot="7698837" flipH="1">
            <a:off x="6613525" y="2428876"/>
            <a:ext cx="485775" cy="317500"/>
          </a:xfrm>
          <a:prstGeom prst="arc">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a:p>
        </p:txBody>
      </p:sp>
      <p:sp>
        <p:nvSpPr>
          <p:cNvPr id="49" name="Content Placeholder 2"/>
          <p:cNvSpPr txBox="1">
            <a:spLocks/>
          </p:cNvSpPr>
          <p:nvPr/>
        </p:nvSpPr>
        <p:spPr bwMode="auto">
          <a:xfrm>
            <a:off x="609600" y="5243513"/>
            <a:ext cx="6704013" cy="457200"/>
          </a:xfrm>
          <a:prstGeom prst="rect">
            <a:avLst/>
          </a:prstGeom>
          <a:noFill/>
          <a:ln w="9525">
            <a:noFill/>
            <a:miter lim="800000"/>
            <a:headEnd/>
            <a:tailEnd/>
          </a:ln>
        </p:spPr>
        <p:txBody>
          <a:bodyPr/>
          <a:lstStyle/>
          <a:p>
            <a:pPr marL="274320" indent="-274320" fontAlgn="auto">
              <a:spcBef>
                <a:spcPct val="20000"/>
              </a:spcBef>
              <a:spcAft>
                <a:spcPts val="0"/>
              </a:spcAft>
              <a:buClr>
                <a:schemeClr val="accent3"/>
              </a:buClr>
              <a:buSzPct val="95000"/>
              <a:defRPr/>
            </a:pPr>
            <a:r>
              <a:rPr lang="en-US" sz="3200" b="1" dirty="0">
                <a:solidFill>
                  <a:srgbClr val="001746"/>
                </a:solidFill>
                <a:latin typeface="Times New Roman" pitchFamily="18" charset="0"/>
                <a:cs typeface="Times New Roman" pitchFamily="18" charset="0"/>
              </a:rPr>
              <a:t>L</a:t>
            </a:r>
            <a:r>
              <a:rPr lang="vi-VN" sz="3200" b="1" dirty="0">
                <a:solidFill>
                  <a:srgbClr val="001746"/>
                </a:solidFill>
                <a:latin typeface="Times New Roman" pitchFamily="18" charset="0"/>
                <a:cs typeface="Times New Roman" pitchFamily="18" charset="0"/>
              </a:rPr>
              <a:t>ực </a:t>
            </a:r>
            <a:r>
              <a:rPr lang="en-US" sz="3200" b="1" dirty="0" err="1">
                <a:solidFill>
                  <a:srgbClr val="001746"/>
                </a:solidFill>
                <a:latin typeface="Times New Roman" pitchFamily="18" charset="0"/>
                <a:cs typeface="Times New Roman" pitchFamily="18" charset="0"/>
              </a:rPr>
              <a:t>từ</a:t>
            </a:r>
            <a:r>
              <a:rPr lang="en-US" sz="3200" b="1" dirty="0">
                <a:solidFill>
                  <a:srgbClr val="001746"/>
                </a:solidFill>
                <a:latin typeface="Times New Roman" pitchFamily="18" charset="0"/>
                <a:cs typeface="Times New Roman" pitchFamily="18" charset="0"/>
              </a:rPr>
              <a:t> </a:t>
            </a:r>
            <a:r>
              <a:rPr lang="en-US" sz="3200" b="1" dirty="0" err="1">
                <a:solidFill>
                  <a:srgbClr val="001746"/>
                </a:solidFill>
                <a:latin typeface="Times New Roman" pitchFamily="18" charset="0"/>
                <a:cs typeface="Times New Roman" pitchFamily="18" charset="0"/>
              </a:rPr>
              <a:t>tác</a:t>
            </a:r>
            <a:r>
              <a:rPr lang="en-US" sz="3200" b="1" dirty="0">
                <a:solidFill>
                  <a:srgbClr val="001746"/>
                </a:solidFill>
                <a:latin typeface="Times New Roman" pitchFamily="18" charset="0"/>
                <a:cs typeface="Times New Roman" pitchFamily="18" charset="0"/>
              </a:rPr>
              <a:t> </a:t>
            </a:r>
            <a:r>
              <a:rPr lang="en-US" sz="3200" b="1" dirty="0" err="1">
                <a:solidFill>
                  <a:srgbClr val="001746"/>
                </a:solidFill>
                <a:latin typeface="Times New Roman" pitchFamily="18" charset="0"/>
                <a:cs typeface="Times New Roman" pitchFamily="18" charset="0"/>
              </a:rPr>
              <a:t>dụng</a:t>
            </a:r>
            <a:r>
              <a:rPr lang="en-US" sz="3200" b="1" dirty="0">
                <a:solidFill>
                  <a:srgbClr val="001746"/>
                </a:solidFill>
                <a:latin typeface="Times New Roman" pitchFamily="18" charset="0"/>
                <a:cs typeface="Times New Roman" pitchFamily="18" charset="0"/>
              </a:rPr>
              <a:t> </a:t>
            </a:r>
            <a:r>
              <a:rPr lang="en-US" sz="3200" b="1" dirty="0" err="1">
                <a:solidFill>
                  <a:srgbClr val="001746"/>
                </a:solidFill>
                <a:latin typeface="Times New Roman" pitchFamily="18" charset="0"/>
                <a:cs typeface="Times New Roman" pitchFamily="18" charset="0"/>
              </a:rPr>
              <a:t>lên</a:t>
            </a:r>
            <a:r>
              <a:rPr lang="en-US" sz="3200" b="1" dirty="0">
                <a:solidFill>
                  <a:srgbClr val="001746"/>
                </a:solidFill>
                <a:latin typeface="Times New Roman" pitchFamily="18" charset="0"/>
                <a:cs typeface="Times New Roman" pitchFamily="18" charset="0"/>
              </a:rPr>
              <a:t> </a:t>
            </a:r>
            <a:r>
              <a:rPr lang="en-US" sz="3200" b="1" dirty="0" err="1">
                <a:solidFill>
                  <a:srgbClr val="001746"/>
                </a:solidFill>
                <a:latin typeface="Times New Roman" pitchFamily="18" charset="0"/>
                <a:cs typeface="Times New Roman" pitchFamily="18" charset="0"/>
              </a:rPr>
              <a:t>cả</a:t>
            </a:r>
            <a:r>
              <a:rPr lang="en-US" sz="3200" b="1" dirty="0">
                <a:solidFill>
                  <a:srgbClr val="001746"/>
                </a:solidFill>
                <a:latin typeface="Times New Roman" pitchFamily="18" charset="0"/>
                <a:cs typeface="Times New Roman" pitchFamily="18" charset="0"/>
              </a:rPr>
              <a:t> </a:t>
            </a:r>
            <a:r>
              <a:rPr lang="en-US" sz="3200" b="1" dirty="0" err="1">
                <a:solidFill>
                  <a:srgbClr val="001746"/>
                </a:solidFill>
                <a:latin typeface="Times New Roman" pitchFamily="18" charset="0"/>
                <a:cs typeface="Times New Roman" pitchFamily="18" charset="0"/>
              </a:rPr>
              <a:t>dòng</a:t>
            </a:r>
            <a:r>
              <a:rPr lang="en-US" sz="3200" b="1" dirty="0">
                <a:solidFill>
                  <a:srgbClr val="001746"/>
                </a:solidFill>
                <a:latin typeface="Times New Roman" pitchFamily="18" charset="0"/>
                <a:cs typeface="Times New Roman" pitchFamily="18" charset="0"/>
              </a:rPr>
              <a:t> </a:t>
            </a:r>
            <a:r>
              <a:rPr lang="vi-VN" sz="3200" b="1" dirty="0">
                <a:solidFill>
                  <a:srgbClr val="001746"/>
                </a:solidFill>
                <a:latin typeface="Times New Roman" pitchFamily="18" charset="0"/>
                <a:cs typeface="Times New Roman" pitchFamily="18" charset="0"/>
              </a:rPr>
              <a:t>đ</a:t>
            </a:r>
            <a:r>
              <a:rPr lang="en-US" sz="3200" b="1" dirty="0" err="1">
                <a:solidFill>
                  <a:srgbClr val="001746"/>
                </a:solidFill>
                <a:latin typeface="Times New Roman" pitchFamily="18" charset="0"/>
                <a:cs typeface="Times New Roman" pitchFamily="18" charset="0"/>
              </a:rPr>
              <a:t>iện</a:t>
            </a:r>
            <a:r>
              <a:rPr lang="en-US" sz="3200" b="1" dirty="0">
                <a:solidFill>
                  <a:srgbClr val="001746"/>
                </a:solidFill>
                <a:latin typeface="Times New Roman" pitchFamily="18" charset="0"/>
                <a:cs typeface="Times New Roman" pitchFamily="18" charset="0"/>
              </a:rPr>
              <a:t> : </a:t>
            </a:r>
          </a:p>
        </p:txBody>
      </p:sp>
      <p:sp>
        <p:nvSpPr>
          <p:cNvPr id="45" name="Rectangle 44"/>
          <p:cNvSpPr>
            <a:spLocks noChangeArrowheads="1"/>
          </p:cNvSpPr>
          <p:nvPr/>
        </p:nvSpPr>
        <p:spPr bwMode="auto">
          <a:xfrm>
            <a:off x="152400" y="5257800"/>
            <a:ext cx="55245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sz="3600" b="1">
                <a:solidFill>
                  <a:srgbClr val="0808FC"/>
                </a:solidFill>
                <a:latin typeface="Times New Roman" pitchFamily="18" charset="0"/>
                <a:sym typeface="Wingdings" pitchFamily="2" charset="2"/>
              </a:rPr>
              <a:t></a:t>
            </a:r>
            <a:endParaRPr lang="en-US" sz="3600">
              <a:solidFill>
                <a:srgbClr val="0808FC"/>
              </a:solidFill>
            </a:endParaRPr>
          </a:p>
        </p:txBody>
      </p:sp>
      <mc:AlternateContent xmlns:mc="http://schemas.openxmlformats.org/markup-compatibility/2006" xmlns:a14="http://schemas.microsoft.com/office/drawing/2010/main">
        <mc:Choice Requires="a14">
          <p:sp>
            <p:nvSpPr>
              <p:cNvPr id="7" name="Rectangle 6"/>
              <p:cNvSpPr/>
              <p:nvPr/>
            </p:nvSpPr>
            <p:spPr>
              <a:xfrm>
                <a:off x="989012" y="2238656"/>
                <a:ext cx="3052763" cy="914400"/>
              </a:xfrm>
              <a:prstGeom prst="rect">
                <a:avLst/>
              </a:prstGeom>
              <a:noFill/>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2800" b="1"/>
                  <a:t>d</a:t>
                </a:r>
                <a14:m>
                  <m:oMath xmlns:m="http://schemas.openxmlformats.org/officeDocument/2006/math">
                    <m:acc>
                      <m:accPr>
                        <m:chr m:val="⃗"/>
                        <m:ctrlPr>
                          <a:rPr lang="en-US" sz="2800" b="1" i="1" smtClean="0">
                            <a:latin typeface="Cambria Math" panose="02040503050406030204" pitchFamily="18" charset="0"/>
                          </a:rPr>
                        </m:ctrlPr>
                      </m:accPr>
                      <m:e>
                        <m:r>
                          <a:rPr lang="en-US" sz="2800" b="1" i="1" smtClean="0">
                            <a:latin typeface="Cambria Math"/>
                          </a:rPr>
                          <m:t>𝑭</m:t>
                        </m:r>
                      </m:e>
                    </m:acc>
                  </m:oMath>
                </a14:m>
                <a:r>
                  <a:rPr lang="en-US" sz="2800" b="1"/>
                  <a:t> = </a:t>
                </a:r>
                <a14:m>
                  <m:oMath xmlns:m="http://schemas.openxmlformats.org/officeDocument/2006/math">
                    <m:r>
                      <a:rPr lang="en-US" sz="2800" b="1" i="1" smtClean="0">
                        <a:latin typeface="Cambria Math"/>
                      </a:rPr>
                      <m:t>𝑰</m:t>
                    </m:r>
                    <m:r>
                      <a:rPr lang="en-US" sz="2800" b="1" i="0" smtClean="0">
                        <a:latin typeface="Cambria Math"/>
                      </a:rPr>
                      <m:t>𝐝</m:t>
                    </m:r>
                    <m:acc>
                      <m:accPr>
                        <m:chr m:val="⃗"/>
                        <m:ctrlPr>
                          <a:rPr lang="en-US" sz="2800" b="1" i="1" smtClean="0">
                            <a:latin typeface="Cambria Math" panose="02040503050406030204" pitchFamily="18" charset="0"/>
                          </a:rPr>
                        </m:ctrlPr>
                      </m:accPr>
                      <m:e>
                        <m:r>
                          <a:rPr lang="en-US" sz="2800" b="1" i="1" smtClean="0">
                            <a:latin typeface="Cambria Math"/>
                          </a:rPr>
                          <m:t>𝒍</m:t>
                        </m:r>
                      </m:e>
                    </m:acc>
                  </m:oMath>
                </a14:m>
                <a:r>
                  <a:rPr lang="en-US" sz="2800" b="1"/>
                  <a:t>.</a:t>
                </a:r>
                <a14:m>
                  <m:oMath xmlns:m="http://schemas.openxmlformats.org/officeDocument/2006/math">
                    <m:acc>
                      <m:accPr>
                        <m:chr m:val="⃗"/>
                        <m:ctrlPr>
                          <a:rPr lang="en-US" sz="2800" b="1" i="1" smtClean="0">
                            <a:latin typeface="Cambria Math" panose="02040503050406030204" pitchFamily="18" charset="0"/>
                          </a:rPr>
                        </m:ctrlPr>
                      </m:accPr>
                      <m:e>
                        <m:r>
                          <a:rPr lang="en-US" sz="2800" b="1" i="1" smtClean="0">
                            <a:latin typeface="Cambria Math"/>
                          </a:rPr>
                          <m:t>𝑩</m:t>
                        </m:r>
                      </m:e>
                    </m:acc>
                  </m:oMath>
                </a14:m>
                <a:endParaRPr lang="en-US" sz="2800" b="1"/>
              </a:p>
            </p:txBody>
          </p:sp>
        </mc:Choice>
        <mc:Fallback xmlns="">
          <p:sp>
            <p:nvSpPr>
              <p:cNvPr id="7" name="Rectangle 6"/>
              <p:cNvSpPr>
                <a:spLocks noRot="1" noChangeAspect="1" noMove="1" noResize="1" noEditPoints="1" noAdjustHandles="1" noChangeArrowheads="1" noChangeShapeType="1" noTextEdit="1"/>
              </p:cNvSpPr>
              <p:nvPr/>
            </p:nvSpPr>
            <p:spPr>
              <a:xfrm>
                <a:off x="989012" y="2238656"/>
                <a:ext cx="3052763" cy="914400"/>
              </a:xfrm>
              <a:prstGeom prst="rect">
                <a:avLst/>
              </a:prstGeom>
              <a:blipFill rotWithShape="1">
                <a:blip r:embed="rId8"/>
                <a:stretch>
                  <a:fillRect b="-1333"/>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Rectangle 8"/>
              <p:cNvSpPr/>
              <p:nvPr/>
            </p:nvSpPr>
            <p:spPr>
              <a:xfrm>
                <a:off x="6402407" y="1954599"/>
                <a:ext cx="457200" cy="479143"/>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1" i="1">
                          <a:latin typeface="Cambria Math"/>
                        </a:rPr>
                        <m:t>𝑰</m:t>
                      </m:r>
                      <m:r>
                        <a:rPr lang="en-US" sz="2800" b="1">
                          <a:latin typeface="Cambria Math"/>
                        </a:rPr>
                        <m:t>𝐝</m:t>
                      </m:r>
                      <m:acc>
                        <m:accPr>
                          <m:chr m:val="⃗"/>
                          <m:ctrlPr>
                            <a:rPr lang="en-US" sz="2800" b="1" i="1">
                              <a:latin typeface="Cambria Math" panose="02040503050406030204" pitchFamily="18" charset="0"/>
                            </a:rPr>
                          </m:ctrlPr>
                        </m:accPr>
                        <m:e>
                          <m:r>
                            <a:rPr lang="en-US" sz="2800" b="1" i="1">
                              <a:latin typeface="Cambria Math"/>
                            </a:rPr>
                            <m:t>𝒍</m:t>
                          </m:r>
                        </m:e>
                      </m:acc>
                    </m:oMath>
                  </m:oMathPara>
                </a14:m>
                <a:endParaRPr lang="en-US" sz="2800"/>
              </a:p>
            </p:txBody>
          </p:sp>
        </mc:Choice>
        <mc:Fallback xmlns="">
          <p:sp>
            <p:nvSpPr>
              <p:cNvPr id="9" name="Rectangle 8"/>
              <p:cNvSpPr>
                <a:spLocks noRot="1" noChangeAspect="1" noMove="1" noResize="1" noEditPoints="1" noAdjustHandles="1" noChangeArrowheads="1" noChangeShapeType="1" noTextEdit="1"/>
              </p:cNvSpPr>
              <p:nvPr/>
            </p:nvSpPr>
            <p:spPr>
              <a:xfrm>
                <a:off x="6402407" y="1954599"/>
                <a:ext cx="457200" cy="479143"/>
              </a:xfrm>
              <a:prstGeom prst="rect">
                <a:avLst/>
              </a:prstGeom>
              <a:blipFill rotWithShape="1">
                <a:blip r:embed="rId9"/>
                <a:stretch>
                  <a:fillRect l="-12000"/>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Rectangle 10"/>
              <p:cNvSpPr/>
              <p:nvPr/>
            </p:nvSpPr>
            <p:spPr>
              <a:xfrm>
                <a:off x="6883358" y="5108844"/>
                <a:ext cx="1828800" cy="914400"/>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14:m>
                  <m:oMath xmlns:m="http://schemas.openxmlformats.org/officeDocument/2006/math">
                    <m:acc>
                      <m:accPr>
                        <m:chr m:val="⃗"/>
                        <m:ctrlPr>
                          <a:rPr lang="en-US" sz="2800" b="1" i="1" smtClean="0">
                            <a:latin typeface="Cambria Math" panose="02040503050406030204" pitchFamily="18" charset="0"/>
                          </a:rPr>
                        </m:ctrlPr>
                      </m:accPr>
                      <m:e>
                        <m:r>
                          <a:rPr lang="en-US" sz="2800" b="1" i="1" smtClean="0">
                            <a:latin typeface="Cambria Math"/>
                          </a:rPr>
                          <m:t>𝑭</m:t>
                        </m:r>
                      </m:e>
                    </m:acc>
                  </m:oMath>
                </a14:m>
                <a:r>
                  <a:rPr lang="en-US" sz="2800" b="1"/>
                  <a:t> = </a:t>
                </a:r>
                <a14:m>
                  <m:oMath xmlns:m="http://schemas.openxmlformats.org/officeDocument/2006/math">
                    <m:nary>
                      <m:naryPr>
                        <m:chr m:val="∮"/>
                        <m:limLoc m:val="undOvr"/>
                        <m:subHide m:val="on"/>
                        <m:supHide m:val="on"/>
                        <m:ctrlPr>
                          <a:rPr lang="en-US" sz="2800" b="1" i="1" smtClean="0">
                            <a:latin typeface="Cambria Math" panose="02040503050406030204" pitchFamily="18" charset="0"/>
                          </a:rPr>
                        </m:ctrlPr>
                      </m:naryPr>
                      <m:sub/>
                      <m:sup/>
                      <m:e>
                        <m:r>
                          <a:rPr lang="en-US" sz="2800" b="1" i="1" smtClean="0">
                            <a:latin typeface="Cambria Math"/>
                          </a:rPr>
                          <m:t>𝒅</m:t>
                        </m:r>
                        <m:acc>
                          <m:accPr>
                            <m:chr m:val="⃗"/>
                            <m:ctrlPr>
                              <a:rPr lang="en-US" sz="2800" b="1" i="1" smtClean="0">
                                <a:latin typeface="Cambria Math" panose="02040503050406030204" pitchFamily="18" charset="0"/>
                              </a:rPr>
                            </m:ctrlPr>
                          </m:accPr>
                          <m:e>
                            <m:r>
                              <a:rPr lang="en-US" sz="2800" b="1" i="1" smtClean="0">
                                <a:latin typeface="Cambria Math"/>
                              </a:rPr>
                              <m:t>𝑭</m:t>
                            </m:r>
                          </m:e>
                        </m:acc>
                      </m:e>
                    </m:nary>
                  </m:oMath>
                </a14:m>
                <a:endParaRPr lang="en-US" sz="2800" b="1"/>
              </a:p>
            </p:txBody>
          </p:sp>
        </mc:Choice>
        <mc:Fallback xmlns="">
          <p:sp>
            <p:nvSpPr>
              <p:cNvPr id="11" name="Rectangle 10"/>
              <p:cNvSpPr>
                <a:spLocks noRot="1" noChangeAspect="1" noMove="1" noResize="1" noEditPoints="1" noAdjustHandles="1" noChangeArrowheads="1" noChangeShapeType="1" noTextEdit="1"/>
              </p:cNvSpPr>
              <p:nvPr/>
            </p:nvSpPr>
            <p:spPr>
              <a:xfrm>
                <a:off x="6883358" y="5108844"/>
                <a:ext cx="1828800" cy="914400"/>
              </a:xfrm>
              <a:prstGeom prst="rect">
                <a:avLst/>
              </a:prstGeom>
              <a:blipFill rotWithShape="1">
                <a:blip r:embed="rId10"/>
                <a:stretch>
                  <a:fillRect/>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6" name="Rectangle 45"/>
              <p:cNvSpPr/>
              <p:nvPr/>
            </p:nvSpPr>
            <p:spPr>
              <a:xfrm>
                <a:off x="5949557" y="3351929"/>
                <a:ext cx="457200" cy="479143"/>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1">
                          <a:latin typeface="Cambria Math"/>
                        </a:rPr>
                        <m:t>𝐝</m:t>
                      </m:r>
                      <m:acc>
                        <m:accPr>
                          <m:chr m:val="⃗"/>
                          <m:ctrlPr>
                            <a:rPr lang="en-US" sz="2800" b="1" i="1">
                              <a:latin typeface="Cambria Math" panose="02040503050406030204" pitchFamily="18" charset="0"/>
                            </a:rPr>
                          </m:ctrlPr>
                        </m:accPr>
                        <m:e>
                          <m:r>
                            <a:rPr lang="en-US" sz="2800" b="1" i="1" smtClean="0">
                              <a:latin typeface="Cambria Math"/>
                            </a:rPr>
                            <m:t>𝑭</m:t>
                          </m:r>
                        </m:e>
                      </m:acc>
                    </m:oMath>
                  </m:oMathPara>
                </a14:m>
                <a:endParaRPr lang="en-US" sz="2800"/>
              </a:p>
            </p:txBody>
          </p:sp>
        </mc:Choice>
        <mc:Fallback xmlns="">
          <p:sp>
            <p:nvSpPr>
              <p:cNvPr id="46" name="Rectangle 45"/>
              <p:cNvSpPr>
                <a:spLocks noRot="1" noChangeAspect="1" noMove="1" noResize="1" noEditPoints="1" noAdjustHandles="1" noChangeArrowheads="1" noChangeShapeType="1" noTextEdit="1"/>
              </p:cNvSpPr>
              <p:nvPr/>
            </p:nvSpPr>
            <p:spPr>
              <a:xfrm>
                <a:off x="5949557" y="3351929"/>
                <a:ext cx="457200" cy="479143"/>
              </a:xfrm>
              <a:prstGeom prst="rect">
                <a:avLst/>
              </a:prstGeom>
              <a:blipFill rotWithShape="1">
                <a:blip r:embed="rId11"/>
                <a:stretch>
                  <a:fillRect l="-4000"/>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8" name="Rectangle 47"/>
              <p:cNvSpPr/>
              <p:nvPr/>
            </p:nvSpPr>
            <p:spPr>
              <a:xfrm>
                <a:off x="8077200" y="3035441"/>
                <a:ext cx="457200" cy="479143"/>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acc>
                        <m:accPr>
                          <m:chr m:val="⃗"/>
                          <m:ctrlPr>
                            <a:rPr lang="en-US" sz="2800" b="1" i="1" smtClean="0">
                              <a:latin typeface="Cambria Math" panose="02040503050406030204" pitchFamily="18" charset="0"/>
                            </a:rPr>
                          </m:ctrlPr>
                        </m:accPr>
                        <m:e>
                          <m:r>
                            <a:rPr lang="en-US" sz="2800" b="1" i="1" smtClean="0">
                              <a:latin typeface="Cambria Math"/>
                            </a:rPr>
                            <m:t>𝑩</m:t>
                          </m:r>
                        </m:e>
                      </m:acc>
                    </m:oMath>
                  </m:oMathPara>
                </a14:m>
                <a:endParaRPr lang="en-US" sz="2800"/>
              </a:p>
            </p:txBody>
          </p:sp>
        </mc:Choice>
        <mc:Fallback xmlns="">
          <p:sp>
            <p:nvSpPr>
              <p:cNvPr id="48" name="Rectangle 47"/>
              <p:cNvSpPr>
                <a:spLocks noRot="1" noChangeAspect="1" noMove="1" noResize="1" noEditPoints="1" noAdjustHandles="1" noChangeArrowheads="1" noChangeShapeType="1" noTextEdit="1"/>
              </p:cNvSpPr>
              <p:nvPr/>
            </p:nvSpPr>
            <p:spPr>
              <a:xfrm>
                <a:off x="8077200" y="3035441"/>
                <a:ext cx="457200" cy="479143"/>
              </a:xfrm>
              <a:prstGeom prst="rect">
                <a:avLst/>
              </a:prstGeom>
              <a:blipFill rotWithShape="1">
                <a:blip r:embed="rId12"/>
                <a:stretch>
                  <a:fillRect/>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0" name="Rectangle 49"/>
              <p:cNvSpPr/>
              <p:nvPr/>
            </p:nvSpPr>
            <p:spPr>
              <a:xfrm>
                <a:off x="3072740" y="3235466"/>
                <a:ext cx="2438400" cy="479143"/>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14:m>
                  <m:oMath xmlns:m="http://schemas.openxmlformats.org/officeDocument/2006/math">
                    <m:r>
                      <a:rPr lang="en-US" sz="2800" b="1" i="1" smtClean="0">
                        <a:latin typeface="Cambria Math"/>
                      </a:rPr>
                      <m:t>⊥</m:t>
                    </m:r>
                    <m:r>
                      <a:rPr lang="en-US" sz="2800" b="1" i="0" smtClean="0">
                        <a:latin typeface="Cambria Math"/>
                      </a:rPr>
                      <m:t>𝐦𝐩</m:t>
                    </m:r>
                    <m:r>
                      <a:rPr lang="en-US" sz="2800" b="1" i="1" smtClean="0">
                        <a:latin typeface="Cambria Math"/>
                      </a:rPr>
                      <m:t> (</m:t>
                    </m:r>
                    <m:r>
                      <a:rPr lang="en-US" sz="2800" b="1" i="1" smtClean="0">
                        <a:latin typeface="Cambria Math"/>
                      </a:rPr>
                      <m:t>𝑰</m:t>
                    </m:r>
                    <m:r>
                      <a:rPr lang="en-US" sz="2800" b="1">
                        <a:latin typeface="Cambria Math"/>
                      </a:rPr>
                      <m:t>𝐝</m:t>
                    </m:r>
                    <m:acc>
                      <m:accPr>
                        <m:chr m:val="⃗"/>
                        <m:ctrlPr>
                          <a:rPr lang="en-US" sz="2800" b="1" i="1">
                            <a:latin typeface="Cambria Math" panose="02040503050406030204" pitchFamily="18" charset="0"/>
                          </a:rPr>
                        </m:ctrlPr>
                      </m:accPr>
                      <m:e>
                        <m:r>
                          <a:rPr lang="en-US" sz="2800" b="1" i="1">
                            <a:latin typeface="Cambria Math"/>
                          </a:rPr>
                          <m:t>𝒍</m:t>
                        </m:r>
                      </m:e>
                    </m:acc>
                  </m:oMath>
                </a14:m>
                <a:r>
                  <a:rPr lang="en-US" sz="2800"/>
                  <a:t>,</a:t>
                </a:r>
                <a14:m>
                  <m:oMath xmlns:m="http://schemas.openxmlformats.org/officeDocument/2006/math">
                    <m:acc>
                      <m:accPr>
                        <m:chr m:val="⃗"/>
                        <m:ctrlPr>
                          <a:rPr lang="en-US" sz="2800" i="1" smtClean="0">
                            <a:latin typeface="Cambria Math" panose="02040503050406030204" pitchFamily="18" charset="0"/>
                          </a:rPr>
                        </m:ctrlPr>
                      </m:accPr>
                      <m:e>
                        <m:r>
                          <a:rPr lang="en-US" sz="2800" b="1" i="1" smtClean="0">
                            <a:latin typeface="Cambria Math"/>
                          </a:rPr>
                          <m:t>𝑩</m:t>
                        </m:r>
                        <m:r>
                          <a:rPr lang="en-US" sz="2800" b="0" i="1" smtClean="0">
                            <a:latin typeface="Cambria Math"/>
                          </a:rPr>
                          <m:t>)</m:t>
                        </m:r>
                      </m:e>
                    </m:acc>
                  </m:oMath>
                </a14:m>
                <a:endParaRPr lang="en-US" sz="2800"/>
              </a:p>
            </p:txBody>
          </p:sp>
        </mc:Choice>
        <mc:Fallback xmlns="">
          <p:sp>
            <p:nvSpPr>
              <p:cNvPr id="50" name="Rectangle 49"/>
              <p:cNvSpPr>
                <a:spLocks noRot="1" noChangeAspect="1" noMove="1" noResize="1" noEditPoints="1" noAdjustHandles="1" noChangeArrowheads="1" noChangeShapeType="1" noTextEdit="1"/>
              </p:cNvSpPr>
              <p:nvPr/>
            </p:nvSpPr>
            <p:spPr>
              <a:xfrm>
                <a:off x="3072740" y="3235466"/>
                <a:ext cx="2438400" cy="479143"/>
              </a:xfrm>
              <a:prstGeom prst="rect">
                <a:avLst/>
              </a:prstGeom>
              <a:blipFill rotWithShape="1">
                <a:blip r:embed="rId13"/>
                <a:stretch>
                  <a:fillRect t="-8974" b="-48718"/>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1" name="Rectangle 50"/>
              <p:cNvSpPr/>
              <p:nvPr/>
            </p:nvSpPr>
            <p:spPr>
              <a:xfrm>
                <a:off x="3152897" y="4591191"/>
                <a:ext cx="3025259" cy="479143"/>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1" i="1" smtClean="0">
                          <a:latin typeface="Cambria Math"/>
                        </a:rPr>
                        <m:t>𝒅𝑭</m:t>
                      </m:r>
                      <m:r>
                        <a:rPr lang="en-US" sz="2800" b="1" i="1" smtClean="0">
                          <a:latin typeface="Cambria Math"/>
                        </a:rPr>
                        <m:t>=</m:t>
                      </m:r>
                      <m:r>
                        <a:rPr lang="en-US" sz="2800" b="1" i="1" smtClean="0">
                          <a:latin typeface="Cambria Math"/>
                        </a:rPr>
                        <m:t>𝑰𝒅𝒍</m:t>
                      </m:r>
                      <m:r>
                        <a:rPr lang="en-US" sz="2800" b="1" i="1" smtClean="0">
                          <a:latin typeface="Cambria Math"/>
                        </a:rPr>
                        <m:t>.</m:t>
                      </m:r>
                      <m:r>
                        <a:rPr lang="en-US" sz="2800" b="1" i="1" smtClean="0">
                          <a:latin typeface="Cambria Math"/>
                        </a:rPr>
                        <m:t>𝑩</m:t>
                      </m:r>
                      <m:r>
                        <a:rPr lang="en-US" sz="2800" b="1" i="1" smtClean="0">
                          <a:latin typeface="Cambria Math"/>
                        </a:rPr>
                        <m:t>.</m:t>
                      </m:r>
                      <m:r>
                        <a:rPr lang="en-US" sz="2800" b="1" i="1" smtClean="0">
                          <a:latin typeface="Cambria Math"/>
                        </a:rPr>
                        <m:t>𝒔𝒊𝒏</m:t>
                      </m:r>
                      <m:r>
                        <a:rPr lang="el-GR" sz="2800" b="1" i="1" smtClean="0">
                          <a:latin typeface="Cambria Math"/>
                        </a:rPr>
                        <m:t>𝜽</m:t>
                      </m:r>
                    </m:oMath>
                  </m:oMathPara>
                </a14:m>
                <a:endParaRPr lang="en-US" sz="2800" i="1"/>
              </a:p>
            </p:txBody>
          </p:sp>
        </mc:Choice>
        <mc:Fallback xmlns="">
          <p:sp>
            <p:nvSpPr>
              <p:cNvPr id="51" name="Rectangle 50"/>
              <p:cNvSpPr>
                <a:spLocks noRot="1" noChangeAspect="1" noMove="1" noResize="1" noEditPoints="1" noAdjustHandles="1" noChangeArrowheads="1" noChangeShapeType="1" noTextEdit="1"/>
              </p:cNvSpPr>
              <p:nvPr/>
            </p:nvSpPr>
            <p:spPr>
              <a:xfrm>
                <a:off x="3152897" y="4591191"/>
                <a:ext cx="3025259" cy="479143"/>
              </a:xfrm>
              <a:prstGeom prst="rect">
                <a:avLst/>
              </a:prstGeom>
              <a:blipFill rotWithShape="1">
                <a:blip r:embed="rId14"/>
                <a:stretch>
                  <a:fillRect/>
                </a:stretch>
              </a:blipFill>
              <a:ln>
                <a:noFill/>
              </a:ln>
            </p:spPr>
            <p:txBody>
              <a:bodyPr/>
              <a:lstStyle/>
              <a:p>
                <a:r>
                  <a:rPr lang="en-US">
                    <a:noFill/>
                  </a:rPr>
                  <a:t> </a:t>
                </a:r>
              </a:p>
            </p:txBody>
          </p:sp>
        </mc:Fallback>
      </mc:AlternateContent>
      <p:sp>
        <p:nvSpPr>
          <p:cNvPr id="34" name="Title 1"/>
          <p:cNvSpPr txBox="1">
            <a:spLocks/>
          </p:cNvSpPr>
          <p:nvPr/>
        </p:nvSpPr>
        <p:spPr bwMode="auto">
          <a:xfrm>
            <a:off x="228600" y="-152400"/>
            <a:ext cx="8763000" cy="604838"/>
          </a:xfrm>
          <a:prstGeom prst="rect">
            <a:avLst/>
          </a:prstGeom>
          <a:noFill/>
          <a:ln w="9525">
            <a:noFill/>
            <a:miter lim="800000"/>
            <a:headEnd/>
            <a:tailEnd/>
          </a:ln>
        </p:spPr>
        <p:txBody>
          <a:bodyPr lIns="0" rIns="0" bIns="0" anchor="b"/>
          <a:lstStyle/>
          <a:p>
            <a:pPr>
              <a:spcBef>
                <a:spcPts val="2400"/>
              </a:spcBef>
              <a:defRPr/>
            </a:pPr>
            <a:r>
              <a:rPr lang="en-US" sz="2800" b="1" dirty="0">
                <a:solidFill>
                  <a:srgbClr val="FF0000"/>
                </a:solidFill>
                <a:latin typeface="Times New Roman" pitchFamily="18" charset="0"/>
                <a:ea typeface="+mj-ea"/>
                <a:cs typeface="Times New Roman" pitchFamily="18" charset="0"/>
              </a:rPr>
              <a:t>9.3  TÁC DỤNG CỦA TỪ TR</a:t>
            </a:r>
            <a:r>
              <a:rPr lang="vi-VN" sz="2800" b="1" dirty="0">
                <a:solidFill>
                  <a:srgbClr val="FF0000"/>
                </a:solidFill>
                <a:latin typeface="Times New Roman" pitchFamily="18" charset="0"/>
                <a:ea typeface="+mj-ea"/>
                <a:cs typeface="Times New Roman" pitchFamily="18" charset="0"/>
              </a:rPr>
              <a:t>ƯỜ</a:t>
            </a:r>
            <a:r>
              <a:rPr lang="en-US" sz="2800" b="1" dirty="0">
                <a:solidFill>
                  <a:srgbClr val="FF0000"/>
                </a:solidFill>
                <a:latin typeface="Times New Roman" pitchFamily="18" charset="0"/>
                <a:ea typeface="+mj-ea"/>
                <a:cs typeface="Times New Roman" pitchFamily="18" charset="0"/>
              </a:rPr>
              <a:t>NG LÊN DÒNG ĐIỆN</a:t>
            </a:r>
          </a:p>
        </p:txBody>
      </p:sp>
      <p:sp>
        <p:nvSpPr>
          <p:cNvPr id="35" name="Content Placeholder 2"/>
          <p:cNvSpPr txBox="1">
            <a:spLocks/>
          </p:cNvSpPr>
          <p:nvPr/>
        </p:nvSpPr>
        <p:spPr bwMode="auto">
          <a:xfrm>
            <a:off x="458788" y="452438"/>
            <a:ext cx="3427412" cy="609600"/>
          </a:xfrm>
          <a:prstGeom prst="rect">
            <a:avLst/>
          </a:prstGeom>
          <a:noFill/>
          <a:ln w="9525">
            <a:noFill/>
            <a:miter lim="800000"/>
            <a:headEnd/>
            <a:tailEnd/>
          </a:ln>
        </p:spPr>
        <p:txBody>
          <a:bodyPr/>
          <a:lstStyle/>
          <a:p>
            <a:pPr marL="274320" indent="-274320" fontAlgn="auto">
              <a:spcBef>
                <a:spcPct val="20000"/>
              </a:spcBef>
              <a:spcAft>
                <a:spcPts val="0"/>
              </a:spcAft>
              <a:buClr>
                <a:schemeClr val="accent3"/>
              </a:buClr>
              <a:buSzPct val="95000"/>
              <a:defRPr/>
            </a:pPr>
            <a:r>
              <a:rPr lang="en-US" sz="2800" b="1" dirty="0">
                <a:solidFill>
                  <a:srgbClr val="0808FC"/>
                </a:solidFill>
                <a:latin typeface="Times New Roman" pitchFamily="18" charset="0"/>
                <a:cs typeface="Times New Roman" pitchFamily="18" charset="0"/>
              </a:rPr>
              <a:t>9.3.1 </a:t>
            </a:r>
            <a:r>
              <a:rPr lang="en-US" sz="2800" b="1" u="sng" dirty="0">
                <a:solidFill>
                  <a:srgbClr val="0808FC"/>
                </a:solidFill>
                <a:latin typeface="Times New Roman" pitchFamily="18" charset="0"/>
                <a:cs typeface="Times New Roman" pitchFamily="18" charset="0"/>
              </a:rPr>
              <a:t>L</a:t>
            </a:r>
            <a:r>
              <a:rPr lang="vi-VN" sz="2800" b="1" u="sng" dirty="0">
                <a:solidFill>
                  <a:srgbClr val="0808FC"/>
                </a:solidFill>
                <a:latin typeface="Times New Roman" pitchFamily="18" charset="0"/>
                <a:cs typeface="Times New Roman" pitchFamily="18" charset="0"/>
              </a:rPr>
              <a:t>ực</a:t>
            </a:r>
            <a:r>
              <a:rPr lang="en-US" sz="2800" b="1" u="sng" dirty="0">
                <a:solidFill>
                  <a:srgbClr val="0808FC"/>
                </a:solidFill>
                <a:latin typeface="Times New Roman" pitchFamily="18" charset="0"/>
                <a:cs typeface="Times New Roman" pitchFamily="18" charset="0"/>
              </a:rPr>
              <a:t> </a:t>
            </a:r>
            <a:r>
              <a:rPr lang="en-US" sz="2800" b="1" u="sng" dirty="0" err="1">
                <a:solidFill>
                  <a:srgbClr val="0808FC"/>
                </a:solidFill>
                <a:latin typeface="Times New Roman" pitchFamily="18" charset="0"/>
                <a:cs typeface="Times New Roman" pitchFamily="18" charset="0"/>
              </a:rPr>
              <a:t>Ampère</a:t>
            </a:r>
            <a:endParaRPr lang="en-US" sz="2800" b="1" u="sng" dirty="0">
              <a:solidFill>
                <a:srgbClr val="0808FC"/>
              </a:solidFill>
              <a:latin typeface="Times New Roman" pitchFamily="18" charset="0"/>
              <a:cs typeface="Times New Roman" pitchFamily="18" charset="0"/>
            </a:endParaRPr>
          </a:p>
        </p:txBody>
      </p:sp>
      <mc:AlternateContent xmlns:mc="http://schemas.openxmlformats.org/markup-compatibility/2006" xmlns:a14="http://schemas.microsoft.com/office/drawing/2010/main">
        <mc:Choice Requires="a14">
          <p:sp>
            <p:nvSpPr>
              <p:cNvPr id="2" name="Rectangle 1"/>
              <p:cNvSpPr/>
              <p:nvPr/>
            </p:nvSpPr>
            <p:spPr>
              <a:xfrm>
                <a:off x="3152897" y="5903913"/>
                <a:ext cx="3733800" cy="799965"/>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sz="2800" b="1" i="1">
                    <a:latin typeface="Times New Roman" pitchFamily="18" charset="0"/>
                    <a:cs typeface="Times New Roman" pitchFamily="18" charset="0"/>
                  </a:rPr>
                  <a:t>F = I.l.B.sin</a:t>
                </a:r>
                <a14:m>
                  <m:oMath xmlns:m="http://schemas.openxmlformats.org/officeDocument/2006/math">
                    <m:r>
                      <a:rPr lang="en-US" sz="2800" b="1" i="1" smtClean="0">
                        <a:latin typeface="Cambria Math"/>
                        <a:ea typeface="Cambria Math"/>
                      </a:rPr>
                      <m:t>𝜽</m:t>
                    </m:r>
                  </m:oMath>
                </a14:m>
                <a:endParaRPr lang="en-US" sz="2800" b="1" i="1">
                  <a:latin typeface="Times New Roman" pitchFamily="18" charset="0"/>
                  <a:cs typeface="Times New Roman" pitchFamily="18" charset="0"/>
                </a:endParaRPr>
              </a:p>
            </p:txBody>
          </p:sp>
        </mc:Choice>
        <mc:Fallback xmlns="">
          <p:sp>
            <p:nvSpPr>
              <p:cNvPr id="2" name="Rectangle 1"/>
              <p:cNvSpPr>
                <a:spLocks noRot="1" noChangeAspect="1" noMove="1" noResize="1" noEditPoints="1" noAdjustHandles="1" noChangeArrowheads="1" noChangeShapeType="1" noTextEdit="1"/>
              </p:cNvSpPr>
              <p:nvPr/>
            </p:nvSpPr>
            <p:spPr>
              <a:xfrm>
                <a:off x="3152897" y="5903913"/>
                <a:ext cx="3733800" cy="799965"/>
              </a:xfrm>
              <a:prstGeom prst="rect">
                <a:avLst/>
              </a:prstGeom>
              <a:blipFill rotWithShape="1">
                <a:blip r:embed="rId15"/>
                <a:stretch>
                  <a:fillRect b="-2206"/>
                </a:stretch>
              </a:blipFill>
            </p:spPr>
            <p:txBody>
              <a:bodyPr/>
              <a:lstStyle/>
              <a:p>
                <a:r>
                  <a:rPr lang="en-US">
                    <a:noFill/>
                  </a:rPr>
                  <a:t> </a:t>
                </a:r>
              </a:p>
            </p:txBody>
          </p:sp>
        </mc:Fallback>
      </mc:AlternateContent>
      <p:sp>
        <p:nvSpPr>
          <p:cNvPr id="3" name="Curved Left Arrow 2"/>
          <p:cNvSpPr/>
          <p:nvPr/>
        </p:nvSpPr>
        <p:spPr>
          <a:xfrm>
            <a:off x="7618144" y="2223946"/>
            <a:ext cx="579120" cy="708167"/>
          </a:xfrm>
          <a:prstGeom prst="curved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2" name="Footer Placeholder 11">
            <a:extLst>
              <a:ext uri="{FF2B5EF4-FFF2-40B4-BE49-F238E27FC236}">
                <a16:creationId xmlns:a16="http://schemas.microsoft.com/office/drawing/2014/main" id="{F6246ED4-5E94-CFB4-20D4-05047FE2DFB8}"/>
              </a:ext>
            </a:extLst>
          </p:cNvPr>
          <p:cNvSpPr>
            <a:spLocks noGrp="1"/>
          </p:cNvSpPr>
          <p:nvPr>
            <p:ph type="ftr" sz="quarter" idx="11"/>
          </p:nvPr>
        </p:nvSpPr>
        <p:spPr/>
        <p:txBody>
          <a:bodyPr/>
          <a:lstStyle/>
          <a:p>
            <a:pPr>
              <a:defRPr/>
            </a:pPr>
            <a:r>
              <a:rPr lang="en-US"/>
              <a:t>Bùi Quốc Trung - VLDC</a:t>
            </a:r>
          </a:p>
        </p:txBody>
      </p:sp>
      <p:sp>
        <p:nvSpPr>
          <p:cNvPr id="13" name="Slide Number Placeholder 12">
            <a:extLst>
              <a:ext uri="{FF2B5EF4-FFF2-40B4-BE49-F238E27FC236}">
                <a16:creationId xmlns:a16="http://schemas.microsoft.com/office/drawing/2014/main" id="{E2F56D5E-1DBB-F6CD-2185-DDD01D31ABDB}"/>
              </a:ext>
            </a:extLst>
          </p:cNvPr>
          <p:cNvSpPr>
            <a:spLocks noGrp="1"/>
          </p:cNvSpPr>
          <p:nvPr>
            <p:ph type="sldNum" sz="quarter" idx="12"/>
          </p:nvPr>
        </p:nvSpPr>
        <p:spPr/>
        <p:txBody>
          <a:bodyPr/>
          <a:lstStyle/>
          <a:p>
            <a:pPr>
              <a:defRPr/>
            </a:pPr>
            <a:fld id="{DA0BBFDE-23F6-4D0C-90FC-3AED58BCB197}" type="slidenum">
              <a:rPr lang="en-US" smtClean="0"/>
              <a:pPr>
                <a:defRPr/>
              </a:pPr>
              <a:t>28</a:t>
            </a:fld>
            <a:endParaRPr lang="en-US" dirty="0"/>
          </a:p>
        </p:txBody>
      </p:sp>
    </p:spTree>
    <p:extLst>
      <p:ext uri="{BB962C8B-B14F-4D97-AF65-F5344CB8AC3E}">
        <p14:creationId xmlns:p14="http://schemas.microsoft.com/office/powerpoint/2010/main" val="272472498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randombar(horizontal)">
                                      <p:cBhvr>
                                        <p:cTn id="7" dur="500"/>
                                        <p:tgtEl>
                                          <p:spTgt spid="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4" presetClass="entr" presetSubtype="1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randombar(horizontal)">
                                      <p:cBhvr>
                                        <p:cTn id="12" dur="500"/>
                                        <p:tgtEl>
                                          <p:spTgt spid="6"/>
                                        </p:tgtEl>
                                      </p:cBhvr>
                                    </p:animEffect>
                                  </p:childTnLst>
                                </p:cTn>
                              </p:par>
                              <p:par>
                                <p:cTn id="13" presetID="14" presetClass="entr" presetSubtype="10" fill="hold"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randombar(horizontal)">
                                      <p:cBhvr>
                                        <p:cTn id="15" dur="500"/>
                                        <p:tgtEl>
                                          <p:spTgt spid="8"/>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 presetClass="entr" presetSubtype="4"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anim calcmode="lin" valueType="num">
                                      <p:cBhvr additive="base">
                                        <p:cTn id="20" dur="500" fill="hold"/>
                                        <p:tgtEl>
                                          <p:spTgt spid="7"/>
                                        </p:tgtEl>
                                        <p:attrNameLst>
                                          <p:attrName>ppt_x</p:attrName>
                                        </p:attrNameLst>
                                      </p:cBhvr>
                                      <p:tavLst>
                                        <p:tav tm="0">
                                          <p:val>
                                            <p:strVal val="#ppt_x"/>
                                          </p:val>
                                        </p:tav>
                                        <p:tav tm="100000">
                                          <p:val>
                                            <p:strVal val="#ppt_x"/>
                                          </p:val>
                                        </p:tav>
                                      </p:tavLst>
                                    </p:anim>
                                    <p:anim calcmode="lin" valueType="num">
                                      <p:cBhvr additive="base">
                                        <p:cTn id="21"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nodeType="clickEffect">
                                  <p:stCondLst>
                                    <p:cond delay="0"/>
                                  </p:stCondLst>
                                  <p:childTnLst>
                                    <p:set>
                                      <p:cBhvr>
                                        <p:cTn id="25" dur="1" fill="hold">
                                          <p:stCondLst>
                                            <p:cond delay="0"/>
                                          </p:stCondLst>
                                        </p:cTn>
                                        <p:tgtEl>
                                          <p:spTgt spid="42"/>
                                        </p:tgtEl>
                                        <p:attrNameLst>
                                          <p:attrName>style.visibility</p:attrName>
                                        </p:attrNameLst>
                                      </p:cBhvr>
                                      <p:to>
                                        <p:strVal val="visible"/>
                                      </p:to>
                                    </p:set>
                                    <p:animEffect transition="in" filter="blinds(horizontal)">
                                      <p:cBhvr>
                                        <p:cTn id="26" dur="500"/>
                                        <p:tgtEl>
                                          <p:spTgt spid="42"/>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nodeType="clickEffect">
                                  <p:stCondLst>
                                    <p:cond delay="0"/>
                                  </p:stCondLst>
                                  <p:childTnLst>
                                    <p:set>
                                      <p:cBhvr>
                                        <p:cTn id="30" dur="1" fill="hold">
                                          <p:stCondLst>
                                            <p:cond delay="0"/>
                                          </p:stCondLst>
                                        </p:cTn>
                                        <p:tgtEl>
                                          <p:spTgt spid="39"/>
                                        </p:tgtEl>
                                        <p:attrNameLst>
                                          <p:attrName>style.visibility</p:attrName>
                                        </p:attrNameLst>
                                      </p:cBhvr>
                                      <p:to>
                                        <p:strVal val="visible"/>
                                      </p:to>
                                    </p:set>
                                    <p:anim calcmode="lin" valueType="num">
                                      <p:cBhvr additive="base">
                                        <p:cTn id="31" dur="500" fill="hold"/>
                                        <p:tgtEl>
                                          <p:spTgt spid="39"/>
                                        </p:tgtEl>
                                        <p:attrNameLst>
                                          <p:attrName>ppt_x</p:attrName>
                                        </p:attrNameLst>
                                      </p:cBhvr>
                                      <p:tavLst>
                                        <p:tav tm="0">
                                          <p:val>
                                            <p:strVal val="#ppt_x"/>
                                          </p:val>
                                        </p:tav>
                                        <p:tav tm="100000">
                                          <p:val>
                                            <p:strVal val="#ppt_x"/>
                                          </p:val>
                                        </p:tav>
                                      </p:tavLst>
                                    </p:anim>
                                    <p:anim calcmode="lin" valueType="num">
                                      <p:cBhvr additive="base">
                                        <p:cTn id="32" dur="500" fill="hold"/>
                                        <p:tgtEl>
                                          <p:spTgt spid="39"/>
                                        </p:tgtEl>
                                        <p:attrNameLst>
                                          <p:attrName>ppt_y</p:attrName>
                                        </p:attrNameLst>
                                      </p:cBhvr>
                                      <p:tavLst>
                                        <p:tav tm="0">
                                          <p:val>
                                            <p:strVal val="1+#ppt_h/2"/>
                                          </p:val>
                                        </p:tav>
                                        <p:tav tm="100000">
                                          <p:val>
                                            <p:strVal val="#ppt_y"/>
                                          </p:val>
                                        </p:tav>
                                      </p:tavLst>
                                    </p:anim>
                                  </p:childTnLst>
                                </p:cTn>
                              </p:par>
                            </p:childTnLst>
                          </p:cTn>
                        </p:par>
                        <p:par>
                          <p:cTn id="33" fill="hold" nodeType="afterGroup">
                            <p:stCondLst>
                              <p:cond delay="500"/>
                            </p:stCondLst>
                            <p:childTnLst>
                              <p:par>
                                <p:cTn id="34" presetID="5" presetClass="entr" presetSubtype="10" fill="hold" grpId="0" nodeType="afterEffect">
                                  <p:stCondLst>
                                    <p:cond delay="500"/>
                                  </p:stCondLst>
                                  <p:childTnLst>
                                    <p:set>
                                      <p:cBhvr>
                                        <p:cTn id="35" dur="1" fill="hold">
                                          <p:stCondLst>
                                            <p:cond delay="0"/>
                                          </p:stCondLst>
                                        </p:cTn>
                                        <p:tgtEl>
                                          <p:spTgt spid="36"/>
                                        </p:tgtEl>
                                        <p:attrNameLst>
                                          <p:attrName>style.visibility</p:attrName>
                                        </p:attrNameLst>
                                      </p:cBhvr>
                                      <p:to>
                                        <p:strVal val="visible"/>
                                      </p:to>
                                    </p:set>
                                    <p:animEffect transition="in" filter="checkerboard(across)">
                                      <p:cBhvr>
                                        <p:cTn id="36" dur="500"/>
                                        <p:tgtEl>
                                          <p:spTgt spid="36"/>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8" presetClass="entr" presetSubtype="16" fill="hold" nodeType="clickEffect">
                                  <p:stCondLst>
                                    <p:cond delay="0"/>
                                  </p:stCondLst>
                                  <p:childTnLst>
                                    <p:set>
                                      <p:cBhvr>
                                        <p:cTn id="40" dur="1" fill="hold">
                                          <p:stCondLst>
                                            <p:cond delay="0"/>
                                          </p:stCondLst>
                                        </p:cTn>
                                        <p:tgtEl>
                                          <p:spTgt spid="5"/>
                                        </p:tgtEl>
                                        <p:attrNameLst>
                                          <p:attrName>style.visibility</p:attrName>
                                        </p:attrNameLst>
                                      </p:cBhvr>
                                      <p:to>
                                        <p:strVal val="visible"/>
                                      </p:to>
                                    </p:set>
                                    <p:animEffect transition="in" filter="diamond(in)">
                                      <p:cBhvr>
                                        <p:cTn id="41" dur="2000"/>
                                        <p:tgtEl>
                                          <p:spTgt spid="5"/>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 presetClass="entr" presetSubtype="4" fill="hold" nodeType="clickEffect">
                                  <p:stCondLst>
                                    <p:cond delay="0"/>
                                  </p:stCondLst>
                                  <p:childTnLst>
                                    <p:set>
                                      <p:cBhvr>
                                        <p:cTn id="45" dur="1" fill="hold">
                                          <p:stCondLst>
                                            <p:cond delay="0"/>
                                          </p:stCondLst>
                                        </p:cTn>
                                        <p:tgtEl>
                                          <p:spTgt spid="40"/>
                                        </p:tgtEl>
                                        <p:attrNameLst>
                                          <p:attrName>style.visibility</p:attrName>
                                        </p:attrNameLst>
                                      </p:cBhvr>
                                      <p:to>
                                        <p:strVal val="visible"/>
                                      </p:to>
                                    </p:set>
                                    <p:anim calcmode="lin" valueType="num">
                                      <p:cBhvr additive="base">
                                        <p:cTn id="46" dur="500" fill="hold"/>
                                        <p:tgtEl>
                                          <p:spTgt spid="40"/>
                                        </p:tgtEl>
                                        <p:attrNameLst>
                                          <p:attrName>ppt_x</p:attrName>
                                        </p:attrNameLst>
                                      </p:cBhvr>
                                      <p:tavLst>
                                        <p:tav tm="0">
                                          <p:val>
                                            <p:strVal val="#ppt_x"/>
                                          </p:val>
                                        </p:tav>
                                        <p:tav tm="100000">
                                          <p:val>
                                            <p:strVal val="#ppt_x"/>
                                          </p:val>
                                        </p:tav>
                                      </p:tavLst>
                                    </p:anim>
                                    <p:anim calcmode="lin" valueType="num">
                                      <p:cBhvr additive="base">
                                        <p:cTn id="47" dur="500" fill="hold"/>
                                        <p:tgtEl>
                                          <p:spTgt spid="40"/>
                                        </p:tgtEl>
                                        <p:attrNameLst>
                                          <p:attrName>ppt_y</p:attrName>
                                        </p:attrNameLst>
                                      </p:cBhvr>
                                      <p:tavLst>
                                        <p:tav tm="0">
                                          <p:val>
                                            <p:strVal val="1+#ppt_h/2"/>
                                          </p:val>
                                        </p:tav>
                                        <p:tav tm="100000">
                                          <p:val>
                                            <p:strVal val="#ppt_y"/>
                                          </p:val>
                                        </p:tav>
                                      </p:tavLst>
                                    </p:anim>
                                  </p:childTnLst>
                                </p:cTn>
                              </p:par>
                            </p:childTnLst>
                          </p:cTn>
                        </p:par>
                        <p:par>
                          <p:cTn id="48" fill="hold" nodeType="afterGroup">
                            <p:stCondLst>
                              <p:cond delay="500"/>
                            </p:stCondLst>
                            <p:childTnLst>
                              <p:par>
                                <p:cTn id="49" presetID="5" presetClass="entr" presetSubtype="10" fill="hold" grpId="0" nodeType="afterEffect">
                                  <p:stCondLst>
                                    <p:cond delay="500"/>
                                  </p:stCondLst>
                                  <p:childTnLst>
                                    <p:set>
                                      <p:cBhvr>
                                        <p:cTn id="50" dur="1" fill="hold">
                                          <p:stCondLst>
                                            <p:cond delay="0"/>
                                          </p:stCondLst>
                                        </p:cTn>
                                        <p:tgtEl>
                                          <p:spTgt spid="37"/>
                                        </p:tgtEl>
                                        <p:attrNameLst>
                                          <p:attrName>style.visibility</p:attrName>
                                        </p:attrNameLst>
                                      </p:cBhvr>
                                      <p:to>
                                        <p:strVal val="visible"/>
                                      </p:to>
                                    </p:set>
                                    <p:animEffect transition="in" filter="checkerboard(across)">
                                      <p:cBhvr>
                                        <p:cTn id="51" dur="500"/>
                                        <p:tgtEl>
                                          <p:spTgt spid="37"/>
                                        </p:tgtEl>
                                      </p:cBhvr>
                                    </p:animEffect>
                                  </p:childTnLst>
                                </p:cTn>
                              </p:par>
                            </p:childTnLst>
                          </p:cTn>
                        </p:par>
                      </p:childTnLst>
                    </p:cTn>
                  </p:par>
                  <p:par>
                    <p:cTn id="52" fill="hold">
                      <p:stCondLst>
                        <p:cond delay="indefinite"/>
                      </p:stCondLst>
                      <p:childTnLst>
                        <p:par>
                          <p:cTn id="53" fill="hold">
                            <p:stCondLst>
                              <p:cond delay="0"/>
                            </p:stCondLst>
                            <p:childTnLst>
                              <p:par>
                                <p:cTn id="54" presetID="2" presetClass="entr" presetSubtype="4" fill="hold" nodeType="clickEffect">
                                  <p:stCondLst>
                                    <p:cond delay="0"/>
                                  </p:stCondLst>
                                  <p:childTnLst>
                                    <p:set>
                                      <p:cBhvr>
                                        <p:cTn id="55" dur="1" fill="hold">
                                          <p:stCondLst>
                                            <p:cond delay="0"/>
                                          </p:stCondLst>
                                        </p:cTn>
                                        <p:tgtEl>
                                          <p:spTgt spid="41"/>
                                        </p:tgtEl>
                                        <p:attrNameLst>
                                          <p:attrName>style.visibility</p:attrName>
                                        </p:attrNameLst>
                                      </p:cBhvr>
                                      <p:to>
                                        <p:strVal val="visible"/>
                                      </p:to>
                                    </p:set>
                                    <p:anim calcmode="lin" valueType="num">
                                      <p:cBhvr additive="base">
                                        <p:cTn id="56" dur="500" fill="hold"/>
                                        <p:tgtEl>
                                          <p:spTgt spid="41"/>
                                        </p:tgtEl>
                                        <p:attrNameLst>
                                          <p:attrName>ppt_x</p:attrName>
                                        </p:attrNameLst>
                                      </p:cBhvr>
                                      <p:tavLst>
                                        <p:tav tm="0">
                                          <p:val>
                                            <p:strVal val="#ppt_x"/>
                                          </p:val>
                                        </p:tav>
                                        <p:tav tm="100000">
                                          <p:val>
                                            <p:strVal val="#ppt_x"/>
                                          </p:val>
                                        </p:tav>
                                      </p:tavLst>
                                    </p:anim>
                                    <p:anim calcmode="lin" valueType="num">
                                      <p:cBhvr additive="base">
                                        <p:cTn id="57" dur="500" fill="hold"/>
                                        <p:tgtEl>
                                          <p:spTgt spid="41"/>
                                        </p:tgtEl>
                                        <p:attrNameLst>
                                          <p:attrName>ppt_y</p:attrName>
                                        </p:attrNameLst>
                                      </p:cBhvr>
                                      <p:tavLst>
                                        <p:tav tm="0">
                                          <p:val>
                                            <p:strVal val="1+#ppt_h/2"/>
                                          </p:val>
                                        </p:tav>
                                        <p:tav tm="100000">
                                          <p:val>
                                            <p:strVal val="#ppt_y"/>
                                          </p:val>
                                        </p:tav>
                                      </p:tavLst>
                                    </p:anim>
                                  </p:childTnLst>
                                </p:cTn>
                              </p:par>
                            </p:childTnLst>
                          </p:cTn>
                        </p:par>
                        <p:par>
                          <p:cTn id="58" fill="hold">
                            <p:stCondLst>
                              <p:cond delay="500"/>
                            </p:stCondLst>
                            <p:childTnLst>
                              <p:par>
                                <p:cTn id="59" presetID="5" presetClass="entr" presetSubtype="10" fill="hold" grpId="0" nodeType="afterEffect">
                                  <p:stCondLst>
                                    <p:cond delay="0"/>
                                  </p:stCondLst>
                                  <p:childTnLst>
                                    <p:set>
                                      <p:cBhvr>
                                        <p:cTn id="60" dur="1" fill="hold">
                                          <p:stCondLst>
                                            <p:cond delay="0"/>
                                          </p:stCondLst>
                                        </p:cTn>
                                        <p:tgtEl>
                                          <p:spTgt spid="38"/>
                                        </p:tgtEl>
                                        <p:attrNameLst>
                                          <p:attrName>style.visibility</p:attrName>
                                        </p:attrNameLst>
                                      </p:cBhvr>
                                      <p:to>
                                        <p:strVal val="visible"/>
                                      </p:to>
                                    </p:set>
                                    <p:animEffect transition="in" filter="checkerboard(across)">
                                      <p:cBhvr>
                                        <p:cTn id="61" dur="500"/>
                                        <p:tgtEl>
                                          <p:spTgt spid="38"/>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grpId="0" nodeType="clickEffect">
                                  <p:stCondLst>
                                    <p:cond delay="0"/>
                                  </p:stCondLst>
                                  <p:childTnLst>
                                    <p:set>
                                      <p:cBhvr>
                                        <p:cTn id="65" dur="1" fill="hold">
                                          <p:stCondLst>
                                            <p:cond delay="0"/>
                                          </p:stCondLst>
                                        </p:cTn>
                                        <p:tgtEl>
                                          <p:spTgt spid="51"/>
                                        </p:tgtEl>
                                        <p:attrNameLst>
                                          <p:attrName>style.visibility</p:attrName>
                                        </p:attrNameLst>
                                      </p:cBhvr>
                                      <p:to>
                                        <p:strVal val="visible"/>
                                      </p:to>
                                    </p:set>
                                    <p:animEffect transition="in" filter="fade">
                                      <p:cBhvr>
                                        <p:cTn id="66" dur="500"/>
                                        <p:tgtEl>
                                          <p:spTgt spid="51"/>
                                        </p:tgtEl>
                                      </p:cBhvr>
                                    </p:animEffect>
                                  </p:childTnLst>
                                </p:cTn>
                              </p:par>
                            </p:childTnLst>
                          </p:cTn>
                        </p:par>
                      </p:childTnLst>
                    </p:cTn>
                  </p:par>
                  <p:par>
                    <p:cTn id="67" fill="hold" nodeType="clickPar">
                      <p:stCondLst>
                        <p:cond delay="indefinite"/>
                      </p:stCondLst>
                      <p:childTnLst>
                        <p:par>
                          <p:cTn id="68" fill="hold" nodeType="withGroup">
                            <p:stCondLst>
                              <p:cond delay="0"/>
                            </p:stCondLst>
                            <p:childTnLst>
                              <p:par>
                                <p:cTn id="69" presetID="8" presetClass="entr" presetSubtype="32" fill="hold" nodeType="clickEffect">
                                  <p:stCondLst>
                                    <p:cond delay="0"/>
                                  </p:stCondLst>
                                  <p:childTnLst>
                                    <p:set>
                                      <p:cBhvr>
                                        <p:cTn id="70" dur="1" fill="hold">
                                          <p:stCondLst>
                                            <p:cond delay="0"/>
                                          </p:stCondLst>
                                        </p:cTn>
                                        <p:tgtEl>
                                          <p:spTgt spid="10"/>
                                        </p:tgtEl>
                                        <p:attrNameLst>
                                          <p:attrName>style.visibility</p:attrName>
                                        </p:attrNameLst>
                                      </p:cBhvr>
                                      <p:to>
                                        <p:strVal val="visible"/>
                                      </p:to>
                                    </p:set>
                                    <p:animEffect transition="in" filter="diamond(out)">
                                      <p:cBhvr>
                                        <p:cTn id="71" dur="1000"/>
                                        <p:tgtEl>
                                          <p:spTgt spid="10"/>
                                        </p:tgtEl>
                                      </p:cBhvr>
                                    </p:animEffect>
                                  </p:childTnLst>
                                </p:cTn>
                              </p:par>
                            </p:childTnLst>
                          </p:cTn>
                        </p:par>
                      </p:childTnLst>
                    </p:cTn>
                  </p:par>
                  <p:par>
                    <p:cTn id="72" fill="hold" nodeType="clickPar">
                      <p:stCondLst>
                        <p:cond delay="indefinite"/>
                      </p:stCondLst>
                      <p:childTnLst>
                        <p:par>
                          <p:cTn id="73" fill="hold" nodeType="withGroup">
                            <p:stCondLst>
                              <p:cond delay="0"/>
                            </p:stCondLst>
                            <p:childTnLst>
                              <p:par>
                                <p:cTn id="74" presetID="3" presetClass="entr" presetSubtype="10" fill="hold" nodeType="clickEffect">
                                  <p:stCondLst>
                                    <p:cond delay="0"/>
                                  </p:stCondLst>
                                  <p:childTnLst>
                                    <p:set>
                                      <p:cBhvr>
                                        <p:cTn id="75" dur="1" fill="hold">
                                          <p:stCondLst>
                                            <p:cond delay="0"/>
                                          </p:stCondLst>
                                        </p:cTn>
                                        <p:tgtEl>
                                          <p:spTgt spid="47"/>
                                        </p:tgtEl>
                                        <p:attrNameLst>
                                          <p:attrName>style.visibility</p:attrName>
                                        </p:attrNameLst>
                                      </p:cBhvr>
                                      <p:to>
                                        <p:strVal val="visible"/>
                                      </p:to>
                                    </p:set>
                                    <p:animEffect transition="in" filter="blinds(horizontal)">
                                      <p:cBhvr>
                                        <p:cTn id="76" dur="500"/>
                                        <p:tgtEl>
                                          <p:spTgt spid="47"/>
                                        </p:tgtEl>
                                      </p:cBhvr>
                                    </p:animEffect>
                                  </p:childTnLst>
                                </p:cTn>
                              </p:par>
                            </p:childTnLst>
                          </p:cTn>
                        </p:par>
                        <p:par>
                          <p:cTn id="77" fill="hold" nodeType="afterGroup">
                            <p:stCondLst>
                              <p:cond delay="500"/>
                            </p:stCondLst>
                            <p:childTnLst>
                              <p:par>
                                <p:cTn id="78" presetID="4" presetClass="entr" presetSubtype="16" fill="hold" nodeType="afterEffect">
                                  <p:stCondLst>
                                    <p:cond delay="0"/>
                                  </p:stCondLst>
                                  <p:childTnLst>
                                    <p:set>
                                      <p:cBhvr>
                                        <p:cTn id="79" dur="1" fill="hold">
                                          <p:stCondLst>
                                            <p:cond delay="0"/>
                                          </p:stCondLst>
                                        </p:cTn>
                                        <p:tgtEl>
                                          <p:spTgt spid="27659"/>
                                        </p:tgtEl>
                                        <p:attrNameLst>
                                          <p:attrName>style.visibility</p:attrName>
                                        </p:attrNameLst>
                                      </p:cBhvr>
                                      <p:to>
                                        <p:strVal val="visible"/>
                                      </p:to>
                                    </p:set>
                                    <p:animEffect transition="in" filter="box(in)">
                                      <p:cBhvr>
                                        <p:cTn id="80" dur="1000"/>
                                        <p:tgtEl>
                                          <p:spTgt spid="27659"/>
                                        </p:tgtEl>
                                      </p:cBhvr>
                                    </p:animEffect>
                                  </p:childTnLst>
                                </p:cTn>
                              </p:par>
                            </p:childTnLst>
                          </p:cTn>
                        </p:par>
                      </p:childTnLst>
                    </p:cTn>
                  </p:par>
                  <p:par>
                    <p:cTn id="81" fill="hold" nodeType="clickPar">
                      <p:stCondLst>
                        <p:cond delay="indefinite"/>
                      </p:stCondLst>
                      <p:childTnLst>
                        <p:par>
                          <p:cTn id="82" fill="hold" nodeType="withGroup">
                            <p:stCondLst>
                              <p:cond delay="0"/>
                            </p:stCondLst>
                            <p:childTnLst>
                              <p:par>
                                <p:cTn id="83" presetID="14" presetClass="entr" presetSubtype="10" fill="hold" nodeType="clickEffect">
                                  <p:stCondLst>
                                    <p:cond delay="0"/>
                                  </p:stCondLst>
                                  <p:childTnLst>
                                    <p:set>
                                      <p:cBhvr>
                                        <p:cTn id="84" dur="1" fill="hold">
                                          <p:stCondLst>
                                            <p:cond delay="0"/>
                                          </p:stCondLst>
                                        </p:cTn>
                                        <p:tgtEl>
                                          <p:spTgt spid="22"/>
                                        </p:tgtEl>
                                        <p:attrNameLst>
                                          <p:attrName>style.visibility</p:attrName>
                                        </p:attrNameLst>
                                      </p:cBhvr>
                                      <p:to>
                                        <p:strVal val="visible"/>
                                      </p:to>
                                    </p:set>
                                    <p:animEffect transition="in" filter="randombar(horizontal)">
                                      <p:cBhvr>
                                        <p:cTn id="85" dur="500"/>
                                        <p:tgtEl>
                                          <p:spTgt spid="22"/>
                                        </p:tgtEl>
                                      </p:cBhvr>
                                    </p:animEffect>
                                  </p:childTnLst>
                                </p:cTn>
                              </p:par>
                              <p:par>
                                <p:cTn id="86" presetID="14" presetClass="entr" presetSubtype="10" fill="hold" nodeType="withEffect">
                                  <p:stCondLst>
                                    <p:cond delay="0"/>
                                  </p:stCondLst>
                                  <p:childTnLst>
                                    <p:set>
                                      <p:cBhvr>
                                        <p:cTn id="87" dur="1" fill="hold">
                                          <p:stCondLst>
                                            <p:cond delay="0"/>
                                          </p:stCondLst>
                                        </p:cTn>
                                        <p:tgtEl>
                                          <p:spTgt spid="20"/>
                                        </p:tgtEl>
                                        <p:attrNameLst>
                                          <p:attrName>style.visibility</p:attrName>
                                        </p:attrNameLst>
                                      </p:cBhvr>
                                      <p:to>
                                        <p:strVal val="visible"/>
                                      </p:to>
                                    </p:set>
                                    <p:animEffect transition="in" filter="randombar(horizontal)">
                                      <p:cBhvr>
                                        <p:cTn id="88" dur="500"/>
                                        <p:tgtEl>
                                          <p:spTgt spid="20"/>
                                        </p:tgtEl>
                                      </p:cBhvr>
                                    </p:animEffect>
                                  </p:childTnLst>
                                </p:cTn>
                              </p:par>
                            </p:childTnLst>
                          </p:cTn>
                        </p:par>
                      </p:childTnLst>
                    </p:cTn>
                  </p:par>
                  <p:par>
                    <p:cTn id="89" fill="hold" nodeType="clickPar">
                      <p:stCondLst>
                        <p:cond delay="indefinite"/>
                      </p:stCondLst>
                      <p:childTnLst>
                        <p:par>
                          <p:cTn id="90" fill="hold" nodeType="withGroup">
                            <p:stCondLst>
                              <p:cond delay="0"/>
                            </p:stCondLst>
                            <p:childTnLst>
                              <p:par>
                                <p:cTn id="91" presetID="14" presetClass="entr" presetSubtype="10" fill="hold" nodeType="clickEffect">
                                  <p:stCondLst>
                                    <p:cond delay="0"/>
                                  </p:stCondLst>
                                  <p:childTnLst>
                                    <p:set>
                                      <p:cBhvr>
                                        <p:cTn id="92" dur="1" fill="hold">
                                          <p:stCondLst>
                                            <p:cond delay="0"/>
                                          </p:stCondLst>
                                        </p:cTn>
                                        <p:tgtEl>
                                          <p:spTgt spid="18"/>
                                        </p:tgtEl>
                                        <p:attrNameLst>
                                          <p:attrName>style.visibility</p:attrName>
                                        </p:attrNameLst>
                                      </p:cBhvr>
                                      <p:to>
                                        <p:strVal val="visible"/>
                                      </p:to>
                                    </p:set>
                                    <p:animEffect transition="in" filter="randombar(horizontal)">
                                      <p:cBhvr>
                                        <p:cTn id="93" dur="500"/>
                                        <p:tgtEl>
                                          <p:spTgt spid="18"/>
                                        </p:tgtEl>
                                      </p:cBhvr>
                                    </p:animEffect>
                                  </p:childTnLst>
                                </p:cTn>
                              </p:par>
                              <p:par>
                                <p:cTn id="94" presetID="14" presetClass="entr" presetSubtype="10" fill="hold" nodeType="withEffect">
                                  <p:stCondLst>
                                    <p:cond delay="0"/>
                                  </p:stCondLst>
                                  <p:childTnLst>
                                    <p:set>
                                      <p:cBhvr>
                                        <p:cTn id="95" dur="1" fill="hold">
                                          <p:stCondLst>
                                            <p:cond delay="0"/>
                                          </p:stCondLst>
                                        </p:cTn>
                                        <p:tgtEl>
                                          <p:spTgt spid="15"/>
                                        </p:tgtEl>
                                        <p:attrNameLst>
                                          <p:attrName>style.visibility</p:attrName>
                                        </p:attrNameLst>
                                      </p:cBhvr>
                                      <p:to>
                                        <p:strVal val="visible"/>
                                      </p:to>
                                    </p:set>
                                    <p:animEffect transition="in" filter="randombar(horizontal)">
                                      <p:cBhvr>
                                        <p:cTn id="96" dur="500"/>
                                        <p:tgtEl>
                                          <p:spTgt spid="15"/>
                                        </p:tgtEl>
                                      </p:cBhvr>
                                    </p:animEffect>
                                  </p:childTnLst>
                                </p:cTn>
                              </p:par>
                            </p:childTnLst>
                          </p:cTn>
                        </p:par>
                      </p:childTnLst>
                    </p:cTn>
                  </p:par>
                  <p:par>
                    <p:cTn id="97" fill="hold" nodeType="clickPar">
                      <p:stCondLst>
                        <p:cond delay="indefinite"/>
                      </p:stCondLst>
                      <p:childTnLst>
                        <p:par>
                          <p:cTn id="98" fill="hold" nodeType="withGroup">
                            <p:stCondLst>
                              <p:cond delay="0"/>
                            </p:stCondLst>
                            <p:childTnLst>
                              <p:par>
                                <p:cTn id="99" presetID="22" presetClass="entr" presetSubtype="4" fill="hold" grpId="0" nodeType="clickEffect">
                                  <p:stCondLst>
                                    <p:cond delay="0"/>
                                  </p:stCondLst>
                                  <p:childTnLst>
                                    <p:set>
                                      <p:cBhvr>
                                        <p:cTn id="100" dur="1" fill="hold">
                                          <p:stCondLst>
                                            <p:cond delay="0"/>
                                          </p:stCondLst>
                                        </p:cTn>
                                        <p:tgtEl>
                                          <p:spTgt spid="45"/>
                                        </p:tgtEl>
                                        <p:attrNameLst>
                                          <p:attrName>style.visibility</p:attrName>
                                        </p:attrNameLst>
                                      </p:cBhvr>
                                      <p:to>
                                        <p:strVal val="visible"/>
                                      </p:to>
                                    </p:set>
                                    <p:animEffect transition="in" filter="wipe(down)">
                                      <p:cBhvr>
                                        <p:cTn id="101" dur="500"/>
                                        <p:tgtEl>
                                          <p:spTgt spid="45"/>
                                        </p:tgtEl>
                                      </p:cBhvr>
                                    </p:animEffect>
                                  </p:childTnLst>
                                </p:cTn>
                              </p:par>
                            </p:childTnLst>
                          </p:cTn>
                        </p:par>
                        <p:par>
                          <p:cTn id="102" fill="hold" nodeType="afterGroup">
                            <p:stCondLst>
                              <p:cond delay="500"/>
                            </p:stCondLst>
                            <p:childTnLst>
                              <p:par>
                                <p:cTn id="103" presetID="14" presetClass="entr" presetSubtype="10" fill="hold" grpId="0" nodeType="afterEffect">
                                  <p:stCondLst>
                                    <p:cond delay="0"/>
                                  </p:stCondLst>
                                  <p:childTnLst>
                                    <p:set>
                                      <p:cBhvr>
                                        <p:cTn id="104" dur="1" fill="hold">
                                          <p:stCondLst>
                                            <p:cond delay="0"/>
                                          </p:stCondLst>
                                        </p:cTn>
                                        <p:tgtEl>
                                          <p:spTgt spid="49"/>
                                        </p:tgtEl>
                                        <p:attrNameLst>
                                          <p:attrName>style.visibility</p:attrName>
                                        </p:attrNameLst>
                                      </p:cBhvr>
                                      <p:to>
                                        <p:strVal val="visible"/>
                                      </p:to>
                                    </p:set>
                                    <p:animEffect transition="in" filter="randombar(horizontal)">
                                      <p:cBhvr>
                                        <p:cTn id="105"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36" grpId="0"/>
      <p:bldP spid="37" grpId="0"/>
      <p:bldP spid="38" grpId="0"/>
      <p:bldP spid="49" grpId="0"/>
      <p:bldP spid="45" grpId="0"/>
      <p:bldP spid="7" grpId="0"/>
      <p:bldP spid="51"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txBox="1">
            <a:spLocks/>
          </p:cNvSpPr>
          <p:nvPr/>
        </p:nvSpPr>
        <p:spPr bwMode="auto">
          <a:xfrm>
            <a:off x="458788" y="452438"/>
            <a:ext cx="7923212" cy="609600"/>
          </a:xfrm>
          <a:prstGeom prst="rect">
            <a:avLst/>
          </a:prstGeom>
          <a:noFill/>
          <a:ln w="9525">
            <a:noFill/>
            <a:miter lim="800000"/>
            <a:headEnd/>
            <a:tailEnd/>
          </a:ln>
        </p:spPr>
        <p:txBody>
          <a:bodyPr/>
          <a:lstStyle/>
          <a:p>
            <a:pPr marL="274320" indent="-274320" fontAlgn="auto">
              <a:spcBef>
                <a:spcPct val="20000"/>
              </a:spcBef>
              <a:spcAft>
                <a:spcPts val="0"/>
              </a:spcAft>
              <a:buClr>
                <a:schemeClr val="accent3"/>
              </a:buClr>
              <a:buSzPct val="95000"/>
              <a:defRPr/>
            </a:pPr>
            <a:r>
              <a:rPr lang="en-US" sz="2800" b="1">
                <a:solidFill>
                  <a:srgbClr val="FF0000"/>
                </a:solidFill>
                <a:latin typeface="Times New Roman" pitchFamily="18" charset="0"/>
                <a:cs typeface="Times New Roman" pitchFamily="18" charset="0"/>
              </a:rPr>
              <a:t> </a:t>
            </a:r>
            <a:r>
              <a:rPr lang="en-US" sz="2800" b="1" u="sng">
                <a:solidFill>
                  <a:srgbClr val="FF0000"/>
                </a:solidFill>
                <a:latin typeface="Times New Roman" pitchFamily="18" charset="0"/>
                <a:cs typeface="Times New Roman" pitchFamily="18" charset="0"/>
              </a:rPr>
              <a:t>Định luật Ampère ( tương tác giữa 2 dòng điện )</a:t>
            </a:r>
            <a:endParaRPr lang="en-US" sz="2800" b="1" u="sng" dirty="0">
              <a:solidFill>
                <a:srgbClr val="FF0000"/>
              </a:solidFill>
              <a:latin typeface="Times New Roman" pitchFamily="18" charset="0"/>
              <a:cs typeface="Times New Roman" pitchFamily="18" charset="0"/>
            </a:endParaRPr>
          </a:p>
        </p:txBody>
      </p:sp>
      <mc:AlternateContent xmlns:mc="http://schemas.openxmlformats.org/markup-compatibility/2006" xmlns:a14="http://schemas.microsoft.com/office/drawing/2010/main">
        <mc:Choice Requires="a14">
          <p:sp>
            <p:nvSpPr>
              <p:cNvPr id="4" name="Content Placeholder 2"/>
              <p:cNvSpPr txBox="1">
                <a:spLocks/>
              </p:cNvSpPr>
              <p:nvPr/>
            </p:nvSpPr>
            <p:spPr bwMode="auto">
              <a:xfrm>
                <a:off x="304800" y="1066800"/>
                <a:ext cx="8610600" cy="989013"/>
              </a:xfrm>
              <a:prstGeom prst="rect">
                <a:avLst/>
              </a:prstGeom>
              <a:noFill/>
              <a:ln w="9525">
                <a:noFill/>
                <a:miter lim="800000"/>
                <a:headEnd/>
                <a:tailEnd/>
              </a:ln>
            </p:spPr>
            <p:txBody>
              <a:bodyPr/>
              <a:lstStyle/>
              <a:p>
                <a:pPr marL="457200" indent="-457200" algn="just" fontAlgn="auto">
                  <a:spcBef>
                    <a:spcPct val="20000"/>
                  </a:spcBef>
                  <a:spcAft>
                    <a:spcPts val="0"/>
                  </a:spcAft>
                  <a:buClr>
                    <a:schemeClr val="accent3"/>
                  </a:buClr>
                  <a:buSzPct val="95000"/>
                  <a:buFont typeface="Wingdings" pitchFamily="2" charset="2"/>
                  <a:buChar char="Ø"/>
                  <a:defRPr/>
                </a:pPr>
                <a:r>
                  <a:rPr lang="en-US" sz="3200" b="1">
                    <a:solidFill>
                      <a:srgbClr val="0808FC"/>
                    </a:solidFill>
                    <a:latin typeface="Times New Roman" pitchFamily="18" charset="0"/>
                    <a:cs typeface="Times New Roman" pitchFamily="18" charset="0"/>
                  </a:rPr>
                  <a:t> </a:t>
                </a:r>
                <a:r>
                  <a:rPr lang="en-US" sz="2800" b="1">
                    <a:solidFill>
                      <a:srgbClr val="0808FC"/>
                    </a:solidFill>
                    <a:latin typeface="Times New Roman" pitchFamily="18" charset="0"/>
                    <a:cs typeface="Times New Roman" pitchFamily="18" charset="0"/>
                  </a:rPr>
                  <a:t>Lực từ do phần tử dòng điện </a:t>
                </a:r>
                <a14:m>
                  <m:oMath xmlns:m="http://schemas.openxmlformats.org/officeDocument/2006/math">
                    <m:r>
                      <a:rPr lang="en-US" sz="2800" b="1" i="1" smtClean="0">
                        <a:solidFill>
                          <a:srgbClr val="0808FC"/>
                        </a:solidFill>
                        <a:latin typeface="Cambria Math"/>
                        <a:cs typeface="Times New Roman" pitchFamily="18" charset="0"/>
                      </a:rPr>
                      <m:t>𝑰</m:t>
                    </m:r>
                  </m:oMath>
                </a14:m>
                <a:r>
                  <a:rPr lang="en-US" sz="2800" b="1">
                    <a:solidFill>
                      <a:srgbClr val="0808FC"/>
                    </a:solidFill>
                    <a:latin typeface="Times New Roman" pitchFamily="18" charset="0"/>
                    <a:cs typeface="Times New Roman" pitchFamily="18" charset="0"/>
                  </a:rPr>
                  <a:t>d</a:t>
                </a:r>
                <a14:m>
                  <m:oMath xmlns:m="http://schemas.openxmlformats.org/officeDocument/2006/math">
                    <m:acc>
                      <m:accPr>
                        <m:chr m:val="⃗"/>
                        <m:ctrlPr>
                          <a:rPr lang="en-US" sz="2800" b="1" i="1" smtClean="0">
                            <a:solidFill>
                              <a:srgbClr val="0808FC"/>
                            </a:solidFill>
                            <a:latin typeface="Cambria Math" panose="02040503050406030204" pitchFamily="18" charset="0"/>
                            <a:cs typeface="Times New Roman" pitchFamily="18" charset="0"/>
                          </a:rPr>
                        </m:ctrlPr>
                      </m:accPr>
                      <m:e>
                        <m:r>
                          <a:rPr lang="en-US" sz="2800" b="1" i="1" smtClean="0">
                            <a:solidFill>
                              <a:srgbClr val="0808FC"/>
                            </a:solidFill>
                            <a:latin typeface="Cambria Math"/>
                            <a:cs typeface="Times New Roman" pitchFamily="18" charset="0"/>
                          </a:rPr>
                          <m:t>𝒍</m:t>
                        </m:r>
                      </m:e>
                    </m:acc>
                  </m:oMath>
                </a14:m>
                <a:r>
                  <a:rPr lang="en-US" sz="2800" b="1">
                    <a:solidFill>
                      <a:srgbClr val="0808FC"/>
                    </a:solidFill>
                    <a:latin typeface="Times New Roman" pitchFamily="18" charset="0"/>
                    <a:cs typeface="Times New Roman" pitchFamily="18" charset="0"/>
                  </a:rPr>
                  <a:t> tác dụng lên phần tử dòng điện </a:t>
                </a:r>
                <a14:m>
                  <m:oMath xmlns:m="http://schemas.openxmlformats.org/officeDocument/2006/math">
                    <m:r>
                      <a:rPr lang="en-US" sz="2800" b="1" i="1">
                        <a:solidFill>
                          <a:srgbClr val="0808FC"/>
                        </a:solidFill>
                        <a:latin typeface="Cambria Math"/>
                        <a:cs typeface="Times New Roman" pitchFamily="18" charset="0"/>
                      </a:rPr>
                      <m:t>𝑰</m:t>
                    </m:r>
                    <m:r>
                      <a:rPr lang="en-US" sz="2800" b="1" i="1" smtClean="0">
                        <a:solidFill>
                          <a:srgbClr val="0808FC"/>
                        </a:solidFill>
                        <a:latin typeface="Cambria Math"/>
                        <a:cs typeface="Times New Roman" pitchFamily="18" charset="0"/>
                      </a:rPr>
                      <m:t>˳</m:t>
                    </m:r>
                  </m:oMath>
                </a14:m>
                <a:r>
                  <a:rPr lang="en-US" sz="2800" b="1">
                    <a:solidFill>
                      <a:srgbClr val="0808FC"/>
                    </a:solidFill>
                    <a:latin typeface="Times New Roman" pitchFamily="18" charset="0"/>
                    <a:cs typeface="Times New Roman" pitchFamily="18" charset="0"/>
                  </a:rPr>
                  <a:t>d</a:t>
                </a:r>
                <a14:m>
                  <m:oMath xmlns:m="http://schemas.openxmlformats.org/officeDocument/2006/math">
                    <m:acc>
                      <m:accPr>
                        <m:chr m:val="⃗"/>
                        <m:ctrlPr>
                          <a:rPr lang="en-US" sz="2800" b="1" i="1">
                            <a:solidFill>
                              <a:srgbClr val="0808FC"/>
                            </a:solidFill>
                            <a:latin typeface="Cambria Math" panose="02040503050406030204" pitchFamily="18" charset="0"/>
                            <a:cs typeface="Times New Roman" pitchFamily="18" charset="0"/>
                          </a:rPr>
                        </m:ctrlPr>
                      </m:accPr>
                      <m:e>
                        <m:r>
                          <a:rPr lang="en-US" sz="2800" b="1" i="1">
                            <a:solidFill>
                              <a:srgbClr val="0808FC"/>
                            </a:solidFill>
                            <a:latin typeface="Cambria Math"/>
                            <a:cs typeface="Times New Roman" pitchFamily="18" charset="0"/>
                          </a:rPr>
                          <m:t>𝒍</m:t>
                        </m:r>
                        <m:r>
                          <a:rPr lang="en-US" sz="2800" b="1" i="1" smtClean="0">
                            <a:solidFill>
                              <a:srgbClr val="0808FC"/>
                            </a:solidFill>
                            <a:latin typeface="Cambria Math"/>
                            <a:cs typeface="Times New Roman" pitchFamily="18" charset="0"/>
                          </a:rPr>
                          <m:t>˳</m:t>
                        </m:r>
                      </m:e>
                    </m:acc>
                  </m:oMath>
                </a14:m>
                <a:r>
                  <a:rPr lang="en-US" sz="2800" b="1">
                    <a:solidFill>
                      <a:srgbClr val="0808FC"/>
                    </a:solidFill>
                    <a:latin typeface="Times New Roman" pitchFamily="18" charset="0"/>
                    <a:cs typeface="Times New Roman" pitchFamily="18" charset="0"/>
                  </a:rPr>
                  <a:t>: </a:t>
                </a:r>
              </a:p>
            </p:txBody>
          </p:sp>
        </mc:Choice>
        <mc:Fallback xmlns="">
          <p:sp>
            <p:nvSpPr>
              <p:cNvPr id="4" name="Content Placeholder 2"/>
              <p:cNvSpPr txBox="1">
                <a:spLocks noRot="1" noChangeAspect="1" noMove="1" noResize="1" noEditPoints="1" noAdjustHandles="1" noChangeArrowheads="1" noChangeShapeType="1" noTextEdit="1"/>
              </p:cNvSpPr>
              <p:nvPr/>
            </p:nvSpPr>
            <p:spPr bwMode="auto">
              <a:xfrm>
                <a:off x="304800" y="1066800"/>
                <a:ext cx="8610600" cy="989013"/>
              </a:xfrm>
              <a:prstGeom prst="rect">
                <a:avLst/>
              </a:prstGeom>
              <a:blipFill rotWithShape="1">
                <a:blip r:embed="rId3"/>
                <a:stretch>
                  <a:fillRect l="-1415" t="-1235" r="-1345" b="-25926"/>
                </a:stretch>
              </a:blipFill>
              <a:ln w="9525">
                <a:noFill/>
                <a:miter lim="800000"/>
                <a:headEnd/>
                <a:tailEnd/>
              </a:ln>
            </p:spPr>
            <p:txBody>
              <a:bodyPr/>
              <a:lstStyle/>
              <a:p>
                <a:r>
                  <a:rPr lang="en-US">
                    <a:noFill/>
                  </a:rPr>
                  <a:t> </a:t>
                </a:r>
              </a:p>
            </p:txBody>
          </p:sp>
        </mc:Fallback>
      </mc:AlternateContent>
      <p:cxnSp>
        <p:nvCxnSpPr>
          <p:cNvPr id="6" name="Straight Arrow Connector 5"/>
          <p:cNvCxnSpPr/>
          <p:nvPr/>
        </p:nvCxnSpPr>
        <p:spPr>
          <a:xfrm flipV="1">
            <a:off x="6553200" y="2132013"/>
            <a:ext cx="1066800" cy="45720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p:nvPr/>
        </p:nvCxnSpPr>
        <p:spPr>
          <a:xfrm>
            <a:off x="6553200" y="2589213"/>
            <a:ext cx="1371600" cy="304800"/>
          </a:xfrm>
          <a:prstGeom prst="straightConnector1">
            <a:avLst/>
          </a:prstGeom>
          <a:ln w="38100">
            <a:solidFill>
              <a:srgbClr val="C00000"/>
            </a:solidFill>
            <a:tailEnd type="arrow"/>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rot="5400000">
            <a:off x="5880894" y="3275806"/>
            <a:ext cx="1371600" cy="1588"/>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6553200" y="2727325"/>
            <a:ext cx="228600" cy="76200"/>
          </a:xfrm>
          <a:prstGeom prst="line">
            <a:avLst/>
          </a:prstGeom>
          <a:ln w="25400">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rot="5400000" flipH="1" flipV="1">
            <a:off x="6705601" y="2727325"/>
            <a:ext cx="152400" cy="3175"/>
          </a:xfrm>
          <a:prstGeom prst="line">
            <a:avLst/>
          </a:prstGeom>
          <a:ln w="25400">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rot="5400000">
            <a:off x="6515101" y="2716212"/>
            <a:ext cx="381000" cy="3175"/>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rot="10800000" flipV="1">
            <a:off x="6553200" y="2894013"/>
            <a:ext cx="152400" cy="76200"/>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grpSp>
        <p:nvGrpSpPr>
          <p:cNvPr id="5" name="Group 53"/>
          <p:cNvGrpSpPr>
            <a:grpSpLocks/>
          </p:cNvGrpSpPr>
          <p:nvPr/>
        </p:nvGrpSpPr>
        <p:grpSpPr bwMode="auto">
          <a:xfrm>
            <a:off x="4876800" y="1827213"/>
            <a:ext cx="4191000" cy="1447800"/>
            <a:chOff x="4800600" y="990600"/>
            <a:chExt cx="4191000" cy="1447800"/>
          </a:xfrm>
        </p:grpSpPr>
        <p:cxnSp>
          <p:nvCxnSpPr>
            <p:cNvPr id="26" name="Straight Connector 25"/>
            <p:cNvCxnSpPr/>
            <p:nvPr/>
          </p:nvCxnSpPr>
          <p:spPr>
            <a:xfrm rot="10800000" flipV="1">
              <a:off x="4800600" y="990600"/>
              <a:ext cx="1371600" cy="1295400"/>
            </a:xfrm>
            <a:prstGeom prst="line">
              <a:avLst/>
            </a:prstGeom>
            <a:ln w="38100">
              <a:solidFill>
                <a:srgbClr val="001746"/>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rot="10800000" flipV="1">
              <a:off x="7620000" y="1143000"/>
              <a:ext cx="1371600" cy="1295400"/>
            </a:xfrm>
            <a:prstGeom prst="line">
              <a:avLst/>
            </a:prstGeom>
            <a:ln w="38100">
              <a:solidFill>
                <a:srgbClr val="001746"/>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a:off x="4800600" y="2286000"/>
              <a:ext cx="2819400" cy="152400"/>
            </a:xfrm>
            <a:prstGeom prst="line">
              <a:avLst/>
            </a:prstGeom>
            <a:ln w="38100">
              <a:solidFill>
                <a:srgbClr val="001746"/>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rot="10800000">
              <a:off x="6172200" y="990600"/>
              <a:ext cx="2819400" cy="152400"/>
            </a:xfrm>
            <a:prstGeom prst="line">
              <a:avLst/>
            </a:prstGeom>
            <a:ln w="38100">
              <a:solidFill>
                <a:srgbClr val="001746"/>
              </a:solidFill>
            </a:ln>
          </p:spPr>
          <p:style>
            <a:lnRef idx="1">
              <a:schemeClr val="accent1"/>
            </a:lnRef>
            <a:fillRef idx="0">
              <a:schemeClr val="accent1"/>
            </a:fillRef>
            <a:effectRef idx="0">
              <a:schemeClr val="accent1"/>
            </a:effectRef>
            <a:fontRef idx="minor">
              <a:schemeClr val="tx1"/>
            </a:fontRef>
          </p:style>
        </p:cxnSp>
      </p:grpSp>
      <p:sp>
        <p:nvSpPr>
          <p:cNvPr id="36" name="Content Placeholder 2"/>
          <p:cNvSpPr txBox="1">
            <a:spLocks/>
          </p:cNvSpPr>
          <p:nvPr/>
        </p:nvSpPr>
        <p:spPr bwMode="auto">
          <a:xfrm>
            <a:off x="1514475" y="3200400"/>
            <a:ext cx="2198688"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73050" indent="-273050"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20000"/>
              </a:spcBef>
              <a:buClr>
                <a:srgbClr val="0BD0D9"/>
              </a:buClr>
              <a:buSzPct val="95000"/>
              <a:buFont typeface="Wingdings 2" pitchFamily="18" charset="2"/>
              <a:buNone/>
            </a:pPr>
            <a:r>
              <a:rPr lang="en-US" sz="3200" b="1">
                <a:solidFill>
                  <a:srgbClr val="080CA8"/>
                </a:solidFill>
                <a:latin typeface="Times New Roman" pitchFamily="18" charset="0"/>
                <a:cs typeface="Times New Roman" pitchFamily="18" charset="0"/>
              </a:rPr>
              <a:t>Phương:</a:t>
            </a:r>
          </a:p>
        </p:txBody>
      </p:sp>
      <p:sp>
        <p:nvSpPr>
          <p:cNvPr id="37" name="Content Placeholder 2"/>
          <p:cNvSpPr txBox="1">
            <a:spLocks/>
          </p:cNvSpPr>
          <p:nvPr/>
        </p:nvSpPr>
        <p:spPr bwMode="auto">
          <a:xfrm>
            <a:off x="1482725" y="3886200"/>
            <a:ext cx="6594475"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73050" indent="-273050"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20000"/>
              </a:spcBef>
              <a:buClr>
                <a:srgbClr val="0BD0D9"/>
              </a:buClr>
              <a:buSzPct val="95000"/>
              <a:buFont typeface="Wingdings 2" pitchFamily="18" charset="2"/>
              <a:buNone/>
            </a:pPr>
            <a:r>
              <a:rPr lang="en-US" sz="3200" b="1">
                <a:solidFill>
                  <a:srgbClr val="080CA8"/>
                </a:solidFill>
                <a:latin typeface="Times New Roman" pitchFamily="18" charset="0"/>
                <a:cs typeface="Times New Roman" pitchFamily="18" charset="0"/>
              </a:rPr>
              <a:t>Chiều: theo quy t</a:t>
            </a:r>
            <a:r>
              <a:rPr lang="vi-VN" sz="3200" b="1">
                <a:solidFill>
                  <a:srgbClr val="080CA8"/>
                </a:solidFill>
                <a:latin typeface="Times New Roman" pitchFamily="18" charset="0"/>
                <a:cs typeface="Times New Roman" pitchFamily="18" charset="0"/>
              </a:rPr>
              <a:t>ắc</a:t>
            </a:r>
            <a:r>
              <a:rPr lang="en-US" sz="3200" b="1">
                <a:solidFill>
                  <a:srgbClr val="080CA8"/>
                </a:solidFill>
                <a:latin typeface="Times New Roman" pitchFamily="18" charset="0"/>
                <a:cs typeface="Times New Roman" pitchFamily="18" charset="0"/>
              </a:rPr>
              <a:t> bàn tay trái.</a:t>
            </a:r>
          </a:p>
        </p:txBody>
      </p:sp>
      <p:sp>
        <p:nvSpPr>
          <p:cNvPr id="38" name="Content Placeholder 2"/>
          <p:cNvSpPr txBox="1">
            <a:spLocks/>
          </p:cNvSpPr>
          <p:nvPr/>
        </p:nvSpPr>
        <p:spPr bwMode="auto">
          <a:xfrm>
            <a:off x="1514475" y="4525963"/>
            <a:ext cx="25273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73050" indent="-273050"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20000"/>
              </a:spcBef>
              <a:buClr>
                <a:srgbClr val="0BD0D9"/>
              </a:buClr>
              <a:buSzPct val="95000"/>
              <a:buFont typeface="Wingdings 2" pitchFamily="18" charset="2"/>
              <a:buNone/>
            </a:pPr>
            <a:r>
              <a:rPr lang="en-US" sz="3200" b="1">
                <a:solidFill>
                  <a:srgbClr val="080CA8"/>
                </a:solidFill>
                <a:latin typeface="Times New Roman" pitchFamily="18" charset="0"/>
                <a:cs typeface="Times New Roman" pitchFamily="18" charset="0"/>
              </a:rPr>
              <a:t>Độ lớn: </a:t>
            </a:r>
          </a:p>
        </p:txBody>
      </p:sp>
      <p:cxnSp>
        <p:nvCxnSpPr>
          <p:cNvPr id="39" name="Straight Arrow Connector 38"/>
          <p:cNvCxnSpPr/>
          <p:nvPr/>
        </p:nvCxnSpPr>
        <p:spPr>
          <a:xfrm flipV="1">
            <a:off x="909638" y="3475038"/>
            <a:ext cx="609600" cy="563562"/>
          </a:xfrm>
          <a:prstGeom prst="straightConnector1">
            <a:avLst/>
          </a:prstGeom>
          <a:ln w="25400">
            <a:solidFill>
              <a:srgbClr val="0070C0"/>
            </a:solidFill>
            <a:tailEnd type="arrow"/>
          </a:ln>
        </p:spPr>
        <p:style>
          <a:lnRef idx="1">
            <a:schemeClr val="accent1"/>
          </a:lnRef>
          <a:fillRef idx="0">
            <a:schemeClr val="accent1"/>
          </a:fillRef>
          <a:effectRef idx="0">
            <a:schemeClr val="accent1"/>
          </a:effectRef>
          <a:fontRef idx="minor">
            <a:schemeClr val="tx1"/>
          </a:fontRef>
        </p:style>
      </p:cxnSp>
      <p:cxnSp>
        <p:nvCxnSpPr>
          <p:cNvPr id="40" name="Straight Arrow Connector 39"/>
          <p:cNvCxnSpPr/>
          <p:nvPr/>
        </p:nvCxnSpPr>
        <p:spPr>
          <a:xfrm>
            <a:off x="914400" y="4038600"/>
            <a:ext cx="609600" cy="0"/>
          </a:xfrm>
          <a:prstGeom prst="straightConnector1">
            <a:avLst/>
          </a:prstGeom>
          <a:ln w="25400">
            <a:solidFill>
              <a:srgbClr val="0070C0"/>
            </a:solidFill>
            <a:tailEnd type="arrow"/>
          </a:ln>
        </p:spPr>
        <p:style>
          <a:lnRef idx="1">
            <a:schemeClr val="accent1"/>
          </a:lnRef>
          <a:fillRef idx="0">
            <a:schemeClr val="accent1"/>
          </a:fillRef>
          <a:effectRef idx="0">
            <a:schemeClr val="accent1"/>
          </a:effectRef>
          <a:fontRef idx="minor">
            <a:schemeClr val="tx1"/>
          </a:fontRef>
        </p:style>
      </p:cxnSp>
      <p:cxnSp>
        <p:nvCxnSpPr>
          <p:cNvPr id="41" name="Straight Arrow Connector 40"/>
          <p:cNvCxnSpPr/>
          <p:nvPr/>
        </p:nvCxnSpPr>
        <p:spPr>
          <a:xfrm>
            <a:off x="914400" y="4038600"/>
            <a:ext cx="600075" cy="563563"/>
          </a:xfrm>
          <a:prstGeom prst="straightConnector1">
            <a:avLst/>
          </a:prstGeom>
          <a:ln w="25400">
            <a:solidFill>
              <a:srgbClr val="0070C0"/>
            </a:solidFill>
            <a:tailEnd type="arrow"/>
          </a:ln>
        </p:spPr>
        <p:style>
          <a:lnRef idx="1">
            <a:schemeClr val="accent1"/>
          </a:lnRef>
          <a:fillRef idx="0">
            <a:schemeClr val="accent1"/>
          </a:fillRef>
          <a:effectRef idx="0">
            <a:schemeClr val="accent1"/>
          </a:effectRef>
          <a:fontRef idx="minor">
            <a:schemeClr val="tx1"/>
          </a:fontRef>
        </p:style>
      </p:cxnSp>
      <p:graphicFrame>
        <p:nvGraphicFramePr>
          <p:cNvPr id="42" name="Object 7"/>
          <p:cNvGraphicFramePr>
            <a:graphicFrameLocks noChangeAspect="1"/>
          </p:cNvGraphicFramePr>
          <p:nvPr/>
        </p:nvGraphicFramePr>
        <p:xfrm>
          <a:off x="76200" y="3505200"/>
          <a:ext cx="825500" cy="838200"/>
        </p:xfrm>
        <a:graphic>
          <a:graphicData uri="http://schemas.openxmlformats.org/presentationml/2006/ole">
            <mc:AlternateContent xmlns:mc="http://schemas.openxmlformats.org/markup-compatibility/2006">
              <mc:Choice xmlns:v="urn:schemas-microsoft-com:vml" Requires="v">
                <p:oleObj name="Equation" r:id="rId4" imgW="203024" imgH="215713" progId="Equation.DSMT4">
                  <p:embed/>
                </p:oleObj>
              </mc:Choice>
              <mc:Fallback>
                <p:oleObj name="Equation" r:id="rId4" imgW="203024" imgH="215713"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6200" y="3505200"/>
                        <a:ext cx="8255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7659" name="Object 11"/>
          <p:cNvGraphicFramePr>
            <a:graphicFrameLocks noChangeAspect="1"/>
          </p:cNvGraphicFramePr>
          <p:nvPr/>
        </p:nvGraphicFramePr>
        <p:xfrm>
          <a:off x="7043738" y="2392363"/>
          <a:ext cx="257175" cy="341312"/>
        </p:xfrm>
        <a:graphic>
          <a:graphicData uri="http://schemas.openxmlformats.org/presentationml/2006/ole">
            <mc:AlternateContent xmlns:mc="http://schemas.openxmlformats.org/markup-compatibility/2006">
              <mc:Choice xmlns:v="urn:schemas-microsoft-com:vml" Requires="v">
                <p:oleObj name="Equation" r:id="rId6" imgW="126725" imgH="177415" progId="Equation.3">
                  <p:embed/>
                </p:oleObj>
              </mc:Choice>
              <mc:Fallback>
                <p:oleObj name="Equation" r:id="rId6" imgW="126725" imgH="177415"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043738" y="2392363"/>
                        <a:ext cx="257175" cy="3413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7" name="Arc 46"/>
          <p:cNvSpPr/>
          <p:nvPr/>
        </p:nvSpPr>
        <p:spPr>
          <a:xfrm rot="7698837" flipH="1">
            <a:off x="6613525" y="2428876"/>
            <a:ext cx="485775" cy="317500"/>
          </a:xfrm>
          <a:prstGeom prst="arc">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a:p>
        </p:txBody>
      </p:sp>
      <mc:AlternateContent xmlns:mc="http://schemas.openxmlformats.org/markup-compatibility/2006" xmlns:a14="http://schemas.microsoft.com/office/drawing/2010/main">
        <mc:Choice Requires="a14">
          <p:sp>
            <p:nvSpPr>
              <p:cNvPr id="7" name="Rectangle 6"/>
              <p:cNvSpPr/>
              <p:nvPr/>
            </p:nvSpPr>
            <p:spPr>
              <a:xfrm>
                <a:off x="989012" y="2238656"/>
                <a:ext cx="3052763" cy="914400"/>
              </a:xfrm>
              <a:prstGeom prst="rect">
                <a:avLst/>
              </a:prstGeom>
              <a:noFill/>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2800" b="1"/>
                  <a:t>d</a:t>
                </a:r>
                <a14:m>
                  <m:oMath xmlns:m="http://schemas.openxmlformats.org/officeDocument/2006/math">
                    <m:acc>
                      <m:accPr>
                        <m:chr m:val="⃗"/>
                        <m:ctrlPr>
                          <a:rPr lang="en-US" sz="2800" b="1" i="1" smtClean="0">
                            <a:latin typeface="Cambria Math" panose="02040503050406030204" pitchFamily="18" charset="0"/>
                          </a:rPr>
                        </m:ctrlPr>
                      </m:accPr>
                      <m:e>
                        <m:r>
                          <a:rPr lang="en-US" sz="2800" b="1" i="1" smtClean="0">
                            <a:latin typeface="Cambria Math"/>
                          </a:rPr>
                          <m:t>𝑭</m:t>
                        </m:r>
                      </m:e>
                    </m:acc>
                  </m:oMath>
                </a14:m>
                <a:r>
                  <a:rPr lang="en-US" sz="2800" b="1"/>
                  <a:t> =</a:t>
                </a:r>
                <a14:m>
                  <m:oMath xmlns:m="http://schemas.openxmlformats.org/officeDocument/2006/math">
                    <m:f>
                      <m:fPr>
                        <m:ctrlPr>
                          <a:rPr lang="en-US" sz="2800" b="1" i="1" smtClean="0">
                            <a:latin typeface="Cambria Math" panose="02040503050406030204" pitchFamily="18" charset="0"/>
                          </a:rPr>
                        </m:ctrlPr>
                      </m:fPr>
                      <m:num>
                        <m:r>
                          <m:rPr>
                            <m:sty m:val="p"/>
                          </m:rPr>
                          <a:rPr lang="el-GR" sz="2800" b="1" i="1" smtClean="0">
                            <a:latin typeface="Cambria Math"/>
                          </a:rPr>
                          <m:t>μ</m:t>
                        </m:r>
                        <m:r>
                          <a:rPr lang="el-GR" sz="2800" b="1" i="1" smtClean="0">
                            <a:latin typeface="Cambria Math"/>
                          </a:rPr>
                          <m:t>˳</m:t>
                        </m:r>
                        <m:r>
                          <m:rPr>
                            <m:sty m:val="p"/>
                          </m:rPr>
                          <a:rPr lang="el-GR" sz="2800" b="1" i="1" smtClean="0">
                            <a:latin typeface="Cambria Math"/>
                          </a:rPr>
                          <m:t>μ</m:t>
                        </m:r>
                      </m:num>
                      <m:den>
                        <m:r>
                          <a:rPr lang="en-US" sz="2800" b="1" i="1" smtClean="0">
                            <a:latin typeface="Cambria Math"/>
                          </a:rPr>
                          <m:t>𝟒</m:t>
                        </m:r>
                        <m:r>
                          <m:rPr>
                            <m:sty m:val="p"/>
                          </m:rPr>
                          <a:rPr lang="el-GR" sz="2800" b="1" i="1" smtClean="0">
                            <a:latin typeface="Cambria Math"/>
                          </a:rPr>
                          <m:t>π</m:t>
                        </m:r>
                      </m:den>
                    </m:f>
                  </m:oMath>
                </a14:m>
                <a:r>
                  <a:rPr lang="en-US" sz="2800" b="1"/>
                  <a:t>.</a:t>
                </a:r>
                <a14:m>
                  <m:oMath xmlns:m="http://schemas.openxmlformats.org/officeDocument/2006/math">
                    <m:f>
                      <m:fPr>
                        <m:ctrlPr>
                          <a:rPr lang="en-US" sz="2800" b="1" i="1" smtClean="0">
                            <a:latin typeface="Cambria Math" panose="02040503050406030204" pitchFamily="18" charset="0"/>
                          </a:rPr>
                        </m:ctrlPr>
                      </m:fPr>
                      <m:num>
                        <m:r>
                          <a:rPr lang="en-US" sz="2800" b="1" i="1" smtClean="0">
                            <a:latin typeface="Cambria Math"/>
                          </a:rPr>
                          <m:t>𝑰𝒐𝒅</m:t>
                        </m:r>
                        <m:acc>
                          <m:accPr>
                            <m:chr m:val="⃗"/>
                            <m:ctrlPr>
                              <a:rPr lang="en-US" sz="2800" b="1" i="1" smtClean="0">
                                <a:latin typeface="Cambria Math" panose="02040503050406030204" pitchFamily="18" charset="0"/>
                              </a:rPr>
                            </m:ctrlPr>
                          </m:accPr>
                          <m:e>
                            <m:r>
                              <a:rPr lang="en-US" sz="2800" b="1" i="1" smtClean="0">
                                <a:latin typeface="Cambria Math"/>
                              </a:rPr>
                              <m:t>𝒍𝒐</m:t>
                            </m:r>
                          </m:e>
                        </m:acc>
                        <m:r>
                          <a:rPr lang="en-US" sz="2800" b="1" i="1" smtClean="0">
                            <a:latin typeface="Cambria Math"/>
                          </a:rPr>
                          <m:t>.</m:t>
                        </m:r>
                        <m:r>
                          <a:rPr lang="en-US" sz="2800" b="1" i="1">
                            <a:latin typeface="Cambria Math"/>
                          </a:rPr>
                          <m:t>𝑰𝒅</m:t>
                        </m:r>
                        <m:acc>
                          <m:accPr>
                            <m:chr m:val="⃗"/>
                            <m:ctrlPr>
                              <a:rPr lang="en-US" sz="2800" b="1" i="1">
                                <a:latin typeface="Cambria Math" panose="02040503050406030204" pitchFamily="18" charset="0"/>
                              </a:rPr>
                            </m:ctrlPr>
                          </m:accPr>
                          <m:e>
                            <m:r>
                              <a:rPr lang="en-US" sz="2800" b="1" i="1">
                                <a:latin typeface="Cambria Math"/>
                              </a:rPr>
                              <m:t>𝒍</m:t>
                            </m:r>
                          </m:e>
                        </m:acc>
                      </m:num>
                      <m:den>
                        <m:r>
                          <a:rPr lang="en-US" sz="2800" b="1" i="1" smtClean="0">
                            <a:latin typeface="Cambria Math"/>
                          </a:rPr>
                          <m:t>𝒓</m:t>
                        </m:r>
                        <m:r>
                          <a:rPr lang="en-US" sz="2800" b="1" i="1" smtClean="0">
                            <a:latin typeface="Cambria Math"/>
                          </a:rPr>
                          <m:t>²</m:t>
                        </m:r>
                      </m:den>
                    </m:f>
                  </m:oMath>
                </a14:m>
                <a:r>
                  <a:rPr lang="en-US" sz="2800" b="1"/>
                  <a:t>.</a:t>
                </a:r>
                <a14:m>
                  <m:oMath xmlns:m="http://schemas.openxmlformats.org/officeDocument/2006/math">
                    <m:f>
                      <m:fPr>
                        <m:ctrlPr>
                          <a:rPr lang="en-US" sz="2800" b="1" i="1" smtClean="0">
                            <a:latin typeface="Cambria Math" panose="02040503050406030204" pitchFamily="18" charset="0"/>
                          </a:rPr>
                        </m:ctrlPr>
                      </m:fPr>
                      <m:num>
                        <m:acc>
                          <m:accPr>
                            <m:chr m:val="⃗"/>
                            <m:ctrlPr>
                              <a:rPr lang="en-US" sz="2800" b="1" i="1" smtClean="0">
                                <a:latin typeface="Cambria Math" panose="02040503050406030204" pitchFamily="18" charset="0"/>
                              </a:rPr>
                            </m:ctrlPr>
                          </m:accPr>
                          <m:e>
                            <m:r>
                              <a:rPr lang="en-US" sz="2800" b="1" i="1" smtClean="0">
                                <a:latin typeface="Cambria Math"/>
                              </a:rPr>
                              <m:t>𝒓</m:t>
                            </m:r>
                          </m:e>
                        </m:acc>
                      </m:num>
                      <m:den>
                        <m:r>
                          <a:rPr lang="en-US" sz="2800" b="1" i="1" smtClean="0">
                            <a:latin typeface="Cambria Math"/>
                          </a:rPr>
                          <m:t>𝒓</m:t>
                        </m:r>
                      </m:den>
                    </m:f>
                  </m:oMath>
                </a14:m>
                <a:endParaRPr lang="en-US" sz="2800" b="1"/>
              </a:p>
            </p:txBody>
          </p:sp>
        </mc:Choice>
        <mc:Fallback xmlns="">
          <p:sp>
            <p:nvSpPr>
              <p:cNvPr id="7" name="Rectangle 6"/>
              <p:cNvSpPr>
                <a:spLocks noRot="1" noChangeAspect="1" noMove="1" noResize="1" noEditPoints="1" noAdjustHandles="1" noChangeArrowheads="1" noChangeShapeType="1" noTextEdit="1"/>
              </p:cNvSpPr>
              <p:nvPr/>
            </p:nvSpPr>
            <p:spPr>
              <a:xfrm>
                <a:off x="989012" y="2238656"/>
                <a:ext cx="3052763" cy="914400"/>
              </a:xfrm>
              <a:prstGeom prst="rect">
                <a:avLst/>
              </a:prstGeom>
              <a:blipFill rotWithShape="1">
                <a:blip r:embed="rId8"/>
                <a:stretch>
                  <a:fillRect b="-2667"/>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Rectangle 8"/>
              <p:cNvSpPr/>
              <p:nvPr/>
            </p:nvSpPr>
            <p:spPr>
              <a:xfrm>
                <a:off x="6402407" y="1954599"/>
                <a:ext cx="457200" cy="479143"/>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1" i="1">
                          <a:latin typeface="Cambria Math"/>
                        </a:rPr>
                        <m:t>𝑰</m:t>
                      </m:r>
                      <m:r>
                        <a:rPr lang="en-US" sz="2800" b="1">
                          <a:latin typeface="Cambria Math"/>
                        </a:rPr>
                        <m:t>𝐝</m:t>
                      </m:r>
                      <m:acc>
                        <m:accPr>
                          <m:chr m:val="⃗"/>
                          <m:ctrlPr>
                            <a:rPr lang="en-US" sz="2800" b="1" i="1">
                              <a:latin typeface="Cambria Math" panose="02040503050406030204" pitchFamily="18" charset="0"/>
                            </a:rPr>
                          </m:ctrlPr>
                        </m:accPr>
                        <m:e>
                          <m:r>
                            <a:rPr lang="en-US" sz="2800" b="1" i="1">
                              <a:latin typeface="Cambria Math"/>
                            </a:rPr>
                            <m:t>𝒍</m:t>
                          </m:r>
                        </m:e>
                      </m:acc>
                    </m:oMath>
                  </m:oMathPara>
                </a14:m>
                <a:endParaRPr lang="en-US" sz="2800"/>
              </a:p>
            </p:txBody>
          </p:sp>
        </mc:Choice>
        <mc:Fallback xmlns="">
          <p:sp>
            <p:nvSpPr>
              <p:cNvPr id="9" name="Rectangle 8"/>
              <p:cNvSpPr>
                <a:spLocks noRot="1" noChangeAspect="1" noMove="1" noResize="1" noEditPoints="1" noAdjustHandles="1" noChangeArrowheads="1" noChangeShapeType="1" noTextEdit="1"/>
              </p:cNvSpPr>
              <p:nvPr/>
            </p:nvSpPr>
            <p:spPr>
              <a:xfrm>
                <a:off x="6402407" y="1954599"/>
                <a:ext cx="457200" cy="479143"/>
              </a:xfrm>
              <a:prstGeom prst="rect">
                <a:avLst/>
              </a:prstGeom>
              <a:blipFill rotWithShape="1">
                <a:blip r:embed="rId9"/>
                <a:stretch>
                  <a:fillRect l="-12000"/>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6" name="Rectangle 45"/>
              <p:cNvSpPr/>
              <p:nvPr/>
            </p:nvSpPr>
            <p:spPr>
              <a:xfrm>
                <a:off x="5949557" y="3351929"/>
                <a:ext cx="457200" cy="479143"/>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1">
                          <a:latin typeface="Cambria Math"/>
                        </a:rPr>
                        <m:t>𝐝</m:t>
                      </m:r>
                      <m:acc>
                        <m:accPr>
                          <m:chr m:val="⃗"/>
                          <m:ctrlPr>
                            <a:rPr lang="en-US" sz="2800" b="1" i="1">
                              <a:latin typeface="Cambria Math" panose="02040503050406030204" pitchFamily="18" charset="0"/>
                            </a:rPr>
                          </m:ctrlPr>
                        </m:accPr>
                        <m:e>
                          <m:r>
                            <a:rPr lang="en-US" sz="2800" b="1" i="1" smtClean="0">
                              <a:latin typeface="Cambria Math"/>
                            </a:rPr>
                            <m:t>𝑭</m:t>
                          </m:r>
                        </m:e>
                      </m:acc>
                    </m:oMath>
                  </m:oMathPara>
                </a14:m>
                <a:endParaRPr lang="en-US" sz="2800"/>
              </a:p>
            </p:txBody>
          </p:sp>
        </mc:Choice>
        <mc:Fallback xmlns="">
          <p:sp>
            <p:nvSpPr>
              <p:cNvPr id="46" name="Rectangle 45"/>
              <p:cNvSpPr>
                <a:spLocks noRot="1" noChangeAspect="1" noMove="1" noResize="1" noEditPoints="1" noAdjustHandles="1" noChangeArrowheads="1" noChangeShapeType="1" noTextEdit="1"/>
              </p:cNvSpPr>
              <p:nvPr/>
            </p:nvSpPr>
            <p:spPr>
              <a:xfrm>
                <a:off x="5949557" y="3351929"/>
                <a:ext cx="457200" cy="479143"/>
              </a:xfrm>
              <a:prstGeom prst="rect">
                <a:avLst/>
              </a:prstGeom>
              <a:blipFill rotWithShape="1">
                <a:blip r:embed="rId10"/>
                <a:stretch>
                  <a:fillRect l="-4000"/>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8" name="Rectangle 47"/>
              <p:cNvSpPr/>
              <p:nvPr/>
            </p:nvSpPr>
            <p:spPr>
              <a:xfrm>
                <a:off x="8077200" y="3035441"/>
                <a:ext cx="457200" cy="479143"/>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acc>
                        <m:accPr>
                          <m:chr m:val="⃗"/>
                          <m:ctrlPr>
                            <a:rPr lang="en-US" sz="2800" b="1" i="1" smtClean="0">
                              <a:latin typeface="Cambria Math" panose="02040503050406030204" pitchFamily="18" charset="0"/>
                            </a:rPr>
                          </m:ctrlPr>
                        </m:accPr>
                        <m:e>
                          <m:r>
                            <a:rPr lang="en-US" sz="2800" b="1" i="1" smtClean="0">
                              <a:latin typeface="Cambria Math"/>
                            </a:rPr>
                            <m:t>𝒏</m:t>
                          </m:r>
                        </m:e>
                      </m:acc>
                    </m:oMath>
                  </m:oMathPara>
                </a14:m>
                <a:endParaRPr lang="en-US" sz="2800"/>
              </a:p>
            </p:txBody>
          </p:sp>
        </mc:Choice>
        <mc:Fallback xmlns="">
          <p:sp>
            <p:nvSpPr>
              <p:cNvPr id="48" name="Rectangle 47"/>
              <p:cNvSpPr>
                <a:spLocks noRot="1" noChangeAspect="1" noMove="1" noResize="1" noEditPoints="1" noAdjustHandles="1" noChangeArrowheads="1" noChangeShapeType="1" noTextEdit="1"/>
              </p:cNvSpPr>
              <p:nvPr/>
            </p:nvSpPr>
            <p:spPr>
              <a:xfrm>
                <a:off x="8077200" y="3035441"/>
                <a:ext cx="457200" cy="479143"/>
              </a:xfrm>
              <a:prstGeom prst="rect">
                <a:avLst/>
              </a:prstGeom>
              <a:blipFill rotWithShape="1">
                <a:blip r:embed="rId11"/>
                <a:stretch>
                  <a:fillRect/>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0" name="Rectangle 49"/>
              <p:cNvSpPr/>
              <p:nvPr/>
            </p:nvSpPr>
            <p:spPr>
              <a:xfrm>
                <a:off x="3072740" y="3235466"/>
                <a:ext cx="2438400" cy="479143"/>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14:m>
                  <m:oMath xmlns:m="http://schemas.openxmlformats.org/officeDocument/2006/math">
                    <m:r>
                      <a:rPr lang="en-US" sz="2800" b="1" i="1" smtClean="0">
                        <a:latin typeface="Cambria Math"/>
                      </a:rPr>
                      <m:t>⊥</m:t>
                    </m:r>
                    <m:r>
                      <a:rPr lang="en-US" sz="2800" b="1" i="0" smtClean="0">
                        <a:latin typeface="Cambria Math"/>
                      </a:rPr>
                      <m:t>𝐦𝐩</m:t>
                    </m:r>
                    <m:r>
                      <a:rPr lang="en-US" sz="2800" b="1" i="1" smtClean="0">
                        <a:latin typeface="Cambria Math"/>
                      </a:rPr>
                      <m:t> (</m:t>
                    </m:r>
                    <m:r>
                      <a:rPr lang="en-US" sz="2800" b="1" i="1" smtClean="0">
                        <a:latin typeface="Cambria Math"/>
                      </a:rPr>
                      <m:t>𝑰𝒅</m:t>
                    </m:r>
                    <m:acc>
                      <m:accPr>
                        <m:chr m:val="⃗"/>
                        <m:ctrlPr>
                          <a:rPr lang="en-US" sz="2800" b="1" i="1">
                            <a:latin typeface="Cambria Math" panose="02040503050406030204" pitchFamily="18" charset="0"/>
                          </a:rPr>
                        </m:ctrlPr>
                      </m:accPr>
                      <m:e>
                        <m:r>
                          <a:rPr lang="en-US" sz="2800" b="1" i="1">
                            <a:latin typeface="Cambria Math"/>
                          </a:rPr>
                          <m:t>𝒍</m:t>
                        </m:r>
                      </m:e>
                    </m:acc>
                  </m:oMath>
                </a14:m>
                <a:r>
                  <a:rPr lang="en-US" sz="2800" b="1"/>
                  <a:t>,</a:t>
                </a:r>
                <a14:m>
                  <m:oMath xmlns:m="http://schemas.openxmlformats.org/officeDocument/2006/math">
                    <m:acc>
                      <m:accPr>
                        <m:chr m:val="⃗"/>
                        <m:ctrlPr>
                          <a:rPr lang="en-US" sz="2800" b="1" i="1" smtClean="0">
                            <a:latin typeface="Cambria Math" panose="02040503050406030204" pitchFamily="18" charset="0"/>
                          </a:rPr>
                        </m:ctrlPr>
                      </m:accPr>
                      <m:e>
                        <m:r>
                          <a:rPr lang="en-US" sz="2800" b="1" i="1" smtClean="0">
                            <a:latin typeface="Cambria Math"/>
                          </a:rPr>
                          <m:t>𝒏</m:t>
                        </m:r>
                      </m:e>
                    </m:acc>
                  </m:oMath>
                </a14:m>
                <a:r>
                  <a:rPr lang="en-US" sz="2800" b="1"/>
                  <a:t>)</a:t>
                </a:r>
              </a:p>
            </p:txBody>
          </p:sp>
        </mc:Choice>
        <mc:Fallback xmlns="">
          <p:sp>
            <p:nvSpPr>
              <p:cNvPr id="50" name="Rectangle 49"/>
              <p:cNvSpPr>
                <a:spLocks noRot="1" noChangeAspect="1" noMove="1" noResize="1" noEditPoints="1" noAdjustHandles="1" noChangeArrowheads="1" noChangeShapeType="1" noTextEdit="1"/>
              </p:cNvSpPr>
              <p:nvPr/>
            </p:nvSpPr>
            <p:spPr>
              <a:xfrm>
                <a:off x="3072740" y="3235466"/>
                <a:ext cx="2438400" cy="479143"/>
              </a:xfrm>
              <a:prstGeom prst="rect">
                <a:avLst/>
              </a:prstGeom>
              <a:blipFill rotWithShape="1">
                <a:blip r:embed="rId12"/>
                <a:stretch>
                  <a:fillRect t="-10256" r="-1000" b="-47436"/>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Rectangle 12"/>
              <p:cNvSpPr/>
              <p:nvPr/>
            </p:nvSpPr>
            <p:spPr>
              <a:xfrm>
                <a:off x="3072740" y="4547566"/>
                <a:ext cx="3710649" cy="719108"/>
              </a:xfrm>
              <a:prstGeom prst="rect">
                <a:avLst/>
              </a:prstGeom>
            </p:spPr>
            <p:txBody>
              <a:bodyPr wrap="square">
                <a:spAutoFit/>
              </a:bodyPr>
              <a:lstStyle/>
              <a:p>
                <a:pPr algn="ctr"/>
                <a:r>
                  <a:rPr lang="en-US" sz="2800" b="1"/>
                  <a:t>d</a:t>
                </a:r>
                <a14:m>
                  <m:oMath xmlns:m="http://schemas.openxmlformats.org/officeDocument/2006/math">
                    <m:acc>
                      <m:accPr>
                        <m:chr m:val="⃗"/>
                        <m:ctrlPr>
                          <a:rPr lang="en-US" sz="2800" b="1" i="1">
                            <a:latin typeface="Cambria Math" panose="02040503050406030204" pitchFamily="18" charset="0"/>
                          </a:rPr>
                        </m:ctrlPr>
                      </m:accPr>
                      <m:e>
                        <m:r>
                          <a:rPr lang="en-US" sz="2800" b="1" i="1">
                            <a:latin typeface="Cambria Math"/>
                          </a:rPr>
                          <m:t>𝑭</m:t>
                        </m:r>
                      </m:e>
                    </m:acc>
                  </m:oMath>
                </a14:m>
                <a:r>
                  <a:rPr lang="en-US" sz="2800" b="1"/>
                  <a:t> =</a:t>
                </a:r>
                <a14:m>
                  <m:oMath xmlns:m="http://schemas.openxmlformats.org/officeDocument/2006/math">
                    <m:f>
                      <m:fPr>
                        <m:ctrlPr>
                          <a:rPr lang="en-US" sz="2800" b="1" i="1">
                            <a:latin typeface="Cambria Math" panose="02040503050406030204" pitchFamily="18" charset="0"/>
                          </a:rPr>
                        </m:ctrlPr>
                      </m:fPr>
                      <m:num>
                        <m:r>
                          <m:rPr>
                            <m:sty m:val="p"/>
                          </m:rPr>
                          <a:rPr lang="el-GR" sz="2800" b="1" i="1">
                            <a:latin typeface="Cambria Math"/>
                          </a:rPr>
                          <m:t>μ</m:t>
                        </m:r>
                        <m:r>
                          <a:rPr lang="el-GR" sz="2800" b="1" i="1">
                            <a:latin typeface="Cambria Math"/>
                          </a:rPr>
                          <m:t>˳</m:t>
                        </m:r>
                        <m:r>
                          <m:rPr>
                            <m:sty m:val="p"/>
                          </m:rPr>
                          <a:rPr lang="el-GR" sz="2800" b="1" i="1">
                            <a:latin typeface="Cambria Math"/>
                          </a:rPr>
                          <m:t>μ</m:t>
                        </m:r>
                      </m:num>
                      <m:den>
                        <m:r>
                          <a:rPr lang="en-US" sz="2800" b="1" i="1">
                            <a:latin typeface="Cambria Math"/>
                          </a:rPr>
                          <m:t>𝟒</m:t>
                        </m:r>
                        <m:r>
                          <m:rPr>
                            <m:sty m:val="p"/>
                          </m:rPr>
                          <a:rPr lang="el-GR" sz="2800" b="1" i="1">
                            <a:latin typeface="Cambria Math"/>
                          </a:rPr>
                          <m:t>π</m:t>
                        </m:r>
                      </m:den>
                    </m:f>
                  </m:oMath>
                </a14:m>
                <a:r>
                  <a:rPr lang="en-US" sz="2800" b="1"/>
                  <a:t>.</a:t>
                </a:r>
                <a14:m>
                  <m:oMath xmlns:m="http://schemas.openxmlformats.org/officeDocument/2006/math">
                    <m:f>
                      <m:fPr>
                        <m:ctrlPr>
                          <a:rPr lang="en-US" sz="2800" b="1" i="1" smtClean="0">
                            <a:latin typeface="Cambria Math" panose="02040503050406030204" pitchFamily="18" charset="0"/>
                          </a:rPr>
                        </m:ctrlPr>
                      </m:fPr>
                      <m:num>
                        <m:r>
                          <a:rPr lang="en-US" sz="2800" b="1" i="1" smtClean="0">
                            <a:latin typeface="Cambria Math"/>
                          </a:rPr>
                          <m:t>𝑰𝒅𝒍𝒔𝒊𝒏</m:t>
                        </m:r>
                        <m:r>
                          <m:rPr>
                            <m:sty m:val="p"/>
                          </m:rPr>
                          <a:rPr lang="el-GR" sz="2800" b="1" i="1" smtClean="0">
                            <a:latin typeface="Cambria Math"/>
                          </a:rPr>
                          <m:t>θ</m:t>
                        </m:r>
                        <m:r>
                          <a:rPr lang="en-US" sz="2800" b="1" i="1" smtClean="0">
                            <a:latin typeface="Cambria Math"/>
                          </a:rPr>
                          <m:t>𝑰𝒐𝒅𝒍𝒐𝒔𝒊𝒏</m:t>
                        </m:r>
                        <m:r>
                          <m:rPr>
                            <m:sty m:val="p"/>
                          </m:rPr>
                          <a:rPr lang="el-GR" sz="2800" b="1" i="1" smtClean="0">
                            <a:latin typeface="Cambria Math"/>
                          </a:rPr>
                          <m:t>θ</m:t>
                        </m:r>
                        <m:r>
                          <a:rPr lang="el-GR" sz="2800" b="1" i="1" smtClean="0">
                            <a:latin typeface="Cambria Math"/>
                          </a:rPr>
                          <m:t>˳</m:t>
                        </m:r>
                      </m:num>
                      <m:den>
                        <m:r>
                          <a:rPr lang="en-US" sz="2800" b="1" i="1" smtClean="0">
                            <a:latin typeface="Cambria Math"/>
                          </a:rPr>
                          <m:t>𝒓</m:t>
                        </m:r>
                        <m:r>
                          <a:rPr lang="en-US" sz="2800" b="1" i="1" smtClean="0">
                            <a:latin typeface="Cambria Math"/>
                          </a:rPr>
                          <m:t>²</m:t>
                        </m:r>
                      </m:den>
                    </m:f>
                  </m:oMath>
                </a14:m>
                <a:endParaRPr lang="en-US" sz="2800" b="1"/>
              </a:p>
            </p:txBody>
          </p:sp>
        </mc:Choice>
        <mc:Fallback xmlns="">
          <p:sp>
            <p:nvSpPr>
              <p:cNvPr id="13" name="Rectangle 12"/>
              <p:cNvSpPr>
                <a:spLocks noRot="1" noChangeAspect="1" noMove="1" noResize="1" noEditPoints="1" noAdjustHandles="1" noChangeArrowheads="1" noChangeShapeType="1" noTextEdit="1"/>
              </p:cNvSpPr>
              <p:nvPr/>
            </p:nvSpPr>
            <p:spPr>
              <a:xfrm>
                <a:off x="3072740" y="4547566"/>
                <a:ext cx="3710649" cy="719108"/>
              </a:xfrm>
              <a:prstGeom prst="rect">
                <a:avLst/>
              </a:prstGeom>
              <a:blipFill rotWithShape="1">
                <a:blip r:embed="rId13"/>
                <a:stretch>
                  <a:fillRect l="-2627" b="-9322"/>
                </a:stretch>
              </a:blipFill>
            </p:spPr>
            <p:txBody>
              <a:bodyPr/>
              <a:lstStyle/>
              <a:p>
                <a:r>
                  <a:rPr lang="en-US">
                    <a:noFill/>
                  </a:rPr>
                  <a:t> </a:t>
                </a:r>
              </a:p>
            </p:txBody>
          </p:sp>
        </mc:Fallback>
      </mc:AlternateContent>
      <p:graphicFrame>
        <p:nvGraphicFramePr>
          <p:cNvPr id="14" name="Object 13"/>
          <p:cNvGraphicFramePr>
            <a:graphicFrameLocks noChangeAspect="1"/>
          </p:cNvGraphicFramePr>
          <p:nvPr>
            <p:extLst>
              <p:ext uri="{D42A27DB-BD31-4B8C-83A1-F6EECF244321}">
                <p14:modId xmlns:p14="http://schemas.microsoft.com/office/powerpoint/2010/main" val="3692577573"/>
              </p:ext>
            </p:extLst>
          </p:nvPr>
        </p:nvGraphicFramePr>
        <p:xfrm>
          <a:off x="190500" y="6203950"/>
          <a:ext cx="3086100" cy="577850"/>
        </p:xfrm>
        <a:graphic>
          <a:graphicData uri="http://schemas.openxmlformats.org/presentationml/2006/ole">
            <mc:AlternateContent xmlns:mc="http://schemas.openxmlformats.org/markup-compatibility/2006">
              <mc:Choice xmlns:v="urn:schemas-microsoft-com:vml" Requires="v">
                <p:oleObj name="Equation" r:id="rId14" imgW="1295400" imgH="254000" progId="Equation.DSMT4">
                  <p:embed/>
                </p:oleObj>
              </mc:Choice>
              <mc:Fallback>
                <p:oleObj name="Equation" r:id="rId14" imgW="1295400" imgH="254000" progId="Equation.DSMT4">
                  <p:embed/>
                  <p:pic>
                    <p:nvPicPr>
                      <p:cNvPr id="0" nam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90500" y="6203950"/>
                        <a:ext cx="3086100" cy="57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2" name="Content Placeholder 2"/>
          <p:cNvSpPr txBox="1">
            <a:spLocks/>
          </p:cNvSpPr>
          <p:nvPr/>
        </p:nvSpPr>
        <p:spPr bwMode="auto">
          <a:xfrm>
            <a:off x="3200400" y="6172200"/>
            <a:ext cx="23241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73050" indent="-273050"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20000"/>
              </a:spcBef>
              <a:buClr>
                <a:srgbClr val="0BD0D9"/>
              </a:buClr>
              <a:buSzPct val="95000"/>
              <a:buFont typeface="Wingdings 2" pitchFamily="18" charset="2"/>
              <a:buNone/>
            </a:pPr>
            <a:r>
              <a:rPr lang="en-US" sz="3200" b="1">
                <a:solidFill>
                  <a:srgbClr val="080CA8"/>
                </a:solidFill>
                <a:latin typeface="Times New Roman" pitchFamily="18" charset="0"/>
                <a:cs typeface="Times New Roman" pitchFamily="18" charset="0"/>
              </a:rPr>
              <a:t>:h</a:t>
            </a:r>
            <a:r>
              <a:rPr lang="vi-VN" sz="3200" b="1">
                <a:solidFill>
                  <a:srgbClr val="080CA8"/>
                </a:solidFill>
                <a:latin typeface="Times New Roman" pitchFamily="18" charset="0"/>
                <a:cs typeface="Times New Roman" pitchFamily="18" charset="0"/>
              </a:rPr>
              <a:t>ằng</a:t>
            </a:r>
            <a:r>
              <a:rPr lang="en-US" sz="3200" b="1">
                <a:solidFill>
                  <a:srgbClr val="080CA8"/>
                </a:solidFill>
                <a:latin typeface="Times New Roman" pitchFamily="18" charset="0"/>
                <a:cs typeface="Times New Roman" pitchFamily="18" charset="0"/>
              </a:rPr>
              <a:t> số t</a:t>
            </a:r>
            <a:r>
              <a:rPr lang="vi-VN" sz="3200" b="1">
                <a:solidFill>
                  <a:srgbClr val="080CA8"/>
                </a:solidFill>
                <a:latin typeface="Times New Roman" pitchFamily="18" charset="0"/>
                <a:cs typeface="Times New Roman" pitchFamily="18" charset="0"/>
              </a:rPr>
              <a:t>ừ</a:t>
            </a:r>
            <a:endParaRPr lang="en-US" sz="3200" b="1">
              <a:solidFill>
                <a:srgbClr val="080CA8"/>
              </a:solidFill>
              <a:latin typeface="Times New Roman" pitchFamily="18" charset="0"/>
              <a:cs typeface="Times New Roman" pitchFamily="18" charset="0"/>
            </a:endParaRPr>
          </a:p>
        </p:txBody>
      </p:sp>
      <p:sp>
        <p:nvSpPr>
          <p:cNvPr id="53" name="Content Placeholder 2"/>
          <p:cNvSpPr txBox="1">
            <a:spLocks/>
          </p:cNvSpPr>
          <p:nvPr/>
        </p:nvSpPr>
        <p:spPr bwMode="auto">
          <a:xfrm>
            <a:off x="5384202" y="6172200"/>
            <a:ext cx="375979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73050" indent="-273050"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20000"/>
              </a:spcBef>
              <a:buClr>
                <a:srgbClr val="0BD0D9"/>
              </a:buClr>
              <a:buSzPct val="95000"/>
              <a:buFont typeface="Wingdings 2" pitchFamily="18" charset="2"/>
              <a:buNone/>
            </a:pPr>
            <a:r>
              <a:rPr lang="en-US" sz="3200" b="1">
                <a:solidFill>
                  <a:srgbClr val="080CA8"/>
                </a:solidFill>
                <a:latin typeface="Times New Roman" pitchFamily="18" charset="0"/>
                <a:cs typeface="Times New Roman" pitchFamily="18" charset="0"/>
              </a:rPr>
              <a:t>( </a:t>
            </a:r>
            <a:r>
              <a:rPr lang="el-GR" sz="3200" b="1">
                <a:solidFill>
                  <a:srgbClr val="080CA8"/>
                </a:solidFill>
                <a:latin typeface="Times New Roman" pitchFamily="18" charset="0"/>
                <a:cs typeface="Times New Roman" pitchFamily="18" charset="0"/>
              </a:rPr>
              <a:t>μ</a:t>
            </a:r>
            <a:r>
              <a:rPr lang="en-US" sz="3200" b="1">
                <a:solidFill>
                  <a:srgbClr val="080CA8"/>
                </a:solidFill>
                <a:latin typeface="Times New Roman" pitchFamily="18" charset="0"/>
                <a:cs typeface="Times New Roman" pitchFamily="18" charset="0"/>
              </a:rPr>
              <a:t>: </a:t>
            </a:r>
            <a:r>
              <a:rPr lang="vi-VN" sz="3200" b="1">
                <a:solidFill>
                  <a:srgbClr val="080CA8"/>
                </a:solidFill>
                <a:latin typeface="Times New Roman" pitchFamily="18" charset="0"/>
                <a:cs typeface="Times New Roman" pitchFamily="18" charset="0"/>
              </a:rPr>
              <a:t>độ</a:t>
            </a:r>
            <a:r>
              <a:rPr lang="en-US" sz="3200" b="1">
                <a:solidFill>
                  <a:srgbClr val="080CA8"/>
                </a:solidFill>
                <a:latin typeface="Times New Roman" pitchFamily="18" charset="0"/>
                <a:cs typeface="Times New Roman" pitchFamily="18" charset="0"/>
              </a:rPr>
              <a:t> thẩm t</a:t>
            </a:r>
            <a:r>
              <a:rPr lang="vi-VN" sz="3200" b="1">
                <a:solidFill>
                  <a:srgbClr val="080CA8"/>
                </a:solidFill>
                <a:latin typeface="Times New Roman" pitchFamily="18" charset="0"/>
                <a:cs typeface="Times New Roman" pitchFamily="18" charset="0"/>
              </a:rPr>
              <a:t>ừ</a:t>
            </a:r>
            <a:r>
              <a:rPr lang="en-US" sz="3200" b="1">
                <a:solidFill>
                  <a:srgbClr val="080CA8"/>
                </a:solidFill>
                <a:latin typeface="Times New Roman" pitchFamily="18" charset="0"/>
                <a:cs typeface="Times New Roman" pitchFamily="18" charset="0"/>
              </a:rPr>
              <a:t> môi)</a:t>
            </a:r>
          </a:p>
        </p:txBody>
      </p:sp>
      <p:sp>
        <p:nvSpPr>
          <p:cNvPr id="2" name="Footer Placeholder 1">
            <a:extLst>
              <a:ext uri="{FF2B5EF4-FFF2-40B4-BE49-F238E27FC236}">
                <a16:creationId xmlns:a16="http://schemas.microsoft.com/office/drawing/2014/main" id="{2FBB1272-4F59-AABD-4627-475A2DCBA310}"/>
              </a:ext>
            </a:extLst>
          </p:cNvPr>
          <p:cNvSpPr>
            <a:spLocks noGrp="1"/>
          </p:cNvSpPr>
          <p:nvPr>
            <p:ph type="ftr" sz="quarter" idx="11"/>
          </p:nvPr>
        </p:nvSpPr>
        <p:spPr/>
        <p:txBody>
          <a:bodyPr/>
          <a:lstStyle/>
          <a:p>
            <a:pPr>
              <a:defRPr/>
            </a:pPr>
            <a:r>
              <a:rPr lang="en-US"/>
              <a:t>Bùi Quốc Trung - VLDC</a:t>
            </a:r>
          </a:p>
        </p:txBody>
      </p:sp>
      <p:sp>
        <p:nvSpPr>
          <p:cNvPr id="11" name="Slide Number Placeholder 10">
            <a:extLst>
              <a:ext uri="{FF2B5EF4-FFF2-40B4-BE49-F238E27FC236}">
                <a16:creationId xmlns:a16="http://schemas.microsoft.com/office/drawing/2014/main" id="{CE1A5565-B0CA-0770-C6F4-B17E27FE0021}"/>
              </a:ext>
            </a:extLst>
          </p:cNvPr>
          <p:cNvSpPr>
            <a:spLocks noGrp="1"/>
          </p:cNvSpPr>
          <p:nvPr>
            <p:ph type="sldNum" sz="quarter" idx="12"/>
          </p:nvPr>
        </p:nvSpPr>
        <p:spPr/>
        <p:txBody>
          <a:bodyPr/>
          <a:lstStyle/>
          <a:p>
            <a:pPr>
              <a:defRPr/>
            </a:pPr>
            <a:fld id="{DA0BBFDE-23F6-4D0C-90FC-3AED58BCB197}" type="slidenum">
              <a:rPr lang="en-US" smtClean="0"/>
              <a:pPr>
                <a:defRPr/>
              </a:pPr>
              <a:t>29</a:t>
            </a:fld>
            <a:endParaRPr lang="en-US" dirty="0"/>
          </a:p>
        </p:txBody>
      </p:sp>
    </p:spTree>
    <p:extLst>
      <p:ext uri="{BB962C8B-B14F-4D97-AF65-F5344CB8AC3E}">
        <p14:creationId xmlns:p14="http://schemas.microsoft.com/office/powerpoint/2010/main" val="5206103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randombar(horizontal)">
                                      <p:cBhvr>
                                        <p:cTn id="7" dur="500"/>
                                        <p:tgtEl>
                                          <p:spTgt spid="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4" presetClass="entr" presetSubtype="1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randombar(horizontal)">
                                      <p:cBhvr>
                                        <p:cTn id="12" dur="500"/>
                                        <p:tgtEl>
                                          <p:spTgt spid="6"/>
                                        </p:tgtEl>
                                      </p:cBhvr>
                                    </p:animEffect>
                                  </p:childTnLst>
                                </p:cTn>
                              </p:par>
                              <p:par>
                                <p:cTn id="13" presetID="14" presetClass="entr" presetSubtype="10" fill="hold"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randombar(horizontal)">
                                      <p:cBhvr>
                                        <p:cTn id="15" dur="500"/>
                                        <p:tgtEl>
                                          <p:spTgt spid="8"/>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3" presetClass="entr" presetSubtype="10" fill="hold" nodeType="clickEffect">
                                  <p:stCondLst>
                                    <p:cond delay="0"/>
                                  </p:stCondLst>
                                  <p:childTnLst>
                                    <p:set>
                                      <p:cBhvr>
                                        <p:cTn id="19" dur="1" fill="hold">
                                          <p:stCondLst>
                                            <p:cond delay="0"/>
                                          </p:stCondLst>
                                        </p:cTn>
                                        <p:tgtEl>
                                          <p:spTgt spid="42"/>
                                        </p:tgtEl>
                                        <p:attrNameLst>
                                          <p:attrName>style.visibility</p:attrName>
                                        </p:attrNameLst>
                                      </p:cBhvr>
                                      <p:to>
                                        <p:strVal val="visible"/>
                                      </p:to>
                                    </p:set>
                                    <p:animEffect transition="in" filter="blinds(horizontal)">
                                      <p:cBhvr>
                                        <p:cTn id="20" dur="500"/>
                                        <p:tgtEl>
                                          <p:spTgt spid="42"/>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39"/>
                                        </p:tgtEl>
                                        <p:attrNameLst>
                                          <p:attrName>style.visibility</p:attrName>
                                        </p:attrNameLst>
                                      </p:cBhvr>
                                      <p:to>
                                        <p:strVal val="visible"/>
                                      </p:to>
                                    </p:set>
                                    <p:anim calcmode="lin" valueType="num">
                                      <p:cBhvr additive="base">
                                        <p:cTn id="25" dur="500" fill="hold"/>
                                        <p:tgtEl>
                                          <p:spTgt spid="39"/>
                                        </p:tgtEl>
                                        <p:attrNameLst>
                                          <p:attrName>ppt_x</p:attrName>
                                        </p:attrNameLst>
                                      </p:cBhvr>
                                      <p:tavLst>
                                        <p:tav tm="0">
                                          <p:val>
                                            <p:strVal val="#ppt_x"/>
                                          </p:val>
                                        </p:tav>
                                        <p:tav tm="100000">
                                          <p:val>
                                            <p:strVal val="#ppt_x"/>
                                          </p:val>
                                        </p:tav>
                                      </p:tavLst>
                                    </p:anim>
                                    <p:anim calcmode="lin" valueType="num">
                                      <p:cBhvr additive="base">
                                        <p:cTn id="26" dur="500" fill="hold"/>
                                        <p:tgtEl>
                                          <p:spTgt spid="39"/>
                                        </p:tgtEl>
                                        <p:attrNameLst>
                                          <p:attrName>ppt_y</p:attrName>
                                        </p:attrNameLst>
                                      </p:cBhvr>
                                      <p:tavLst>
                                        <p:tav tm="0">
                                          <p:val>
                                            <p:strVal val="1+#ppt_h/2"/>
                                          </p:val>
                                        </p:tav>
                                        <p:tav tm="100000">
                                          <p:val>
                                            <p:strVal val="#ppt_y"/>
                                          </p:val>
                                        </p:tav>
                                      </p:tavLst>
                                    </p:anim>
                                  </p:childTnLst>
                                </p:cTn>
                              </p:par>
                            </p:childTnLst>
                          </p:cTn>
                        </p:par>
                        <p:par>
                          <p:cTn id="27" fill="hold" nodeType="afterGroup">
                            <p:stCondLst>
                              <p:cond delay="500"/>
                            </p:stCondLst>
                            <p:childTnLst>
                              <p:par>
                                <p:cTn id="28" presetID="5" presetClass="entr" presetSubtype="10" fill="hold" grpId="0" nodeType="afterEffect">
                                  <p:stCondLst>
                                    <p:cond delay="500"/>
                                  </p:stCondLst>
                                  <p:childTnLst>
                                    <p:set>
                                      <p:cBhvr>
                                        <p:cTn id="29" dur="1" fill="hold">
                                          <p:stCondLst>
                                            <p:cond delay="0"/>
                                          </p:stCondLst>
                                        </p:cTn>
                                        <p:tgtEl>
                                          <p:spTgt spid="36"/>
                                        </p:tgtEl>
                                        <p:attrNameLst>
                                          <p:attrName>style.visibility</p:attrName>
                                        </p:attrNameLst>
                                      </p:cBhvr>
                                      <p:to>
                                        <p:strVal val="visible"/>
                                      </p:to>
                                    </p:set>
                                    <p:animEffect transition="in" filter="checkerboard(across)">
                                      <p:cBhvr>
                                        <p:cTn id="30" dur="500"/>
                                        <p:tgtEl>
                                          <p:spTgt spid="36"/>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8" presetClass="entr" presetSubtype="16" fill="hold" nodeType="clickEffect">
                                  <p:stCondLst>
                                    <p:cond delay="0"/>
                                  </p:stCondLst>
                                  <p:childTnLst>
                                    <p:set>
                                      <p:cBhvr>
                                        <p:cTn id="34" dur="1" fill="hold">
                                          <p:stCondLst>
                                            <p:cond delay="0"/>
                                          </p:stCondLst>
                                        </p:cTn>
                                        <p:tgtEl>
                                          <p:spTgt spid="5"/>
                                        </p:tgtEl>
                                        <p:attrNameLst>
                                          <p:attrName>style.visibility</p:attrName>
                                        </p:attrNameLst>
                                      </p:cBhvr>
                                      <p:to>
                                        <p:strVal val="visible"/>
                                      </p:to>
                                    </p:set>
                                    <p:animEffect transition="in" filter="diamond(in)">
                                      <p:cBhvr>
                                        <p:cTn id="35" dur="2000"/>
                                        <p:tgtEl>
                                          <p:spTgt spid="5"/>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 presetClass="entr" presetSubtype="4" fill="hold" nodeType="clickEffect">
                                  <p:stCondLst>
                                    <p:cond delay="0"/>
                                  </p:stCondLst>
                                  <p:childTnLst>
                                    <p:set>
                                      <p:cBhvr>
                                        <p:cTn id="39" dur="1" fill="hold">
                                          <p:stCondLst>
                                            <p:cond delay="0"/>
                                          </p:stCondLst>
                                        </p:cTn>
                                        <p:tgtEl>
                                          <p:spTgt spid="40"/>
                                        </p:tgtEl>
                                        <p:attrNameLst>
                                          <p:attrName>style.visibility</p:attrName>
                                        </p:attrNameLst>
                                      </p:cBhvr>
                                      <p:to>
                                        <p:strVal val="visible"/>
                                      </p:to>
                                    </p:set>
                                    <p:anim calcmode="lin" valueType="num">
                                      <p:cBhvr additive="base">
                                        <p:cTn id="40" dur="500" fill="hold"/>
                                        <p:tgtEl>
                                          <p:spTgt spid="40"/>
                                        </p:tgtEl>
                                        <p:attrNameLst>
                                          <p:attrName>ppt_x</p:attrName>
                                        </p:attrNameLst>
                                      </p:cBhvr>
                                      <p:tavLst>
                                        <p:tav tm="0">
                                          <p:val>
                                            <p:strVal val="#ppt_x"/>
                                          </p:val>
                                        </p:tav>
                                        <p:tav tm="100000">
                                          <p:val>
                                            <p:strVal val="#ppt_x"/>
                                          </p:val>
                                        </p:tav>
                                      </p:tavLst>
                                    </p:anim>
                                    <p:anim calcmode="lin" valueType="num">
                                      <p:cBhvr additive="base">
                                        <p:cTn id="41" dur="500" fill="hold"/>
                                        <p:tgtEl>
                                          <p:spTgt spid="40"/>
                                        </p:tgtEl>
                                        <p:attrNameLst>
                                          <p:attrName>ppt_y</p:attrName>
                                        </p:attrNameLst>
                                      </p:cBhvr>
                                      <p:tavLst>
                                        <p:tav tm="0">
                                          <p:val>
                                            <p:strVal val="1+#ppt_h/2"/>
                                          </p:val>
                                        </p:tav>
                                        <p:tav tm="100000">
                                          <p:val>
                                            <p:strVal val="#ppt_y"/>
                                          </p:val>
                                        </p:tav>
                                      </p:tavLst>
                                    </p:anim>
                                  </p:childTnLst>
                                </p:cTn>
                              </p:par>
                            </p:childTnLst>
                          </p:cTn>
                        </p:par>
                        <p:par>
                          <p:cTn id="42" fill="hold" nodeType="afterGroup">
                            <p:stCondLst>
                              <p:cond delay="500"/>
                            </p:stCondLst>
                            <p:childTnLst>
                              <p:par>
                                <p:cTn id="43" presetID="5" presetClass="entr" presetSubtype="10" fill="hold" grpId="0" nodeType="afterEffect">
                                  <p:stCondLst>
                                    <p:cond delay="500"/>
                                  </p:stCondLst>
                                  <p:childTnLst>
                                    <p:set>
                                      <p:cBhvr>
                                        <p:cTn id="44" dur="1" fill="hold">
                                          <p:stCondLst>
                                            <p:cond delay="0"/>
                                          </p:stCondLst>
                                        </p:cTn>
                                        <p:tgtEl>
                                          <p:spTgt spid="37"/>
                                        </p:tgtEl>
                                        <p:attrNameLst>
                                          <p:attrName>style.visibility</p:attrName>
                                        </p:attrNameLst>
                                      </p:cBhvr>
                                      <p:to>
                                        <p:strVal val="visible"/>
                                      </p:to>
                                    </p:set>
                                    <p:animEffect transition="in" filter="checkerboard(across)">
                                      <p:cBhvr>
                                        <p:cTn id="45" dur="500"/>
                                        <p:tgtEl>
                                          <p:spTgt spid="37"/>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8" presetClass="entr" presetSubtype="32" fill="hold" nodeType="clickEffect">
                                  <p:stCondLst>
                                    <p:cond delay="0"/>
                                  </p:stCondLst>
                                  <p:childTnLst>
                                    <p:set>
                                      <p:cBhvr>
                                        <p:cTn id="49" dur="1" fill="hold">
                                          <p:stCondLst>
                                            <p:cond delay="0"/>
                                          </p:stCondLst>
                                        </p:cTn>
                                        <p:tgtEl>
                                          <p:spTgt spid="10"/>
                                        </p:tgtEl>
                                        <p:attrNameLst>
                                          <p:attrName>style.visibility</p:attrName>
                                        </p:attrNameLst>
                                      </p:cBhvr>
                                      <p:to>
                                        <p:strVal val="visible"/>
                                      </p:to>
                                    </p:set>
                                    <p:animEffect transition="in" filter="diamond(out)">
                                      <p:cBhvr>
                                        <p:cTn id="50" dur="1000"/>
                                        <p:tgtEl>
                                          <p:spTgt spid="10"/>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3" presetClass="entr" presetSubtype="10" fill="hold" nodeType="clickEffect">
                                  <p:stCondLst>
                                    <p:cond delay="0"/>
                                  </p:stCondLst>
                                  <p:childTnLst>
                                    <p:set>
                                      <p:cBhvr>
                                        <p:cTn id="54" dur="1" fill="hold">
                                          <p:stCondLst>
                                            <p:cond delay="0"/>
                                          </p:stCondLst>
                                        </p:cTn>
                                        <p:tgtEl>
                                          <p:spTgt spid="47"/>
                                        </p:tgtEl>
                                        <p:attrNameLst>
                                          <p:attrName>style.visibility</p:attrName>
                                        </p:attrNameLst>
                                      </p:cBhvr>
                                      <p:to>
                                        <p:strVal val="visible"/>
                                      </p:to>
                                    </p:set>
                                    <p:animEffect transition="in" filter="blinds(horizontal)">
                                      <p:cBhvr>
                                        <p:cTn id="55" dur="500"/>
                                        <p:tgtEl>
                                          <p:spTgt spid="47"/>
                                        </p:tgtEl>
                                      </p:cBhvr>
                                    </p:animEffect>
                                  </p:childTnLst>
                                </p:cTn>
                              </p:par>
                            </p:childTnLst>
                          </p:cTn>
                        </p:par>
                        <p:par>
                          <p:cTn id="56" fill="hold" nodeType="afterGroup">
                            <p:stCondLst>
                              <p:cond delay="500"/>
                            </p:stCondLst>
                            <p:childTnLst>
                              <p:par>
                                <p:cTn id="57" presetID="4" presetClass="entr" presetSubtype="16" fill="hold" nodeType="afterEffect">
                                  <p:stCondLst>
                                    <p:cond delay="0"/>
                                  </p:stCondLst>
                                  <p:childTnLst>
                                    <p:set>
                                      <p:cBhvr>
                                        <p:cTn id="58" dur="1" fill="hold">
                                          <p:stCondLst>
                                            <p:cond delay="0"/>
                                          </p:stCondLst>
                                        </p:cTn>
                                        <p:tgtEl>
                                          <p:spTgt spid="27659"/>
                                        </p:tgtEl>
                                        <p:attrNameLst>
                                          <p:attrName>style.visibility</p:attrName>
                                        </p:attrNameLst>
                                      </p:cBhvr>
                                      <p:to>
                                        <p:strVal val="visible"/>
                                      </p:to>
                                    </p:set>
                                    <p:animEffect transition="in" filter="box(in)">
                                      <p:cBhvr>
                                        <p:cTn id="59" dur="1000"/>
                                        <p:tgtEl>
                                          <p:spTgt spid="27659"/>
                                        </p:tgtEl>
                                      </p:cBhvr>
                                    </p:animEffect>
                                  </p:childTnLst>
                                </p:cTn>
                              </p:par>
                            </p:childTnLst>
                          </p:cTn>
                        </p:par>
                      </p:childTnLst>
                    </p:cTn>
                  </p:par>
                  <p:par>
                    <p:cTn id="60" fill="hold" nodeType="clickPar">
                      <p:stCondLst>
                        <p:cond delay="indefinite"/>
                      </p:stCondLst>
                      <p:childTnLst>
                        <p:par>
                          <p:cTn id="61" fill="hold" nodeType="withGroup">
                            <p:stCondLst>
                              <p:cond delay="0"/>
                            </p:stCondLst>
                            <p:childTnLst>
                              <p:par>
                                <p:cTn id="62" presetID="14" presetClass="entr" presetSubtype="10" fill="hold" nodeType="clickEffect">
                                  <p:stCondLst>
                                    <p:cond delay="0"/>
                                  </p:stCondLst>
                                  <p:childTnLst>
                                    <p:set>
                                      <p:cBhvr>
                                        <p:cTn id="63" dur="1" fill="hold">
                                          <p:stCondLst>
                                            <p:cond delay="0"/>
                                          </p:stCondLst>
                                        </p:cTn>
                                        <p:tgtEl>
                                          <p:spTgt spid="22"/>
                                        </p:tgtEl>
                                        <p:attrNameLst>
                                          <p:attrName>style.visibility</p:attrName>
                                        </p:attrNameLst>
                                      </p:cBhvr>
                                      <p:to>
                                        <p:strVal val="visible"/>
                                      </p:to>
                                    </p:set>
                                    <p:animEffect transition="in" filter="randombar(horizontal)">
                                      <p:cBhvr>
                                        <p:cTn id="64" dur="500"/>
                                        <p:tgtEl>
                                          <p:spTgt spid="22"/>
                                        </p:tgtEl>
                                      </p:cBhvr>
                                    </p:animEffect>
                                  </p:childTnLst>
                                </p:cTn>
                              </p:par>
                              <p:par>
                                <p:cTn id="65" presetID="14" presetClass="entr" presetSubtype="10" fill="hold" nodeType="withEffect">
                                  <p:stCondLst>
                                    <p:cond delay="0"/>
                                  </p:stCondLst>
                                  <p:childTnLst>
                                    <p:set>
                                      <p:cBhvr>
                                        <p:cTn id="66" dur="1" fill="hold">
                                          <p:stCondLst>
                                            <p:cond delay="0"/>
                                          </p:stCondLst>
                                        </p:cTn>
                                        <p:tgtEl>
                                          <p:spTgt spid="20"/>
                                        </p:tgtEl>
                                        <p:attrNameLst>
                                          <p:attrName>style.visibility</p:attrName>
                                        </p:attrNameLst>
                                      </p:cBhvr>
                                      <p:to>
                                        <p:strVal val="visible"/>
                                      </p:to>
                                    </p:set>
                                    <p:animEffect transition="in" filter="randombar(horizontal)">
                                      <p:cBhvr>
                                        <p:cTn id="67" dur="500"/>
                                        <p:tgtEl>
                                          <p:spTgt spid="20"/>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14" presetClass="entr" presetSubtype="10" fill="hold" nodeType="clickEffect">
                                  <p:stCondLst>
                                    <p:cond delay="0"/>
                                  </p:stCondLst>
                                  <p:childTnLst>
                                    <p:set>
                                      <p:cBhvr>
                                        <p:cTn id="71" dur="1" fill="hold">
                                          <p:stCondLst>
                                            <p:cond delay="0"/>
                                          </p:stCondLst>
                                        </p:cTn>
                                        <p:tgtEl>
                                          <p:spTgt spid="18"/>
                                        </p:tgtEl>
                                        <p:attrNameLst>
                                          <p:attrName>style.visibility</p:attrName>
                                        </p:attrNameLst>
                                      </p:cBhvr>
                                      <p:to>
                                        <p:strVal val="visible"/>
                                      </p:to>
                                    </p:set>
                                    <p:animEffect transition="in" filter="randombar(horizontal)">
                                      <p:cBhvr>
                                        <p:cTn id="72" dur="500"/>
                                        <p:tgtEl>
                                          <p:spTgt spid="18"/>
                                        </p:tgtEl>
                                      </p:cBhvr>
                                    </p:animEffect>
                                  </p:childTnLst>
                                </p:cTn>
                              </p:par>
                              <p:par>
                                <p:cTn id="73" presetID="14" presetClass="entr" presetSubtype="10" fill="hold" nodeType="withEffect">
                                  <p:stCondLst>
                                    <p:cond delay="0"/>
                                  </p:stCondLst>
                                  <p:childTnLst>
                                    <p:set>
                                      <p:cBhvr>
                                        <p:cTn id="74" dur="1" fill="hold">
                                          <p:stCondLst>
                                            <p:cond delay="0"/>
                                          </p:stCondLst>
                                        </p:cTn>
                                        <p:tgtEl>
                                          <p:spTgt spid="15"/>
                                        </p:tgtEl>
                                        <p:attrNameLst>
                                          <p:attrName>style.visibility</p:attrName>
                                        </p:attrNameLst>
                                      </p:cBhvr>
                                      <p:to>
                                        <p:strVal val="visible"/>
                                      </p:to>
                                    </p:set>
                                    <p:animEffect transition="in" filter="randombar(horizontal)">
                                      <p:cBhvr>
                                        <p:cTn id="75" dur="500"/>
                                        <p:tgtEl>
                                          <p:spTgt spid="15"/>
                                        </p:tgtEl>
                                      </p:cBhvr>
                                    </p:animEffect>
                                  </p:childTnLst>
                                </p:cTn>
                              </p:par>
                            </p:childTnLst>
                          </p:cTn>
                        </p:par>
                      </p:childTnLst>
                    </p:cTn>
                  </p:par>
                  <p:par>
                    <p:cTn id="76" fill="hold" nodeType="clickPar">
                      <p:stCondLst>
                        <p:cond delay="indefinite"/>
                      </p:stCondLst>
                      <p:childTnLst>
                        <p:par>
                          <p:cTn id="77" fill="hold" nodeType="withGroup">
                            <p:stCondLst>
                              <p:cond delay="0"/>
                            </p:stCondLst>
                            <p:childTnLst>
                              <p:par>
                                <p:cTn id="78" presetID="2" presetClass="entr" presetSubtype="4" fill="hold" nodeType="clickEffect">
                                  <p:stCondLst>
                                    <p:cond delay="0"/>
                                  </p:stCondLst>
                                  <p:childTnLst>
                                    <p:set>
                                      <p:cBhvr>
                                        <p:cTn id="79" dur="1" fill="hold">
                                          <p:stCondLst>
                                            <p:cond delay="0"/>
                                          </p:stCondLst>
                                        </p:cTn>
                                        <p:tgtEl>
                                          <p:spTgt spid="41"/>
                                        </p:tgtEl>
                                        <p:attrNameLst>
                                          <p:attrName>style.visibility</p:attrName>
                                        </p:attrNameLst>
                                      </p:cBhvr>
                                      <p:to>
                                        <p:strVal val="visible"/>
                                      </p:to>
                                    </p:set>
                                    <p:anim calcmode="lin" valueType="num">
                                      <p:cBhvr additive="base">
                                        <p:cTn id="80" dur="500" fill="hold"/>
                                        <p:tgtEl>
                                          <p:spTgt spid="41"/>
                                        </p:tgtEl>
                                        <p:attrNameLst>
                                          <p:attrName>ppt_x</p:attrName>
                                        </p:attrNameLst>
                                      </p:cBhvr>
                                      <p:tavLst>
                                        <p:tav tm="0">
                                          <p:val>
                                            <p:strVal val="#ppt_x"/>
                                          </p:val>
                                        </p:tav>
                                        <p:tav tm="100000">
                                          <p:val>
                                            <p:strVal val="#ppt_x"/>
                                          </p:val>
                                        </p:tav>
                                      </p:tavLst>
                                    </p:anim>
                                    <p:anim calcmode="lin" valueType="num">
                                      <p:cBhvr additive="base">
                                        <p:cTn id="81" dur="500" fill="hold"/>
                                        <p:tgtEl>
                                          <p:spTgt spid="41"/>
                                        </p:tgtEl>
                                        <p:attrNameLst>
                                          <p:attrName>ppt_y</p:attrName>
                                        </p:attrNameLst>
                                      </p:cBhvr>
                                      <p:tavLst>
                                        <p:tav tm="0">
                                          <p:val>
                                            <p:strVal val="1+#ppt_h/2"/>
                                          </p:val>
                                        </p:tav>
                                        <p:tav tm="100000">
                                          <p:val>
                                            <p:strVal val="#ppt_y"/>
                                          </p:val>
                                        </p:tav>
                                      </p:tavLst>
                                    </p:anim>
                                  </p:childTnLst>
                                </p:cTn>
                              </p:par>
                            </p:childTnLst>
                          </p:cTn>
                        </p:par>
                        <p:par>
                          <p:cTn id="82" fill="hold" nodeType="afterGroup">
                            <p:stCondLst>
                              <p:cond delay="500"/>
                            </p:stCondLst>
                            <p:childTnLst>
                              <p:par>
                                <p:cTn id="83" presetID="5" presetClass="entr" presetSubtype="10" fill="hold" grpId="0" nodeType="afterEffect">
                                  <p:stCondLst>
                                    <p:cond delay="500"/>
                                  </p:stCondLst>
                                  <p:childTnLst>
                                    <p:set>
                                      <p:cBhvr>
                                        <p:cTn id="84" dur="1" fill="hold">
                                          <p:stCondLst>
                                            <p:cond delay="0"/>
                                          </p:stCondLst>
                                        </p:cTn>
                                        <p:tgtEl>
                                          <p:spTgt spid="38"/>
                                        </p:tgtEl>
                                        <p:attrNameLst>
                                          <p:attrName>style.visibility</p:attrName>
                                        </p:attrNameLst>
                                      </p:cBhvr>
                                      <p:to>
                                        <p:strVal val="visible"/>
                                      </p:to>
                                    </p:set>
                                    <p:animEffect transition="in" filter="checkerboard(across)">
                                      <p:cBhvr>
                                        <p:cTn id="85" dur="500"/>
                                        <p:tgtEl>
                                          <p:spTgt spid="38"/>
                                        </p:tgtEl>
                                      </p:cBhvr>
                                    </p:animEffect>
                                  </p:childTnLst>
                                </p:cTn>
                              </p:par>
                            </p:childTnLst>
                          </p:cTn>
                        </p:par>
                        <p:par>
                          <p:cTn id="86" fill="hold">
                            <p:stCondLst>
                              <p:cond delay="1500"/>
                            </p:stCondLst>
                            <p:childTnLst>
                              <p:par>
                                <p:cTn id="87" presetID="14" presetClass="entr" presetSubtype="10" fill="hold" nodeType="afterEffect">
                                  <p:stCondLst>
                                    <p:cond delay="500"/>
                                  </p:stCondLst>
                                  <p:childTnLst>
                                    <p:set>
                                      <p:cBhvr>
                                        <p:cTn id="88" dur="1" fill="hold">
                                          <p:stCondLst>
                                            <p:cond delay="0"/>
                                          </p:stCondLst>
                                        </p:cTn>
                                        <p:tgtEl>
                                          <p:spTgt spid="14"/>
                                        </p:tgtEl>
                                        <p:attrNameLst>
                                          <p:attrName>style.visibility</p:attrName>
                                        </p:attrNameLst>
                                      </p:cBhvr>
                                      <p:to>
                                        <p:strVal val="visible"/>
                                      </p:to>
                                    </p:set>
                                    <p:animEffect transition="in" filter="randombar(horizontal)">
                                      <p:cBhvr>
                                        <p:cTn id="89" dur="500"/>
                                        <p:tgtEl>
                                          <p:spTgt spid="14"/>
                                        </p:tgtEl>
                                      </p:cBhvr>
                                    </p:animEffect>
                                  </p:childTnLst>
                                </p:cTn>
                              </p:par>
                            </p:childTnLst>
                          </p:cTn>
                        </p:par>
                        <p:par>
                          <p:cTn id="90" fill="hold">
                            <p:stCondLst>
                              <p:cond delay="2500"/>
                            </p:stCondLst>
                            <p:childTnLst>
                              <p:par>
                                <p:cTn id="91" presetID="5" presetClass="entr" presetSubtype="10" fill="hold" grpId="0" nodeType="afterEffect">
                                  <p:stCondLst>
                                    <p:cond delay="0"/>
                                  </p:stCondLst>
                                  <p:childTnLst>
                                    <p:set>
                                      <p:cBhvr>
                                        <p:cTn id="92" dur="1" fill="hold">
                                          <p:stCondLst>
                                            <p:cond delay="0"/>
                                          </p:stCondLst>
                                        </p:cTn>
                                        <p:tgtEl>
                                          <p:spTgt spid="52"/>
                                        </p:tgtEl>
                                        <p:attrNameLst>
                                          <p:attrName>style.visibility</p:attrName>
                                        </p:attrNameLst>
                                      </p:cBhvr>
                                      <p:to>
                                        <p:strVal val="visible"/>
                                      </p:to>
                                    </p:set>
                                    <p:animEffect transition="in" filter="checkerboard(across)">
                                      <p:cBhvr>
                                        <p:cTn id="93" dur="500"/>
                                        <p:tgtEl>
                                          <p:spTgt spid="52"/>
                                        </p:tgtEl>
                                      </p:cBhvr>
                                    </p:animEffect>
                                  </p:childTnLst>
                                </p:cTn>
                              </p:par>
                            </p:childTnLst>
                          </p:cTn>
                        </p:par>
                        <p:par>
                          <p:cTn id="94" fill="hold">
                            <p:stCondLst>
                              <p:cond delay="3000"/>
                            </p:stCondLst>
                            <p:childTnLst>
                              <p:par>
                                <p:cTn id="95" presetID="5" presetClass="entr" presetSubtype="10" fill="hold" grpId="0" nodeType="afterEffect">
                                  <p:stCondLst>
                                    <p:cond delay="0"/>
                                  </p:stCondLst>
                                  <p:childTnLst>
                                    <p:set>
                                      <p:cBhvr>
                                        <p:cTn id="96" dur="1" fill="hold">
                                          <p:stCondLst>
                                            <p:cond delay="0"/>
                                          </p:stCondLst>
                                        </p:cTn>
                                        <p:tgtEl>
                                          <p:spTgt spid="53"/>
                                        </p:tgtEl>
                                        <p:attrNameLst>
                                          <p:attrName>style.visibility</p:attrName>
                                        </p:attrNameLst>
                                      </p:cBhvr>
                                      <p:to>
                                        <p:strVal val="visible"/>
                                      </p:to>
                                    </p:set>
                                    <p:animEffect transition="in" filter="checkerboard(across)">
                                      <p:cBhvr>
                                        <p:cTn id="97" dur="50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36" grpId="0"/>
      <p:bldP spid="37" grpId="0"/>
      <p:bldP spid="38" grpId="0"/>
      <p:bldP spid="52" grpId="0"/>
      <p:bldP spid="53"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38600" y="1143000"/>
            <a:ext cx="4281488" cy="4849648"/>
          </a:xfrm>
          <a:prstGeom prst="rect">
            <a:avLst/>
          </a:prstGeom>
        </p:spPr>
      </p:pic>
      <p:sp>
        <p:nvSpPr>
          <p:cNvPr id="2" name="Footer Placeholder 1">
            <a:extLst>
              <a:ext uri="{FF2B5EF4-FFF2-40B4-BE49-F238E27FC236}">
                <a16:creationId xmlns:a16="http://schemas.microsoft.com/office/drawing/2014/main" id="{B4D9DBD6-32CB-0748-101E-797EE30393DF}"/>
              </a:ext>
            </a:extLst>
          </p:cNvPr>
          <p:cNvSpPr>
            <a:spLocks noGrp="1"/>
          </p:cNvSpPr>
          <p:nvPr>
            <p:ph type="ftr" sz="quarter" idx="11"/>
          </p:nvPr>
        </p:nvSpPr>
        <p:spPr/>
        <p:txBody>
          <a:bodyPr/>
          <a:lstStyle/>
          <a:p>
            <a:pPr>
              <a:defRPr/>
            </a:pPr>
            <a:r>
              <a:rPr lang="en-US"/>
              <a:t>Bùi Quốc Trung - VLDC</a:t>
            </a:r>
          </a:p>
        </p:txBody>
      </p:sp>
      <p:sp>
        <p:nvSpPr>
          <p:cNvPr id="3" name="Slide Number Placeholder 2">
            <a:extLst>
              <a:ext uri="{FF2B5EF4-FFF2-40B4-BE49-F238E27FC236}">
                <a16:creationId xmlns:a16="http://schemas.microsoft.com/office/drawing/2014/main" id="{F19937ED-7085-F099-F72D-9517D977D0BC}"/>
              </a:ext>
            </a:extLst>
          </p:cNvPr>
          <p:cNvSpPr>
            <a:spLocks noGrp="1"/>
          </p:cNvSpPr>
          <p:nvPr>
            <p:ph type="sldNum" sz="quarter" idx="12"/>
          </p:nvPr>
        </p:nvSpPr>
        <p:spPr/>
        <p:txBody>
          <a:bodyPr/>
          <a:lstStyle/>
          <a:p>
            <a:pPr>
              <a:defRPr/>
            </a:pPr>
            <a:fld id="{DA0BBFDE-23F6-4D0C-90FC-3AED58BCB197}" type="slidenum">
              <a:rPr lang="en-US" smtClean="0"/>
              <a:pPr>
                <a:defRPr/>
              </a:pPr>
              <a:t>30</a:t>
            </a:fld>
            <a:endParaRPr lang="en-US" dirty="0"/>
          </a:p>
        </p:txBody>
      </p:sp>
    </p:spTree>
    <p:extLst>
      <p:ext uri="{BB962C8B-B14F-4D97-AF65-F5344CB8AC3E}">
        <p14:creationId xmlns:p14="http://schemas.microsoft.com/office/powerpoint/2010/main" val="218089500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762000"/>
            <a:ext cx="8229600" cy="5364163"/>
          </a:xfrm>
        </p:spPr>
        <p:txBody>
          <a:bodyPr/>
          <a:lstStyle/>
          <a:p>
            <a:pPr marL="0" indent="0">
              <a:buNone/>
            </a:pPr>
            <a:r>
              <a:rPr lang="en-US"/>
              <a:t>Chọn phát biểu </a:t>
            </a:r>
            <a:r>
              <a:rPr lang="en-US" b="1"/>
              <a:t>SAI:</a:t>
            </a:r>
            <a:endParaRPr lang="en-US"/>
          </a:p>
          <a:p>
            <a:pPr marL="0" indent="0">
              <a:buNone/>
            </a:pPr>
            <a:r>
              <a:rPr lang="en-US"/>
              <a:t>A. Qua mỗi điểm trong không gian chỉ vẽ được một đường sức.</a:t>
            </a:r>
          </a:p>
          <a:p>
            <a:pPr marL="0" indent="0">
              <a:buNone/>
            </a:pPr>
            <a:r>
              <a:rPr lang="en-US"/>
              <a:t>B. Các đường sức từ là các đường cong khép kín hoặc vô hạn ở hai đầu.</a:t>
            </a:r>
          </a:p>
          <a:p>
            <a:pPr marL="0" indent="0">
              <a:buNone/>
            </a:pPr>
            <a:r>
              <a:rPr lang="en-US"/>
              <a:t>C. Chiều của các đường sức từ là chiều của từ trường.</a:t>
            </a:r>
          </a:p>
          <a:p>
            <a:pPr marL="0" indent="0">
              <a:buNone/>
            </a:pPr>
            <a:r>
              <a:rPr lang="en-US"/>
              <a:t>D. Các đường sức của cùng một từ trường có thể cắt nhau.</a:t>
            </a:r>
          </a:p>
          <a:p>
            <a:endParaRPr lang="en-US"/>
          </a:p>
        </p:txBody>
      </p:sp>
      <p:sp>
        <p:nvSpPr>
          <p:cNvPr id="2" name="Footer Placeholder 1">
            <a:extLst>
              <a:ext uri="{FF2B5EF4-FFF2-40B4-BE49-F238E27FC236}">
                <a16:creationId xmlns:a16="http://schemas.microsoft.com/office/drawing/2014/main" id="{3FB8270C-48C8-58B3-4C57-ED59803E9E3D}"/>
              </a:ext>
            </a:extLst>
          </p:cNvPr>
          <p:cNvSpPr>
            <a:spLocks noGrp="1"/>
          </p:cNvSpPr>
          <p:nvPr>
            <p:ph type="ftr" sz="quarter" idx="11"/>
          </p:nvPr>
        </p:nvSpPr>
        <p:spPr/>
        <p:txBody>
          <a:bodyPr/>
          <a:lstStyle/>
          <a:p>
            <a:pPr>
              <a:defRPr/>
            </a:pPr>
            <a:r>
              <a:rPr lang="en-US"/>
              <a:t>Bùi Quốc Trung - VLDC</a:t>
            </a:r>
          </a:p>
        </p:txBody>
      </p:sp>
      <p:sp>
        <p:nvSpPr>
          <p:cNvPr id="4" name="Slide Number Placeholder 3">
            <a:extLst>
              <a:ext uri="{FF2B5EF4-FFF2-40B4-BE49-F238E27FC236}">
                <a16:creationId xmlns:a16="http://schemas.microsoft.com/office/drawing/2014/main" id="{24208306-283C-A262-1F1F-B091DA20837D}"/>
              </a:ext>
            </a:extLst>
          </p:cNvPr>
          <p:cNvSpPr>
            <a:spLocks noGrp="1"/>
          </p:cNvSpPr>
          <p:nvPr>
            <p:ph type="sldNum" sz="quarter" idx="12"/>
          </p:nvPr>
        </p:nvSpPr>
        <p:spPr/>
        <p:txBody>
          <a:bodyPr/>
          <a:lstStyle/>
          <a:p>
            <a:pPr>
              <a:defRPr/>
            </a:pPr>
            <a:fld id="{DA0BBFDE-23F6-4D0C-90FC-3AED58BCB197}" type="slidenum">
              <a:rPr lang="en-US" smtClean="0"/>
              <a:pPr>
                <a:defRPr/>
              </a:pPr>
              <a:t>31</a:t>
            </a:fld>
            <a:endParaRPr lang="en-US" dirty="0"/>
          </a:p>
        </p:txBody>
      </p:sp>
    </p:spTree>
    <p:extLst>
      <p:ext uri="{BB962C8B-B14F-4D97-AF65-F5344CB8AC3E}">
        <p14:creationId xmlns:p14="http://schemas.microsoft.com/office/powerpoint/2010/main" val="29282835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mph" presetSubtype="0" fill="hold" nodeType="clickEffect">
                                  <p:stCondLst>
                                    <p:cond delay="0"/>
                                  </p:stCondLst>
                                  <p:iterate type="lt">
                                    <p:tmPct val="4000"/>
                                  </p:iterate>
                                  <p:childTnLst>
                                    <p:set>
                                      <p:cBhvr override="childStyle">
                                        <p:cTn id="6" dur="500" fill="hold"/>
                                        <p:tgtEl>
                                          <p:spTgt spid="3">
                                            <p:txEl>
                                              <p:pRg st="4" end="4"/>
                                            </p:txEl>
                                          </p:spTgt>
                                        </p:tgtEl>
                                        <p:attrNameLst>
                                          <p:attrName>style.textDecorationUnderline</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09600"/>
            <a:ext cx="8229600" cy="5516563"/>
          </a:xfrm>
        </p:spPr>
        <p:txBody>
          <a:bodyPr>
            <a:normAutofit/>
          </a:bodyPr>
          <a:lstStyle/>
          <a:p>
            <a:pPr marL="0" indent="0">
              <a:buNone/>
            </a:pPr>
            <a:r>
              <a:rPr lang="nb-NO" sz="2400">
                <a:latin typeface="Times New Roman" pitchFamily="18" charset="0"/>
                <a:cs typeface="Times New Roman" pitchFamily="18" charset="0"/>
              </a:rPr>
              <a:t>Đoạn dây dẫn có dòng điện I nằm trong mặt phẳng tờ giấy, đặt trong từ trường đều có các đường cảm ứng vuông góc với mặt giấy. Cho biết chiều của dòng I và chiều của lực từ mô tả như hình vẽ. Hình nào sau đây mô tả </a:t>
            </a:r>
            <a:r>
              <a:rPr lang="nb-NO" sz="2400" b="1">
                <a:latin typeface="Times New Roman" pitchFamily="18" charset="0"/>
                <a:cs typeface="Times New Roman" pitchFamily="18" charset="0"/>
              </a:rPr>
              <a:t>SAI </a:t>
            </a:r>
            <a:r>
              <a:rPr lang="nb-NO" sz="2400">
                <a:latin typeface="Times New Roman" pitchFamily="18" charset="0"/>
                <a:cs typeface="Times New Roman" pitchFamily="18" charset="0"/>
              </a:rPr>
              <a:t>chiều của vector cảm ứng từ?</a:t>
            </a:r>
            <a:r>
              <a:rPr lang="en-US" sz="2400">
                <a:latin typeface="Times New Roman" pitchFamily="18" charset="0"/>
                <a:cs typeface="Times New Roman" pitchFamily="18" charset="0"/>
              </a:rPr>
              <a:t> </a:t>
            </a:r>
          </a:p>
          <a:p>
            <a:pPr marL="0" indent="0">
              <a:buNone/>
            </a:pPr>
            <a:endParaRPr lang="en-US" sz="2400" b="1">
              <a:latin typeface="Times New Roman" pitchFamily="18" charset="0"/>
              <a:cs typeface="Times New Roman" pitchFamily="18" charset="0"/>
            </a:endParaRPr>
          </a:p>
        </p:txBody>
      </p:sp>
      <p:grpSp>
        <p:nvGrpSpPr>
          <p:cNvPr id="38" name="Group 37"/>
          <p:cNvGrpSpPr/>
          <p:nvPr/>
        </p:nvGrpSpPr>
        <p:grpSpPr bwMode="auto">
          <a:xfrm>
            <a:off x="788210" y="3194384"/>
            <a:ext cx="7822390" cy="2749216"/>
            <a:chOff x="0" y="0"/>
            <a:chExt cx="7011" cy="2166"/>
          </a:xfrm>
        </p:grpSpPr>
        <p:grpSp>
          <p:nvGrpSpPr>
            <p:cNvPr id="39" name="Group 38"/>
            <p:cNvGrpSpPr>
              <a:grpSpLocks/>
            </p:cNvGrpSpPr>
            <p:nvPr/>
          </p:nvGrpSpPr>
          <p:grpSpPr bwMode="auto">
            <a:xfrm>
              <a:off x="0" y="0"/>
              <a:ext cx="1824" cy="2166"/>
              <a:chOff x="0" y="0"/>
              <a:chExt cx="1824" cy="2166"/>
            </a:xfrm>
          </p:grpSpPr>
          <p:cxnSp>
            <p:nvCxnSpPr>
              <p:cNvPr id="58" name="Line 24"/>
              <p:cNvCxnSpPr/>
              <p:nvPr/>
            </p:nvCxnSpPr>
            <p:spPr bwMode="auto">
              <a:xfrm>
                <a:off x="741" y="285"/>
                <a:ext cx="0" cy="1026"/>
              </a:xfrm>
              <a:prstGeom prst="line">
                <a:avLst/>
              </a:prstGeom>
              <a:noFill/>
              <a:ln w="19050">
                <a:solidFill>
                  <a:srgbClr val="000000"/>
                </a:solidFill>
                <a:round/>
                <a:headEnd type="none" w="med" len="lg"/>
                <a:tailEnd type="stealth" w="med" len="lg"/>
              </a:ln>
              <a:extLst>
                <a:ext uri="{909E8E84-426E-40DD-AFC4-6F175D3DCCD1}">
                  <a14:hiddenFill xmlns:a14="http://schemas.microsoft.com/office/drawing/2010/main">
                    <a:noFill/>
                  </a14:hiddenFill>
                </a:ext>
              </a:extLst>
            </p:spPr>
          </p:cxnSp>
          <p:cxnSp>
            <p:nvCxnSpPr>
              <p:cNvPr id="59" name="Line 25"/>
              <p:cNvCxnSpPr/>
              <p:nvPr/>
            </p:nvCxnSpPr>
            <p:spPr bwMode="auto">
              <a:xfrm>
                <a:off x="741" y="741"/>
                <a:ext cx="627" cy="0"/>
              </a:xfrm>
              <a:prstGeom prst="line">
                <a:avLst/>
              </a:prstGeom>
              <a:noFill/>
              <a:ln w="9525">
                <a:solidFill>
                  <a:srgbClr val="000000"/>
                </a:solidFill>
                <a:round/>
                <a:headEnd/>
                <a:tailEnd type="arrow" w="med" len="med"/>
              </a:ln>
              <a:extLst>
                <a:ext uri="{909E8E84-426E-40DD-AFC4-6F175D3DCCD1}">
                  <a14:hiddenFill xmlns:a14="http://schemas.microsoft.com/office/drawing/2010/main">
                    <a:noFill/>
                  </a14:hiddenFill>
                </a:ext>
              </a:extLst>
            </p:spPr>
          </p:cxnSp>
          <p:sp>
            <p:nvSpPr>
              <p:cNvPr id="60" name="Text Box 26"/>
              <p:cNvSpPr txBox="1">
                <a:spLocks noChangeArrowheads="1"/>
              </p:cNvSpPr>
              <p:nvPr/>
            </p:nvSpPr>
            <p:spPr bwMode="auto">
              <a:xfrm>
                <a:off x="399" y="0"/>
                <a:ext cx="570" cy="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marL="0" marR="0">
                  <a:spcBef>
                    <a:spcPts val="0"/>
                  </a:spcBef>
                  <a:spcAft>
                    <a:spcPts val="0"/>
                  </a:spcAft>
                </a:pPr>
                <a:r>
                  <a:rPr lang="en-US" sz="1400">
                    <a:effectLst/>
                    <a:latin typeface="Times New Roman"/>
                    <a:ea typeface="Times New Roman"/>
                  </a:rPr>
                  <a:t>I</a:t>
                </a:r>
              </a:p>
            </p:txBody>
          </p:sp>
          <p:sp>
            <p:nvSpPr>
              <p:cNvPr id="61" name="Text Box 27"/>
              <p:cNvSpPr txBox="1">
                <a:spLocks noChangeArrowheads="1"/>
              </p:cNvSpPr>
              <p:nvPr/>
            </p:nvSpPr>
            <p:spPr bwMode="auto">
              <a:xfrm flipH="1">
                <a:off x="1296" y="456"/>
                <a:ext cx="528" cy="5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marL="0" marR="0">
                  <a:spcBef>
                    <a:spcPts val="0"/>
                  </a:spcBef>
                  <a:spcAft>
                    <a:spcPts val="0"/>
                  </a:spcAft>
                </a:pPr>
                <a:endParaRPr lang="en-US" sz="1400">
                  <a:effectLst/>
                  <a:latin typeface="Times New Roman"/>
                  <a:ea typeface="Times New Roman"/>
                </a:endParaRPr>
              </a:p>
            </p:txBody>
          </p:sp>
          <p:sp>
            <p:nvSpPr>
              <p:cNvPr id="62" name="Text Box 28"/>
              <p:cNvSpPr txBox="1">
                <a:spLocks noChangeArrowheads="1"/>
              </p:cNvSpPr>
              <p:nvPr/>
            </p:nvSpPr>
            <p:spPr bwMode="auto">
              <a:xfrm>
                <a:off x="0" y="1441"/>
                <a:ext cx="1596" cy="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marL="0" marR="0">
                  <a:spcBef>
                    <a:spcPts val="0"/>
                  </a:spcBef>
                  <a:spcAft>
                    <a:spcPts val="0"/>
                  </a:spcAft>
                </a:pPr>
                <a:endParaRPr lang="en-US" sz="1400">
                  <a:effectLst/>
                  <a:latin typeface="Times New Roman"/>
                  <a:ea typeface="Times New Roman"/>
                </a:endParaRPr>
              </a:p>
            </p:txBody>
          </p:sp>
        </p:grpSp>
        <p:grpSp>
          <p:nvGrpSpPr>
            <p:cNvPr id="40" name="Group 39"/>
            <p:cNvGrpSpPr>
              <a:grpSpLocks/>
            </p:cNvGrpSpPr>
            <p:nvPr/>
          </p:nvGrpSpPr>
          <p:grpSpPr bwMode="auto">
            <a:xfrm>
              <a:off x="1750" y="171"/>
              <a:ext cx="1710" cy="1995"/>
              <a:chOff x="1750" y="171"/>
              <a:chExt cx="1710" cy="1995"/>
            </a:xfrm>
          </p:grpSpPr>
          <p:cxnSp>
            <p:nvCxnSpPr>
              <p:cNvPr id="53" name="Line 30"/>
              <p:cNvCxnSpPr/>
              <p:nvPr/>
            </p:nvCxnSpPr>
            <p:spPr bwMode="auto">
              <a:xfrm>
                <a:off x="2092" y="456"/>
                <a:ext cx="1368" cy="0"/>
              </a:xfrm>
              <a:prstGeom prst="line">
                <a:avLst/>
              </a:prstGeom>
              <a:noFill/>
              <a:ln w="19050">
                <a:solidFill>
                  <a:srgbClr val="000000"/>
                </a:solidFill>
                <a:round/>
                <a:headEnd type="none" w="med" len="lg"/>
                <a:tailEnd type="stealth" w="med" len="lg"/>
              </a:ln>
              <a:extLst>
                <a:ext uri="{909E8E84-426E-40DD-AFC4-6F175D3DCCD1}">
                  <a14:hiddenFill xmlns:a14="http://schemas.microsoft.com/office/drawing/2010/main">
                    <a:noFill/>
                  </a14:hiddenFill>
                </a:ext>
              </a:extLst>
            </p:spPr>
          </p:cxnSp>
          <p:cxnSp>
            <p:nvCxnSpPr>
              <p:cNvPr id="54" name="Line 31"/>
              <p:cNvCxnSpPr/>
              <p:nvPr/>
            </p:nvCxnSpPr>
            <p:spPr bwMode="auto">
              <a:xfrm>
                <a:off x="2719" y="456"/>
                <a:ext cx="0" cy="570"/>
              </a:xfrm>
              <a:prstGeom prst="line">
                <a:avLst/>
              </a:prstGeom>
              <a:noFill/>
              <a:ln w="9525">
                <a:solidFill>
                  <a:srgbClr val="000000"/>
                </a:solidFill>
                <a:round/>
                <a:headEnd/>
                <a:tailEnd type="arrow" w="med" len="med"/>
              </a:ln>
              <a:extLst>
                <a:ext uri="{909E8E84-426E-40DD-AFC4-6F175D3DCCD1}">
                  <a14:hiddenFill xmlns:a14="http://schemas.microsoft.com/office/drawing/2010/main">
                    <a:noFill/>
                  </a14:hiddenFill>
                </a:ext>
              </a:extLst>
            </p:spPr>
          </p:cxnSp>
          <p:sp>
            <p:nvSpPr>
              <p:cNvPr id="55" name="Text Box 32"/>
              <p:cNvSpPr txBox="1">
                <a:spLocks noChangeArrowheads="1"/>
              </p:cNvSpPr>
              <p:nvPr/>
            </p:nvSpPr>
            <p:spPr bwMode="auto">
              <a:xfrm>
                <a:off x="1750" y="171"/>
                <a:ext cx="570" cy="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marL="0" marR="0">
                  <a:spcBef>
                    <a:spcPts val="0"/>
                  </a:spcBef>
                  <a:spcAft>
                    <a:spcPts val="0"/>
                  </a:spcAft>
                </a:pPr>
                <a:r>
                  <a:rPr lang="en-US" sz="1400">
                    <a:effectLst/>
                    <a:latin typeface="Times New Roman"/>
                    <a:ea typeface="Times New Roman"/>
                  </a:rPr>
                  <a:t>I</a:t>
                </a:r>
              </a:p>
            </p:txBody>
          </p:sp>
          <p:sp>
            <p:nvSpPr>
              <p:cNvPr id="56" name="Text Box 33"/>
              <p:cNvSpPr txBox="1">
                <a:spLocks noChangeArrowheads="1"/>
              </p:cNvSpPr>
              <p:nvPr/>
            </p:nvSpPr>
            <p:spPr bwMode="auto">
              <a:xfrm flipH="1">
                <a:off x="2434" y="969"/>
                <a:ext cx="528" cy="5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marL="0" marR="0">
                  <a:spcBef>
                    <a:spcPts val="0"/>
                  </a:spcBef>
                  <a:spcAft>
                    <a:spcPts val="0"/>
                  </a:spcAft>
                </a:pPr>
                <a:endParaRPr lang="en-US" sz="1400">
                  <a:effectLst/>
                  <a:latin typeface="Times New Roman"/>
                  <a:ea typeface="Times New Roman"/>
                </a:endParaRPr>
              </a:p>
            </p:txBody>
          </p:sp>
          <p:sp>
            <p:nvSpPr>
              <p:cNvPr id="57" name="Text Box 34"/>
              <p:cNvSpPr txBox="1">
                <a:spLocks noChangeArrowheads="1"/>
              </p:cNvSpPr>
              <p:nvPr/>
            </p:nvSpPr>
            <p:spPr bwMode="auto">
              <a:xfrm>
                <a:off x="1921" y="1596"/>
                <a:ext cx="1144" cy="5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none" lIns="91440" tIns="45720" rIns="91440" bIns="45720" anchor="t" anchorCtr="0" upright="1">
                <a:noAutofit/>
              </a:bodyPr>
              <a:lstStyle/>
              <a:p>
                <a:pPr marL="0" marR="0">
                  <a:spcBef>
                    <a:spcPts val="0"/>
                  </a:spcBef>
                  <a:spcAft>
                    <a:spcPts val="0"/>
                  </a:spcAft>
                </a:pPr>
                <a:endParaRPr lang="en-US" sz="1400">
                  <a:effectLst/>
                  <a:latin typeface="Times New Roman"/>
                  <a:ea typeface="Times New Roman"/>
                </a:endParaRPr>
              </a:p>
            </p:txBody>
          </p:sp>
        </p:grpSp>
        <p:grpSp>
          <p:nvGrpSpPr>
            <p:cNvPr id="41" name="Group 40"/>
            <p:cNvGrpSpPr>
              <a:grpSpLocks/>
            </p:cNvGrpSpPr>
            <p:nvPr/>
          </p:nvGrpSpPr>
          <p:grpSpPr bwMode="auto">
            <a:xfrm>
              <a:off x="3477" y="383"/>
              <a:ext cx="1824" cy="1783"/>
              <a:chOff x="3477" y="383"/>
              <a:chExt cx="1824" cy="1783"/>
            </a:xfrm>
          </p:grpSpPr>
          <p:cxnSp>
            <p:nvCxnSpPr>
              <p:cNvPr id="48" name="Line 36"/>
              <p:cNvCxnSpPr/>
              <p:nvPr/>
            </p:nvCxnSpPr>
            <p:spPr bwMode="auto">
              <a:xfrm flipH="1" flipV="1">
                <a:off x="4047" y="383"/>
                <a:ext cx="798" cy="798"/>
              </a:xfrm>
              <a:prstGeom prst="line">
                <a:avLst/>
              </a:prstGeom>
              <a:noFill/>
              <a:ln w="19050">
                <a:solidFill>
                  <a:srgbClr val="000000"/>
                </a:solidFill>
                <a:round/>
                <a:headEnd type="none" w="med" len="lg"/>
                <a:tailEnd type="stealth" w="med" len="lg"/>
              </a:ln>
              <a:extLst>
                <a:ext uri="{909E8E84-426E-40DD-AFC4-6F175D3DCCD1}">
                  <a14:hiddenFill xmlns:a14="http://schemas.microsoft.com/office/drawing/2010/main">
                    <a:noFill/>
                  </a14:hiddenFill>
                </a:ext>
              </a:extLst>
            </p:spPr>
          </p:cxnSp>
          <p:cxnSp>
            <p:nvCxnSpPr>
              <p:cNvPr id="49" name="Line 37"/>
              <p:cNvCxnSpPr/>
              <p:nvPr/>
            </p:nvCxnSpPr>
            <p:spPr bwMode="auto">
              <a:xfrm flipH="1">
                <a:off x="4047" y="782"/>
                <a:ext cx="399" cy="399"/>
              </a:xfrm>
              <a:prstGeom prst="line">
                <a:avLst/>
              </a:prstGeom>
              <a:noFill/>
              <a:ln w="9525">
                <a:solidFill>
                  <a:srgbClr val="000000"/>
                </a:solidFill>
                <a:round/>
                <a:headEnd/>
                <a:tailEnd type="arrow" w="med" len="med"/>
              </a:ln>
              <a:extLst>
                <a:ext uri="{909E8E84-426E-40DD-AFC4-6F175D3DCCD1}">
                  <a14:hiddenFill xmlns:a14="http://schemas.microsoft.com/office/drawing/2010/main">
                    <a:noFill/>
                  </a14:hiddenFill>
                </a:ext>
              </a:extLst>
            </p:spPr>
          </p:cxnSp>
          <p:sp>
            <p:nvSpPr>
              <p:cNvPr id="50" name="Text Box 38"/>
              <p:cNvSpPr txBox="1">
                <a:spLocks noChangeArrowheads="1"/>
              </p:cNvSpPr>
              <p:nvPr/>
            </p:nvSpPr>
            <p:spPr bwMode="auto">
              <a:xfrm>
                <a:off x="4731" y="953"/>
                <a:ext cx="570" cy="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marL="0" marR="0">
                  <a:spcBef>
                    <a:spcPts val="0"/>
                  </a:spcBef>
                  <a:spcAft>
                    <a:spcPts val="0"/>
                  </a:spcAft>
                </a:pPr>
                <a:r>
                  <a:rPr lang="en-US" sz="1400">
                    <a:effectLst/>
                    <a:latin typeface="Times New Roman"/>
                    <a:ea typeface="Times New Roman"/>
                  </a:rPr>
                  <a:t>I</a:t>
                </a:r>
              </a:p>
            </p:txBody>
          </p:sp>
          <p:sp>
            <p:nvSpPr>
              <p:cNvPr id="51" name="Text Box 39"/>
              <p:cNvSpPr txBox="1">
                <a:spLocks noChangeArrowheads="1"/>
              </p:cNvSpPr>
              <p:nvPr/>
            </p:nvSpPr>
            <p:spPr bwMode="auto">
              <a:xfrm flipH="1">
                <a:off x="3648" y="1010"/>
                <a:ext cx="528" cy="5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marL="0" marR="0">
                  <a:spcBef>
                    <a:spcPts val="0"/>
                  </a:spcBef>
                  <a:spcAft>
                    <a:spcPts val="0"/>
                  </a:spcAft>
                </a:pPr>
                <a:endParaRPr lang="en-US" sz="1400">
                  <a:effectLst/>
                  <a:latin typeface="Times New Roman"/>
                  <a:ea typeface="Times New Roman"/>
                </a:endParaRPr>
              </a:p>
            </p:txBody>
          </p:sp>
          <p:sp>
            <p:nvSpPr>
              <p:cNvPr id="52" name="Text Box 40"/>
              <p:cNvSpPr txBox="1">
                <a:spLocks noChangeArrowheads="1"/>
              </p:cNvSpPr>
              <p:nvPr/>
            </p:nvSpPr>
            <p:spPr bwMode="auto">
              <a:xfrm>
                <a:off x="3477" y="1523"/>
                <a:ext cx="1328" cy="6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marL="0" marR="0">
                  <a:spcBef>
                    <a:spcPts val="0"/>
                  </a:spcBef>
                  <a:spcAft>
                    <a:spcPts val="0"/>
                  </a:spcAft>
                </a:pPr>
                <a:endParaRPr lang="en-US" sz="1400">
                  <a:effectLst/>
                  <a:latin typeface="Times New Roman"/>
                  <a:ea typeface="Times New Roman"/>
                </a:endParaRPr>
              </a:p>
            </p:txBody>
          </p:sp>
        </p:grpSp>
        <p:grpSp>
          <p:nvGrpSpPr>
            <p:cNvPr id="42" name="Group 41"/>
            <p:cNvGrpSpPr>
              <a:grpSpLocks/>
            </p:cNvGrpSpPr>
            <p:nvPr/>
          </p:nvGrpSpPr>
          <p:grpSpPr bwMode="auto">
            <a:xfrm>
              <a:off x="5244" y="114"/>
              <a:ext cx="1767" cy="2052"/>
              <a:chOff x="5244" y="114"/>
              <a:chExt cx="1767" cy="2052"/>
            </a:xfrm>
          </p:grpSpPr>
          <p:cxnSp>
            <p:nvCxnSpPr>
              <p:cNvPr id="43" name="Line 42"/>
              <p:cNvCxnSpPr/>
              <p:nvPr/>
            </p:nvCxnSpPr>
            <p:spPr bwMode="auto">
              <a:xfrm flipH="1">
                <a:off x="5512" y="285"/>
                <a:ext cx="798" cy="798"/>
              </a:xfrm>
              <a:prstGeom prst="line">
                <a:avLst/>
              </a:prstGeom>
              <a:noFill/>
              <a:ln w="19050">
                <a:solidFill>
                  <a:srgbClr val="000000"/>
                </a:solidFill>
                <a:round/>
                <a:headEnd type="none" w="med" len="lg"/>
                <a:tailEnd type="stealth" w="med" len="lg"/>
              </a:ln>
              <a:extLst>
                <a:ext uri="{909E8E84-426E-40DD-AFC4-6F175D3DCCD1}">
                  <a14:hiddenFill xmlns:a14="http://schemas.microsoft.com/office/drawing/2010/main">
                    <a:noFill/>
                  </a14:hiddenFill>
                </a:ext>
              </a:extLst>
            </p:spPr>
          </p:cxnSp>
          <p:cxnSp>
            <p:nvCxnSpPr>
              <p:cNvPr id="44" name="Line 43"/>
              <p:cNvCxnSpPr/>
              <p:nvPr/>
            </p:nvCxnSpPr>
            <p:spPr bwMode="auto">
              <a:xfrm>
                <a:off x="5911" y="684"/>
                <a:ext cx="627" cy="570"/>
              </a:xfrm>
              <a:prstGeom prst="line">
                <a:avLst/>
              </a:prstGeom>
              <a:noFill/>
              <a:ln w="9525">
                <a:solidFill>
                  <a:srgbClr val="000000"/>
                </a:solidFill>
                <a:round/>
                <a:headEnd/>
                <a:tailEnd type="arrow" w="med" len="med"/>
              </a:ln>
              <a:extLst>
                <a:ext uri="{909E8E84-426E-40DD-AFC4-6F175D3DCCD1}">
                  <a14:hiddenFill xmlns:a14="http://schemas.microsoft.com/office/drawing/2010/main">
                    <a:noFill/>
                  </a14:hiddenFill>
                </a:ext>
              </a:extLst>
            </p:spPr>
          </p:cxnSp>
          <p:sp>
            <p:nvSpPr>
              <p:cNvPr id="45" name="Text Box 44"/>
              <p:cNvSpPr txBox="1">
                <a:spLocks noChangeArrowheads="1"/>
              </p:cNvSpPr>
              <p:nvPr/>
            </p:nvSpPr>
            <p:spPr bwMode="auto">
              <a:xfrm flipH="1">
                <a:off x="6253" y="114"/>
                <a:ext cx="513" cy="5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marL="0" marR="0">
                  <a:spcBef>
                    <a:spcPts val="0"/>
                  </a:spcBef>
                  <a:spcAft>
                    <a:spcPts val="0"/>
                  </a:spcAft>
                </a:pPr>
                <a:r>
                  <a:rPr lang="en-US" sz="1400">
                    <a:effectLst/>
                    <a:latin typeface="Times New Roman"/>
                    <a:ea typeface="Times New Roman"/>
                  </a:rPr>
                  <a:t>I</a:t>
                </a:r>
              </a:p>
            </p:txBody>
          </p:sp>
          <p:sp>
            <p:nvSpPr>
              <p:cNvPr id="46" name="Text Box 45"/>
              <p:cNvSpPr txBox="1">
                <a:spLocks noChangeArrowheads="1"/>
              </p:cNvSpPr>
              <p:nvPr/>
            </p:nvSpPr>
            <p:spPr bwMode="auto">
              <a:xfrm flipH="1">
                <a:off x="6483" y="1026"/>
                <a:ext cx="528" cy="5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marL="0" marR="0">
                  <a:spcBef>
                    <a:spcPts val="0"/>
                  </a:spcBef>
                  <a:spcAft>
                    <a:spcPts val="0"/>
                  </a:spcAft>
                </a:pPr>
                <a:endParaRPr lang="en-US" sz="1400">
                  <a:effectLst/>
                  <a:latin typeface="Times New Roman"/>
                  <a:ea typeface="Times New Roman"/>
                </a:endParaRPr>
              </a:p>
            </p:txBody>
          </p:sp>
          <p:sp>
            <p:nvSpPr>
              <p:cNvPr id="47" name="Text Box 46"/>
              <p:cNvSpPr txBox="1">
                <a:spLocks noChangeArrowheads="1"/>
              </p:cNvSpPr>
              <p:nvPr/>
            </p:nvSpPr>
            <p:spPr bwMode="auto">
              <a:xfrm>
                <a:off x="5244" y="1498"/>
                <a:ext cx="1396" cy="6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marL="0" marR="0">
                  <a:spcBef>
                    <a:spcPts val="0"/>
                  </a:spcBef>
                  <a:spcAft>
                    <a:spcPts val="0"/>
                  </a:spcAft>
                </a:pPr>
                <a:endParaRPr lang="en-US" sz="1400">
                  <a:effectLst/>
                  <a:latin typeface="Times New Roman"/>
                  <a:ea typeface="Times New Roman"/>
                </a:endParaRPr>
              </a:p>
            </p:txBody>
          </p:sp>
        </p:grpSp>
      </p:grpSp>
      <mc:AlternateContent xmlns:mc="http://schemas.openxmlformats.org/markup-compatibility/2006" xmlns:a14="http://schemas.microsoft.com/office/drawing/2010/main">
        <mc:Choice Requires="a14">
          <p:sp>
            <p:nvSpPr>
              <p:cNvPr id="65" name="Rectangle 64"/>
              <p:cNvSpPr/>
              <p:nvPr/>
            </p:nvSpPr>
            <p:spPr>
              <a:xfrm>
                <a:off x="2149350" y="3800241"/>
                <a:ext cx="225691" cy="37093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acc>
                        <m:accPr>
                          <m:chr m:val="⃗"/>
                          <m:ctrlPr>
                            <a:rPr lang="en-US" b="1" i="1" smtClean="0">
                              <a:solidFill>
                                <a:schemeClr val="tx1"/>
                              </a:solidFill>
                              <a:latin typeface="Cambria Math" panose="02040503050406030204" pitchFamily="18" charset="0"/>
                            </a:rPr>
                          </m:ctrlPr>
                        </m:accPr>
                        <m:e>
                          <m:r>
                            <a:rPr lang="en-US" b="1" i="1" smtClean="0">
                              <a:solidFill>
                                <a:schemeClr val="tx1"/>
                              </a:solidFill>
                              <a:latin typeface="Cambria Math"/>
                            </a:rPr>
                            <m:t>𝑭</m:t>
                          </m:r>
                        </m:e>
                      </m:acc>
                    </m:oMath>
                  </m:oMathPara>
                </a14:m>
                <a:endParaRPr lang="en-US" b="1"/>
              </a:p>
            </p:txBody>
          </p:sp>
        </mc:Choice>
        <mc:Fallback xmlns="">
          <p:sp>
            <p:nvSpPr>
              <p:cNvPr id="65" name="Rectangle 64"/>
              <p:cNvSpPr>
                <a:spLocks noRot="1" noChangeAspect="1" noMove="1" noResize="1" noEditPoints="1" noAdjustHandles="1" noChangeArrowheads="1" noChangeShapeType="1" noTextEdit="1"/>
              </p:cNvSpPr>
              <p:nvPr/>
            </p:nvSpPr>
            <p:spPr>
              <a:xfrm>
                <a:off x="2149350" y="3800241"/>
                <a:ext cx="225691" cy="370939"/>
              </a:xfrm>
              <a:prstGeom prst="rect">
                <a:avLst/>
              </a:prstGeom>
              <a:blipFill rotWithShape="1">
                <a:blip r:embed="rId2"/>
                <a:stretch>
                  <a:fillRect l="-32432" r="-5405"/>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6" name="Rectangle 65"/>
              <p:cNvSpPr/>
              <p:nvPr/>
            </p:nvSpPr>
            <p:spPr>
              <a:xfrm>
                <a:off x="3522226" y="4350621"/>
                <a:ext cx="225691" cy="37093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acc>
                        <m:accPr>
                          <m:chr m:val="⃗"/>
                          <m:ctrlPr>
                            <a:rPr lang="en-US" b="1" i="1" smtClean="0">
                              <a:solidFill>
                                <a:schemeClr val="tx1"/>
                              </a:solidFill>
                              <a:latin typeface="Cambria Math" panose="02040503050406030204" pitchFamily="18" charset="0"/>
                            </a:rPr>
                          </m:ctrlPr>
                        </m:accPr>
                        <m:e>
                          <m:r>
                            <a:rPr lang="en-US" b="1" i="1" smtClean="0">
                              <a:solidFill>
                                <a:schemeClr val="tx1"/>
                              </a:solidFill>
                              <a:latin typeface="Cambria Math"/>
                            </a:rPr>
                            <m:t>𝑭</m:t>
                          </m:r>
                        </m:e>
                      </m:acc>
                    </m:oMath>
                  </m:oMathPara>
                </a14:m>
                <a:endParaRPr lang="en-US" b="1"/>
              </a:p>
            </p:txBody>
          </p:sp>
        </mc:Choice>
        <mc:Fallback xmlns="">
          <p:sp>
            <p:nvSpPr>
              <p:cNvPr id="66" name="Rectangle 65"/>
              <p:cNvSpPr>
                <a:spLocks noRot="1" noChangeAspect="1" noMove="1" noResize="1" noEditPoints="1" noAdjustHandles="1" noChangeArrowheads="1" noChangeShapeType="1" noTextEdit="1"/>
              </p:cNvSpPr>
              <p:nvPr/>
            </p:nvSpPr>
            <p:spPr>
              <a:xfrm>
                <a:off x="3522226" y="4350621"/>
                <a:ext cx="225691" cy="370939"/>
              </a:xfrm>
              <a:prstGeom prst="rect">
                <a:avLst/>
              </a:prstGeom>
              <a:blipFill rotWithShape="1">
                <a:blip r:embed="rId3"/>
                <a:stretch>
                  <a:fillRect l="-29730" r="-8108"/>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7" name="Rectangle 66"/>
              <p:cNvSpPr/>
              <p:nvPr/>
            </p:nvSpPr>
            <p:spPr>
              <a:xfrm>
                <a:off x="4902081" y="4632295"/>
                <a:ext cx="225691" cy="37093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acc>
                        <m:accPr>
                          <m:chr m:val="⃗"/>
                          <m:ctrlPr>
                            <a:rPr lang="en-US" b="1" i="1" smtClean="0">
                              <a:solidFill>
                                <a:schemeClr val="tx1"/>
                              </a:solidFill>
                              <a:latin typeface="Cambria Math" panose="02040503050406030204" pitchFamily="18" charset="0"/>
                            </a:rPr>
                          </m:ctrlPr>
                        </m:accPr>
                        <m:e>
                          <m:r>
                            <a:rPr lang="en-US" b="1" i="1" smtClean="0">
                              <a:solidFill>
                                <a:schemeClr val="tx1"/>
                              </a:solidFill>
                              <a:latin typeface="Cambria Math"/>
                            </a:rPr>
                            <m:t>𝑭</m:t>
                          </m:r>
                        </m:e>
                      </m:acc>
                    </m:oMath>
                  </m:oMathPara>
                </a14:m>
                <a:endParaRPr lang="en-US" b="1"/>
              </a:p>
            </p:txBody>
          </p:sp>
        </mc:Choice>
        <mc:Fallback xmlns="">
          <p:sp>
            <p:nvSpPr>
              <p:cNvPr id="67" name="Rectangle 66"/>
              <p:cNvSpPr>
                <a:spLocks noRot="1" noChangeAspect="1" noMove="1" noResize="1" noEditPoints="1" noAdjustHandles="1" noChangeArrowheads="1" noChangeShapeType="1" noTextEdit="1"/>
              </p:cNvSpPr>
              <p:nvPr/>
            </p:nvSpPr>
            <p:spPr>
              <a:xfrm>
                <a:off x="4902081" y="4632295"/>
                <a:ext cx="225691" cy="370939"/>
              </a:xfrm>
              <a:prstGeom prst="rect">
                <a:avLst/>
              </a:prstGeom>
              <a:blipFill rotWithShape="1">
                <a:blip r:embed="rId4"/>
                <a:stretch>
                  <a:fillRect l="-29730" r="-8108"/>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8" name="Rectangle 67"/>
              <p:cNvSpPr/>
              <p:nvPr/>
            </p:nvSpPr>
            <p:spPr>
              <a:xfrm>
                <a:off x="7274813" y="4393634"/>
                <a:ext cx="225691" cy="37093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acc>
                        <m:accPr>
                          <m:chr m:val="⃗"/>
                          <m:ctrlPr>
                            <a:rPr lang="en-US" b="1" i="1" smtClean="0">
                              <a:solidFill>
                                <a:schemeClr val="tx1"/>
                              </a:solidFill>
                              <a:latin typeface="Cambria Math" panose="02040503050406030204" pitchFamily="18" charset="0"/>
                            </a:rPr>
                          </m:ctrlPr>
                        </m:accPr>
                        <m:e>
                          <m:r>
                            <a:rPr lang="en-US" b="1" i="1" smtClean="0">
                              <a:solidFill>
                                <a:schemeClr val="tx1"/>
                              </a:solidFill>
                              <a:latin typeface="Cambria Math"/>
                            </a:rPr>
                            <m:t>𝑭</m:t>
                          </m:r>
                        </m:e>
                      </m:acc>
                    </m:oMath>
                  </m:oMathPara>
                </a14:m>
                <a:endParaRPr lang="en-US" b="1"/>
              </a:p>
            </p:txBody>
          </p:sp>
        </mc:Choice>
        <mc:Fallback xmlns="">
          <p:sp>
            <p:nvSpPr>
              <p:cNvPr id="68" name="Rectangle 67"/>
              <p:cNvSpPr>
                <a:spLocks noRot="1" noChangeAspect="1" noMove="1" noResize="1" noEditPoints="1" noAdjustHandles="1" noChangeArrowheads="1" noChangeShapeType="1" noTextEdit="1"/>
              </p:cNvSpPr>
              <p:nvPr/>
            </p:nvSpPr>
            <p:spPr>
              <a:xfrm>
                <a:off x="7274813" y="4393634"/>
                <a:ext cx="225691" cy="370939"/>
              </a:xfrm>
              <a:prstGeom prst="rect">
                <a:avLst/>
              </a:prstGeom>
              <a:blipFill rotWithShape="1">
                <a:blip r:embed="rId5"/>
                <a:stretch>
                  <a:fillRect l="-29730" r="-8108"/>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9" name="Rectangle 68"/>
              <p:cNvSpPr/>
              <p:nvPr/>
            </p:nvSpPr>
            <p:spPr>
              <a:xfrm>
                <a:off x="609600" y="5406257"/>
                <a:ext cx="1765441" cy="32084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 </a:t>
                </a:r>
                <a14:m>
                  <m:oMath xmlns:m="http://schemas.openxmlformats.org/officeDocument/2006/math">
                    <m:acc>
                      <m:accPr>
                        <m:chr m:val="⃗"/>
                        <m:ctrlPr>
                          <a:rPr lang="en-US" i="1" smtClean="0">
                            <a:solidFill>
                              <a:schemeClr val="tx1"/>
                            </a:solidFill>
                            <a:latin typeface="Cambria Math" panose="02040503050406030204" pitchFamily="18" charset="0"/>
                          </a:rPr>
                        </m:ctrlPr>
                      </m:accPr>
                      <m:e>
                        <m:r>
                          <a:rPr lang="en-US" b="0" i="1" smtClean="0">
                            <a:solidFill>
                              <a:schemeClr val="tx1"/>
                            </a:solidFill>
                            <a:latin typeface="Cambria Math"/>
                          </a:rPr>
                          <m:t>𝐵</m:t>
                        </m:r>
                      </m:e>
                    </m:acc>
                  </m:oMath>
                </a14:m>
                <a:r>
                  <a:rPr lang="en-US">
                    <a:solidFill>
                      <a:schemeClr val="tx1"/>
                    </a:solidFill>
                  </a:rPr>
                  <a:t>  hướng vào</a:t>
                </a:r>
              </a:p>
            </p:txBody>
          </p:sp>
        </mc:Choice>
        <mc:Fallback xmlns="">
          <p:sp>
            <p:nvSpPr>
              <p:cNvPr id="69" name="Rectangle 68"/>
              <p:cNvSpPr>
                <a:spLocks noRot="1" noChangeAspect="1" noMove="1" noResize="1" noEditPoints="1" noAdjustHandles="1" noChangeArrowheads="1" noChangeShapeType="1" noTextEdit="1"/>
              </p:cNvSpPr>
              <p:nvPr/>
            </p:nvSpPr>
            <p:spPr>
              <a:xfrm>
                <a:off x="609600" y="5406257"/>
                <a:ext cx="1765441" cy="320842"/>
              </a:xfrm>
              <a:prstGeom prst="rect">
                <a:avLst/>
              </a:prstGeom>
              <a:blipFill rotWithShape="1">
                <a:blip r:embed="rId6"/>
                <a:stretch>
                  <a:fillRect l="-690" t="-11538" r="-690" b="-44231"/>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0" name="Rectangle 69"/>
              <p:cNvSpPr/>
              <p:nvPr/>
            </p:nvSpPr>
            <p:spPr>
              <a:xfrm>
                <a:off x="2520492" y="5428164"/>
                <a:ext cx="1765441" cy="32084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B. </a:t>
                </a:r>
                <a14:m>
                  <m:oMath xmlns:m="http://schemas.openxmlformats.org/officeDocument/2006/math">
                    <m:acc>
                      <m:accPr>
                        <m:chr m:val="⃗"/>
                        <m:ctrlPr>
                          <a:rPr lang="en-US" i="1" smtClean="0">
                            <a:solidFill>
                              <a:schemeClr val="tx1"/>
                            </a:solidFill>
                            <a:latin typeface="Cambria Math" panose="02040503050406030204" pitchFamily="18" charset="0"/>
                          </a:rPr>
                        </m:ctrlPr>
                      </m:accPr>
                      <m:e>
                        <m:r>
                          <a:rPr lang="en-US" b="0" i="1" smtClean="0">
                            <a:solidFill>
                              <a:schemeClr val="tx1"/>
                            </a:solidFill>
                            <a:latin typeface="Cambria Math"/>
                          </a:rPr>
                          <m:t>𝐵</m:t>
                        </m:r>
                      </m:e>
                    </m:acc>
                  </m:oMath>
                </a14:m>
                <a:r>
                  <a:rPr lang="en-US">
                    <a:solidFill>
                      <a:schemeClr val="tx1"/>
                    </a:solidFill>
                  </a:rPr>
                  <a:t>  hướng ra</a:t>
                </a:r>
              </a:p>
            </p:txBody>
          </p:sp>
        </mc:Choice>
        <mc:Fallback xmlns="">
          <p:sp>
            <p:nvSpPr>
              <p:cNvPr id="70" name="Rectangle 69"/>
              <p:cNvSpPr>
                <a:spLocks noRot="1" noChangeAspect="1" noMove="1" noResize="1" noEditPoints="1" noAdjustHandles="1" noChangeArrowheads="1" noChangeShapeType="1" noTextEdit="1"/>
              </p:cNvSpPr>
              <p:nvPr/>
            </p:nvSpPr>
            <p:spPr>
              <a:xfrm>
                <a:off x="2520492" y="5428164"/>
                <a:ext cx="1765441" cy="320842"/>
              </a:xfrm>
              <a:prstGeom prst="rect">
                <a:avLst/>
              </a:prstGeom>
              <a:blipFill rotWithShape="1">
                <a:blip r:embed="rId7"/>
                <a:stretch>
                  <a:fillRect t="-9434" b="-43396"/>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1" name="Rectangle 70"/>
              <p:cNvSpPr/>
              <p:nvPr/>
            </p:nvSpPr>
            <p:spPr>
              <a:xfrm>
                <a:off x="4375477" y="5441044"/>
                <a:ext cx="1765441" cy="32084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 xmlns:m="http://schemas.openxmlformats.org/officeDocument/2006/math">
                    <m:r>
                      <a:rPr lang="en-US" b="0" i="1" smtClean="0">
                        <a:solidFill>
                          <a:schemeClr val="tx1"/>
                        </a:solidFill>
                        <a:latin typeface="Cambria Math"/>
                      </a:rPr>
                      <m:t>𝐶</m:t>
                    </m:r>
                    <m:r>
                      <a:rPr lang="en-US" b="0" i="1" smtClean="0">
                        <a:solidFill>
                          <a:schemeClr val="tx1"/>
                        </a:solidFill>
                        <a:latin typeface="Cambria Math"/>
                      </a:rPr>
                      <m:t>. </m:t>
                    </m:r>
                    <m:acc>
                      <m:accPr>
                        <m:chr m:val="⃗"/>
                        <m:ctrlPr>
                          <a:rPr lang="en-US" i="1" smtClean="0">
                            <a:solidFill>
                              <a:schemeClr val="tx1"/>
                            </a:solidFill>
                            <a:latin typeface="Cambria Math" panose="02040503050406030204" pitchFamily="18" charset="0"/>
                          </a:rPr>
                        </m:ctrlPr>
                      </m:accPr>
                      <m:e>
                        <m:r>
                          <a:rPr lang="en-US" b="0" i="1" smtClean="0">
                            <a:solidFill>
                              <a:schemeClr val="tx1"/>
                            </a:solidFill>
                            <a:latin typeface="Cambria Math"/>
                          </a:rPr>
                          <m:t>𝐵</m:t>
                        </m:r>
                      </m:e>
                    </m:acc>
                  </m:oMath>
                </a14:m>
                <a:r>
                  <a:rPr lang="en-US">
                    <a:solidFill>
                      <a:schemeClr val="tx1"/>
                    </a:solidFill>
                  </a:rPr>
                  <a:t>  hướng ra</a:t>
                </a:r>
              </a:p>
            </p:txBody>
          </p:sp>
        </mc:Choice>
        <mc:Fallback xmlns="">
          <p:sp>
            <p:nvSpPr>
              <p:cNvPr id="71" name="Rectangle 70"/>
              <p:cNvSpPr>
                <a:spLocks noRot="1" noChangeAspect="1" noMove="1" noResize="1" noEditPoints="1" noAdjustHandles="1" noChangeArrowheads="1" noChangeShapeType="1" noTextEdit="1"/>
              </p:cNvSpPr>
              <p:nvPr/>
            </p:nvSpPr>
            <p:spPr>
              <a:xfrm>
                <a:off x="4375477" y="5441044"/>
                <a:ext cx="1765441" cy="320842"/>
              </a:xfrm>
              <a:prstGeom prst="rect">
                <a:avLst/>
              </a:prstGeom>
              <a:blipFill rotWithShape="1">
                <a:blip r:embed="rId8"/>
                <a:stretch>
                  <a:fillRect t="-11538" b="-44231"/>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2" name="Rectangle 71"/>
              <p:cNvSpPr/>
              <p:nvPr/>
            </p:nvSpPr>
            <p:spPr>
              <a:xfrm>
                <a:off x="6203218" y="5441044"/>
                <a:ext cx="1765441" cy="32084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 xmlns:m="http://schemas.openxmlformats.org/officeDocument/2006/math">
                    <m:r>
                      <a:rPr lang="en-US" b="0" i="1" smtClean="0">
                        <a:solidFill>
                          <a:schemeClr val="tx1"/>
                        </a:solidFill>
                        <a:latin typeface="Cambria Math"/>
                      </a:rPr>
                      <m:t>𝐷</m:t>
                    </m:r>
                    <m:r>
                      <a:rPr lang="en-US" b="0" i="1" smtClean="0">
                        <a:solidFill>
                          <a:schemeClr val="tx1"/>
                        </a:solidFill>
                        <a:latin typeface="Cambria Math"/>
                      </a:rPr>
                      <m:t>. </m:t>
                    </m:r>
                    <m:acc>
                      <m:accPr>
                        <m:chr m:val="⃗"/>
                        <m:ctrlPr>
                          <a:rPr lang="en-US" i="1" smtClean="0">
                            <a:solidFill>
                              <a:schemeClr val="tx1"/>
                            </a:solidFill>
                            <a:latin typeface="Cambria Math" panose="02040503050406030204" pitchFamily="18" charset="0"/>
                          </a:rPr>
                        </m:ctrlPr>
                      </m:accPr>
                      <m:e>
                        <m:r>
                          <a:rPr lang="en-US" b="0" i="1" smtClean="0">
                            <a:solidFill>
                              <a:schemeClr val="tx1"/>
                            </a:solidFill>
                            <a:latin typeface="Cambria Math"/>
                          </a:rPr>
                          <m:t>𝐵</m:t>
                        </m:r>
                      </m:e>
                    </m:acc>
                  </m:oMath>
                </a14:m>
                <a:r>
                  <a:rPr lang="en-US">
                    <a:solidFill>
                      <a:schemeClr val="tx1"/>
                    </a:solidFill>
                  </a:rPr>
                  <a:t>  hướng vào</a:t>
                </a:r>
              </a:p>
            </p:txBody>
          </p:sp>
        </mc:Choice>
        <mc:Fallback xmlns="">
          <p:sp>
            <p:nvSpPr>
              <p:cNvPr id="72" name="Rectangle 71"/>
              <p:cNvSpPr>
                <a:spLocks noRot="1" noChangeAspect="1" noMove="1" noResize="1" noEditPoints="1" noAdjustHandles="1" noChangeArrowheads="1" noChangeShapeType="1" noTextEdit="1"/>
              </p:cNvSpPr>
              <p:nvPr/>
            </p:nvSpPr>
            <p:spPr>
              <a:xfrm>
                <a:off x="6203218" y="5441044"/>
                <a:ext cx="1765441" cy="320842"/>
              </a:xfrm>
              <a:prstGeom prst="rect">
                <a:avLst/>
              </a:prstGeom>
              <a:blipFill rotWithShape="1">
                <a:blip r:embed="rId9"/>
                <a:stretch>
                  <a:fillRect t="-11538" r="-692" b="-44231"/>
                </a:stretch>
              </a:blipFill>
              <a:ln>
                <a:noFill/>
              </a:ln>
            </p:spPr>
            <p:txBody>
              <a:bodyPr/>
              <a:lstStyle/>
              <a:p>
                <a:r>
                  <a:rPr lang="en-US">
                    <a:noFill/>
                  </a:rPr>
                  <a:t> </a:t>
                </a:r>
              </a:p>
            </p:txBody>
          </p:sp>
        </mc:Fallback>
      </mc:AlternateContent>
      <p:sp>
        <p:nvSpPr>
          <p:cNvPr id="2" name="Footer Placeholder 1">
            <a:extLst>
              <a:ext uri="{FF2B5EF4-FFF2-40B4-BE49-F238E27FC236}">
                <a16:creationId xmlns:a16="http://schemas.microsoft.com/office/drawing/2014/main" id="{3A478B4E-9049-3050-7A42-E27515255D5C}"/>
              </a:ext>
            </a:extLst>
          </p:cNvPr>
          <p:cNvSpPr>
            <a:spLocks noGrp="1"/>
          </p:cNvSpPr>
          <p:nvPr>
            <p:ph type="ftr" sz="quarter" idx="11"/>
          </p:nvPr>
        </p:nvSpPr>
        <p:spPr/>
        <p:txBody>
          <a:bodyPr/>
          <a:lstStyle/>
          <a:p>
            <a:pPr>
              <a:defRPr/>
            </a:pPr>
            <a:r>
              <a:rPr lang="en-US"/>
              <a:t>Bùi Quốc Trung - VLDC</a:t>
            </a:r>
          </a:p>
        </p:txBody>
      </p:sp>
      <p:sp>
        <p:nvSpPr>
          <p:cNvPr id="4" name="Slide Number Placeholder 3">
            <a:extLst>
              <a:ext uri="{FF2B5EF4-FFF2-40B4-BE49-F238E27FC236}">
                <a16:creationId xmlns:a16="http://schemas.microsoft.com/office/drawing/2014/main" id="{070DD4E7-AD98-9FDD-6BB0-3DBD2A9B0605}"/>
              </a:ext>
            </a:extLst>
          </p:cNvPr>
          <p:cNvSpPr>
            <a:spLocks noGrp="1"/>
          </p:cNvSpPr>
          <p:nvPr>
            <p:ph type="sldNum" sz="quarter" idx="12"/>
          </p:nvPr>
        </p:nvSpPr>
        <p:spPr/>
        <p:txBody>
          <a:bodyPr/>
          <a:lstStyle/>
          <a:p>
            <a:pPr>
              <a:defRPr/>
            </a:pPr>
            <a:fld id="{DA0BBFDE-23F6-4D0C-90FC-3AED58BCB197}" type="slidenum">
              <a:rPr lang="en-US" smtClean="0"/>
              <a:pPr>
                <a:defRPr/>
              </a:pPr>
              <a:t>32</a:t>
            </a:fld>
            <a:endParaRPr lang="en-US" dirty="0"/>
          </a:p>
        </p:txBody>
      </p:sp>
    </p:spTree>
    <p:extLst>
      <p:ext uri="{BB962C8B-B14F-4D97-AF65-F5344CB8AC3E}">
        <p14:creationId xmlns:p14="http://schemas.microsoft.com/office/powerpoint/2010/main" val="202797737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685800"/>
                <a:ext cx="8229600" cy="5440363"/>
              </a:xfrm>
            </p:spPr>
            <p:txBody>
              <a:bodyPr/>
              <a:lstStyle/>
              <a:p>
                <a:pPr marL="0" indent="0">
                  <a:buNone/>
                </a:pPr>
                <a:r>
                  <a:rPr lang="en-US" dirty="0" err="1"/>
                  <a:t>Một</a:t>
                </a:r>
                <a:r>
                  <a:rPr lang="en-US" dirty="0"/>
                  <a:t> </a:t>
                </a:r>
                <a:r>
                  <a:rPr lang="en-US" dirty="0" err="1"/>
                  <a:t>đoạn</a:t>
                </a:r>
                <a:r>
                  <a:rPr lang="en-US" dirty="0"/>
                  <a:t> </a:t>
                </a:r>
                <a:r>
                  <a:rPr lang="en-US" dirty="0" err="1"/>
                  <a:t>dây</a:t>
                </a:r>
                <a:r>
                  <a:rPr lang="en-US" dirty="0"/>
                  <a:t> </a:t>
                </a:r>
                <a:r>
                  <a:rPr lang="en-US" dirty="0" err="1"/>
                  <a:t>dẫn</a:t>
                </a:r>
                <a:r>
                  <a:rPr lang="en-US" dirty="0"/>
                  <a:t> </a:t>
                </a:r>
                <a:r>
                  <a:rPr lang="en-US" dirty="0" err="1"/>
                  <a:t>có</a:t>
                </a:r>
                <a:r>
                  <a:rPr lang="en-US" dirty="0"/>
                  <a:t> </a:t>
                </a:r>
                <a:r>
                  <a:rPr lang="en-US" dirty="0" err="1"/>
                  <a:t>dòng</a:t>
                </a:r>
                <a:r>
                  <a:rPr lang="en-US" dirty="0"/>
                  <a:t> </a:t>
                </a:r>
                <a:r>
                  <a:rPr lang="en-US" dirty="0" err="1"/>
                  <a:t>điện</a:t>
                </a:r>
                <a:r>
                  <a:rPr lang="en-US" dirty="0"/>
                  <a:t> </a:t>
                </a:r>
                <a:r>
                  <a:rPr lang="en-US" dirty="0" err="1"/>
                  <a:t>chạy</a:t>
                </a:r>
                <a:r>
                  <a:rPr lang="en-US" dirty="0"/>
                  <a:t> qua </a:t>
                </a:r>
                <a:r>
                  <a:rPr lang="en-US" dirty="0" err="1"/>
                  <a:t>đặt</a:t>
                </a:r>
                <a:r>
                  <a:rPr lang="en-US" dirty="0"/>
                  <a:t> </a:t>
                </a:r>
                <a:r>
                  <a:rPr lang="en-US" dirty="0" err="1"/>
                  <a:t>trong</a:t>
                </a:r>
                <a:r>
                  <a:rPr lang="en-US" dirty="0"/>
                  <a:t> </a:t>
                </a:r>
                <a:r>
                  <a:rPr lang="en-US" dirty="0" err="1"/>
                  <a:t>từ</a:t>
                </a:r>
                <a:r>
                  <a:rPr lang="en-US" dirty="0"/>
                  <a:t> </a:t>
                </a:r>
                <a:r>
                  <a:rPr lang="en-US" dirty="0" err="1"/>
                  <a:t>trường</a:t>
                </a:r>
                <a:r>
                  <a:rPr lang="en-US" dirty="0"/>
                  <a:t> </a:t>
                </a:r>
                <a:r>
                  <a:rPr lang="en-US" dirty="0" err="1"/>
                  <a:t>và</a:t>
                </a:r>
                <a:r>
                  <a:rPr lang="en-US" dirty="0"/>
                  <a:t> </a:t>
                </a:r>
                <a:r>
                  <a:rPr lang="en-US" dirty="0" err="1"/>
                  <a:t>hợp</a:t>
                </a:r>
                <a:r>
                  <a:rPr lang="en-US" dirty="0"/>
                  <a:t> </a:t>
                </a:r>
                <a:r>
                  <a:rPr lang="en-US" dirty="0" err="1"/>
                  <a:t>góc</a:t>
                </a:r>
                <a:r>
                  <a:rPr lang="en-US" dirty="0"/>
                  <a:t> </a:t>
                </a:r>
                <a14:m>
                  <m:oMath xmlns:m="http://schemas.openxmlformats.org/officeDocument/2006/math">
                    <m:r>
                      <a:rPr lang="en-US" i="1" smtClean="0">
                        <a:latin typeface="Cambria Math"/>
                        <a:ea typeface="Cambria Math"/>
                      </a:rPr>
                      <m:t>𝛼</m:t>
                    </m:r>
                  </m:oMath>
                </a14:m>
                <a:r>
                  <a:rPr lang="en-US" dirty="0"/>
                  <a:t> </a:t>
                </a:r>
                <a:r>
                  <a:rPr lang="en-US" dirty="0" err="1"/>
                  <a:t>với</a:t>
                </a:r>
                <a:r>
                  <a:rPr lang="en-US" dirty="0"/>
                  <a:t> </a:t>
                </a:r>
                <a:r>
                  <a:rPr lang="en-US" dirty="0" err="1"/>
                  <a:t>phương</a:t>
                </a:r>
                <a:r>
                  <a:rPr lang="en-US" dirty="0"/>
                  <a:t> </a:t>
                </a:r>
                <a:r>
                  <a:rPr lang="en-US" dirty="0" err="1"/>
                  <a:t>của</a:t>
                </a:r>
                <a:r>
                  <a:rPr lang="en-US" dirty="0"/>
                  <a:t> </a:t>
                </a:r>
                <a:r>
                  <a:rPr lang="en-US" dirty="0" err="1"/>
                  <a:t>từ</a:t>
                </a:r>
                <a:r>
                  <a:rPr lang="en-US" dirty="0"/>
                  <a:t> </a:t>
                </a:r>
                <a:r>
                  <a:rPr lang="en-US" dirty="0" err="1"/>
                  <a:t>trường</a:t>
                </a:r>
                <a:r>
                  <a:rPr lang="en-US" dirty="0"/>
                  <a:t>. </a:t>
                </a:r>
                <a:r>
                  <a:rPr lang="en-US" dirty="0" err="1"/>
                  <a:t>Lực</a:t>
                </a:r>
                <a:r>
                  <a:rPr lang="en-US" dirty="0"/>
                  <a:t> </a:t>
                </a:r>
                <a:r>
                  <a:rPr lang="en-US" dirty="0" err="1"/>
                  <a:t>từ</a:t>
                </a:r>
                <a:r>
                  <a:rPr lang="en-US" dirty="0"/>
                  <a:t> </a:t>
                </a:r>
                <a:r>
                  <a:rPr lang="en-US" dirty="0" err="1"/>
                  <a:t>tác</a:t>
                </a:r>
                <a:r>
                  <a:rPr lang="en-US" dirty="0"/>
                  <a:t> </a:t>
                </a:r>
                <a:r>
                  <a:rPr lang="en-US" dirty="0" err="1"/>
                  <a:t>dụng</a:t>
                </a:r>
                <a:r>
                  <a:rPr lang="en-US" dirty="0"/>
                  <a:t> </a:t>
                </a:r>
                <a:r>
                  <a:rPr lang="en-US" dirty="0" err="1"/>
                  <a:t>lên</a:t>
                </a:r>
                <a:r>
                  <a:rPr lang="en-US" dirty="0"/>
                  <a:t> </a:t>
                </a:r>
                <a:r>
                  <a:rPr lang="en-US" dirty="0" err="1"/>
                  <a:t>một</a:t>
                </a:r>
                <a:r>
                  <a:rPr lang="en-US" dirty="0"/>
                  <a:t> </a:t>
                </a:r>
                <a:r>
                  <a:rPr lang="en-US" dirty="0" err="1"/>
                  <a:t>đoạn</a:t>
                </a:r>
                <a:r>
                  <a:rPr lang="en-US" dirty="0"/>
                  <a:t> </a:t>
                </a:r>
                <a:r>
                  <a:rPr lang="en-US" dirty="0" err="1"/>
                  <a:t>dây</a:t>
                </a:r>
                <a:r>
                  <a:rPr lang="en-US" dirty="0"/>
                  <a:t> </a:t>
                </a:r>
                <a:r>
                  <a:rPr lang="en-US" dirty="0" err="1"/>
                  <a:t>dẫn</a:t>
                </a:r>
                <a:endParaRPr lang="en-US" dirty="0"/>
              </a:p>
              <a:p>
                <a:pPr marL="0" indent="0">
                  <a:buNone/>
                </a:pPr>
                <a:r>
                  <a:rPr lang="en-US" dirty="0"/>
                  <a:t>A. </a:t>
                </a:r>
                <a:r>
                  <a:rPr lang="en-US" dirty="0" err="1"/>
                  <a:t>có</a:t>
                </a:r>
                <a:r>
                  <a:rPr lang="en-US" dirty="0"/>
                  <a:t> </a:t>
                </a:r>
                <a:r>
                  <a:rPr lang="en-US" dirty="0" err="1"/>
                  <a:t>độ</a:t>
                </a:r>
                <a:r>
                  <a:rPr lang="en-US" dirty="0"/>
                  <a:t> </a:t>
                </a:r>
                <a:r>
                  <a:rPr lang="en-US" dirty="0" err="1"/>
                  <a:t>lớn</a:t>
                </a:r>
                <a:r>
                  <a:rPr lang="en-US" dirty="0"/>
                  <a:t> </a:t>
                </a:r>
                <a:r>
                  <a:rPr lang="en-US" dirty="0" err="1"/>
                  <a:t>không</a:t>
                </a:r>
                <a:r>
                  <a:rPr lang="en-US" dirty="0"/>
                  <a:t> </a:t>
                </a:r>
                <a:r>
                  <a:rPr lang="en-US" dirty="0" err="1"/>
                  <a:t>phụ</a:t>
                </a:r>
                <a:r>
                  <a:rPr lang="en-US" dirty="0"/>
                  <a:t> </a:t>
                </a:r>
                <a:r>
                  <a:rPr lang="en-US" dirty="0" err="1"/>
                  <a:t>thuộc</a:t>
                </a:r>
                <a:r>
                  <a:rPr lang="en-US" dirty="0"/>
                  <a:t> </a:t>
                </a:r>
                <a:r>
                  <a:rPr lang="en-US" dirty="0" err="1"/>
                  <a:t>góc</a:t>
                </a:r>
                <a:r>
                  <a:rPr lang="en-US" dirty="0"/>
                  <a:t> </a:t>
                </a:r>
                <a:r>
                  <a:rPr lang="el-GR" dirty="0"/>
                  <a:t>α</a:t>
                </a:r>
                <a:r>
                  <a:rPr lang="en-US" dirty="0"/>
                  <a:t>.</a:t>
                </a:r>
              </a:p>
              <a:p>
                <a:pPr marL="0" indent="0">
                  <a:buNone/>
                </a:pPr>
                <a:r>
                  <a:rPr lang="en-US" dirty="0"/>
                  <a:t>B. </a:t>
                </a:r>
                <a:r>
                  <a:rPr lang="en-US" dirty="0" err="1"/>
                  <a:t>có</a:t>
                </a:r>
                <a:r>
                  <a:rPr lang="en-US" dirty="0"/>
                  <a:t> </a:t>
                </a:r>
                <a:r>
                  <a:rPr lang="en-US" dirty="0" err="1"/>
                  <a:t>độ</a:t>
                </a:r>
                <a:r>
                  <a:rPr lang="en-US" dirty="0"/>
                  <a:t> </a:t>
                </a:r>
                <a:r>
                  <a:rPr lang="en-US" dirty="0" err="1"/>
                  <a:t>lớn</a:t>
                </a:r>
                <a:r>
                  <a:rPr lang="en-US" dirty="0"/>
                  <a:t> </a:t>
                </a:r>
                <a:r>
                  <a:rPr lang="en-US" dirty="0" err="1"/>
                  <a:t>cực</a:t>
                </a:r>
                <a:r>
                  <a:rPr lang="en-US" dirty="0"/>
                  <a:t> </a:t>
                </a:r>
                <a:r>
                  <a:rPr lang="en-US" dirty="0" err="1"/>
                  <a:t>đại</a:t>
                </a:r>
                <a:r>
                  <a:rPr lang="en-US" dirty="0"/>
                  <a:t> </a:t>
                </a:r>
                <a:r>
                  <a:rPr lang="en-US" dirty="0" err="1"/>
                  <a:t>khi</a:t>
                </a:r>
                <a:r>
                  <a:rPr lang="en-US" dirty="0"/>
                  <a:t> </a:t>
                </a:r>
                <a:r>
                  <a:rPr lang="el-GR" dirty="0"/>
                  <a:t>α</a:t>
                </a:r>
                <a:r>
                  <a:rPr lang="en-US" dirty="0"/>
                  <a:t> = 0.</a:t>
                </a:r>
              </a:p>
              <a:p>
                <a:pPr marL="0" indent="0">
                  <a:buNone/>
                </a:pPr>
                <a:r>
                  <a:rPr lang="en-US" dirty="0"/>
                  <a:t>C. </a:t>
                </a:r>
                <a:r>
                  <a:rPr lang="en-US" dirty="0" err="1"/>
                  <a:t>có</a:t>
                </a:r>
                <a:r>
                  <a:rPr lang="en-US" dirty="0"/>
                  <a:t> </a:t>
                </a:r>
                <a:r>
                  <a:rPr lang="en-US" dirty="0" err="1"/>
                  <a:t>độ</a:t>
                </a:r>
                <a:r>
                  <a:rPr lang="en-US" dirty="0"/>
                  <a:t> </a:t>
                </a:r>
                <a:r>
                  <a:rPr lang="en-US" dirty="0" err="1"/>
                  <a:t>lớn</a:t>
                </a:r>
                <a:r>
                  <a:rPr lang="en-US" dirty="0"/>
                  <a:t> </a:t>
                </a:r>
                <a:r>
                  <a:rPr lang="en-US" dirty="0" err="1"/>
                  <a:t>cực</a:t>
                </a:r>
                <a:r>
                  <a:rPr lang="en-US" dirty="0"/>
                  <a:t> </a:t>
                </a:r>
                <a:r>
                  <a:rPr lang="en-US" dirty="0" err="1"/>
                  <a:t>đại</a:t>
                </a:r>
                <a:r>
                  <a:rPr lang="en-US" dirty="0"/>
                  <a:t> </a:t>
                </a:r>
                <a:r>
                  <a:rPr lang="en-US" dirty="0" err="1"/>
                  <a:t>khi</a:t>
                </a:r>
                <a:r>
                  <a:rPr lang="en-US" dirty="0"/>
                  <a:t> </a:t>
                </a:r>
                <a:r>
                  <a:rPr lang="el-GR" dirty="0"/>
                  <a:t>α</a:t>
                </a:r>
                <a:r>
                  <a:rPr lang="en-US" dirty="0"/>
                  <a:t> = </a:t>
                </a:r>
                <a14:m>
                  <m:oMath xmlns:m="http://schemas.openxmlformats.org/officeDocument/2006/math">
                    <m:f>
                      <m:fPr>
                        <m:ctrlPr>
                          <a:rPr lang="en-US" i="1" smtClean="0">
                            <a:latin typeface="Cambria Math" panose="02040503050406030204" pitchFamily="18" charset="0"/>
                          </a:rPr>
                        </m:ctrlPr>
                      </m:fPr>
                      <m:num>
                        <m:r>
                          <m:rPr>
                            <m:sty m:val="p"/>
                          </m:rPr>
                          <a:rPr lang="el-GR" i="1" smtClean="0">
                            <a:latin typeface="Cambria Math"/>
                          </a:rPr>
                          <m:t>π</m:t>
                        </m:r>
                      </m:num>
                      <m:den>
                        <m:r>
                          <a:rPr lang="en-US" b="0" i="1" smtClean="0">
                            <a:latin typeface="Cambria Math"/>
                          </a:rPr>
                          <m:t>2</m:t>
                        </m:r>
                      </m:den>
                    </m:f>
                  </m:oMath>
                </a14:m>
                <a:r>
                  <a:rPr lang="en-US" dirty="0"/>
                  <a:t> .</a:t>
                </a:r>
              </a:p>
              <a:p>
                <a:pPr marL="0" indent="0">
                  <a:buNone/>
                </a:pPr>
                <a:r>
                  <a:rPr lang="en-US" dirty="0"/>
                  <a:t>D. </a:t>
                </a:r>
                <a:r>
                  <a:rPr lang="en-US" dirty="0" err="1"/>
                  <a:t>có</a:t>
                </a:r>
                <a:r>
                  <a:rPr lang="en-US" dirty="0"/>
                  <a:t> </a:t>
                </a:r>
                <a:r>
                  <a:rPr lang="en-US" dirty="0" err="1"/>
                  <a:t>độ</a:t>
                </a:r>
                <a:r>
                  <a:rPr lang="en-US" dirty="0"/>
                  <a:t> </a:t>
                </a:r>
                <a:r>
                  <a:rPr lang="en-US" dirty="0" err="1"/>
                  <a:t>lớn</a:t>
                </a:r>
                <a:r>
                  <a:rPr lang="en-US" dirty="0"/>
                  <a:t> </a:t>
                </a:r>
                <a:r>
                  <a:rPr lang="en-US" dirty="0" err="1"/>
                  <a:t>dương</a:t>
                </a:r>
                <a:r>
                  <a:rPr lang="en-US" dirty="0"/>
                  <a:t> </a:t>
                </a:r>
                <a:r>
                  <a:rPr lang="en-US" dirty="0" err="1"/>
                  <a:t>khi</a:t>
                </a:r>
                <a:r>
                  <a:rPr lang="en-US" dirty="0"/>
                  <a:t> </a:t>
                </a:r>
                <a:r>
                  <a:rPr lang="el-GR" dirty="0"/>
                  <a:t>α</a:t>
                </a:r>
                <a:r>
                  <a:rPr lang="en-US" dirty="0"/>
                  <a:t> </a:t>
                </a:r>
                <a:r>
                  <a:rPr lang="en-US" dirty="0" err="1"/>
                  <a:t>nhọn</a:t>
                </a:r>
                <a:r>
                  <a:rPr lang="en-US" dirty="0"/>
                  <a:t> </a:t>
                </a:r>
                <a:r>
                  <a:rPr lang="en-US" dirty="0" err="1"/>
                  <a:t>và</a:t>
                </a:r>
                <a:r>
                  <a:rPr lang="en-US" dirty="0"/>
                  <a:t> </a:t>
                </a:r>
                <a:r>
                  <a:rPr lang="en-US" dirty="0" err="1"/>
                  <a:t>âm</a:t>
                </a:r>
                <a:r>
                  <a:rPr lang="en-US" dirty="0"/>
                  <a:t> </a:t>
                </a:r>
                <a:r>
                  <a:rPr lang="en-US" dirty="0" err="1"/>
                  <a:t>khi</a:t>
                </a:r>
                <a:r>
                  <a:rPr lang="en-US" dirty="0"/>
                  <a:t> </a:t>
                </a:r>
                <a:r>
                  <a:rPr lang="el-GR" dirty="0"/>
                  <a:t>α</a:t>
                </a:r>
                <a:r>
                  <a:rPr lang="en-US" dirty="0"/>
                  <a:t> </a:t>
                </a:r>
                <a:r>
                  <a:rPr lang="en-US" dirty="0" err="1"/>
                  <a:t>tù</a:t>
                </a:r>
                <a:r>
                  <a:rPr lang="en-US" dirty="0"/>
                  <a:t>.</a:t>
                </a:r>
              </a:p>
              <a:p>
                <a:pPr marL="0" indent="0">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685800"/>
                <a:ext cx="8229600" cy="5440363"/>
              </a:xfrm>
              <a:blipFill rotWithShape="1">
                <a:blip r:embed="rId2"/>
                <a:stretch>
                  <a:fillRect l="-1852" t="-1457" r="-2519"/>
                </a:stretch>
              </a:blipFill>
            </p:spPr>
            <p:txBody>
              <a:bodyPr/>
              <a:lstStyle/>
              <a:p>
                <a:r>
                  <a:rPr lang="en-US">
                    <a:noFill/>
                  </a:rPr>
                  <a:t> </a:t>
                </a:r>
              </a:p>
            </p:txBody>
          </p:sp>
        </mc:Fallback>
      </mc:AlternateContent>
      <p:sp>
        <p:nvSpPr>
          <p:cNvPr id="2" name="Footer Placeholder 1">
            <a:extLst>
              <a:ext uri="{FF2B5EF4-FFF2-40B4-BE49-F238E27FC236}">
                <a16:creationId xmlns:a16="http://schemas.microsoft.com/office/drawing/2014/main" id="{87F3B4A5-490E-1270-8119-A475515BD55F}"/>
              </a:ext>
            </a:extLst>
          </p:cNvPr>
          <p:cNvSpPr>
            <a:spLocks noGrp="1"/>
          </p:cNvSpPr>
          <p:nvPr>
            <p:ph type="ftr" sz="quarter" idx="11"/>
          </p:nvPr>
        </p:nvSpPr>
        <p:spPr/>
        <p:txBody>
          <a:bodyPr/>
          <a:lstStyle/>
          <a:p>
            <a:pPr>
              <a:defRPr/>
            </a:pPr>
            <a:r>
              <a:rPr lang="en-US"/>
              <a:t>Bùi Quốc Trung - VLDC</a:t>
            </a:r>
          </a:p>
        </p:txBody>
      </p:sp>
      <p:sp>
        <p:nvSpPr>
          <p:cNvPr id="4" name="Slide Number Placeholder 3">
            <a:extLst>
              <a:ext uri="{FF2B5EF4-FFF2-40B4-BE49-F238E27FC236}">
                <a16:creationId xmlns:a16="http://schemas.microsoft.com/office/drawing/2014/main" id="{3376E4A3-600B-831A-76DE-A16D2E050CC8}"/>
              </a:ext>
            </a:extLst>
          </p:cNvPr>
          <p:cNvSpPr>
            <a:spLocks noGrp="1"/>
          </p:cNvSpPr>
          <p:nvPr>
            <p:ph type="sldNum" sz="quarter" idx="12"/>
          </p:nvPr>
        </p:nvSpPr>
        <p:spPr/>
        <p:txBody>
          <a:bodyPr/>
          <a:lstStyle/>
          <a:p>
            <a:pPr>
              <a:defRPr/>
            </a:pPr>
            <a:fld id="{DA0BBFDE-23F6-4D0C-90FC-3AED58BCB197}" type="slidenum">
              <a:rPr lang="en-US" smtClean="0"/>
              <a:pPr>
                <a:defRPr/>
              </a:pPr>
              <a:t>33</a:t>
            </a:fld>
            <a:endParaRPr lang="en-US" dirty="0"/>
          </a:p>
        </p:txBody>
      </p:sp>
    </p:spTree>
    <p:extLst>
      <p:ext uri="{BB962C8B-B14F-4D97-AF65-F5344CB8AC3E}">
        <p14:creationId xmlns:p14="http://schemas.microsoft.com/office/powerpoint/2010/main" val="17905377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mph" presetSubtype="0" fill="hold" nodeType="clickEffect">
                                  <p:stCondLst>
                                    <p:cond delay="0"/>
                                  </p:stCondLst>
                                  <p:iterate type="lt">
                                    <p:tmPct val="4000"/>
                                  </p:iterate>
                                  <p:childTnLst>
                                    <p:set>
                                      <p:cBhvr override="childStyle">
                                        <p:cTn id="6" dur="500" fill="hold"/>
                                        <p:tgtEl>
                                          <p:spTgt spid="3">
                                            <p:txEl>
                                              <p:pRg st="3" end="3"/>
                                            </p:txEl>
                                          </p:spTgt>
                                        </p:tgtEl>
                                        <p:attrNameLst>
                                          <p:attrName>style.textDecorationUnderline</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85800"/>
            <a:ext cx="8229600" cy="5440363"/>
          </a:xfrm>
        </p:spPr>
        <p:txBody>
          <a:bodyPr/>
          <a:lstStyle/>
          <a:p>
            <a:pPr marL="0" indent="0">
              <a:buNone/>
            </a:pPr>
            <a:r>
              <a:rPr lang="en-US"/>
              <a:t>Một đoạn dây dẫn thẳng, dài 10 cm mang dòng điện 5 A, đặt trong từ trường đều có cảm ứng từ B = 0,08 T, biết dây dẫn vuông góc với cảm ứng từ . Lực từ tác dụng lên đoạn dây là</a:t>
            </a:r>
          </a:p>
          <a:p>
            <a:pPr marL="0" indent="0">
              <a:buNone/>
            </a:pPr>
            <a:r>
              <a:rPr lang="en-US"/>
              <a:t>A. 0,04 N.</a:t>
            </a:r>
          </a:p>
          <a:p>
            <a:pPr marL="0" indent="0">
              <a:buNone/>
            </a:pPr>
            <a:r>
              <a:rPr lang="en-US"/>
              <a:t>B. 0,6 N.</a:t>
            </a:r>
          </a:p>
          <a:p>
            <a:pPr marL="0" indent="0">
              <a:buNone/>
            </a:pPr>
            <a:r>
              <a:rPr lang="en-US"/>
              <a:t>C. 0,06 N.</a:t>
            </a:r>
          </a:p>
          <a:p>
            <a:pPr marL="0" indent="0">
              <a:buNone/>
            </a:pPr>
            <a:r>
              <a:rPr lang="en-US"/>
              <a:t>D. 0,4 N.</a:t>
            </a:r>
          </a:p>
          <a:p>
            <a:endParaRPr lang="en-US"/>
          </a:p>
        </p:txBody>
      </p:sp>
      <p:sp>
        <p:nvSpPr>
          <p:cNvPr id="2" name="Footer Placeholder 1">
            <a:extLst>
              <a:ext uri="{FF2B5EF4-FFF2-40B4-BE49-F238E27FC236}">
                <a16:creationId xmlns:a16="http://schemas.microsoft.com/office/drawing/2014/main" id="{258E7174-EF6B-19EE-76EE-228899C2C1DE}"/>
              </a:ext>
            </a:extLst>
          </p:cNvPr>
          <p:cNvSpPr>
            <a:spLocks noGrp="1"/>
          </p:cNvSpPr>
          <p:nvPr>
            <p:ph type="ftr" sz="quarter" idx="11"/>
          </p:nvPr>
        </p:nvSpPr>
        <p:spPr/>
        <p:txBody>
          <a:bodyPr/>
          <a:lstStyle/>
          <a:p>
            <a:pPr>
              <a:defRPr/>
            </a:pPr>
            <a:r>
              <a:rPr lang="en-US"/>
              <a:t>Bùi Quốc Trung - VLDC</a:t>
            </a:r>
          </a:p>
        </p:txBody>
      </p:sp>
      <p:sp>
        <p:nvSpPr>
          <p:cNvPr id="4" name="Slide Number Placeholder 3">
            <a:extLst>
              <a:ext uri="{FF2B5EF4-FFF2-40B4-BE49-F238E27FC236}">
                <a16:creationId xmlns:a16="http://schemas.microsoft.com/office/drawing/2014/main" id="{BED3F999-28F7-45A4-A131-42B50C52347E}"/>
              </a:ext>
            </a:extLst>
          </p:cNvPr>
          <p:cNvSpPr>
            <a:spLocks noGrp="1"/>
          </p:cNvSpPr>
          <p:nvPr>
            <p:ph type="sldNum" sz="quarter" idx="12"/>
          </p:nvPr>
        </p:nvSpPr>
        <p:spPr/>
        <p:txBody>
          <a:bodyPr/>
          <a:lstStyle/>
          <a:p>
            <a:pPr>
              <a:defRPr/>
            </a:pPr>
            <a:fld id="{DA0BBFDE-23F6-4D0C-90FC-3AED58BCB197}" type="slidenum">
              <a:rPr lang="en-US" smtClean="0"/>
              <a:pPr>
                <a:defRPr/>
              </a:pPr>
              <a:t>34</a:t>
            </a:fld>
            <a:endParaRPr lang="en-US" dirty="0"/>
          </a:p>
        </p:txBody>
      </p:sp>
    </p:spTree>
    <p:extLst>
      <p:ext uri="{BB962C8B-B14F-4D97-AF65-F5344CB8AC3E}">
        <p14:creationId xmlns:p14="http://schemas.microsoft.com/office/powerpoint/2010/main" val="3804844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5" presetClass="emph" presetSubtype="0" nodeType="clickEffect">
                                  <p:stCondLst>
                                    <p:cond delay="0"/>
                                  </p:stCondLst>
                                  <p:iterate type="lt">
                                    <p:tmAbs val="25"/>
                                  </p:iterate>
                                  <p:childTnLst>
                                    <p:set>
                                      <p:cBhvr override="childStyle">
                                        <p:cTn id="6" dur="indefinite"/>
                                        <p:tgtEl>
                                          <p:spTgt spid="3">
                                            <p:txEl>
                                              <p:pRg st="1" end="1"/>
                                            </p:txEl>
                                          </p:spTgt>
                                        </p:tgtEl>
                                        <p:attrNameLst>
                                          <p:attrName>style.fontWeight</p:attrName>
                                        </p:attrNameLst>
                                      </p:cBhvr>
                                      <p:to>
                                        <p:strVal val="bol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85800"/>
            <a:ext cx="8229600" cy="5440363"/>
          </a:xfrm>
        </p:spPr>
        <p:txBody>
          <a:bodyPr/>
          <a:lstStyle/>
          <a:p>
            <a:pPr marL="0" indent="0">
              <a:buNone/>
            </a:pPr>
            <a:r>
              <a:rPr lang="en-US" dirty="0" err="1"/>
              <a:t>Đoạn</a:t>
            </a:r>
            <a:r>
              <a:rPr lang="en-US" dirty="0"/>
              <a:t> </a:t>
            </a:r>
            <a:r>
              <a:rPr lang="en-US" dirty="0" err="1"/>
              <a:t>dây</a:t>
            </a:r>
            <a:r>
              <a:rPr lang="en-US" dirty="0"/>
              <a:t> </a:t>
            </a:r>
            <a:r>
              <a:rPr lang="en-US" dirty="0" err="1"/>
              <a:t>dẫn</a:t>
            </a:r>
            <a:r>
              <a:rPr lang="en-US" dirty="0"/>
              <a:t> </a:t>
            </a:r>
            <a:r>
              <a:rPr lang="en-US" dirty="0" err="1"/>
              <a:t>thẳng</a:t>
            </a:r>
            <a:r>
              <a:rPr lang="en-US" dirty="0"/>
              <a:t> </a:t>
            </a:r>
            <a:r>
              <a:rPr lang="en-US" dirty="0" err="1"/>
              <a:t>dài</a:t>
            </a:r>
            <a:r>
              <a:rPr lang="en-US" dirty="0"/>
              <a:t> 5 cm, </a:t>
            </a:r>
            <a:r>
              <a:rPr lang="en-US" dirty="0" err="1"/>
              <a:t>được</a:t>
            </a:r>
            <a:r>
              <a:rPr lang="en-US" dirty="0"/>
              <a:t> </a:t>
            </a:r>
            <a:r>
              <a:rPr lang="en-US" dirty="0" err="1"/>
              <a:t>đặt</a:t>
            </a:r>
            <a:r>
              <a:rPr lang="en-US" dirty="0"/>
              <a:t> </a:t>
            </a:r>
            <a:r>
              <a:rPr lang="en-US" dirty="0" err="1"/>
              <a:t>trong</a:t>
            </a:r>
            <a:r>
              <a:rPr lang="en-US" dirty="0"/>
              <a:t> </a:t>
            </a:r>
            <a:r>
              <a:rPr lang="en-US" dirty="0" err="1"/>
              <a:t>từ</a:t>
            </a:r>
            <a:r>
              <a:rPr lang="en-US" dirty="0"/>
              <a:t> </a:t>
            </a:r>
            <a:r>
              <a:rPr lang="en-US" dirty="0" err="1"/>
              <a:t>trường</a:t>
            </a:r>
            <a:r>
              <a:rPr lang="en-US" dirty="0"/>
              <a:t> </a:t>
            </a:r>
            <a:r>
              <a:rPr lang="en-US" dirty="0" err="1"/>
              <a:t>đều</a:t>
            </a:r>
            <a:r>
              <a:rPr lang="en-US" dirty="0"/>
              <a:t> B = 10</a:t>
            </a:r>
            <a:r>
              <a:rPr lang="en-US" baseline="30000" dirty="0"/>
              <a:t>-2 </a:t>
            </a:r>
            <a:r>
              <a:rPr lang="en-US" dirty="0"/>
              <a:t>T </a:t>
            </a:r>
            <a:r>
              <a:rPr lang="en-US" dirty="0" err="1"/>
              <a:t>theo</a:t>
            </a:r>
            <a:r>
              <a:rPr lang="en-US" dirty="0"/>
              <a:t> </a:t>
            </a:r>
            <a:r>
              <a:rPr lang="en-US" dirty="0" err="1"/>
              <a:t>phương</a:t>
            </a:r>
            <a:r>
              <a:rPr lang="en-US" dirty="0"/>
              <a:t> </a:t>
            </a:r>
            <a:r>
              <a:rPr lang="en-US" dirty="0" err="1"/>
              <a:t>hợp</a:t>
            </a:r>
            <a:r>
              <a:rPr lang="en-US" dirty="0"/>
              <a:t> </a:t>
            </a:r>
            <a:r>
              <a:rPr lang="en-US" dirty="0" err="1"/>
              <a:t>với</a:t>
            </a:r>
            <a:r>
              <a:rPr lang="en-US" dirty="0"/>
              <a:t> </a:t>
            </a:r>
            <a:r>
              <a:rPr lang="en-US" dirty="0" err="1"/>
              <a:t>đường</a:t>
            </a:r>
            <a:r>
              <a:rPr lang="en-US" dirty="0"/>
              <a:t> </a:t>
            </a:r>
            <a:r>
              <a:rPr lang="en-US" dirty="0" err="1"/>
              <a:t>sức</a:t>
            </a:r>
            <a:r>
              <a:rPr lang="en-US" dirty="0"/>
              <a:t> </a:t>
            </a:r>
            <a:r>
              <a:rPr lang="en-US" dirty="0" err="1"/>
              <a:t>một</a:t>
            </a:r>
            <a:r>
              <a:rPr lang="en-US" dirty="0"/>
              <a:t> </a:t>
            </a:r>
            <a:r>
              <a:rPr lang="en-US" dirty="0" err="1"/>
              <a:t>góc</a:t>
            </a:r>
            <a:r>
              <a:rPr lang="en-US" dirty="0"/>
              <a:t> 135</a:t>
            </a:r>
            <a:r>
              <a:rPr lang="en-US" baseline="30000" dirty="0"/>
              <a:t>o</a:t>
            </a:r>
            <a:r>
              <a:rPr lang="en-US" dirty="0"/>
              <a:t>, </a:t>
            </a:r>
            <a:r>
              <a:rPr lang="en-US" dirty="0" err="1"/>
              <a:t>có</a:t>
            </a:r>
            <a:r>
              <a:rPr lang="en-US" dirty="0"/>
              <a:t> </a:t>
            </a:r>
            <a:r>
              <a:rPr lang="en-US" dirty="0" err="1"/>
              <a:t>dòng</a:t>
            </a:r>
            <a:r>
              <a:rPr lang="en-US" dirty="0"/>
              <a:t> I = 2 A </a:t>
            </a:r>
            <a:r>
              <a:rPr lang="en-US" dirty="0" err="1"/>
              <a:t>chạy</a:t>
            </a:r>
            <a:r>
              <a:rPr lang="en-US" dirty="0"/>
              <a:t> qua, </a:t>
            </a:r>
            <a:r>
              <a:rPr lang="en-US" dirty="0" err="1"/>
              <a:t>sẽ</a:t>
            </a:r>
            <a:r>
              <a:rPr lang="en-US" dirty="0"/>
              <a:t> </a:t>
            </a:r>
            <a:r>
              <a:rPr lang="en-US" dirty="0" err="1"/>
              <a:t>chịu</a:t>
            </a:r>
            <a:r>
              <a:rPr lang="en-US" dirty="0"/>
              <a:t> </a:t>
            </a:r>
            <a:r>
              <a:rPr lang="en-US" dirty="0" err="1"/>
              <a:t>tác</a:t>
            </a:r>
            <a:r>
              <a:rPr lang="en-US" dirty="0"/>
              <a:t> </a:t>
            </a:r>
            <a:r>
              <a:rPr lang="en-US" dirty="0" err="1"/>
              <a:t>dụng</a:t>
            </a:r>
            <a:r>
              <a:rPr lang="en-US" dirty="0"/>
              <a:t> </a:t>
            </a:r>
            <a:r>
              <a:rPr lang="en-US" dirty="0" err="1"/>
              <a:t>một</a:t>
            </a:r>
            <a:r>
              <a:rPr lang="en-US" dirty="0"/>
              <a:t> </a:t>
            </a:r>
            <a:r>
              <a:rPr lang="en-US" dirty="0" err="1"/>
              <a:t>lực</a:t>
            </a:r>
            <a:r>
              <a:rPr lang="en-US" dirty="0"/>
              <a:t> </a:t>
            </a:r>
            <a:r>
              <a:rPr lang="en-US" dirty="0" err="1"/>
              <a:t>từ</a:t>
            </a:r>
            <a:endParaRPr lang="en-US" dirty="0"/>
          </a:p>
          <a:p>
            <a:r>
              <a:rPr lang="en-US" dirty="0"/>
              <a:t>A. 	F = 10</a:t>
            </a:r>
            <a:r>
              <a:rPr lang="en-US" baseline="30000" dirty="0"/>
              <a:t>-3 </a:t>
            </a:r>
            <a:r>
              <a:rPr lang="en-US" dirty="0"/>
              <a:t>N.</a:t>
            </a:r>
          </a:p>
          <a:p>
            <a:r>
              <a:rPr lang="en-US" dirty="0"/>
              <a:t>B. 	F = 10</a:t>
            </a:r>
            <a:r>
              <a:rPr lang="en-US" baseline="30000" dirty="0"/>
              <a:t>-4 </a:t>
            </a:r>
            <a:r>
              <a:rPr lang="en-US" dirty="0"/>
              <a:t>N.</a:t>
            </a:r>
          </a:p>
          <a:p>
            <a:r>
              <a:rPr lang="en-US" dirty="0"/>
              <a:t>C. 	F = 8,86.10</a:t>
            </a:r>
            <a:r>
              <a:rPr lang="en-US" baseline="30000" dirty="0"/>
              <a:t>-3 </a:t>
            </a:r>
            <a:r>
              <a:rPr lang="en-US" dirty="0"/>
              <a:t>N.</a:t>
            </a:r>
          </a:p>
          <a:p>
            <a:r>
              <a:rPr lang="en-US" dirty="0"/>
              <a:t>D. 	F = 7,07.10</a:t>
            </a:r>
            <a:r>
              <a:rPr lang="en-US" baseline="30000" dirty="0"/>
              <a:t>-4 </a:t>
            </a:r>
            <a:r>
              <a:rPr lang="en-US" dirty="0"/>
              <a:t>N.</a:t>
            </a:r>
          </a:p>
          <a:p>
            <a:pPr marL="0" indent="0">
              <a:buNone/>
            </a:pPr>
            <a:endParaRPr lang="en-US" dirty="0"/>
          </a:p>
        </p:txBody>
      </p:sp>
      <p:sp>
        <p:nvSpPr>
          <p:cNvPr id="2" name="Footer Placeholder 1">
            <a:extLst>
              <a:ext uri="{FF2B5EF4-FFF2-40B4-BE49-F238E27FC236}">
                <a16:creationId xmlns:a16="http://schemas.microsoft.com/office/drawing/2014/main" id="{60A47A0E-DDF6-EED3-7368-807C3F21C047}"/>
              </a:ext>
            </a:extLst>
          </p:cNvPr>
          <p:cNvSpPr>
            <a:spLocks noGrp="1"/>
          </p:cNvSpPr>
          <p:nvPr>
            <p:ph type="ftr" sz="quarter" idx="11"/>
          </p:nvPr>
        </p:nvSpPr>
        <p:spPr/>
        <p:txBody>
          <a:bodyPr/>
          <a:lstStyle/>
          <a:p>
            <a:pPr>
              <a:defRPr/>
            </a:pPr>
            <a:r>
              <a:rPr lang="en-US"/>
              <a:t>Bùi Quốc Trung - VLDC</a:t>
            </a:r>
          </a:p>
        </p:txBody>
      </p:sp>
      <p:sp>
        <p:nvSpPr>
          <p:cNvPr id="4" name="Slide Number Placeholder 3">
            <a:extLst>
              <a:ext uri="{FF2B5EF4-FFF2-40B4-BE49-F238E27FC236}">
                <a16:creationId xmlns:a16="http://schemas.microsoft.com/office/drawing/2014/main" id="{F3716B59-0600-AB29-77D5-F2203E832AF4}"/>
              </a:ext>
            </a:extLst>
          </p:cNvPr>
          <p:cNvSpPr>
            <a:spLocks noGrp="1"/>
          </p:cNvSpPr>
          <p:nvPr>
            <p:ph type="sldNum" sz="quarter" idx="12"/>
          </p:nvPr>
        </p:nvSpPr>
        <p:spPr/>
        <p:txBody>
          <a:bodyPr/>
          <a:lstStyle/>
          <a:p>
            <a:pPr>
              <a:defRPr/>
            </a:pPr>
            <a:fld id="{DA0BBFDE-23F6-4D0C-90FC-3AED58BCB197}" type="slidenum">
              <a:rPr lang="en-US" smtClean="0"/>
              <a:pPr>
                <a:defRPr/>
              </a:pPr>
              <a:t>35</a:t>
            </a:fld>
            <a:endParaRPr lang="en-US" dirty="0"/>
          </a:p>
        </p:txBody>
      </p:sp>
    </p:spTree>
    <p:extLst>
      <p:ext uri="{BB962C8B-B14F-4D97-AF65-F5344CB8AC3E}">
        <p14:creationId xmlns:p14="http://schemas.microsoft.com/office/powerpoint/2010/main" val="620040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mph" presetSubtype="0" fill="hold" nodeType="clickEffect">
                                  <p:stCondLst>
                                    <p:cond delay="0"/>
                                  </p:stCondLst>
                                  <p:iterate type="lt">
                                    <p:tmPct val="4000"/>
                                  </p:iterate>
                                  <p:childTnLst>
                                    <p:set>
                                      <p:cBhvr override="childStyle">
                                        <p:cTn id="6" dur="500" fill="hold"/>
                                        <p:tgtEl>
                                          <p:spTgt spid="3">
                                            <p:txEl>
                                              <p:pRg st="4" end="4"/>
                                            </p:txEl>
                                          </p:spTgt>
                                        </p:tgtEl>
                                        <p:attrNameLst>
                                          <p:attrName>style.textDecorationUnderline</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838200"/>
            <a:ext cx="8229600" cy="5287963"/>
          </a:xfrm>
        </p:spPr>
        <p:txBody>
          <a:bodyPr/>
          <a:lstStyle/>
          <a:p>
            <a:pPr marL="0" indent="0">
              <a:buNone/>
            </a:pPr>
            <a:r>
              <a:rPr lang="en-US"/>
              <a:t>Đặt một đoạn dây dẫn thẳng dài 120 cm song song với từ trường đều có cảm ứng từ B = 0,8 T. Dòng điện trong dây dẫn là 20 A, thì lực từ có độ lớn là</a:t>
            </a:r>
          </a:p>
          <a:p>
            <a:r>
              <a:rPr lang="en-US"/>
              <a:t>A. 	192 N.</a:t>
            </a:r>
          </a:p>
          <a:p>
            <a:r>
              <a:rPr lang="en-US"/>
              <a:t>B. 	0,192 N.</a:t>
            </a:r>
          </a:p>
          <a:p>
            <a:r>
              <a:rPr lang="en-US"/>
              <a:t>C. 	1,92 N.</a:t>
            </a:r>
          </a:p>
          <a:p>
            <a:r>
              <a:rPr lang="en-US"/>
              <a:t>D. 	0 N.</a:t>
            </a:r>
          </a:p>
          <a:p>
            <a:endParaRPr lang="en-US"/>
          </a:p>
        </p:txBody>
      </p:sp>
      <p:sp>
        <p:nvSpPr>
          <p:cNvPr id="2" name="Footer Placeholder 1">
            <a:extLst>
              <a:ext uri="{FF2B5EF4-FFF2-40B4-BE49-F238E27FC236}">
                <a16:creationId xmlns:a16="http://schemas.microsoft.com/office/drawing/2014/main" id="{D4785991-C90B-6B1E-42DE-4FF05A0D258C}"/>
              </a:ext>
            </a:extLst>
          </p:cNvPr>
          <p:cNvSpPr>
            <a:spLocks noGrp="1"/>
          </p:cNvSpPr>
          <p:nvPr>
            <p:ph type="ftr" sz="quarter" idx="11"/>
          </p:nvPr>
        </p:nvSpPr>
        <p:spPr/>
        <p:txBody>
          <a:bodyPr/>
          <a:lstStyle/>
          <a:p>
            <a:pPr>
              <a:defRPr/>
            </a:pPr>
            <a:r>
              <a:rPr lang="en-US"/>
              <a:t>Bùi Quốc Trung - VLDC</a:t>
            </a:r>
          </a:p>
        </p:txBody>
      </p:sp>
      <p:sp>
        <p:nvSpPr>
          <p:cNvPr id="4" name="Slide Number Placeholder 3">
            <a:extLst>
              <a:ext uri="{FF2B5EF4-FFF2-40B4-BE49-F238E27FC236}">
                <a16:creationId xmlns:a16="http://schemas.microsoft.com/office/drawing/2014/main" id="{572FA9E5-8AFB-1427-80DD-CCF135B19047}"/>
              </a:ext>
            </a:extLst>
          </p:cNvPr>
          <p:cNvSpPr>
            <a:spLocks noGrp="1"/>
          </p:cNvSpPr>
          <p:nvPr>
            <p:ph type="sldNum" sz="quarter" idx="12"/>
          </p:nvPr>
        </p:nvSpPr>
        <p:spPr/>
        <p:txBody>
          <a:bodyPr/>
          <a:lstStyle/>
          <a:p>
            <a:pPr>
              <a:defRPr/>
            </a:pPr>
            <a:fld id="{DA0BBFDE-23F6-4D0C-90FC-3AED58BCB197}" type="slidenum">
              <a:rPr lang="en-US" smtClean="0"/>
              <a:pPr>
                <a:defRPr/>
              </a:pPr>
              <a:t>36</a:t>
            </a:fld>
            <a:endParaRPr lang="en-US" dirty="0"/>
          </a:p>
        </p:txBody>
      </p:sp>
    </p:spTree>
    <p:extLst>
      <p:ext uri="{BB962C8B-B14F-4D97-AF65-F5344CB8AC3E}">
        <p14:creationId xmlns:p14="http://schemas.microsoft.com/office/powerpoint/2010/main" val="13733221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mph" presetSubtype="0" fill="hold" nodeType="clickEffect">
                                  <p:stCondLst>
                                    <p:cond delay="0"/>
                                  </p:stCondLst>
                                  <p:iterate type="lt">
                                    <p:tmPct val="4000"/>
                                  </p:iterate>
                                  <p:childTnLst>
                                    <p:set>
                                      <p:cBhvr override="childStyle">
                                        <p:cTn id="6" dur="500" fill="hold"/>
                                        <p:tgtEl>
                                          <p:spTgt spid="3">
                                            <p:txEl>
                                              <p:pRg st="4" end="4"/>
                                            </p:txEl>
                                          </p:spTgt>
                                        </p:tgtEl>
                                        <p:attrNameLst>
                                          <p:attrName>style.textDecorationUnderline</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txBox="1">
            <a:spLocks/>
          </p:cNvSpPr>
          <p:nvPr/>
        </p:nvSpPr>
        <p:spPr bwMode="auto">
          <a:xfrm>
            <a:off x="152400" y="0"/>
            <a:ext cx="7924800" cy="457200"/>
          </a:xfrm>
          <a:prstGeom prst="rect">
            <a:avLst/>
          </a:prstGeom>
          <a:noFill/>
          <a:ln w="9525">
            <a:noFill/>
            <a:miter lim="800000"/>
            <a:headEnd/>
            <a:tailEnd/>
          </a:ln>
        </p:spPr>
        <p:txBody>
          <a:bodyPr lIns="0" rIns="0" bIns="0" anchor="b"/>
          <a:lstStyle/>
          <a:p>
            <a:pPr>
              <a:spcBef>
                <a:spcPts val="2400"/>
              </a:spcBef>
              <a:defRPr/>
            </a:pPr>
            <a:r>
              <a:rPr lang="en-US" sz="2400" b="1" dirty="0">
                <a:solidFill>
                  <a:srgbClr val="002060"/>
                </a:solidFill>
                <a:latin typeface="Times New Roman" pitchFamily="18" charset="0"/>
                <a:ea typeface="+mj-ea"/>
                <a:cs typeface="Times New Roman" pitchFamily="18" charset="0"/>
              </a:rPr>
              <a:t>3.3  TÁC DỤNG CỦA TỪ TR</a:t>
            </a:r>
            <a:r>
              <a:rPr lang="vi-VN" sz="2400" b="1" dirty="0">
                <a:solidFill>
                  <a:srgbClr val="002060"/>
                </a:solidFill>
                <a:latin typeface="Times New Roman" pitchFamily="18" charset="0"/>
                <a:ea typeface="+mj-ea"/>
                <a:cs typeface="Times New Roman" pitchFamily="18" charset="0"/>
              </a:rPr>
              <a:t>ƯỜ</a:t>
            </a:r>
            <a:r>
              <a:rPr lang="en-US" sz="2400" b="1" dirty="0">
                <a:solidFill>
                  <a:srgbClr val="002060"/>
                </a:solidFill>
                <a:latin typeface="Times New Roman" pitchFamily="18" charset="0"/>
                <a:ea typeface="+mj-ea"/>
                <a:cs typeface="Times New Roman" pitchFamily="18" charset="0"/>
              </a:rPr>
              <a:t>NG LÊN DÒNG ĐIỆN</a:t>
            </a:r>
          </a:p>
        </p:txBody>
      </p:sp>
      <p:sp>
        <p:nvSpPr>
          <p:cNvPr id="3" name="Content Placeholder 2"/>
          <p:cNvSpPr txBox="1">
            <a:spLocks/>
          </p:cNvSpPr>
          <p:nvPr/>
        </p:nvSpPr>
        <p:spPr bwMode="auto">
          <a:xfrm>
            <a:off x="152400" y="457200"/>
            <a:ext cx="8931275" cy="609600"/>
          </a:xfrm>
          <a:prstGeom prst="rect">
            <a:avLst/>
          </a:prstGeom>
          <a:noFill/>
          <a:ln w="9525">
            <a:noFill/>
            <a:miter lim="800000"/>
            <a:headEnd/>
            <a:tailEnd/>
          </a:ln>
        </p:spPr>
        <p:txBody>
          <a:bodyPr/>
          <a:lstStyle/>
          <a:p>
            <a:pPr marL="274320" indent="-274320" fontAlgn="auto">
              <a:spcBef>
                <a:spcPct val="20000"/>
              </a:spcBef>
              <a:spcAft>
                <a:spcPts val="0"/>
              </a:spcAft>
              <a:buClr>
                <a:schemeClr val="accent3"/>
              </a:buClr>
              <a:buSzPct val="95000"/>
              <a:defRPr/>
            </a:pPr>
            <a:r>
              <a:rPr lang="en-US" sz="2800" b="1" dirty="0">
                <a:solidFill>
                  <a:srgbClr val="0808FC"/>
                </a:solidFill>
                <a:latin typeface="Times New Roman" pitchFamily="18" charset="0"/>
                <a:cs typeface="Times New Roman" pitchFamily="18" charset="0"/>
              </a:rPr>
              <a:t>9.3.2 </a:t>
            </a:r>
            <a:r>
              <a:rPr lang="en-US" sz="2800" b="1" u="sng" dirty="0" err="1">
                <a:solidFill>
                  <a:srgbClr val="0808FC"/>
                </a:solidFill>
                <a:latin typeface="Times New Roman" pitchFamily="18" charset="0"/>
                <a:cs typeface="Times New Roman" pitchFamily="18" charset="0"/>
              </a:rPr>
              <a:t>Tương</a:t>
            </a:r>
            <a:r>
              <a:rPr lang="en-US" sz="2800" b="1" u="sng" dirty="0">
                <a:solidFill>
                  <a:srgbClr val="0808FC"/>
                </a:solidFill>
                <a:latin typeface="Times New Roman" pitchFamily="18" charset="0"/>
                <a:cs typeface="Times New Roman" pitchFamily="18" charset="0"/>
              </a:rPr>
              <a:t> </a:t>
            </a:r>
            <a:r>
              <a:rPr lang="en-US" sz="2800" b="1" u="sng" dirty="0" err="1">
                <a:solidFill>
                  <a:srgbClr val="0808FC"/>
                </a:solidFill>
                <a:latin typeface="Times New Roman" pitchFamily="18" charset="0"/>
                <a:cs typeface="Times New Roman" pitchFamily="18" charset="0"/>
              </a:rPr>
              <a:t>tác</a:t>
            </a:r>
            <a:r>
              <a:rPr lang="en-US" sz="2800" b="1" u="sng" dirty="0">
                <a:solidFill>
                  <a:srgbClr val="0808FC"/>
                </a:solidFill>
                <a:latin typeface="Times New Roman" pitchFamily="18" charset="0"/>
                <a:cs typeface="Times New Roman" pitchFamily="18" charset="0"/>
              </a:rPr>
              <a:t> </a:t>
            </a:r>
            <a:r>
              <a:rPr lang="en-US" sz="2800" b="1" u="sng" dirty="0" err="1">
                <a:solidFill>
                  <a:srgbClr val="0808FC"/>
                </a:solidFill>
                <a:latin typeface="Times New Roman" pitchFamily="18" charset="0"/>
                <a:cs typeface="Times New Roman" pitchFamily="18" charset="0"/>
              </a:rPr>
              <a:t>giữa</a:t>
            </a:r>
            <a:r>
              <a:rPr lang="en-US" sz="2800" b="1" u="sng" dirty="0">
                <a:solidFill>
                  <a:srgbClr val="0808FC"/>
                </a:solidFill>
                <a:latin typeface="Times New Roman" pitchFamily="18" charset="0"/>
                <a:cs typeface="Times New Roman" pitchFamily="18" charset="0"/>
              </a:rPr>
              <a:t> </a:t>
            </a:r>
            <a:r>
              <a:rPr lang="en-US" sz="2800" b="1" u="sng" dirty="0" err="1">
                <a:solidFill>
                  <a:srgbClr val="0808FC"/>
                </a:solidFill>
                <a:latin typeface="Times New Roman" pitchFamily="18" charset="0"/>
                <a:cs typeface="Times New Roman" pitchFamily="18" charset="0"/>
              </a:rPr>
              <a:t>hai</a:t>
            </a:r>
            <a:r>
              <a:rPr lang="en-US" sz="2800" b="1" u="sng" dirty="0">
                <a:solidFill>
                  <a:srgbClr val="0808FC"/>
                </a:solidFill>
                <a:latin typeface="Times New Roman" pitchFamily="18" charset="0"/>
                <a:cs typeface="Times New Roman" pitchFamily="18" charset="0"/>
              </a:rPr>
              <a:t> </a:t>
            </a:r>
            <a:r>
              <a:rPr lang="en-US" sz="2800" b="1" u="sng" dirty="0" err="1">
                <a:solidFill>
                  <a:srgbClr val="0808FC"/>
                </a:solidFill>
                <a:latin typeface="Times New Roman" pitchFamily="18" charset="0"/>
                <a:cs typeface="Times New Roman" pitchFamily="18" charset="0"/>
              </a:rPr>
              <a:t>dòng</a:t>
            </a:r>
            <a:r>
              <a:rPr lang="en-US" sz="2800" b="1" u="sng" dirty="0">
                <a:solidFill>
                  <a:srgbClr val="0808FC"/>
                </a:solidFill>
                <a:latin typeface="Times New Roman" pitchFamily="18" charset="0"/>
                <a:cs typeface="Times New Roman" pitchFamily="18" charset="0"/>
              </a:rPr>
              <a:t> </a:t>
            </a:r>
            <a:r>
              <a:rPr lang="en-US" sz="2800" b="1" u="sng" dirty="0" err="1">
                <a:solidFill>
                  <a:srgbClr val="0808FC"/>
                </a:solidFill>
                <a:latin typeface="Times New Roman" pitchFamily="18" charset="0"/>
                <a:cs typeface="Times New Roman" pitchFamily="18" charset="0"/>
              </a:rPr>
              <a:t>điện</a:t>
            </a:r>
            <a:r>
              <a:rPr lang="en-US" sz="2800" b="1" u="sng" dirty="0">
                <a:solidFill>
                  <a:srgbClr val="0808FC"/>
                </a:solidFill>
                <a:latin typeface="Times New Roman" pitchFamily="18" charset="0"/>
                <a:cs typeface="Times New Roman" pitchFamily="18" charset="0"/>
              </a:rPr>
              <a:t> </a:t>
            </a:r>
            <a:r>
              <a:rPr lang="en-US" sz="2800" b="1" u="sng" dirty="0" err="1">
                <a:solidFill>
                  <a:srgbClr val="0808FC"/>
                </a:solidFill>
                <a:latin typeface="Times New Roman" pitchFamily="18" charset="0"/>
                <a:cs typeface="Times New Roman" pitchFamily="18" charset="0"/>
              </a:rPr>
              <a:t>thẳng</a:t>
            </a:r>
            <a:r>
              <a:rPr lang="en-US" sz="2800" b="1" u="sng" dirty="0">
                <a:solidFill>
                  <a:srgbClr val="0808FC"/>
                </a:solidFill>
                <a:latin typeface="Times New Roman" pitchFamily="18" charset="0"/>
                <a:cs typeface="Times New Roman" pitchFamily="18" charset="0"/>
              </a:rPr>
              <a:t>:</a:t>
            </a:r>
          </a:p>
        </p:txBody>
      </p:sp>
      <p:cxnSp>
        <p:nvCxnSpPr>
          <p:cNvPr id="6" name="Straight Connector 5"/>
          <p:cNvCxnSpPr/>
          <p:nvPr/>
        </p:nvCxnSpPr>
        <p:spPr>
          <a:xfrm>
            <a:off x="6873875" y="2590800"/>
            <a:ext cx="0" cy="2667000"/>
          </a:xfrm>
          <a:prstGeom prst="line">
            <a:avLst/>
          </a:prstGeom>
          <a:ln w="38100">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p:nvPr/>
        </p:nvCxnSpPr>
        <p:spPr>
          <a:xfrm rot="5400000">
            <a:off x="6619236" y="3998912"/>
            <a:ext cx="533400" cy="3175"/>
          </a:xfrm>
          <a:prstGeom prst="straightConnector1">
            <a:avLst/>
          </a:prstGeom>
          <a:ln w="34925">
            <a:solidFill>
              <a:schemeClr val="tx2">
                <a:lumMod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7761288" y="2665413"/>
            <a:ext cx="0" cy="243840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rot="16200000" flipV="1">
            <a:off x="7417594" y="3617119"/>
            <a:ext cx="685800" cy="1588"/>
          </a:xfrm>
          <a:prstGeom prst="straightConnector1">
            <a:avLst/>
          </a:prstGeom>
          <a:ln w="3492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rot="16200000" flipV="1">
            <a:off x="7608094" y="4188619"/>
            <a:ext cx="304800" cy="1588"/>
          </a:xfrm>
          <a:prstGeom prst="straightConnector1">
            <a:avLst/>
          </a:prstGeom>
          <a:ln w="34925">
            <a:solidFill>
              <a:schemeClr val="tx2">
                <a:lumMod val="50000"/>
              </a:schemeClr>
            </a:solidFill>
            <a:tailEnd type="arrow"/>
          </a:ln>
        </p:spPr>
        <p:style>
          <a:lnRef idx="1">
            <a:schemeClr val="accent1"/>
          </a:lnRef>
          <a:fillRef idx="0">
            <a:schemeClr val="accent1"/>
          </a:fillRef>
          <a:effectRef idx="0">
            <a:schemeClr val="accent1"/>
          </a:effectRef>
          <a:fontRef idx="minor">
            <a:schemeClr val="tx1"/>
          </a:fontRef>
        </p:style>
      </p:cxnSp>
      <p:grpSp>
        <p:nvGrpSpPr>
          <p:cNvPr id="4" name="Group 72"/>
          <p:cNvGrpSpPr>
            <a:grpSpLocks/>
          </p:cNvGrpSpPr>
          <p:nvPr/>
        </p:nvGrpSpPr>
        <p:grpSpPr bwMode="auto">
          <a:xfrm>
            <a:off x="7669213" y="4341813"/>
            <a:ext cx="219075" cy="222250"/>
            <a:chOff x="4352811" y="5874061"/>
            <a:chExt cx="534356" cy="505127"/>
          </a:xfrm>
        </p:grpSpPr>
        <p:sp>
          <p:nvSpPr>
            <p:cNvPr id="17" name="Oval 20"/>
            <p:cNvSpPr>
              <a:spLocks noChangeArrowheads="1"/>
            </p:cNvSpPr>
            <p:nvPr/>
          </p:nvSpPr>
          <p:spPr bwMode="auto">
            <a:xfrm rot="2769388" flipV="1">
              <a:off x="4367427" y="5859445"/>
              <a:ext cx="505127" cy="534356"/>
            </a:xfrm>
            <a:prstGeom prst="ellipse">
              <a:avLst/>
            </a:prstGeom>
            <a:solidFill>
              <a:schemeClr val="accent4">
                <a:lumMod val="40000"/>
                <a:lumOff val="60000"/>
              </a:schemeClr>
            </a:solidFill>
            <a:ln w="9525">
              <a:solidFill>
                <a:schemeClr val="tx2">
                  <a:lumMod val="10000"/>
                </a:schemeClr>
              </a:solidFill>
              <a:round/>
              <a:headEnd/>
              <a:tailEnd/>
            </a:ln>
            <a:effectLst/>
          </p:spPr>
          <p:txBody>
            <a:bodyPr wrap="none" anchor="ctr"/>
            <a:lstStyle/>
            <a:p>
              <a:pPr>
                <a:defRPr/>
              </a:pPr>
              <a:endParaRPr lang="en-US"/>
            </a:p>
          </p:txBody>
        </p:sp>
        <p:sp>
          <p:nvSpPr>
            <p:cNvPr id="18" name="Oval 17"/>
            <p:cNvSpPr/>
            <p:nvPr/>
          </p:nvSpPr>
          <p:spPr>
            <a:xfrm>
              <a:off x="4542545" y="6054463"/>
              <a:ext cx="154886" cy="151538"/>
            </a:xfrm>
            <a:prstGeom prst="ellipse">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grpSp>
      <p:graphicFrame>
        <p:nvGraphicFramePr>
          <p:cNvPr id="27651" name="Object 3"/>
          <p:cNvGraphicFramePr>
            <a:graphicFrameLocks noChangeAspect="1"/>
          </p:cNvGraphicFramePr>
          <p:nvPr>
            <p:extLst>
              <p:ext uri="{D42A27DB-BD31-4B8C-83A1-F6EECF244321}">
                <p14:modId xmlns:p14="http://schemas.microsoft.com/office/powerpoint/2010/main" val="1419790010"/>
              </p:ext>
            </p:extLst>
          </p:nvPr>
        </p:nvGraphicFramePr>
        <p:xfrm>
          <a:off x="7866063" y="3740150"/>
          <a:ext cx="744537" cy="631825"/>
        </p:xfrm>
        <a:graphic>
          <a:graphicData uri="http://schemas.openxmlformats.org/presentationml/2006/ole">
            <mc:AlternateContent xmlns:mc="http://schemas.openxmlformats.org/markup-compatibility/2006">
              <mc:Choice xmlns:v="urn:schemas-microsoft-com:vml" Requires="v">
                <p:oleObj name="Equation" r:id="rId2" imgW="304536" imgH="253780" progId="Equation.3">
                  <p:embed/>
                </p:oleObj>
              </mc:Choice>
              <mc:Fallback>
                <p:oleObj name="Equation" r:id="rId2" imgW="304536" imgH="253780" progId="Equation.3">
                  <p:embed/>
                  <p:pic>
                    <p:nvPicPr>
                      <p:cNvPr id="0"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66063" y="3740150"/>
                        <a:ext cx="744537" cy="631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7652" name="Object 4"/>
          <p:cNvGraphicFramePr>
            <a:graphicFrameLocks noChangeAspect="1"/>
          </p:cNvGraphicFramePr>
          <p:nvPr>
            <p:extLst>
              <p:ext uri="{D42A27DB-BD31-4B8C-83A1-F6EECF244321}">
                <p14:modId xmlns:p14="http://schemas.microsoft.com/office/powerpoint/2010/main" val="3367579412"/>
              </p:ext>
            </p:extLst>
          </p:nvPr>
        </p:nvGraphicFramePr>
        <p:xfrm>
          <a:off x="6457950" y="3911600"/>
          <a:ext cx="323850" cy="508000"/>
        </p:xfrm>
        <a:graphic>
          <a:graphicData uri="http://schemas.openxmlformats.org/presentationml/2006/ole">
            <mc:AlternateContent xmlns:mc="http://schemas.openxmlformats.org/markup-compatibility/2006">
              <mc:Choice xmlns:v="urn:schemas-microsoft-com:vml" Requires="v">
                <p:oleObj name="Equation" r:id="rId4" imgW="139579" imgH="215713" progId="Equation.3">
                  <p:embed/>
                </p:oleObj>
              </mc:Choice>
              <mc:Fallback>
                <p:oleObj name="Equation" r:id="rId4" imgW="139579" imgH="215713" progId="Equation.3">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57950" y="3911600"/>
                        <a:ext cx="323850" cy="508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cxnSp>
        <p:nvCxnSpPr>
          <p:cNvPr id="23" name="Straight Arrow Connector 22"/>
          <p:cNvCxnSpPr/>
          <p:nvPr/>
        </p:nvCxnSpPr>
        <p:spPr>
          <a:xfrm flipV="1">
            <a:off x="7878763" y="4438650"/>
            <a:ext cx="608012" cy="0"/>
          </a:xfrm>
          <a:prstGeom prst="straightConnector1">
            <a:avLst/>
          </a:prstGeom>
          <a:ln w="34925">
            <a:solidFill>
              <a:srgbClr val="EF8F03"/>
            </a:solidFill>
            <a:tailEnd type="arrow"/>
          </a:ln>
        </p:spPr>
        <p:style>
          <a:lnRef idx="1">
            <a:schemeClr val="accent1"/>
          </a:lnRef>
          <a:fillRef idx="0">
            <a:schemeClr val="accent1"/>
          </a:fillRef>
          <a:effectRef idx="0">
            <a:schemeClr val="accent1"/>
          </a:effectRef>
          <a:fontRef idx="minor">
            <a:schemeClr val="tx1"/>
          </a:fontRef>
        </p:style>
      </p:cxnSp>
      <p:graphicFrame>
        <p:nvGraphicFramePr>
          <p:cNvPr id="20" name="Object 6"/>
          <p:cNvGraphicFramePr>
            <a:graphicFrameLocks noChangeAspect="1"/>
          </p:cNvGraphicFramePr>
          <p:nvPr>
            <p:extLst>
              <p:ext uri="{D42A27DB-BD31-4B8C-83A1-F6EECF244321}">
                <p14:modId xmlns:p14="http://schemas.microsoft.com/office/powerpoint/2010/main" val="1345468811"/>
              </p:ext>
            </p:extLst>
          </p:nvPr>
        </p:nvGraphicFramePr>
        <p:xfrm>
          <a:off x="7821613" y="3122613"/>
          <a:ext cx="354012" cy="508000"/>
        </p:xfrm>
        <a:graphic>
          <a:graphicData uri="http://schemas.openxmlformats.org/presentationml/2006/ole">
            <mc:AlternateContent xmlns:mc="http://schemas.openxmlformats.org/markup-compatibility/2006">
              <mc:Choice xmlns:v="urn:schemas-microsoft-com:vml" Requires="v">
                <p:oleObj name="Equation" r:id="rId6" imgW="152268" imgH="215713" progId="Equation.3">
                  <p:embed/>
                </p:oleObj>
              </mc:Choice>
              <mc:Fallback>
                <p:oleObj name="Equation" r:id="rId6" imgW="152268" imgH="215713" progId="Equation.3">
                  <p:embed/>
                  <p:pic>
                    <p:nvPicPr>
                      <p:cNvPr id="0"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821613" y="3122613"/>
                        <a:ext cx="354012" cy="508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4" name="Object 9"/>
          <p:cNvGraphicFramePr>
            <a:graphicFrameLocks noChangeAspect="1"/>
          </p:cNvGraphicFramePr>
          <p:nvPr>
            <p:extLst>
              <p:ext uri="{D42A27DB-BD31-4B8C-83A1-F6EECF244321}">
                <p14:modId xmlns:p14="http://schemas.microsoft.com/office/powerpoint/2010/main" val="1805385056"/>
              </p:ext>
            </p:extLst>
          </p:nvPr>
        </p:nvGraphicFramePr>
        <p:xfrm>
          <a:off x="512840" y="2896590"/>
          <a:ext cx="3254375" cy="587375"/>
        </p:xfrm>
        <a:graphic>
          <a:graphicData uri="http://schemas.openxmlformats.org/presentationml/2006/ole">
            <mc:AlternateContent xmlns:mc="http://schemas.openxmlformats.org/markup-compatibility/2006">
              <mc:Choice xmlns:v="urn:schemas-microsoft-com:vml" Requires="v">
                <p:oleObj name="Equation" r:id="rId8" imgW="1143000" imgH="215900" progId="Equation.3">
                  <p:embed/>
                </p:oleObj>
              </mc:Choice>
              <mc:Fallback>
                <p:oleObj name="Equation" r:id="rId8" imgW="1143000" imgH="215900" progId="Equation.3">
                  <p:embed/>
                  <p:pic>
                    <p:nvPicPr>
                      <p:cNvPr id="0" name="Object 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12840" y="2896590"/>
                        <a:ext cx="3254375" cy="587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 name="Object 10"/>
          <p:cNvGraphicFramePr>
            <a:graphicFrameLocks noChangeAspect="1"/>
          </p:cNvGraphicFramePr>
          <p:nvPr>
            <p:extLst>
              <p:ext uri="{D42A27DB-BD31-4B8C-83A1-F6EECF244321}">
                <p14:modId xmlns:p14="http://schemas.microsoft.com/office/powerpoint/2010/main" val="916096949"/>
              </p:ext>
            </p:extLst>
          </p:nvPr>
        </p:nvGraphicFramePr>
        <p:xfrm>
          <a:off x="3886200" y="2895600"/>
          <a:ext cx="1878013" cy="623888"/>
        </p:xfrm>
        <a:graphic>
          <a:graphicData uri="http://schemas.openxmlformats.org/presentationml/2006/ole">
            <mc:AlternateContent xmlns:mc="http://schemas.openxmlformats.org/markup-compatibility/2006">
              <mc:Choice xmlns:v="urn:schemas-microsoft-com:vml" Requires="v">
                <p:oleObj name="Equation" r:id="rId10" imgW="622030" imgH="215806" progId="Equation.3">
                  <p:embed/>
                </p:oleObj>
              </mc:Choice>
              <mc:Fallback>
                <p:oleObj name="Equation" r:id="rId10" imgW="622030" imgH="215806" progId="Equation.3">
                  <p:embed/>
                  <p:pic>
                    <p:nvPicPr>
                      <p:cNvPr id="0" name="Object 10"/>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886200" y="2895600"/>
                        <a:ext cx="1878013" cy="6238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1" name="Right Arrow 30"/>
          <p:cNvSpPr/>
          <p:nvPr/>
        </p:nvSpPr>
        <p:spPr>
          <a:xfrm>
            <a:off x="2228850" y="5096758"/>
            <a:ext cx="190500" cy="228600"/>
          </a:xfrm>
          <a:prstGeom prst="rightArrow">
            <a:avLst/>
          </a:prstGeom>
          <a:solidFill>
            <a:srgbClr val="F7741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srgbClr val="F77411"/>
              </a:solidFill>
            </a:endParaRPr>
          </a:p>
        </p:txBody>
      </p:sp>
      <p:graphicFrame>
        <p:nvGraphicFramePr>
          <p:cNvPr id="26" name="Object 11"/>
          <p:cNvGraphicFramePr>
            <a:graphicFrameLocks noChangeAspect="1"/>
          </p:cNvGraphicFramePr>
          <p:nvPr>
            <p:extLst>
              <p:ext uri="{D42A27DB-BD31-4B8C-83A1-F6EECF244321}">
                <p14:modId xmlns:p14="http://schemas.microsoft.com/office/powerpoint/2010/main" val="3272322073"/>
              </p:ext>
            </p:extLst>
          </p:nvPr>
        </p:nvGraphicFramePr>
        <p:xfrm>
          <a:off x="2674143" y="4785608"/>
          <a:ext cx="3887788" cy="1079500"/>
        </p:xfrm>
        <a:graphic>
          <a:graphicData uri="http://schemas.openxmlformats.org/presentationml/2006/ole">
            <mc:AlternateContent xmlns:mc="http://schemas.openxmlformats.org/markup-compatibility/2006">
              <mc:Choice xmlns:v="urn:schemas-microsoft-com:vml" Requires="v">
                <p:oleObj name="Equation" r:id="rId12" imgW="1358310" imgH="393529" progId="Equation.3">
                  <p:embed/>
                </p:oleObj>
              </mc:Choice>
              <mc:Fallback>
                <p:oleObj name="Equation" r:id="rId12" imgW="1358310" imgH="393529" progId="Equation.3">
                  <p:embed/>
                  <p:pic>
                    <p:nvPicPr>
                      <p:cNvPr id="0" name="Object 11"/>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674143" y="4785608"/>
                        <a:ext cx="3887788" cy="1079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0" name="Content Placeholder 2"/>
          <p:cNvSpPr txBox="1">
            <a:spLocks/>
          </p:cNvSpPr>
          <p:nvPr/>
        </p:nvSpPr>
        <p:spPr bwMode="auto">
          <a:xfrm>
            <a:off x="96838" y="968730"/>
            <a:ext cx="1503362" cy="609600"/>
          </a:xfrm>
          <a:prstGeom prst="rect">
            <a:avLst/>
          </a:prstGeom>
          <a:noFill/>
          <a:ln w="9525">
            <a:noFill/>
            <a:miter lim="800000"/>
            <a:headEnd/>
            <a:tailEnd/>
          </a:ln>
        </p:spPr>
        <p:txBody>
          <a:bodyPr/>
          <a:lstStyle/>
          <a:p>
            <a:pPr marL="274320" indent="-274320" fontAlgn="auto">
              <a:spcBef>
                <a:spcPct val="20000"/>
              </a:spcBef>
              <a:spcAft>
                <a:spcPts val="0"/>
              </a:spcAft>
              <a:buClr>
                <a:schemeClr val="accent3"/>
              </a:buClr>
              <a:buSzPct val="95000"/>
              <a:defRPr/>
            </a:pPr>
            <a:r>
              <a:rPr lang="en-US" sz="3200" b="1" u="sng" err="1">
                <a:latin typeface="Times New Roman" pitchFamily="18" charset="0"/>
                <a:cs typeface="Times New Roman" pitchFamily="18" charset="0"/>
              </a:rPr>
              <a:t>Ví</a:t>
            </a:r>
            <a:r>
              <a:rPr lang="en-US" sz="3200" b="1" u="sng">
                <a:latin typeface="Times New Roman" pitchFamily="18" charset="0"/>
                <a:cs typeface="Times New Roman" pitchFamily="18" charset="0"/>
              </a:rPr>
              <a:t> dụ</a:t>
            </a:r>
            <a:r>
              <a:rPr lang="en-US" sz="3200" b="1">
                <a:latin typeface="Times New Roman" pitchFamily="18" charset="0"/>
                <a:cs typeface="Times New Roman" pitchFamily="18" charset="0"/>
              </a:rPr>
              <a:t>:</a:t>
            </a:r>
            <a:endParaRPr lang="en-US" sz="3200" dirty="0">
              <a:latin typeface="Times New Roman" pitchFamily="18" charset="0"/>
              <a:cs typeface="Times New Roman" pitchFamily="18" charset="0"/>
            </a:endParaRPr>
          </a:p>
        </p:txBody>
      </p:sp>
      <p:sp>
        <p:nvSpPr>
          <p:cNvPr id="33" name="Content Placeholder 2"/>
          <p:cNvSpPr txBox="1">
            <a:spLocks/>
          </p:cNvSpPr>
          <p:nvPr/>
        </p:nvSpPr>
        <p:spPr bwMode="auto">
          <a:xfrm>
            <a:off x="1235075" y="1001360"/>
            <a:ext cx="7696200" cy="914400"/>
          </a:xfrm>
          <a:prstGeom prst="rect">
            <a:avLst/>
          </a:prstGeom>
          <a:noFill/>
          <a:ln w="9525">
            <a:noFill/>
            <a:miter lim="800000"/>
            <a:headEnd/>
            <a:tailEnd/>
          </a:ln>
        </p:spPr>
        <p:txBody>
          <a:bodyPr/>
          <a:lstStyle/>
          <a:p>
            <a:pPr indent="12700" algn="just" fontAlgn="auto">
              <a:spcBef>
                <a:spcPct val="20000"/>
              </a:spcBef>
              <a:spcAft>
                <a:spcPts val="0"/>
              </a:spcAft>
              <a:buClr>
                <a:schemeClr val="accent3"/>
              </a:buClr>
              <a:buSzPct val="95000"/>
              <a:defRPr/>
            </a:pPr>
            <a:r>
              <a:rPr lang="en-US" sz="2800" b="1">
                <a:latin typeface="Times New Roman" pitchFamily="18" charset="0"/>
                <a:cs typeface="Times New Roman" pitchFamily="18" charset="0"/>
              </a:rPr>
              <a:t>Tính lực tương tác giữa hai dòng điện đặt song song nhau và có chiều như hình vẽ</a:t>
            </a:r>
            <a:endParaRPr lang="en-US" sz="2800" b="1" dirty="0">
              <a:latin typeface="Times New Roman" pitchFamily="18" charset="0"/>
              <a:cs typeface="Times New Roman" pitchFamily="18" charset="0"/>
            </a:endParaRPr>
          </a:p>
        </p:txBody>
      </p:sp>
      <p:sp>
        <p:nvSpPr>
          <p:cNvPr id="39" name="Right Arrow 38"/>
          <p:cNvSpPr/>
          <p:nvPr/>
        </p:nvSpPr>
        <p:spPr>
          <a:xfrm>
            <a:off x="214489" y="6326187"/>
            <a:ext cx="190500" cy="228600"/>
          </a:xfrm>
          <a:prstGeom prst="rightArrow">
            <a:avLst/>
          </a:prstGeom>
          <a:solidFill>
            <a:srgbClr val="F7741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srgbClr val="F77411"/>
              </a:solidFill>
            </a:endParaRPr>
          </a:p>
        </p:txBody>
      </p:sp>
      <p:sp>
        <p:nvSpPr>
          <p:cNvPr id="40" name="Content Placeholder 2"/>
          <p:cNvSpPr txBox="1">
            <a:spLocks/>
          </p:cNvSpPr>
          <p:nvPr/>
        </p:nvSpPr>
        <p:spPr bwMode="auto">
          <a:xfrm>
            <a:off x="0" y="3810000"/>
            <a:ext cx="6684962" cy="914400"/>
          </a:xfrm>
          <a:prstGeom prst="rect">
            <a:avLst/>
          </a:prstGeom>
          <a:noFill/>
          <a:ln w="9525">
            <a:noFill/>
            <a:miter lim="800000"/>
            <a:headEnd/>
            <a:tailEnd/>
          </a:ln>
        </p:spPr>
        <p:txBody>
          <a:bodyPr/>
          <a:lstStyle/>
          <a:p>
            <a:pPr indent="12700" algn="just" fontAlgn="auto">
              <a:spcBef>
                <a:spcPct val="20000"/>
              </a:spcBef>
              <a:spcAft>
                <a:spcPts val="0"/>
              </a:spcAft>
              <a:buClr>
                <a:schemeClr val="accent3"/>
              </a:buClr>
              <a:buSzPct val="95000"/>
              <a:defRPr/>
            </a:pPr>
            <a:r>
              <a:rPr lang="en-US" sz="3200" b="1">
                <a:solidFill>
                  <a:srgbClr val="001746"/>
                </a:solidFill>
                <a:latin typeface="Times New Roman" pitchFamily="18" charset="0"/>
                <a:cs typeface="Times New Roman" pitchFamily="18" charset="0"/>
              </a:rPr>
              <a:t> Lực từ tác dụng lên cả dòng điện I</a:t>
            </a:r>
            <a:r>
              <a:rPr lang="en-US" sz="3200" b="1" baseline="-25000">
                <a:solidFill>
                  <a:srgbClr val="001746"/>
                </a:solidFill>
                <a:latin typeface="Times New Roman" pitchFamily="18" charset="0"/>
                <a:cs typeface="Times New Roman" pitchFamily="18" charset="0"/>
              </a:rPr>
              <a:t>2</a:t>
            </a:r>
            <a:endParaRPr lang="en-US" sz="3200" b="1" baseline="-25000" dirty="0">
              <a:solidFill>
                <a:srgbClr val="001746"/>
              </a:solidFill>
              <a:latin typeface="Times New Roman" pitchFamily="18" charset="0"/>
              <a:cs typeface="Times New Roman" pitchFamily="18" charset="0"/>
            </a:endParaRPr>
          </a:p>
        </p:txBody>
      </p:sp>
      <mc:AlternateContent xmlns:mc="http://schemas.openxmlformats.org/markup-compatibility/2006" xmlns:a14="http://schemas.microsoft.com/office/drawing/2010/main">
        <mc:Choice Requires="a14">
          <p:sp>
            <p:nvSpPr>
              <p:cNvPr id="32" name="Content Placeholder 2"/>
              <p:cNvSpPr txBox="1">
                <a:spLocks/>
              </p:cNvSpPr>
              <p:nvPr/>
            </p:nvSpPr>
            <p:spPr bwMode="auto">
              <a:xfrm>
                <a:off x="480925" y="1981200"/>
                <a:ext cx="7696200" cy="914400"/>
              </a:xfrm>
              <a:prstGeom prst="rect">
                <a:avLst/>
              </a:prstGeom>
              <a:noFill/>
              <a:ln w="9525">
                <a:noFill/>
                <a:miter lim="800000"/>
                <a:headEnd/>
                <a:tailEnd/>
              </a:ln>
            </p:spPr>
            <p:txBody>
              <a:bodyPr/>
              <a:lstStyle/>
              <a:p>
                <a:pPr indent="12700" algn="just" fontAlgn="auto">
                  <a:spcBef>
                    <a:spcPct val="20000"/>
                  </a:spcBef>
                  <a:spcAft>
                    <a:spcPts val="0"/>
                  </a:spcAft>
                  <a:buClr>
                    <a:schemeClr val="accent3"/>
                  </a:buClr>
                  <a:buSzPct val="95000"/>
                  <a:defRPr/>
                </a:pPr>
                <a:r>
                  <a:rPr lang="en-US" sz="2800" b="1">
                    <a:solidFill>
                      <a:srgbClr val="001746"/>
                    </a:solidFill>
                    <a:latin typeface="Times New Roman" pitchFamily="18" charset="0"/>
                    <a:cs typeface="Times New Roman" pitchFamily="18" charset="0"/>
                  </a:rPr>
                  <a:t>Xác định </a:t>
                </a:r>
                <a14:m>
                  <m:oMath xmlns:m="http://schemas.openxmlformats.org/officeDocument/2006/math">
                    <m:acc>
                      <m:accPr>
                        <m:chr m:val="⃗"/>
                        <m:ctrlPr>
                          <a:rPr lang="en-US" sz="2800" b="1" i="1" smtClean="0">
                            <a:solidFill>
                              <a:srgbClr val="001746"/>
                            </a:solidFill>
                            <a:latin typeface="Cambria Math" panose="02040503050406030204" pitchFamily="18" charset="0"/>
                            <a:cs typeface="Times New Roman" pitchFamily="18" charset="0"/>
                          </a:rPr>
                        </m:ctrlPr>
                      </m:accPr>
                      <m:e>
                        <m:r>
                          <a:rPr lang="en-US" sz="2800" b="1" i="1" smtClean="0">
                            <a:solidFill>
                              <a:srgbClr val="001746"/>
                            </a:solidFill>
                            <a:latin typeface="Cambria Math"/>
                            <a:cs typeface="Times New Roman" pitchFamily="18" charset="0"/>
                          </a:rPr>
                          <m:t>𝑩</m:t>
                        </m:r>
                      </m:e>
                    </m:acc>
                  </m:oMath>
                </a14:m>
                <a:r>
                  <a:rPr lang="en-US" sz="2800" b="1" dirty="0">
                    <a:solidFill>
                      <a:srgbClr val="001746"/>
                    </a:solidFill>
                    <a:latin typeface="Times New Roman" pitchFamily="18" charset="0"/>
                    <a:cs typeface="Times New Roman" pitchFamily="18" charset="0"/>
                  </a:rPr>
                  <a:t> </a:t>
                </a:r>
                <a:r>
                  <a:rPr lang="en-US" sz="2800" b="1">
                    <a:solidFill>
                      <a:srgbClr val="001746"/>
                    </a:solidFill>
                    <a:latin typeface="Times New Roman" pitchFamily="18" charset="0"/>
                    <a:cs typeface="Times New Roman" pitchFamily="18" charset="0"/>
                  </a:rPr>
                  <a:t>,  </a:t>
                </a:r>
                <a:r>
                  <a:rPr lang="en-US" sz="2800" b="1" i="1">
                    <a:solidFill>
                      <a:srgbClr val="001746"/>
                    </a:solidFill>
                    <a:latin typeface="Times New Roman" pitchFamily="18" charset="0"/>
                    <a:cs typeface="Times New Roman" pitchFamily="18" charset="0"/>
                  </a:rPr>
                  <a:t>d</a:t>
                </a:r>
                <a14:m>
                  <m:oMath xmlns:m="http://schemas.openxmlformats.org/officeDocument/2006/math">
                    <m:acc>
                      <m:accPr>
                        <m:chr m:val="⃗"/>
                        <m:ctrlPr>
                          <a:rPr lang="en-US" sz="2800" b="1" i="1" smtClean="0">
                            <a:solidFill>
                              <a:srgbClr val="001746"/>
                            </a:solidFill>
                            <a:latin typeface="Cambria Math" panose="02040503050406030204" pitchFamily="18" charset="0"/>
                            <a:cs typeface="Times New Roman" pitchFamily="18" charset="0"/>
                          </a:rPr>
                        </m:ctrlPr>
                      </m:accPr>
                      <m:e>
                        <m:r>
                          <a:rPr lang="en-US" sz="2800" b="1" i="1" smtClean="0">
                            <a:solidFill>
                              <a:srgbClr val="001746"/>
                            </a:solidFill>
                            <a:latin typeface="Cambria Math"/>
                            <a:cs typeface="Times New Roman" pitchFamily="18" charset="0"/>
                          </a:rPr>
                          <m:t>𝑭</m:t>
                        </m:r>
                      </m:e>
                    </m:acc>
                  </m:oMath>
                </a14:m>
                <a:r>
                  <a:rPr lang="en-US" sz="2800" b="1" dirty="0">
                    <a:solidFill>
                      <a:srgbClr val="001746"/>
                    </a:solidFill>
                    <a:latin typeface="Times New Roman" pitchFamily="18" charset="0"/>
                    <a:cs typeface="Times New Roman" pitchFamily="18" charset="0"/>
                  </a:rPr>
                  <a:t>  </a:t>
                </a:r>
                <a:r>
                  <a:rPr lang="en-US" sz="2800" b="1" i="1" dirty="0">
                    <a:solidFill>
                      <a:srgbClr val="001746"/>
                    </a:solidFill>
                    <a:latin typeface="Times New Roman" pitchFamily="18" charset="0"/>
                    <a:cs typeface="Times New Roman" pitchFamily="18" charset="0"/>
                  </a:rPr>
                  <a:t>?</a:t>
                </a:r>
              </a:p>
            </p:txBody>
          </p:sp>
        </mc:Choice>
        <mc:Fallback xmlns="">
          <p:sp>
            <p:nvSpPr>
              <p:cNvPr id="32" name="Content Placeholder 2"/>
              <p:cNvSpPr txBox="1">
                <a:spLocks noRot="1" noChangeAspect="1" noMove="1" noResize="1" noEditPoints="1" noAdjustHandles="1" noChangeArrowheads="1" noChangeShapeType="1" noTextEdit="1"/>
              </p:cNvSpPr>
              <p:nvPr/>
            </p:nvSpPr>
            <p:spPr bwMode="auto">
              <a:xfrm>
                <a:off x="480925" y="1981200"/>
                <a:ext cx="7696200" cy="914400"/>
              </a:xfrm>
              <a:prstGeom prst="rect">
                <a:avLst/>
              </a:prstGeom>
              <a:blipFill rotWithShape="1">
                <a:blip r:embed="rId15"/>
                <a:stretch>
                  <a:fillRect l="-1506" t="-667"/>
                </a:stretch>
              </a:blipFill>
              <a:ln w="9525">
                <a:noFill/>
                <a:miter lim="800000"/>
                <a:headEnd/>
                <a:tailEnd/>
              </a:ln>
            </p:spPr>
            <p:txBody>
              <a:bodyPr/>
              <a:lstStyle/>
              <a:p>
                <a:r>
                  <a:rPr lang="en-US">
                    <a:noFill/>
                  </a:rPr>
                  <a:t> </a:t>
                </a:r>
              </a:p>
            </p:txBody>
          </p:sp>
        </mc:Fallback>
      </mc:AlternateContent>
      <p:sp>
        <p:nvSpPr>
          <p:cNvPr id="5" name="Rectangle 4"/>
          <p:cNvSpPr/>
          <p:nvPr/>
        </p:nvSpPr>
        <p:spPr>
          <a:xfrm>
            <a:off x="640051" y="6106583"/>
            <a:ext cx="1920298" cy="667807"/>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2800" b="1">
                <a:latin typeface="Times New Roman" pitchFamily="18" charset="0"/>
                <a:cs typeface="Times New Roman" pitchFamily="18" charset="0"/>
              </a:rPr>
              <a:t>F = B</a:t>
            </a:r>
            <a:r>
              <a:rPr lang="en-US" sz="2000" b="1">
                <a:latin typeface="Times New Roman" pitchFamily="18" charset="0"/>
                <a:cs typeface="Times New Roman" pitchFamily="18" charset="0"/>
              </a:rPr>
              <a:t>1</a:t>
            </a:r>
            <a:r>
              <a:rPr lang="en-US" sz="2800" b="1">
                <a:latin typeface="Times New Roman" pitchFamily="18" charset="0"/>
                <a:cs typeface="Times New Roman" pitchFamily="18" charset="0"/>
              </a:rPr>
              <a:t>.I</a:t>
            </a:r>
            <a:r>
              <a:rPr lang="en-US" sz="2000" b="1">
                <a:latin typeface="Times New Roman" pitchFamily="18" charset="0"/>
                <a:cs typeface="Times New Roman" pitchFamily="18" charset="0"/>
              </a:rPr>
              <a:t>2</a:t>
            </a:r>
            <a:r>
              <a:rPr lang="en-US" sz="2800" b="1">
                <a:latin typeface="Times New Roman" pitchFamily="18" charset="0"/>
                <a:cs typeface="Times New Roman" pitchFamily="18" charset="0"/>
              </a:rPr>
              <a:t>.</a:t>
            </a:r>
            <a:r>
              <a:rPr lang="en-US" sz="2800" b="1" i="1">
                <a:latin typeface="Times New Roman" pitchFamily="18" charset="0"/>
                <a:cs typeface="Times New Roman" pitchFamily="18" charset="0"/>
              </a:rPr>
              <a:t>l</a:t>
            </a:r>
          </a:p>
        </p:txBody>
      </p:sp>
      <mc:AlternateContent xmlns:mc="http://schemas.openxmlformats.org/markup-compatibility/2006" xmlns:a14="http://schemas.microsoft.com/office/drawing/2010/main">
        <mc:Choice Requires="a14">
          <p:sp>
            <p:nvSpPr>
              <p:cNvPr id="7" name="Rectangle 6"/>
              <p:cNvSpPr/>
              <p:nvPr/>
            </p:nvSpPr>
            <p:spPr>
              <a:xfrm>
                <a:off x="7902771" y="4510969"/>
                <a:ext cx="559996" cy="612666"/>
              </a:xfrm>
              <a:prstGeom prst="rect">
                <a:avLst/>
              </a:prstGeom>
              <a:ln>
                <a:noFill/>
              </a:ln>
            </p:spPr>
            <p:style>
              <a:lnRef idx="2">
                <a:schemeClr val="accent3"/>
              </a:lnRef>
              <a:fillRef idx="1">
                <a:schemeClr val="lt1"/>
              </a:fillRef>
              <a:effectRef idx="0">
                <a:schemeClr val="accent3"/>
              </a:effectRef>
              <a:fontRef idx="minor">
                <a:schemeClr val="dk1"/>
              </a:fontRef>
            </p:style>
            <p:txBody>
              <a:bodyPr rtlCol="0" anchor="ctr"/>
              <a:lstStyle/>
              <a:p>
                <a:pPr algn="ctr"/>
                <a:r>
                  <a:rPr lang="en-US" sz="2400"/>
                  <a:t>d</a:t>
                </a:r>
                <a14:m>
                  <m:oMath xmlns:m="http://schemas.openxmlformats.org/officeDocument/2006/math">
                    <m:acc>
                      <m:accPr>
                        <m:chr m:val="⃗"/>
                        <m:ctrlPr>
                          <a:rPr lang="en-US" sz="2400" i="1" smtClean="0">
                            <a:latin typeface="Cambria Math" panose="02040503050406030204" pitchFamily="18" charset="0"/>
                          </a:rPr>
                        </m:ctrlPr>
                      </m:accPr>
                      <m:e>
                        <m:r>
                          <a:rPr lang="en-US" sz="2400" b="0" i="1" smtClean="0">
                            <a:latin typeface="Cambria Math"/>
                          </a:rPr>
                          <m:t>𝐹</m:t>
                        </m:r>
                      </m:e>
                    </m:acc>
                  </m:oMath>
                </a14:m>
                <a:endParaRPr lang="en-US" sz="2400"/>
              </a:p>
            </p:txBody>
          </p:sp>
        </mc:Choice>
        <mc:Fallback xmlns="">
          <p:sp>
            <p:nvSpPr>
              <p:cNvPr id="7" name="Rectangle 6"/>
              <p:cNvSpPr>
                <a:spLocks noRot="1" noChangeAspect="1" noMove="1" noResize="1" noEditPoints="1" noAdjustHandles="1" noChangeArrowheads="1" noChangeShapeType="1" noTextEdit="1"/>
              </p:cNvSpPr>
              <p:nvPr/>
            </p:nvSpPr>
            <p:spPr>
              <a:xfrm>
                <a:off x="7902771" y="4510969"/>
                <a:ext cx="559996" cy="612666"/>
              </a:xfrm>
              <a:prstGeom prst="rect">
                <a:avLst/>
              </a:prstGeom>
              <a:blipFill rotWithShape="1">
                <a:blip r:embed="rId16"/>
                <a:stretch>
                  <a:fillRect l="-14130" b="-14000"/>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Rectangle 34"/>
              <p:cNvSpPr/>
              <p:nvPr/>
            </p:nvSpPr>
            <p:spPr>
              <a:xfrm>
                <a:off x="7143008" y="4570115"/>
                <a:ext cx="559996" cy="612666"/>
              </a:xfrm>
              <a:prstGeom prst="rect">
                <a:avLst/>
              </a:prstGeom>
              <a:ln>
                <a:noFill/>
              </a:ln>
            </p:spPr>
            <p:style>
              <a:lnRef idx="2">
                <a:schemeClr val="accent3"/>
              </a:lnRef>
              <a:fillRef idx="1">
                <a:schemeClr val="lt1"/>
              </a:fillRef>
              <a:effectRef idx="0">
                <a:schemeClr val="accent3"/>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acc>
                        <m:accPr>
                          <m:chr m:val="⃗"/>
                          <m:ctrlPr>
                            <a:rPr lang="en-US" sz="2400" i="1" smtClean="0">
                              <a:latin typeface="Cambria Math" panose="02040503050406030204" pitchFamily="18" charset="0"/>
                            </a:rPr>
                          </m:ctrlPr>
                        </m:accPr>
                        <m:e>
                          <m:r>
                            <a:rPr lang="en-US" sz="2400" b="0" i="1" smtClean="0">
                              <a:latin typeface="Cambria Math"/>
                            </a:rPr>
                            <m:t>𝐵</m:t>
                          </m:r>
                          <m:r>
                            <a:rPr lang="en-US" sz="2400" b="0" i="1" smtClean="0">
                              <a:latin typeface="Cambria Math"/>
                            </a:rPr>
                            <m:t>1</m:t>
                          </m:r>
                        </m:e>
                      </m:acc>
                    </m:oMath>
                  </m:oMathPara>
                </a14:m>
                <a:endParaRPr lang="en-US" sz="2400"/>
              </a:p>
            </p:txBody>
          </p:sp>
        </mc:Choice>
        <mc:Fallback xmlns="">
          <p:sp>
            <p:nvSpPr>
              <p:cNvPr id="35" name="Rectangle 34"/>
              <p:cNvSpPr>
                <a:spLocks noRot="1" noChangeAspect="1" noMove="1" noResize="1" noEditPoints="1" noAdjustHandles="1" noChangeArrowheads="1" noChangeShapeType="1" noTextEdit="1"/>
              </p:cNvSpPr>
              <p:nvPr/>
            </p:nvSpPr>
            <p:spPr>
              <a:xfrm>
                <a:off x="7143008" y="4570115"/>
                <a:ext cx="559996" cy="612666"/>
              </a:xfrm>
              <a:prstGeom prst="rect">
                <a:avLst/>
              </a:prstGeom>
              <a:blipFill rotWithShape="1">
                <a:blip r:embed="rId17"/>
                <a:stretch>
                  <a:fillRect/>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Rectangle 35"/>
              <p:cNvSpPr/>
              <p:nvPr/>
            </p:nvSpPr>
            <p:spPr>
              <a:xfrm>
                <a:off x="-1" y="4817302"/>
                <a:ext cx="2021449" cy="612666"/>
              </a:xfrm>
              <a:prstGeom prst="rect">
                <a:avLst/>
              </a:prstGeom>
              <a:ln>
                <a:noFill/>
              </a:ln>
            </p:spPr>
            <p:style>
              <a:lnRef idx="2">
                <a:schemeClr val="accent3"/>
              </a:lnRef>
              <a:fillRef idx="1">
                <a:schemeClr val="lt1"/>
              </a:fillRef>
              <a:effectRef idx="0">
                <a:schemeClr val="accent3"/>
              </a:effectRef>
              <a:fontRef idx="minor">
                <a:schemeClr val="dk1"/>
              </a:fontRef>
            </p:style>
            <p:txBody>
              <a:bodyPr rtlCol="0" anchor="ctr"/>
              <a:lstStyle/>
              <a:p>
                <a:pPr algn="ctr"/>
                <a14:m>
                  <m:oMath xmlns:m="http://schemas.openxmlformats.org/officeDocument/2006/math">
                    <m:acc>
                      <m:accPr>
                        <m:chr m:val="⃗"/>
                        <m:ctrlPr>
                          <a:rPr lang="en-US" sz="2800" i="1" smtClean="0">
                            <a:latin typeface="Cambria Math" panose="02040503050406030204" pitchFamily="18" charset="0"/>
                          </a:rPr>
                        </m:ctrlPr>
                      </m:accPr>
                      <m:e>
                        <m:r>
                          <a:rPr lang="en-US" sz="2800" b="0" i="1" smtClean="0">
                            <a:latin typeface="Cambria Math"/>
                          </a:rPr>
                          <m:t>𝐹</m:t>
                        </m:r>
                      </m:e>
                    </m:acc>
                  </m:oMath>
                </a14:m>
                <a:r>
                  <a:rPr lang="en-US" sz="2800">
                    <a:latin typeface="Times New Roman" pitchFamily="18" charset="0"/>
                    <a:cs typeface="Times New Roman" pitchFamily="18" charset="0"/>
                  </a:rPr>
                  <a:t> = </a:t>
                </a:r>
                <a14:m>
                  <m:oMath xmlns:m="http://schemas.openxmlformats.org/officeDocument/2006/math">
                    <m:nary>
                      <m:naryPr>
                        <m:chr m:val="∮"/>
                        <m:limLoc m:val="undOvr"/>
                        <m:ctrlPr>
                          <a:rPr lang="en-US" sz="2800" i="1" smtClean="0">
                            <a:latin typeface="Cambria Math" panose="02040503050406030204" pitchFamily="18" charset="0"/>
                          </a:rPr>
                        </m:ctrlPr>
                      </m:naryPr>
                      <m:sub>
                        <m:r>
                          <m:rPr>
                            <m:brk m:alnAt="24"/>
                          </m:rPr>
                          <a:rPr lang="en-US" sz="2800" b="0" i="1" smtClean="0">
                            <a:latin typeface="Cambria Math"/>
                          </a:rPr>
                          <m:t>𝑑</m:t>
                        </m:r>
                        <m:r>
                          <a:rPr lang="en-US" sz="2800" b="0" i="1" smtClean="0">
                            <a:latin typeface="Cambria Math"/>
                          </a:rPr>
                          <m:t>.đ</m:t>
                        </m:r>
                      </m:sub>
                      <m:sup/>
                      <m:e>
                        <m:r>
                          <m:rPr>
                            <m:nor/>
                          </m:rPr>
                          <a:rPr lang="en-US" sz="2800">
                            <a:latin typeface="Times New Roman" pitchFamily="18" charset="0"/>
                            <a:cs typeface="Times New Roman" pitchFamily="18" charset="0"/>
                          </a:rPr>
                          <m:t>d</m:t>
                        </m:r>
                        <m:acc>
                          <m:accPr>
                            <m:chr m:val="⃗"/>
                            <m:ctrlPr>
                              <a:rPr lang="en-US" sz="2800" i="1">
                                <a:latin typeface="Cambria Math" panose="02040503050406030204" pitchFamily="18" charset="0"/>
                              </a:rPr>
                            </m:ctrlPr>
                          </m:accPr>
                          <m:e>
                            <m:r>
                              <a:rPr lang="en-US" sz="2800" i="1">
                                <a:latin typeface="Cambria Math"/>
                              </a:rPr>
                              <m:t>𝐹</m:t>
                            </m:r>
                          </m:e>
                        </m:acc>
                      </m:e>
                    </m:nary>
                  </m:oMath>
                </a14:m>
                <a:endParaRPr lang="en-US" sz="2800">
                  <a:latin typeface="Times New Roman" pitchFamily="18" charset="0"/>
                  <a:cs typeface="Times New Roman" pitchFamily="18" charset="0"/>
                </a:endParaRPr>
              </a:p>
            </p:txBody>
          </p:sp>
        </mc:Choice>
        <mc:Fallback xmlns="">
          <p:sp>
            <p:nvSpPr>
              <p:cNvPr id="36" name="Rectangle 35"/>
              <p:cNvSpPr>
                <a:spLocks noRot="1" noChangeAspect="1" noMove="1" noResize="1" noEditPoints="1" noAdjustHandles="1" noChangeArrowheads="1" noChangeShapeType="1" noTextEdit="1"/>
              </p:cNvSpPr>
              <p:nvPr/>
            </p:nvSpPr>
            <p:spPr>
              <a:xfrm>
                <a:off x="-1" y="4817302"/>
                <a:ext cx="2021449" cy="612666"/>
              </a:xfrm>
              <a:prstGeom prst="rect">
                <a:avLst/>
              </a:prstGeom>
              <a:blipFill rotWithShape="1">
                <a:blip r:embed="rId18"/>
                <a:stretch>
                  <a:fillRect b="-24752"/>
                </a:stretch>
              </a:blipFill>
              <a:ln>
                <a:noFill/>
              </a:ln>
            </p:spPr>
            <p:txBody>
              <a:bodyPr/>
              <a:lstStyle/>
              <a:p>
                <a:r>
                  <a:rPr lang="en-US">
                    <a:noFill/>
                  </a:rPr>
                  <a:t> </a:t>
                </a:r>
              </a:p>
            </p:txBody>
          </p:sp>
        </mc:Fallback>
      </mc:AlternateContent>
      <p:grpSp>
        <p:nvGrpSpPr>
          <p:cNvPr id="29" name="Group 72"/>
          <p:cNvGrpSpPr>
            <a:grpSpLocks/>
          </p:cNvGrpSpPr>
          <p:nvPr/>
        </p:nvGrpSpPr>
        <p:grpSpPr bwMode="auto">
          <a:xfrm>
            <a:off x="6808189" y="3198812"/>
            <a:ext cx="219075" cy="222250"/>
            <a:chOff x="4352811" y="5874061"/>
            <a:chExt cx="534356" cy="505127"/>
          </a:xfrm>
        </p:grpSpPr>
        <p:sp>
          <p:nvSpPr>
            <p:cNvPr id="34" name="Oval 20"/>
            <p:cNvSpPr>
              <a:spLocks noChangeArrowheads="1"/>
            </p:cNvSpPr>
            <p:nvPr/>
          </p:nvSpPr>
          <p:spPr bwMode="auto">
            <a:xfrm rot="2769388" flipV="1">
              <a:off x="4367427" y="5859445"/>
              <a:ext cx="505127" cy="534356"/>
            </a:xfrm>
            <a:prstGeom prst="ellipse">
              <a:avLst/>
            </a:prstGeom>
            <a:solidFill>
              <a:schemeClr val="accent4">
                <a:lumMod val="40000"/>
                <a:lumOff val="60000"/>
              </a:schemeClr>
            </a:solidFill>
            <a:ln w="9525">
              <a:solidFill>
                <a:schemeClr val="tx2">
                  <a:lumMod val="10000"/>
                </a:schemeClr>
              </a:solidFill>
              <a:round/>
              <a:headEnd/>
              <a:tailEnd/>
            </a:ln>
            <a:effectLst/>
          </p:spPr>
          <p:txBody>
            <a:bodyPr wrap="none" anchor="ctr"/>
            <a:lstStyle/>
            <a:p>
              <a:pPr>
                <a:defRPr/>
              </a:pPr>
              <a:endParaRPr lang="en-US"/>
            </a:p>
          </p:txBody>
        </p:sp>
        <p:sp>
          <p:nvSpPr>
            <p:cNvPr id="37" name="Oval 36"/>
            <p:cNvSpPr/>
            <p:nvPr/>
          </p:nvSpPr>
          <p:spPr>
            <a:xfrm>
              <a:off x="4542545" y="6054463"/>
              <a:ext cx="154886" cy="151538"/>
            </a:xfrm>
            <a:prstGeom prst="ellipse">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grpSp>
      <mc:AlternateContent xmlns:mc="http://schemas.openxmlformats.org/markup-compatibility/2006" xmlns:a14="http://schemas.microsoft.com/office/drawing/2010/main">
        <mc:Choice Requires="a14">
          <p:sp>
            <p:nvSpPr>
              <p:cNvPr id="38" name="Rectangle 37"/>
              <p:cNvSpPr/>
              <p:nvPr/>
            </p:nvSpPr>
            <p:spPr>
              <a:xfrm>
                <a:off x="6201753" y="2732196"/>
                <a:ext cx="559996" cy="612666"/>
              </a:xfrm>
              <a:prstGeom prst="rect">
                <a:avLst/>
              </a:prstGeom>
              <a:ln>
                <a:noFill/>
              </a:ln>
            </p:spPr>
            <p:style>
              <a:lnRef idx="2">
                <a:schemeClr val="accent3"/>
              </a:lnRef>
              <a:fillRef idx="1">
                <a:schemeClr val="lt1"/>
              </a:fillRef>
              <a:effectRef idx="0">
                <a:schemeClr val="accent3"/>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acc>
                        <m:accPr>
                          <m:chr m:val="⃗"/>
                          <m:ctrlPr>
                            <a:rPr lang="en-US" sz="2400" i="1" smtClean="0">
                              <a:latin typeface="Cambria Math" panose="02040503050406030204" pitchFamily="18" charset="0"/>
                            </a:rPr>
                          </m:ctrlPr>
                        </m:accPr>
                        <m:e>
                          <m:r>
                            <a:rPr lang="en-US" sz="2400" b="0" i="1" smtClean="0">
                              <a:latin typeface="Cambria Math"/>
                            </a:rPr>
                            <m:t>𝐵</m:t>
                          </m:r>
                          <m:r>
                            <a:rPr lang="en-US" sz="2400" b="0" i="1" smtClean="0">
                              <a:latin typeface="Cambria Math"/>
                            </a:rPr>
                            <m:t>2</m:t>
                          </m:r>
                        </m:e>
                      </m:acc>
                    </m:oMath>
                  </m:oMathPara>
                </a14:m>
                <a:endParaRPr lang="en-US" sz="2400"/>
              </a:p>
            </p:txBody>
          </p:sp>
        </mc:Choice>
        <mc:Fallback xmlns="">
          <p:sp>
            <p:nvSpPr>
              <p:cNvPr id="38" name="Rectangle 37"/>
              <p:cNvSpPr>
                <a:spLocks noRot="1" noChangeAspect="1" noMove="1" noResize="1" noEditPoints="1" noAdjustHandles="1" noChangeArrowheads="1" noChangeShapeType="1" noTextEdit="1"/>
              </p:cNvSpPr>
              <p:nvPr/>
            </p:nvSpPr>
            <p:spPr>
              <a:xfrm>
                <a:off x="6201753" y="2732196"/>
                <a:ext cx="559996" cy="612666"/>
              </a:xfrm>
              <a:prstGeom prst="rect">
                <a:avLst/>
              </a:prstGeom>
              <a:blipFill rotWithShape="1">
                <a:blip r:embed="rId19"/>
                <a:stretch>
                  <a:fillRect/>
                </a:stretch>
              </a:blipFill>
              <a:ln>
                <a:noFill/>
              </a:ln>
            </p:spPr>
            <p:txBody>
              <a:bodyPr/>
              <a:lstStyle/>
              <a:p>
                <a:r>
                  <a:rPr lang="en-US">
                    <a:noFill/>
                  </a:rPr>
                  <a:t> </a:t>
                </a:r>
              </a:p>
            </p:txBody>
          </p:sp>
        </mc:Fallback>
      </mc:AlternateContent>
      <p:cxnSp>
        <p:nvCxnSpPr>
          <p:cNvPr id="12" name="Straight Arrow Connector 11"/>
          <p:cNvCxnSpPr/>
          <p:nvPr/>
        </p:nvCxnSpPr>
        <p:spPr>
          <a:xfrm flipH="1">
            <a:off x="6201753" y="3306916"/>
            <a:ext cx="615580" cy="460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1" name="Rectangle 40"/>
              <p:cNvSpPr/>
              <p:nvPr/>
            </p:nvSpPr>
            <p:spPr>
              <a:xfrm>
                <a:off x="6091319" y="3344862"/>
                <a:ext cx="559996" cy="612666"/>
              </a:xfrm>
              <a:prstGeom prst="rect">
                <a:avLst/>
              </a:prstGeom>
              <a:ln>
                <a:noFill/>
              </a:ln>
            </p:spPr>
            <p:style>
              <a:lnRef idx="2">
                <a:schemeClr val="accent3"/>
              </a:lnRef>
              <a:fillRef idx="1">
                <a:schemeClr val="lt1"/>
              </a:fillRef>
              <a:effectRef idx="0">
                <a:schemeClr val="accent3"/>
              </a:effectRef>
              <a:fontRef idx="minor">
                <a:schemeClr val="dk1"/>
              </a:fontRef>
            </p:style>
            <p:txBody>
              <a:bodyPr rtlCol="0" anchor="ctr"/>
              <a:lstStyle/>
              <a:p>
                <a:pPr algn="ctr"/>
                <a:r>
                  <a:rPr lang="en-US" sz="2400"/>
                  <a:t>d</a:t>
                </a:r>
                <a14:m>
                  <m:oMath xmlns:m="http://schemas.openxmlformats.org/officeDocument/2006/math">
                    <m:acc>
                      <m:accPr>
                        <m:chr m:val="⃗"/>
                        <m:ctrlPr>
                          <a:rPr lang="en-US" sz="2400" i="1" smtClean="0">
                            <a:latin typeface="Cambria Math" panose="02040503050406030204" pitchFamily="18" charset="0"/>
                          </a:rPr>
                        </m:ctrlPr>
                      </m:accPr>
                      <m:e>
                        <m:r>
                          <a:rPr lang="en-US" sz="2400" b="0" i="1" smtClean="0">
                            <a:latin typeface="Cambria Math"/>
                          </a:rPr>
                          <m:t>𝐹</m:t>
                        </m:r>
                      </m:e>
                    </m:acc>
                  </m:oMath>
                </a14:m>
                <a:endParaRPr lang="en-US" sz="2400"/>
              </a:p>
            </p:txBody>
          </p:sp>
        </mc:Choice>
        <mc:Fallback xmlns="">
          <p:sp>
            <p:nvSpPr>
              <p:cNvPr id="41" name="Rectangle 40"/>
              <p:cNvSpPr>
                <a:spLocks noRot="1" noChangeAspect="1" noMove="1" noResize="1" noEditPoints="1" noAdjustHandles="1" noChangeArrowheads="1" noChangeShapeType="1" noTextEdit="1"/>
              </p:cNvSpPr>
              <p:nvPr/>
            </p:nvSpPr>
            <p:spPr>
              <a:xfrm>
                <a:off x="6091319" y="3344862"/>
                <a:ext cx="559996" cy="612666"/>
              </a:xfrm>
              <a:prstGeom prst="rect">
                <a:avLst/>
              </a:prstGeom>
              <a:blipFill rotWithShape="1">
                <a:blip r:embed="rId20"/>
                <a:stretch>
                  <a:fillRect l="-14130" b="-14000"/>
                </a:stretch>
              </a:blipFill>
              <a:ln>
                <a:noFill/>
              </a:ln>
            </p:spPr>
            <p:txBody>
              <a:bodyPr/>
              <a:lstStyle/>
              <a:p>
                <a:r>
                  <a:rPr lang="en-US">
                    <a:noFill/>
                  </a:rPr>
                  <a:t> </a:t>
                </a:r>
              </a:p>
            </p:txBody>
          </p:sp>
        </mc:Fallback>
      </mc:AlternateContent>
      <p:sp>
        <p:nvSpPr>
          <p:cNvPr id="11" name="Footer Placeholder 10">
            <a:extLst>
              <a:ext uri="{FF2B5EF4-FFF2-40B4-BE49-F238E27FC236}">
                <a16:creationId xmlns:a16="http://schemas.microsoft.com/office/drawing/2014/main" id="{D7421EF5-5B59-33B8-EB6B-65E2CD8CB523}"/>
              </a:ext>
            </a:extLst>
          </p:cNvPr>
          <p:cNvSpPr>
            <a:spLocks noGrp="1"/>
          </p:cNvSpPr>
          <p:nvPr>
            <p:ph type="ftr" sz="quarter" idx="11"/>
          </p:nvPr>
        </p:nvSpPr>
        <p:spPr/>
        <p:txBody>
          <a:bodyPr/>
          <a:lstStyle/>
          <a:p>
            <a:pPr>
              <a:defRPr/>
            </a:pPr>
            <a:r>
              <a:rPr lang="en-US"/>
              <a:t>Bùi Quốc Trung - VLDC</a:t>
            </a:r>
          </a:p>
        </p:txBody>
      </p:sp>
      <p:sp>
        <p:nvSpPr>
          <p:cNvPr id="13" name="Slide Number Placeholder 12">
            <a:extLst>
              <a:ext uri="{FF2B5EF4-FFF2-40B4-BE49-F238E27FC236}">
                <a16:creationId xmlns:a16="http://schemas.microsoft.com/office/drawing/2014/main" id="{871F192D-4929-6163-8892-F608800A583B}"/>
              </a:ext>
            </a:extLst>
          </p:cNvPr>
          <p:cNvSpPr>
            <a:spLocks noGrp="1"/>
          </p:cNvSpPr>
          <p:nvPr>
            <p:ph type="sldNum" sz="quarter" idx="12"/>
          </p:nvPr>
        </p:nvSpPr>
        <p:spPr/>
        <p:txBody>
          <a:bodyPr/>
          <a:lstStyle/>
          <a:p>
            <a:pPr>
              <a:defRPr/>
            </a:pPr>
            <a:fld id="{DA0BBFDE-23F6-4D0C-90FC-3AED58BCB197}" type="slidenum">
              <a:rPr lang="en-US" smtClean="0"/>
              <a:pPr>
                <a:defRPr/>
              </a:pPr>
              <a:t>37</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wipe(down)">
                                      <p:cBhvr>
                                        <p:cTn id="7" dur="500"/>
                                        <p:tgtEl>
                                          <p:spTgt spid="30"/>
                                        </p:tgtEl>
                                      </p:cBhvr>
                                    </p:animEffect>
                                  </p:childTnLst>
                                </p:cTn>
                              </p:par>
                            </p:childTnLst>
                          </p:cTn>
                        </p:par>
                        <p:par>
                          <p:cTn id="8" fill="hold" nodeType="afterGroup">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3"/>
                                        </p:tgtEl>
                                        <p:attrNameLst>
                                          <p:attrName>style.visibility</p:attrName>
                                        </p:attrNameLst>
                                      </p:cBhvr>
                                      <p:to>
                                        <p:strVal val="visible"/>
                                      </p:to>
                                    </p:set>
                                    <p:animEffect transition="in" filter="wipe(down)">
                                      <p:cBhvr>
                                        <p:cTn id="11" dur="500"/>
                                        <p:tgtEl>
                                          <p:spTgt spid="33"/>
                                        </p:tgtEl>
                                      </p:cBhvr>
                                    </p:animEffect>
                                  </p:childTnLst>
                                </p:cTn>
                              </p:par>
                            </p:childTnLst>
                          </p:cTn>
                        </p:par>
                        <p:par>
                          <p:cTn id="12" fill="hold" nodeType="withGroup">
                            <p:stCondLst>
                              <p:cond delay="1000"/>
                            </p:stCondLst>
                            <p:childTnLst>
                              <p:par>
                                <p:cTn id="13" presetID="14" presetClass="entr" presetSubtype="10" fill="hold" nodeType="after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randombar(horizontal)">
                                      <p:cBhvr>
                                        <p:cTn id="15" dur="500"/>
                                        <p:tgtEl>
                                          <p:spTgt spid="6"/>
                                        </p:tgtEl>
                                      </p:cBhvr>
                                    </p:animEffect>
                                  </p:childTnLst>
                                </p:cTn>
                              </p:par>
                            </p:childTnLst>
                          </p:cTn>
                        </p:par>
                        <p:par>
                          <p:cTn id="16" fill="hold" nodeType="afterGroup">
                            <p:stCondLst>
                              <p:cond delay="1500"/>
                            </p:stCondLst>
                            <p:childTnLst>
                              <p:par>
                                <p:cTn id="17" presetID="14" presetClass="entr" presetSubtype="10" fill="hold" nodeType="after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randombar(horizontal)">
                                      <p:cBhvr>
                                        <p:cTn id="19" dur="500"/>
                                        <p:tgtEl>
                                          <p:spTgt spid="8"/>
                                        </p:tgtEl>
                                      </p:cBhvr>
                                    </p:animEffect>
                                  </p:childTnLst>
                                </p:cTn>
                              </p:par>
                              <p:par>
                                <p:cTn id="20" presetID="3" presetClass="entr" presetSubtype="10" fill="hold" nodeType="withEffect">
                                  <p:stCondLst>
                                    <p:cond delay="0"/>
                                  </p:stCondLst>
                                  <p:childTnLst>
                                    <p:set>
                                      <p:cBhvr>
                                        <p:cTn id="21" dur="1" fill="hold">
                                          <p:stCondLst>
                                            <p:cond delay="0"/>
                                          </p:stCondLst>
                                        </p:cTn>
                                        <p:tgtEl>
                                          <p:spTgt spid="27652"/>
                                        </p:tgtEl>
                                        <p:attrNameLst>
                                          <p:attrName>style.visibility</p:attrName>
                                        </p:attrNameLst>
                                      </p:cBhvr>
                                      <p:to>
                                        <p:strVal val="visible"/>
                                      </p:to>
                                    </p:set>
                                    <p:animEffect transition="in" filter="blinds(horizontal)">
                                      <p:cBhvr>
                                        <p:cTn id="22" dur="1000"/>
                                        <p:tgtEl>
                                          <p:spTgt spid="27652"/>
                                        </p:tgtEl>
                                      </p:cBhvr>
                                    </p:animEffect>
                                  </p:childTnLst>
                                </p:cTn>
                              </p:par>
                            </p:childTnLst>
                          </p:cTn>
                        </p:par>
                        <p:par>
                          <p:cTn id="23" fill="hold" nodeType="withGroup">
                            <p:stCondLst>
                              <p:cond delay="2500"/>
                            </p:stCondLst>
                            <p:childTnLst>
                              <p:par>
                                <p:cTn id="24" presetID="14" presetClass="entr" presetSubtype="10" fill="hold" nodeType="after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randombar(horizontal)">
                                      <p:cBhvr>
                                        <p:cTn id="26" dur="500"/>
                                        <p:tgtEl>
                                          <p:spTgt spid="10"/>
                                        </p:tgtEl>
                                      </p:cBhvr>
                                    </p:animEffect>
                                  </p:childTnLst>
                                </p:cTn>
                              </p:par>
                              <p:par>
                                <p:cTn id="27" presetID="14" presetClass="entr" presetSubtype="10" fill="hold" nodeType="withEffect">
                                  <p:stCondLst>
                                    <p:cond delay="0"/>
                                  </p:stCondLst>
                                  <p:childTnLst>
                                    <p:set>
                                      <p:cBhvr>
                                        <p:cTn id="28" dur="1" fill="hold">
                                          <p:stCondLst>
                                            <p:cond delay="0"/>
                                          </p:stCondLst>
                                        </p:cTn>
                                        <p:tgtEl>
                                          <p:spTgt spid="9"/>
                                        </p:tgtEl>
                                        <p:attrNameLst>
                                          <p:attrName>style.visibility</p:attrName>
                                        </p:attrNameLst>
                                      </p:cBhvr>
                                      <p:to>
                                        <p:strVal val="visible"/>
                                      </p:to>
                                    </p:set>
                                    <p:animEffect transition="in" filter="randombar(horizontal)">
                                      <p:cBhvr>
                                        <p:cTn id="29" dur="500"/>
                                        <p:tgtEl>
                                          <p:spTgt spid="9"/>
                                        </p:tgtEl>
                                      </p:cBhvr>
                                    </p:animEffect>
                                  </p:childTnLst>
                                </p:cTn>
                              </p:par>
                              <p:par>
                                <p:cTn id="30" presetID="14" presetClass="entr" presetSubtype="10" fill="hold" nodeType="withEffect">
                                  <p:stCondLst>
                                    <p:cond delay="0"/>
                                  </p:stCondLst>
                                  <p:childTnLst>
                                    <p:set>
                                      <p:cBhvr>
                                        <p:cTn id="31" dur="1" fill="hold">
                                          <p:stCondLst>
                                            <p:cond delay="0"/>
                                          </p:stCondLst>
                                        </p:cTn>
                                        <p:tgtEl>
                                          <p:spTgt spid="20"/>
                                        </p:tgtEl>
                                        <p:attrNameLst>
                                          <p:attrName>style.visibility</p:attrName>
                                        </p:attrNameLst>
                                      </p:cBhvr>
                                      <p:to>
                                        <p:strVal val="visible"/>
                                      </p:to>
                                    </p:set>
                                    <p:animEffect transition="in" filter="randombar(horizontal)">
                                      <p:cBhvr>
                                        <p:cTn id="32" dur="500"/>
                                        <p:tgtEl>
                                          <p:spTgt spid="20"/>
                                        </p:tgtEl>
                                      </p:cBhvr>
                                    </p:animEffect>
                                  </p:childTnLst>
                                </p:cTn>
                              </p:par>
                            </p:childTnLst>
                          </p:cTn>
                        </p:par>
                        <p:par>
                          <p:cTn id="33" fill="hold">
                            <p:stCondLst>
                              <p:cond delay="3000"/>
                            </p:stCondLst>
                            <p:childTnLst>
                              <p:par>
                                <p:cTn id="34" presetID="22" presetClass="entr" presetSubtype="4" fill="hold" grpId="0" nodeType="afterEffect">
                                  <p:stCondLst>
                                    <p:cond delay="0"/>
                                  </p:stCondLst>
                                  <p:childTnLst>
                                    <p:set>
                                      <p:cBhvr>
                                        <p:cTn id="35" dur="1" fill="hold">
                                          <p:stCondLst>
                                            <p:cond delay="0"/>
                                          </p:stCondLst>
                                        </p:cTn>
                                        <p:tgtEl>
                                          <p:spTgt spid="32"/>
                                        </p:tgtEl>
                                        <p:attrNameLst>
                                          <p:attrName>style.visibility</p:attrName>
                                        </p:attrNameLst>
                                      </p:cBhvr>
                                      <p:to>
                                        <p:strVal val="visible"/>
                                      </p:to>
                                    </p:set>
                                    <p:animEffect transition="in" filter="wipe(down)">
                                      <p:cBhvr>
                                        <p:cTn id="36" dur="500"/>
                                        <p:tgtEl>
                                          <p:spTgt spid="32"/>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8" presetClass="entr" presetSubtype="16" fill="hold" nodeType="clickEffect">
                                  <p:stCondLst>
                                    <p:cond delay="0"/>
                                  </p:stCondLst>
                                  <p:childTnLst>
                                    <p:set>
                                      <p:cBhvr>
                                        <p:cTn id="40" dur="1" fill="hold">
                                          <p:stCondLst>
                                            <p:cond delay="0"/>
                                          </p:stCondLst>
                                        </p:cTn>
                                        <p:tgtEl>
                                          <p:spTgt spid="14"/>
                                        </p:tgtEl>
                                        <p:attrNameLst>
                                          <p:attrName>style.visibility</p:attrName>
                                        </p:attrNameLst>
                                      </p:cBhvr>
                                      <p:to>
                                        <p:strVal val="visible"/>
                                      </p:to>
                                    </p:set>
                                    <p:animEffect transition="in" filter="diamond(in)">
                                      <p:cBhvr>
                                        <p:cTn id="41" dur="1000"/>
                                        <p:tgtEl>
                                          <p:spTgt spid="14"/>
                                        </p:tgtEl>
                                      </p:cBhvr>
                                    </p:animEffect>
                                  </p:childTnLst>
                                </p:cTn>
                              </p:par>
                              <p:par>
                                <p:cTn id="42" presetID="8" presetClass="entr" presetSubtype="16" fill="hold" nodeType="withEffect">
                                  <p:stCondLst>
                                    <p:cond delay="0"/>
                                  </p:stCondLst>
                                  <p:childTnLst>
                                    <p:set>
                                      <p:cBhvr>
                                        <p:cTn id="43" dur="1" fill="hold">
                                          <p:stCondLst>
                                            <p:cond delay="0"/>
                                          </p:stCondLst>
                                        </p:cTn>
                                        <p:tgtEl>
                                          <p:spTgt spid="27651"/>
                                        </p:tgtEl>
                                        <p:attrNameLst>
                                          <p:attrName>style.visibility</p:attrName>
                                        </p:attrNameLst>
                                      </p:cBhvr>
                                      <p:to>
                                        <p:strVal val="visible"/>
                                      </p:to>
                                    </p:set>
                                    <p:animEffect transition="in" filter="diamond(in)">
                                      <p:cBhvr>
                                        <p:cTn id="44" dur="1000"/>
                                        <p:tgtEl>
                                          <p:spTgt spid="27651"/>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14" presetClass="entr" presetSubtype="10" fill="hold" nodeType="clickEffect">
                                  <p:stCondLst>
                                    <p:cond delay="0"/>
                                  </p:stCondLst>
                                  <p:childTnLst>
                                    <p:set>
                                      <p:cBhvr>
                                        <p:cTn id="48" dur="1" fill="hold">
                                          <p:stCondLst>
                                            <p:cond delay="0"/>
                                          </p:stCondLst>
                                        </p:cTn>
                                        <p:tgtEl>
                                          <p:spTgt spid="4"/>
                                        </p:tgtEl>
                                        <p:attrNameLst>
                                          <p:attrName>style.visibility</p:attrName>
                                        </p:attrNameLst>
                                      </p:cBhvr>
                                      <p:to>
                                        <p:strVal val="visible"/>
                                      </p:to>
                                    </p:set>
                                    <p:animEffect transition="in" filter="randombar(horizontal)">
                                      <p:cBhvr>
                                        <p:cTn id="49" dur="1000"/>
                                        <p:tgtEl>
                                          <p:spTgt spid="4"/>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10" presetClass="entr" presetSubtype="0" fill="hold" grpId="0" nodeType="clickEffect">
                                  <p:stCondLst>
                                    <p:cond delay="0"/>
                                  </p:stCondLst>
                                  <p:childTnLst>
                                    <p:set>
                                      <p:cBhvr>
                                        <p:cTn id="53" dur="1" fill="hold">
                                          <p:stCondLst>
                                            <p:cond delay="0"/>
                                          </p:stCondLst>
                                        </p:cTn>
                                        <p:tgtEl>
                                          <p:spTgt spid="35"/>
                                        </p:tgtEl>
                                        <p:attrNameLst>
                                          <p:attrName>style.visibility</p:attrName>
                                        </p:attrNameLst>
                                      </p:cBhvr>
                                      <p:to>
                                        <p:strVal val="visible"/>
                                      </p:to>
                                    </p:set>
                                    <p:animEffect transition="in" filter="fade">
                                      <p:cBhvr>
                                        <p:cTn id="54" dur="500"/>
                                        <p:tgtEl>
                                          <p:spTgt spid="35"/>
                                        </p:tgtEl>
                                      </p:cBhvr>
                                    </p:animEffect>
                                  </p:childTnLst>
                                </p:cTn>
                              </p:par>
                            </p:childTnLst>
                          </p:cTn>
                        </p:par>
                      </p:childTnLst>
                    </p:cTn>
                  </p:par>
                  <p:par>
                    <p:cTn id="55" fill="hold">
                      <p:stCondLst>
                        <p:cond delay="indefinite"/>
                      </p:stCondLst>
                      <p:childTnLst>
                        <p:par>
                          <p:cTn id="56" fill="hold">
                            <p:stCondLst>
                              <p:cond delay="0"/>
                            </p:stCondLst>
                            <p:childTnLst>
                              <p:par>
                                <p:cTn id="57" presetID="8" presetClass="entr" presetSubtype="32" fill="hold" nodeType="clickEffect">
                                  <p:stCondLst>
                                    <p:cond delay="0"/>
                                  </p:stCondLst>
                                  <p:childTnLst>
                                    <p:set>
                                      <p:cBhvr>
                                        <p:cTn id="58" dur="1" fill="hold">
                                          <p:stCondLst>
                                            <p:cond delay="0"/>
                                          </p:stCondLst>
                                        </p:cTn>
                                        <p:tgtEl>
                                          <p:spTgt spid="23"/>
                                        </p:tgtEl>
                                        <p:attrNameLst>
                                          <p:attrName>style.visibility</p:attrName>
                                        </p:attrNameLst>
                                      </p:cBhvr>
                                      <p:to>
                                        <p:strVal val="visible"/>
                                      </p:to>
                                    </p:set>
                                    <p:animEffect transition="in" filter="diamond(out)">
                                      <p:cBhvr>
                                        <p:cTn id="59" dur="1000"/>
                                        <p:tgtEl>
                                          <p:spTgt spid="23"/>
                                        </p:tgtEl>
                                      </p:cBhvr>
                                    </p:animEffect>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grpId="0" nodeType="clickEffect">
                                  <p:stCondLst>
                                    <p:cond delay="0"/>
                                  </p:stCondLst>
                                  <p:childTnLst>
                                    <p:set>
                                      <p:cBhvr>
                                        <p:cTn id="63" dur="1" fill="hold">
                                          <p:stCondLst>
                                            <p:cond delay="0"/>
                                          </p:stCondLst>
                                        </p:cTn>
                                        <p:tgtEl>
                                          <p:spTgt spid="7"/>
                                        </p:tgtEl>
                                        <p:attrNameLst>
                                          <p:attrName>style.visibility</p:attrName>
                                        </p:attrNameLst>
                                      </p:cBhvr>
                                      <p:to>
                                        <p:strVal val="visible"/>
                                      </p:to>
                                    </p:set>
                                    <p:animEffect transition="in" filter="fade">
                                      <p:cBhvr>
                                        <p:cTn id="64" dur="500"/>
                                        <p:tgtEl>
                                          <p:spTgt spid="7"/>
                                        </p:tgtEl>
                                      </p:cBhvr>
                                    </p:animEffect>
                                  </p:childTnLst>
                                </p:cTn>
                              </p:par>
                            </p:childTnLst>
                          </p:cTn>
                        </p:par>
                      </p:childTnLst>
                    </p:cTn>
                  </p:par>
                  <p:par>
                    <p:cTn id="65" fill="hold" nodeType="clickPar">
                      <p:stCondLst>
                        <p:cond delay="indefinite"/>
                      </p:stCondLst>
                      <p:childTnLst>
                        <p:par>
                          <p:cTn id="66" fill="hold" nodeType="withGroup">
                            <p:stCondLst>
                              <p:cond delay="0"/>
                            </p:stCondLst>
                            <p:childTnLst>
                              <p:par>
                                <p:cTn id="67" presetID="14" presetClass="entr" presetSubtype="10" fill="hold" nodeType="clickEffect">
                                  <p:stCondLst>
                                    <p:cond delay="0"/>
                                  </p:stCondLst>
                                  <p:childTnLst>
                                    <p:set>
                                      <p:cBhvr>
                                        <p:cTn id="68" dur="1" fill="hold">
                                          <p:stCondLst>
                                            <p:cond delay="0"/>
                                          </p:stCondLst>
                                        </p:cTn>
                                        <p:tgtEl>
                                          <p:spTgt spid="44"/>
                                        </p:tgtEl>
                                        <p:attrNameLst>
                                          <p:attrName>style.visibility</p:attrName>
                                        </p:attrNameLst>
                                      </p:cBhvr>
                                      <p:to>
                                        <p:strVal val="visible"/>
                                      </p:to>
                                    </p:set>
                                    <p:animEffect transition="in" filter="randombar(horizontal)">
                                      <p:cBhvr>
                                        <p:cTn id="69" dur="500"/>
                                        <p:tgtEl>
                                          <p:spTgt spid="44"/>
                                        </p:tgtEl>
                                      </p:cBhvr>
                                    </p:animEffect>
                                  </p:childTnLst>
                                </p:cTn>
                              </p:par>
                            </p:childTnLst>
                          </p:cTn>
                        </p:par>
                      </p:childTnLst>
                    </p:cTn>
                  </p:par>
                  <p:par>
                    <p:cTn id="70" fill="hold" nodeType="clickPar">
                      <p:stCondLst>
                        <p:cond delay="indefinite"/>
                      </p:stCondLst>
                      <p:childTnLst>
                        <p:par>
                          <p:cTn id="71" fill="hold" nodeType="withGroup">
                            <p:stCondLst>
                              <p:cond delay="0"/>
                            </p:stCondLst>
                            <p:childTnLst>
                              <p:par>
                                <p:cTn id="72" presetID="14" presetClass="entr" presetSubtype="10" fill="hold" nodeType="clickEffect">
                                  <p:stCondLst>
                                    <p:cond delay="0"/>
                                  </p:stCondLst>
                                  <p:childTnLst>
                                    <p:set>
                                      <p:cBhvr>
                                        <p:cTn id="73" dur="1" fill="hold">
                                          <p:stCondLst>
                                            <p:cond delay="0"/>
                                          </p:stCondLst>
                                        </p:cTn>
                                        <p:tgtEl>
                                          <p:spTgt spid="25"/>
                                        </p:tgtEl>
                                        <p:attrNameLst>
                                          <p:attrName>style.visibility</p:attrName>
                                        </p:attrNameLst>
                                      </p:cBhvr>
                                      <p:to>
                                        <p:strVal val="visible"/>
                                      </p:to>
                                    </p:set>
                                    <p:animEffect transition="in" filter="randombar(horizontal)">
                                      <p:cBhvr>
                                        <p:cTn id="74" dur="500"/>
                                        <p:tgtEl>
                                          <p:spTgt spid="25"/>
                                        </p:tgtEl>
                                      </p:cBhvr>
                                    </p:animEffect>
                                  </p:childTnLst>
                                </p:cTn>
                              </p:par>
                            </p:childTnLst>
                          </p:cTn>
                        </p:par>
                      </p:childTnLst>
                    </p:cTn>
                  </p:par>
                  <p:par>
                    <p:cTn id="75" fill="hold">
                      <p:stCondLst>
                        <p:cond delay="indefinite"/>
                      </p:stCondLst>
                      <p:childTnLst>
                        <p:par>
                          <p:cTn id="76" fill="hold">
                            <p:stCondLst>
                              <p:cond delay="0"/>
                            </p:stCondLst>
                            <p:childTnLst>
                              <p:par>
                                <p:cTn id="77" presetID="22" presetClass="entr" presetSubtype="4" fill="hold" grpId="0" nodeType="clickEffect">
                                  <p:stCondLst>
                                    <p:cond delay="0"/>
                                  </p:stCondLst>
                                  <p:childTnLst>
                                    <p:set>
                                      <p:cBhvr>
                                        <p:cTn id="78" dur="1" fill="hold">
                                          <p:stCondLst>
                                            <p:cond delay="0"/>
                                          </p:stCondLst>
                                        </p:cTn>
                                        <p:tgtEl>
                                          <p:spTgt spid="40"/>
                                        </p:tgtEl>
                                        <p:attrNameLst>
                                          <p:attrName>style.visibility</p:attrName>
                                        </p:attrNameLst>
                                      </p:cBhvr>
                                      <p:to>
                                        <p:strVal val="visible"/>
                                      </p:to>
                                    </p:set>
                                    <p:animEffect transition="in" filter="wipe(down)">
                                      <p:cBhvr>
                                        <p:cTn id="79" dur="500"/>
                                        <p:tgtEl>
                                          <p:spTgt spid="40"/>
                                        </p:tgtEl>
                                      </p:cBhvr>
                                    </p:animEffect>
                                  </p:childTnLst>
                                </p:cTn>
                              </p:par>
                            </p:childTnLst>
                          </p:cTn>
                        </p:par>
                      </p:childTnLst>
                    </p:cTn>
                  </p:par>
                  <p:par>
                    <p:cTn id="80" fill="hold" nodeType="clickPar">
                      <p:stCondLst>
                        <p:cond delay="indefinite"/>
                      </p:stCondLst>
                      <p:childTnLst>
                        <p:par>
                          <p:cTn id="81" fill="hold" nodeType="withGroup">
                            <p:stCondLst>
                              <p:cond delay="0"/>
                            </p:stCondLst>
                            <p:childTnLst>
                              <p:par>
                                <p:cTn id="82" presetID="10" presetClass="entr" presetSubtype="0" fill="hold" grpId="0" nodeType="clickEffect">
                                  <p:stCondLst>
                                    <p:cond delay="0"/>
                                  </p:stCondLst>
                                  <p:childTnLst>
                                    <p:set>
                                      <p:cBhvr>
                                        <p:cTn id="83" dur="1" fill="hold">
                                          <p:stCondLst>
                                            <p:cond delay="0"/>
                                          </p:stCondLst>
                                        </p:cTn>
                                        <p:tgtEl>
                                          <p:spTgt spid="36"/>
                                        </p:tgtEl>
                                        <p:attrNameLst>
                                          <p:attrName>style.visibility</p:attrName>
                                        </p:attrNameLst>
                                      </p:cBhvr>
                                      <p:to>
                                        <p:strVal val="visible"/>
                                      </p:to>
                                    </p:set>
                                    <p:animEffect transition="in" filter="fade">
                                      <p:cBhvr>
                                        <p:cTn id="84" dur="500"/>
                                        <p:tgtEl>
                                          <p:spTgt spid="36"/>
                                        </p:tgtEl>
                                      </p:cBhvr>
                                    </p:animEffect>
                                  </p:childTnLst>
                                </p:cTn>
                              </p:par>
                            </p:childTnLst>
                          </p:cTn>
                        </p:par>
                      </p:childTnLst>
                    </p:cTn>
                  </p:par>
                  <p:par>
                    <p:cTn id="85" fill="hold">
                      <p:stCondLst>
                        <p:cond delay="indefinite"/>
                      </p:stCondLst>
                      <p:childTnLst>
                        <p:par>
                          <p:cTn id="86" fill="hold">
                            <p:stCondLst>
                              <p:cond delay="0"/>
                            </p:stCondLst>
                            <p:childTnLst>
                              <p:par>
                                <p:cTn id="87" presetID="8" presetClass="entr" presetSubtype="16" fill="hold" grpId="0" nodeType="clickEffect">
                                  <p:stCondLst>
                                    <p:cond delay="0"/>
                                  </p:stCondLst>
                                  <p:childTnLst>
                                    <p:set>
                                      <p:cBhvr>
                                        <p:cTn id="88" dur="1" fill="hold">
                                          <p:stCondLst>
                                            <p:cond delay="0"/>
                                          </p:stCondLst>
                                        </p:cTn>
                                        <p:tgtEl>
                                          <p:spTgt spid="31"/>
                                        </p:tgtEl>
                                        <p:attrNameLst>
                                          <p:attrName>style.visibility</p:attrName>
                                        </p:attrNameLst>
                                      </p:cBhvr>
                                      <p:to>
                                        <p:strVal val="visible"/>
                                      </p:to>
                                    </p:set>
                                    <p:animEffect transition="in" filter="diamond(in)">
                                      <p:cBhvr>
                                        <p:cTn id="89" dur="500"/>
                                        <p:tgtEl>
                                          <p:spTgt spid="31"/>
                                        </p:tgtEl>
                                      </p:cBhvr>
                                    </p:animEffect>
                                  </p:childTnLst>
                                </p:cTn>
                              </p:par>
                            </p:childTnLst>
                          </p:cTn>
                        </p:par>
                        <p:par>
                          <p:cTn id="90" fill="hold" nodeType="withGroup">
                            <p:stCondLst>
                              <p:cond delay="500"/>
                            </p:stCondLst>
                            <p:childTnLst>
                              <p:par>
                                <p:cTn id="91" presetID="14" presetClass="entr" presetSubtype="10" fill="hold" nodeType="afterEffect">
                                  <p:stCondLst>
                                    <p:cond delay="0"/>
                                  </p:stCondLst>
                                  <p:childTnLst>
                                    <p:set>
                                      <p:cBhvr>
                                        <p:cTn id="92" dur="1" fill="hold">
                                          <p:stCondLst>
                                            <p:cond delay="0"/>
                                          </p:stCondLst>
                                        </p:cTn>
                                        <p:tgtEl>
                                          <p:spTgt spid="26"/>
                                        </p:tgtEl>
                                        <p:attrNameLst>
                                          <p:attrName>style.visibility</p:attrName>
                                        </p:attrNameLst>
                                      </p:cBhvr>
                                      <p:to>
                                        <p:strVal val="visible"/>
                                      </p:to>
                                    </p:set>
                                    <p:animEffect transition="in" filter="randombar(horizontal)">
                                      <p:cBhvr>
                                        <p:cTn id="93" dur="1000"/>
                                        <p:tgtEl>
                                          <p:spTgt spid="26"/>
                                        </p:tgtEl>
                                      </p:cBhvr>
                                    </p:animEffect>
                                  </p:childTnLst>
                                </p:cTn>
                              </p:par>
                            </p:childTnLst>
                          </p:cTn>
                        </p:par>
                      </p:childTnLst>
                    </p:cTn>
                  </p:par>
                  <p:par>
                    <p:cTn id="94" fill="hold">
                      <p:stCondLst>
                        <p:cond delay="indefinite"/>
                      </p:stCondLst>
                      <p:childTnLst>
                        <p:par>
                          <p:cTn id="95" fill="hold">
                            <p:stCondLst>
                              <p:cond delay="0"/>
                            </p:stCondLst>
                            <p:childTnLst>
                              <p:par>
                                <p:cTn id="96" presetID="8" presetClass="entr" presetSubtype="16" fill="hold" grpId="0" nodeType="clickEffect">
                                  <p:stCondLst>
                                    <p:cond delay="0"/>
                                  </p:stCondLst>
                                  <p:childTnLst>
                                    <p:set>
                                      <p:cBhvr>
                                        <p:cTn id="97" dur="1" fill="hold">
                                          <p:stCondLst>
                                            <p:cond delay="0"/>
                                          </p:stCondLst>
                                        </p:cTn>
                                        <p:tgtEl>
                                          <p:spTgt spid="39"/>
                                        </p:tgtEl>
                                        <p:attrNameLst>
                                          <p:attrName>style.visibility</p:attrName>
                                        </p:attrNameLst>
                                      </p:cBhvr>
                                      <p:to>
                                        <p:strVal val="visible"/>
                                      </p:to>
                                    </p:set>
                                    <p:animEffect transition="in" filter="diamond(in)">
                                      <p:cBhvr>
                                        <p:cTn id="98" dur="500"/>
                                        <p:tgtEl>
                                          <p:spTgt spid="39"/>
                                        </p:tgtEl>
                                      </p:cBhvr>
                                    </p:animEffect>
                                  </p:childTnLst>
                                </p:cTn>
                              </p:par>
                            </p:childTnLst>
                          </p:cTn>
                        </p:par>
                      </p:childTnLst>
                    </p:cTn>
                  </p:par>
                  <p:par>
                    <p:cTn id="99" fill="hold">
                      <p:stCondLst>
                        <p:cond delay="indefinite"/>
                      </p:stCondLst>
                      <p:childTnLst>
                        <p:par>
                          <p:cTn id="100" fill="hold">
                            <p:stCondLst>
                              <p:cond delay="0"/>
                            </p:stCondLst>
                            <p:childTnLst>
                              <p:par>
                                <p:cTn id="101" presetID="42" presetClass="entr" presetSubtype="0" fill="hold" grpId="0" nodeType="clickEffect">
                                  <p:stCondLst>
                                    <p:cond delay="0"/>
                                  </p:stCondLst>
                                  <p:childTnLst>
                                    <p:set>
                                      <p:cBhvr>
                                        <p:cTn id="102" dur="1" fill="hold">
                                          <p:stCondLst>
                                            <p:cond delay="0"/>
                                          </p:stCondLst>
                                        </p:cTn>
                                        <p:tgtEl>
                                          <p:spTgt spid="5"/>
                                        </p:tgtEl>
                                        <p:attrNameLst>
                                          <p:attrName>style.visibility</p:attrName>
                                        </p:attrNameLst>
                                      </p:cBhvr>
                                      <p:to>
                                        <p:strVal val="visible"/>
                                      </p:to>
                                    </p:set>
                                    <p:animEffect transition="in" filter="fade">
                                      <p:cBhvr>
                                        <p:cTn id="103" dur="1000"/>
                                        <p:tgtEl>
                                          <p:spTgt spid="5"/>
                                        </p:tgtEl>
                                      </p:cBhvr>
                                    </p:animEffect>
                                    <p:anim calcmode="lin" valueType="num">
                                      <p:cBhvr>
                                        <p:cTn id="104" dur="1000" fill="hold"/>
                                        <p:tgtEl>
                                          <p:spTgt spid="5"/>
                                        </p:tgtEl>
                                        <p:attrNameLst>
                                          <p:attrName>ppt_x</p:attrName>
                                        </p:attrNameLst>
                                      </p:cBhvr>
                                      <p:tavLst>
                                        <p:tav tm="0">
                                          <p:val>
                                            <p:strVal val="#ppt_x"/>
                                          </p:val>
                                        </p:tav>
                                        <p:tav tm="100000">
                                          <p:val>
                                            <p:strVal val="#ppt_x"/>
                                          </p:val>
                                        </p:tav>
                                      </p:tavLst>
                                    </p:anim>
                                    <p:anim calcmode="lin" valueType="num">
                                      <p:cBhvr>
                                        <p:cTn id="105"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6" fill="hold">
                      <p:stCondLst>
                        <p:cond delay="indefinite"/>
                      </p:stCondLst>
                      <p:childTnLst>
                        <p:par>
                          <p:cTn id="107" fill="hold">
                            <p:stCondLst>
                              <p:cond delay="0"/>
                            </p:stCondLst>
                            <p:childTnLst>
                              <p:par>
                                <p:cTn id="108" presetID="14" presetClass="entr" presetSubtype="10" fill="hold" nodeType="clickEffect">
                                  <p:stCondLst>
                                    <p:cond delay="0"/>
                                  </p:stCondLst>
                                  <p:childTnLst>
                                    <p:set>
                                      <p:cBhvr>
                                        <p:cTn id="109" dur="1" fill="hold">
                                          <p:stCondLst>
                                            <p:cond delay="0"/>
                                          </p:stCondLst>
                                        </p:cTn>
                                        <p:tgtEl>
                                          <p:spTgt spid="29"/>
                                        </p:tgtEl>
                                        <p:attrNameLst>
                                          <p:attrName>style.visibility</p:attrName>
                                        </p:attrNameLst>
                                      </p:cBhvr>
                                      <p:to>
                                        <p:strVal val="visible"/>
                                      </p:to>
                                    </p:set>
                                    <p:animEffect transition="in" filter="randombar(horizontal)">
                                      <p:cBhvr>
                                        <p:cTn id="110" dur="1000"/>
                                        <p:tgtEl>
                                          <p:spTgt spid="29"/>
                                        </p:tgtEl>
                                      </p:cBhvr>
                                    </p:animEffect>
                                  </p:childTnLst>
                                </p:cTn>
                              </p:par>
                            </p:childTnLst>
                          </p:cTn>
                        </p:par>
                      </p:childTnLst>
                    </p:cTn>
                  </p:par>
                  <p:par>
                    <p:cTn id="111" fill="hold">
                      <p:stCondLst>
                        <p:cond delay="indefinite"/>
                      </p:stCondLst>
                      <p:childTnLst>
                        <p:par>
                          <p:cTn id="112" fill="hold">
                            <p:stCondLst>
                              <p:cond delay="0"/>
                            </p:stCondLst>
                            <p:childTnLst>
                              <p:par>
                                <p:cTn id="113" presetID="10" presetClass="entr" presetSubtype="0" fill="hold" grpId="0" nodeType="clickEffect">
                                  <p:stCondLst>
                                    <p:cond delay="0"/>
                                  </p:stCondLst>
                                  <p:childTnLst>
                                    <p:set>
                                      <p:cBhvr>
                                        <p:cTn id="114" dur="1" fill="hold">
                                          <p:stCondLst>
                                            <p:cond delay="0"/>
                                          </p:stCondLst>
                                        </p:cTn>
                                        <p:tgtEl>
                                          <p:spTgt spid="38"/>
                                        </p:tgtEl>
                                        <p:attrNameLst>
                                          <p:attrName>style.visibility</p:attrName>
                                        </p:attrNameLst>
                                      </p:cBhvr>
                                      <p:to>
                                        <p:strVal val="visible"/>
                                      </p:to>
                                    </p:set>
                                    <p:animEffect transition="in" filter="fade">
                                      <p:cBhvr>
                                        <p:cTn id="115" dur="500"/>
                                        <p:tgtEl>
                                          <p:spTgt spid="38"/>
                                        </p:tgtEl>
                                      </p:cBhvr>
                                    </p:animEffect>
                                  </p:childTnLst>
                                </p:cTn>
                              </p:par>
                            </p:childTnLst>
                          </p:cTn>
                        </p:par>
                      </p:childTnLst>
                    </p:cTn>
                  </p:par>
                  <p:par>
                    <p:cTn id="116" fill="hold">
                      <p:stCondLst>
                        <p:cond delay="indefinite"/>
                      </p:stCondLst>
                      <p:childTnLst>
                        <p:par>
                          <p:cTn id="117" fill="hold">
                            <p:stCondLst>
                              <p:cond delay="0"/>
                            </p:stCondLst>
                            <p:childTnLst>
                              <p:par>
                                <p:cTn id="118" presetID="10" presetClass="entr" presetSubtype="0" fill="hold" grpId="0" nodeType="clickEffect">
                                  <p:stCondLst>
                                    <p:cond delay="0"/>
                                  </p:stCondLst>
                                  <p:childTnLst>
                                    <p:set>
                                      <p:cBhvr>
                                        <p:cTn id="119" dur="1" fill="hold">
                                          <p:stCondLst>
                                            <p:cond delay="0"/>
                                          </p:stCondLst>
                                        </p:cTn>
                                        <p:tgtEl>
                                          <p:spTgt spid="41"/>
                                        </p:tgtEl>
                                        <p:attrNameLst>
                                          <p:attrName>style.visibility</p:attrName>
                                        </p:attrNameLst>
                                      </p:cBhvr>
                                      <p:to>
                                        <p:strVal val="visible"/>
                                      </p:to>
                                    </p:set>
                                    <p:animEffect transition="in" filter="fade">
                                      <p:cBhvr>
                                        <p:cTn id="120" dur="5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P spid="30" grpId="0"/>
      <p:bldP spid="33" grpId="0"/>
      <p:bldP spid="39" grpId="0" animBg="1"/>
      <p:bldP spid="40" grpId="0"/>
      <p:bldP spid="32" grpId="0"/>
      <p:bldP spid="5" grpId="0" animBg="1"/>
      <p:bldP spid="7" grpId="0" animBg="1"/>
      <p:bldP spid="35" grpId="0" animBg="1"/>
      <p:bldP spid="36" grpId="0" animBg="1"/>
      <p:bldP spid="38" grpId="0" animBg="1"/>
      <p:bldP spid="41"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6477000" cy="563562"/>
          </a:xfrm>
        </p:spPr>
        <p:style>
          <a:lnRef idx="1">
            <a:schemeClr val="accent3"/>
          </a:lnRef>
          <a:fillRef idx="2">
            <a:schemeClr val="accent3"/>
          </a:fillRef>
          <a:effectRef idx="1">
            <a:schemeClr val="accent3"/>
          </a:effectRef>
          <a:fontRef idx="minor">
            <a:schemeClr val="dk1"/>
          </a:fontRef>
        </p:style>
        <p:txBody>
          <a:bodyPr/>
          <a:lstStyle/>
          <a:p>
            <a:r>
              <a:rPr lang="en-US" sz="2800" b="1">
                <a:solidFill>
                  <a:srgbClr val="FF0000"/>
                </a:solidFill>
              </a:rPr>
              <a:t>Tác dụng tương hỗ giữa 2 dòng điện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990600"/>
                <a:ext cx="8229600" cy="5135563"/>
              </a:xfrm>
            </p:spPr>
            <p:txBody>
              <a:bodyPr/>
              <a:lstStyle/>
              <a:p>
                <a:r>
                  <a:rPr lang="en-US" sz="2800"/>
                  <a:t>Xác định </a:t>
                </a:r>
                <a14:m>
                  <m:oMath xmlns:m="http://schemas.openxmlformats.org/officeDocument/2006/math">
                    <m:acc>
                      <m:accPr>
                        <m:chr m:val="⃗"/>
                        <m:ctrlPr>
                          <a:rPr lang="en-US" sz="2800" i="1" smtClean="0">
                            <a:latin typeface="Cambria Math" panose="02040503050406030204" pitchFamily="18" charset="0"/>
                          </a:rPr>
                        </m:ctrlPr>
                      </m:accPr>
                      <m:e>
                        <m:r>
                          <a:rPr lang="en-US" sz="2800" b="0" i="1" smtClean="0">
                            <a:latin typeface="Cambria Math"/>
                          </a:rPr>
                          <m:t>𝐵</m:t>
                        </m:r>
                        <m:r>
                          <a:rPr lang="en-US" sz="2800" b="0" i="1" smtClean="0">
                            <a:latin typeface="Cambria Math"/>
                          </a:rPr>
                          <m:t>1</m:t>
                        </m:r>
                      </m:e>
                    </m:acc>
                  </m:oMath>
                </a14:m>
                <a:r>
                  <a:rPr lang="en-US" sz="2800"/>
                  <a:t> (quy tắc bàn tay phải)</a:t>
                </a:r>
              </a:p>
              <a:p>
                <a:pPr marL="0" indent="0">
                  <a:buNone/>
                </a:pPr>
                <a:r>
                  <a:rPr lang="en-US"/>
                  <a:t>	</a:t>
                </a:r>
              </a:p>
              <a:p>
                <a:pPr marL="0" indent="0">
                  <a:buNone/>
                </a:pPr>
                <a:endParaRPr lang="en-US"/>
              </a:p>
              <a:p>
                <a:r>
                  <a:rPr lang="en-US" sz="2800"/>
                  <a:t>Xác định lực </a:t>
                </a:r>
                <a14:m>
                  <m:oMath xmlns:m="http://schemas.openxmlformats.org/officeDocument/2006/math">
                    <m:acc>
                      <m:accPr>
                        <m:chr m:val="⃗"/>
                        <m:ctrlPr>
                          <a:rPr lang="en-US" sz="2800" i="1" smtClean="0">
                            <a:latin typeface="Cambria Math" panose="02040503050406030204" pitchFamily="18" charset="0"/>
                          </a:rPr>
                        </m:ctrlPr>
                      </m:accPr>
                      <m:e>
                        <m:r>
                          <a:rPr lang="en-US" sz="2800" b="0" i="1" smtClean="0">
                            <a:latin typeface="Cambria Math"/>
                          </a:rPr>
                          <m:t>𝐹</m:t>
                        </m:r>
                      </m:e>
                    </m:acc>
                  </m:oMath>
                </a14:m>
                <a:r>
                  <a:rPr lang="en-US" sz="2800"/>
                  <a:t> tác dụng lên đoạn dây (quy tắc bàn tay trái)</a:t>
                </a:r>
              </a:p>
              <a:p>
                <a:pPr marL="0" indent="0">
                  <a:buNone/>
                </a:pPr>
                <a:r>
                  <a:rPr lang="en-US"/>
                  <a:t>	 </a:t>
                </a:r>
                <a:endParaRPr lang="en-US" sz="2400"/>
              </a:p>
              <a:p>
                <a:r>
                  <a:rPr lang="en-US" sz="2800" u="sng"/>
                  <a:t>Kết luận</a:t>
                </a:r>
                <a:r>
                  <a:rPr lang="en-US" sz="2800"/>
                  <a:t>: </a:t>
                </a:r>
              </a:p>
              <a:p>
                <a:pPr lvl="1"/>
                <a:r>
                  <a:rPr lang="en-US"/>
                  <a:t>I</a:t>
                </a:r>
                <a:r>
                  <a:rPr lang="en-US" sz="1600"/>
                  <a:t>1</a:t>
                </a:r>
                <a14:m>
                  <m:oMath xmlns:m="http://schemas.openxmlformats.org/officeDocument/2006/math">
                    <m:r>
                      <a:rPr lang="en-US" i="1" smtClean="0">
                        <a:latin typeface="Cambria Math"/>
                        <a:ea typeface="Cambria Math"/>
                      </a:rPr>
                      <m:t>↑↑</m:t>
                    </m:r>
                  </m:oMath>
                </a14:m>
                <a:r>
                  <a:rPr lang="en-US"/>
                  <a:t>I</a:t>
                </a:r>
                <a:r>
                  <a:rPr lang="en-US" sz="1600"/>
                  <a:t>2</a:t>
                </a:r>
                <a:r>
                  <a:rPr lang="en-US"/>
                  <a:t>: hút nhau, I</a:t>
                </a:r>
                <a:r>
                  <a:rPr lang="en-US" sz="2000"/>
                  <a:t>1</a:t>
                </a:r>
                <a14:m>
                  <m:oMath xmlns:m="http://schemas.openxmlformats.org/officeDocument/2006/math">
                    <m:r>
                      <a:rPr lang="en-US" i="1" smtClean="0">
                        <a:latin typeface="Cambria Math"/>
                        <a:ea typeface="Cambria Math"/>
                      </a:rPr>
                      <m:t>↑↓</m:t>
                    </m:r>
                  </m:oMath>
                </a14:m>
                <a:r>
                  <a:rPr lang="en-US"/>
                  <a:t>I</a:t>
                </a:r>
                <a:r>
                  <a:rPr lang="en-US" sz="2000"/>
                  <a:t>2</a:t>
                </a:r>
                <a:r>
                  <a:rPr lang="en-US"/>
                  <a:t>: đẩy nhau</a:t>
                </a:r>
              </a:p>
              <a:p>
                <a:pPr lvl="1"/>
                <a:r>
                  <a:rPr lang="en-US"/>
                  <a:t>Độ lớn lực tác dụng: F = </a:t>
                </a:r>
                <a14:m>
                  <m:oMath xmlns:m="http://schemas.openxmlformats.org/officeDocument/2006/math">
                    <m:f>
                      <m:fPr>
                        <m:ctrlPr>
                          <a:rPr lang="en-US" i="1" smtClean="0">
                            <a:latin typeface="Cambria Math" panose="02040503050406030204" pitchFamily="18" charset="0"/>
                          </a:rPr>
                        </m:ctrlPr>
                      </m:fPr>
                      <m:num>
                        <m:r>
                          <m:rPr>
                            <m:sty m:val="p"/>
                          </m:rPr>
                          <a:rPr lang="el-GR" i="1" smtClean="0">
                            <a:latin typeface="Cambria Math"/>
                          </a:rPr>
                          <m:t>μ</m:t>
                        </m:r>
                        <m:r>
                          <a:rPr lang="el-GR" i="1" smtClean="0">
                            <a:latin typeface="Cambria Math"/>
                          </a:rPr>
                          <m:t>˳</m:t>
                        </m:r>
                        <m:r>
                          <m:rPr>
                            <m:sty m:val="p"/>
                          </m:rPr>
                          <a:rPr lang="el-GR" i="1" smtClean="0">
                            <a:latin typeface="Cambria Math"/>
                          </a:rPr>
                          <m:t>μ</m:t>
                        </m:r>
                        <m:r>
                          <a:rPr lang="en-US" b="0" i="1" smtClean="0">
                            <a:latin typeface="Cambria Math"/>
                          </a:rPr>
                          <m:t>𝐼</m:t>
                        </m:r>
                        <m:r>
                          <a:rPr lang="en-US" b="0" i="1" smtClean="0">
                            <a:latin typeface="Cambria Math"/>
                          </a:rPr>
                          <m:t>₁</m:t>
                        </m:r>
                        <m:r>
                          <a:rPr lang="en-US" b="0" i="1" smtClean="0">
                            <a:latin typeface="Cambria Math"/>
                          </a:rPr>
                          <m:t>𝐼</m:t>
                        </m:r>
                        <m:r>
                          <a:rPr lang="en-US" b="0" i="1" smtClean="0">
                            <a:latin typeface="Cambria Math"/>
                          </a:rPr>
                          <m:t>₂</m:t>
                        </m:r>
                        <m:r>
                          <a:rPr lang="en-US" b="0" i="1" smtClean="0">
                            <a:latin typeface="Cambria Math"/>
                          </a:rPr>
                          <m:t>𝑙</m:t>
                        </m:r>
                      </m:num>
                      <m:den>
                        <m:r>
                          <a:rPr lang="en-US" b="0" i="1" smtClean="0">
                            <a:latin typeface="Cambria Math"/>
                          </a:rPr>
                          <m:t>2</m:t>
                        </m:r>
                        <m:r>
                          <m:rPr>
                            <m:sty m:val="p"/>
                          </m:rPr>
                          <a:rPr lang="el-GR" b="0" i="1" smtClean="0">
                            <a:latin typeface="Cambria Math"/>
                          </a:rPr>
                          <m:t>π</m:t>
                        </m:r>
                        <m:r>
                          <a:rPr lang="en-US" b="0" i="1" smtClean="0">
                            <a:latin typeface="Cambria Math"/>
                          </a:rPr>
                          <m:t>h</m:t>
                        </m:r>
                      </m:den>
                    </m:f>
                  </m:oMath>
                </a14:m>
                <a:endParaRPr lang="en-US"/>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990600"/>
                <a:ext cx="8229600" cy="5135563"/>
              </a:xfrm>
              <a:blipFill rotWithShape="1">
                <a:blip r:embed="rId3"/>
                <a:stretch>
                  <a:fillRect l="-1259" b="-713"/>
                </a:stretch>
              </a:blipFill>
            </p:spPr>
            <p:txBody>
              <a:bodyPr/>
              <a:lstStyle/>
              <a:p>
                <a:r>
                  <a:rPr lang="en-US">
                    <a:noFill/>
                  </a:rPr>
                  <a:t> </a:t>
                </a:r>
              </a:p>
            </p:txBody>
          </p:sp>
        </mc:Fallback>
      </mc:AlternateContent>
      <p:sp>
        <p:nvSpPr>
          <p:cNvPr id="4" name="Rounded Rectangle 3"/>
          <p:cNvSpPr/>
          <p:nvPr/>
        </p:nvSpPr>
        <p:spPr>
          <a:xfrm>
            <a:off x="2971800" y="1600200"/>
            <a:ext cx="1828800" cy="1162050"/>
          </a:xfrm>
          <a:prstGeom prst="roundRect">
            <a:avLst/>
          </a:prstGeom>
          <a:solidFill>
            <a:srgbClr val="B5FBF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graphicFrame>
        <p:nvGraphicFramePr>
          <p:cNvPr id="5" name="Object 4"/>
          <p:cNvGraphicFramePr>
            <a:graphicFrameLocks noChangeAspect="1"/>
          </p:cNvGraphicFramePr>
          <p:nvPr>
            <p:extLst>
              <p:ext uri="{D42A27DB-BD31-4B8C-83A1-F6EECF244321}">
                <p14:modId xmlns:p14="http://schemas.microsoft.com/office/powerpoint/2010/main" val="3409804278"/>
              </p:ext>
            </p:extLst>
          </p:nvPr>
        </p:nvGraphicFramePr>
        <p:xfrm>
          <a:off x="3072712" y="1667669"/>
          <a:ext cx="1626975" cy="1027112"/>
        </p:xfrm>
        <a:graphic>
          <a:graphicData uri="http://schemas.openxmlformats.org/presentationml/2006/ole">
            <mc:AlternateContent xmlns:mc="http://schemas.openxmlformats.org/markup-compatibility/2006">
              <mc:Choice xmlns:v="urn:schemas-microsoft-com:vml" Requires="v">
                <p:oleObj name="Equation" r:id="rId4" imgW="596641" imgH="393529" progId="Equation.DSMT4">
                  <p:embed/>
                </p:oleObj>
              </mc:Choice>
              <mc:Fallback>
                <p:oleObj name="Equation" r:id="rId4" imgW="596641" imgH="393529"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72712" y="1667669"/>
                        <a:ext cx="1626975" cy="1027112"/>
                      </a:xfrm>
                      <a:prstGeom prst="rect">
                        <a:avLst/>
                      </a:prstGeom>
                      <a:noFill/>
                      <a:ln>
                        <a:noFill/>
                      </a:ln>
                    </p:spPr>
                  </p:pic>
                </p:oleObj>
              </mc:Fallback>
            </mc:AlternateContent>
          </a:graphicData>
        </a:graphic>
      </p:graphicFrame>
      <p:sp>
        <p:nvSpPr>
          <p:cNvPr id="7" name="Rounded Rectangle 6"/>
          <p:cNvSpPr/>
          <p:nvPr/>
        </p:nvSpPr>
        <p:spPr>
          <a:xfrm>
            <a:off x="3124200" y="3931618"/>
            <a:ext cx="1838325" cy="682625"/>
          </a:xfrm>
          <a:prstGeom prst="roundRect">
            <a:avLst/>
          </a:prstGeom>
          <a:solidFill>
            <a:srgbClr val="FFFF6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graphicFrame>
        <p:nvGraphicFramePr>
          <p:cNvPr id="8" name="Object 7"/>
          <p:cNvGraphicFramePr>
            <a:graphicFrameLocks noChangeAspect="1"/>
          </p:cNvGraphicFramePr>
          <p:nvPr>
            <p:extLst>
              <p:ext uri="{D42A27DB-BD31-4B8C-83A1-F6EECF244321}">
                <p14:modId xmlns:p14="http://schemas.microsoft.com/office/powerpoint/2010/main" val="371356224"/>
              </p:ext>
            </p:extLst>
          </p:nvPr>
        </p:nvGraphicFramePr>
        <p:xfrm>
          <a:off x="3188493" y="3987181"/>
          <a:ext cx="1709738" cy="627062"/>
        </p:xfrm>
        <a:graphic>
          <a:graphicData uri="http://schemas.openxmlformats.org/presentationml/2006/ole">
            <mc:AlternateContent xmlns:mc="http://schemas.openxmlformats.org/markup-compatibility/2006">
              <mc:Choice xmlns:v="urn:schemas-microsoft-com:vml" Requires="v">
                <p:oleObj name="Equation" r:id="rId6" imgW="596900" imgH="228600" progId="Equation.DSMT4">
                  <p:embed/>
                </p:oleObj>
              </mc:Choice>
              <mc:Fallback>
                <p:oleObj name="Equation" r:id="rId6" imgW="596900" imgH="228600" progId="Equation.DSMT4">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188493" y="3987181"/>
                        <a:ext cx="1709738" cy="6270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 name="Footer Placeholder 5">
            <a:extLst>
              <a:ext uri="{FF2B5EF4-FFF2-40B4-BE49-F238E27FC236}">
                <a16:creationId xmlns:a16="http://schemas.microsoft.com/office/drawing/2014/main" id="{59829A30-FFCB-2453-8089-87BE24CD515C}"/>
              </a:ext>
            </a:extLst>
          </p:cNvPr>
          <p:cNvSpPr>
            <a:spLocks noGrp="1"/>
          </p:cNvSpPr>
          <p:nvPr>
            <p:ph type="ftr" sz="quarter" idx="11"/>
          </p:nvPr>
        </p:nvSpPr>
        <p:spPr/>
        <p:txBody>
          <a:bodyPr/>
          <a:lstStyle/>
          <a:p>
            <a:pPr>
              <a:defRPr/>
            </a:pPr>
            <a:r>
              <a:rPr lang="en-US"/>
              <a:t>Bùi Quốc Trung - VLDC</a:t>
            </a:r>
          </a:p>
        </p:txBody>
      </p:sp>
      <p:sp>
        <p:nvSpPr>
          <p:cNvPr id="9" name="Slide Number Placeholder 8">
            <a:extLst>
              <a:ext uri="{FF2B5EF4-FFF2-40B4-BE49-F238E27FC236}">
                <a16:creationId xmlns:a16="http://schemas.microsoft.com/office/drawing/2014/main" id="{67B84E24-4DDD-A708-8924-CC45CF6A110B}"/>
              </a:ext>
            </a:extLst>
          </p:cNvPr>
          <p:cNvSpPr>
            <a:spLocks noGrp="1"/>
          </p:cNvSpPr>
          <p:nvPr>
            <p:ph type="sldNum" sz="quarter" idx="12"/>
          </p:nvPr>
        </p:nvSpPr>
        <p:spPr/>
        <p:txBody>
          <a:bodyPr/>
          <a:lstStyle/>
          <a:p>
            <a:pPr>
              <a:defRPr/>
            </a:pPr>
            <a:fld id="{DA0BBFDE-23F6-4D0C-90FC-3AED58BCB197}" type="slidenum">
              <a:rPr lang="en-US" smtClean="0"/>
              <a:pPr>
                <a:defRPr/>
              </a:pPr>
              <a:t>38</a:t>
            </a:fld>
            <a:endParaRPr lang="en-US" dirty="0"/>
          </a:p>
        </p:txBody>
      </p:sp>
    </p:spTree>
    <p:extLst>
      <p:ext uri="{BB962C8B-B14F-4D97-AF65-F5344CB8AC3E}">
        <p14:creationId xmlns:p14="http://schemas.microsoft.com/office/powerpoint/2010/main" val="4442117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randombar(horizontal)">
                                      <p:cBhvr>
                                        <p:cTn id="7" dur="500"/>
                                        <p:tgtEl>
                                          <p:spTgt spid="5"/>
                                        </p:tgtEl>
                                      </p:cBhvr>
                                    </p:animEffect>
                                  </p:childTnLst>
                                </p:cTn>
                              </p:par>
                            </p:childTnLst>
                          </p:cTn>
                        </p:par>
                        <p:par>
                          <p:cTn id="8" fill="hold">
                            <p:stCondLst>
                              <p:cond delay="500"/>
                            </p:stCondLst>
                            <p:childTnLst>
                              <p:par>
                                <p:cTn id="9" presetID="14" presetClass="entr" presetSubtype="10" fill="hold" grpId="0"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randombar(horizontal)">
                                      <p:cBhvr>
                                        <p:cTn id="11" dur="1000"/>
                                        <p:tgtEl>
                                          <p:spTgt spid="4"/>
                                        </p:tgtEl>
                                      </p:cBhvr>
                                    </p:animEffect>
                                  </p:childTnLst>
                                </p:cTn>
                              </p:par>
                            </p:childTnLst>
                          </p:cTn>
                        </p:par>
                        <p:par>
                          <p:cTn id="12" fill="hold">
                            <p:stCondLst>
                              <p:cond delay="1500"/>
                            </p:stCondLst>
                            <p:childTnLst>
                              <p:par>
                                <p:cTn id="13" presetID="14" presetClass="entr" presetSubtype="10" fill="hold" nodeType="after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randombar(horizontal)">
                                      <p:cBhvr>
                                        <p:cTn id="15" dur="1000"/>
                                        <p:tgtEl>
                                          <p:spTgt spid="8"/>
                                        </p:tgtEl>
                                      </p:cBhvr>
                                    </p:animEffect>
                                  </p:childTnLst>
                                </p:cTn>
                              </p:par>
                            </p:childTnLst>
                          </p:cTn>
                        </p:par>
                        <p:par>
                          <p:cTn id="16" fill="hold">
                            <p:stCondLst>
                              <p:cond delay="2500"/>
                            </p:stCondLst>
                            <p:childTnLst>
                              <p:par>
                                <p:cTn id="17" presetID="14" presetClass="entr" presetSubtype="10" fill="hold" grpId="0" nodeType="after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randombar(horizontal)">
                                      <p:cBhvr>
                                        <p:cTn id="19"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838200"/>
                <a:ext cx="8229600" cy="4525963"/>
              </a:xfrm>
            </p:spPr>
            <p:txBody>
              <a:bodyPr>
                <a:normAutofit fontScale="92500" lnSpcReduction="10000"/>
              </a:bodyPr>
              <a:lstStyle/>
              <a:p>
                <a:pPr marL="0" indent="0">
                  <a:buNone/>
                </a:pPr>
                <a:r>
                  <a:rPr lang="en-US"/>
                  <a:t>Hai</a:t>
                </a:r>
                <a:r>
                  <a:rPr lang="en-US" dirty="0"/>
                  <a:t> </a:t>
                </a:r>
                <a:r>
                  <a:rPr lang="en-US" dirty="0" err="1"/>
                  <a:t>dây</a:t>
                </a:r>
                <a:r>
                  <a:rPr lang="en-US" dirty="0"/>
                  <a:t> </a:t>
                </a:r>
                <a:r>
                  <a:rPr lang="en-US" dirty="0" err="1"/>
                  <a:t>dẫn</a:t>
                </a:r>
                <a:r>
                  <a:rPr lang="en-US" dirty="0"/>
                  <a:t> </a:t>
                </a:r>
                <a:r>
                  <a:rPr lang="en-US" dirty="0" err="1"/>
                  <a:t>thẳng</a:t>
                </a:r>
                <a:r>
                  <a:rPr lang="en-US" dirty="0"/>
                  <a:t> song </a:t>
                </a:r>
                <a:r>
                  <a:rPr lang="en-US" dirty="0" err="1"/>
                  <a:t>song</a:t>
                </a:r>
                <a:r>
                  <a:rPr lang="en-US" dirty="0"/>
                  <a:t> </a:t>
                </a:r>
                <a:r>
                  <a:rPr lang="en-US" dirty="0" err="1"/>
                  <a:t>dài</a:t>
                </a:r>
                <a:r>
                  <a:rPr lang="en-US" dirty="0"/>
                  <a:t> </a:t>
                </a:r>
                <a:r>
                  <a:rPr lang="en-US" dirty="0" err="1"/>
                  <a:t>vô</a:t>
                </a:r>
                <a:r>
                  <a:rPr lang="en-US" dirty="0"/>
                  <a:t> </a:t>
                </a:r>
                <a:r>
                  <a:rPr lang="en-US" dirty="0" err="1"/>
                  <a:t>hạn</a:t>
                </a:r>
                <a:r>
                  <a:rPr lang="en-US" dirty="0"/>
                  <a:t>, </a:t>
                </a:r>
                <a:r>
                  <a:rPr lang="en-US" dirty="0" err="1"/>
                  <a:t>đặt</a:t>
                </a:r>
                <a:r>
                  <a:rPr lang="en-US" dirty="0"/>
                  <a:t> </a:t>
                </a:r>
                <a:r>
                  <a:rPr lang="en-US" dirty="0" err="1"/>
                  <a:t>cách</a:t>
                </a:r>
                <a:r>
                  <a:rPr lang="en-US" dirty="0"/>
                  <a:t> </a:t>
                </a:r>
                <a:r>
                  <a:rPr lang="en-US" dirty="0" err="1"/>
                  <a:t>nhau</a:t>
                </a:r>
                <a:r>
                  <a:rPr lang="en-US" dirty="0"/>
                  <a:t> </a:t>
                </a:r>
                <a:r>
                  <a:rPr lang="en-US" dirty="0" err="1"/>
                  <a:t>một</a:t>
                </a:r>
                <a:r>
                  <a:rPr lang="en-US" dirty="0"/>
                  <a:t> </a:t>
                </a:r>
                <a:r>
                  <a:rPr lang="en-US" dirty="0" err="1"/>
                  <a:t>khoảng</a:t>
                </a:r>
                <a:r>
                  <a:rPr lang="en-US" dirty="0"/>
                  <a:t> a = 0,2 m, </a:t>
                </a:r>
                <a:r>
                  <a:rPr lang="en-US" dirty="0" err="1"/>
                  <a:t>có</a:t>
                </a:r>
                <a:r>
                  <a:rPr lang="en-US" dirty="0"/>
                  <a:t> 2 </a:t>
                </a:r>
                <a:r>
                  <a:rPr lang="en-US" dirty="0" err="1"/>
                  <a:t>dòng</a:t>
                </a:r>
                <a:r>
                  <a:rPr lang="en-US" dirty="0"/>
                  <a:t> </a:t>
                </a:r>
                <a:r>
                  <a:rPr lang="en-US" dirty="0" err="1"/>
                  <a:t>điện</a:t>
                </a:r>
                <a:r>
                  <a:rPr lang="en-US" dirty="0"/>
                  <a:t> </a:t>
                </a:r>
                <a:r>
                  <a:rPr lang="en-US" dirty="0" err="1"/>
                  <a:t>cùng</a:t>
                </a:r>
                <a:r>
                  <a:rPr lang="en-US" dirty="0"/>
                  <a:t> </a:t>
                </a:r>
                <a:r>
                  <a:rPr lang="en-US" dirty="0" err="1"/>
                  <a:t>chiều</a:t>
                </a:r>
                <a:r>
                  <a:rPr lang="en-US" dirty="0"/>
                  <a:t> </a:t>
                </a:r>
                <a:r>
                  <a:rPr lang="en-US" dirty="0" err="1"/>
                  <a:t>cường</a:t>
                </a:r>
                <a:r>
                  <a:rPr lang="en-US" dirty="0"/>
                  <a:t> </a:t>
                </a:r>
                <a:r>
                  <a:rPr lang="en-US" dirty="0" err="1"/>
                  <a:t>độ</a:t>
                </a:r>
                <a:r>
                  <a:rPr lang="en-US" dirty="0"/>
                  <a:t> </a:t>
                </a:r>
                <a:r>
                  <a:rPr lang="en-US" dirty="0" err="1"/>
                  <a:t>lần</a:t>
                </a:r>
                <a:r>
                  <a:rPr lang="en-US" dirty="0"/>
                  <a:t> </a:t>
                </a:r>
                <a:r>
                  <a:rPr lang="en-US" dirty="0" err="1"/>
                  <a:t>lượt</a:t>
                </a:r>
                <a:r>
                  <a:rPr lang="en-US" dirty="0"/>
                  <a:t> </a:t>
                </a:r>
                <a:r>
                  <a:rPr lang="en-US" dirty="0" err="1"/>
                  <a:t>là</a:t>
                </a:r>
                <a:r>
                  <a:rPr lang="en-US" dirty="0"/>
                  <a:t> I</a:t>
                </a:r>
                <a:r>
                  <a:rPr lang="en-US" baseline="-25000" dirty="0"/>
                  <a:t>1</a:t>
                </a:r>
                <a:r>
                  <a:rPr lang="en-US" dirty="0"/>
                  <a:t> = 5 A, I</a:t>
                </a:r>
                <a:r>
                  <a:rPr lang="en-US" baseline="-25000" dirty="0"/>
                  <a:t>2</a:t>
                </a:r>
                <a:r>
                  <a:rPr lang="en-US" dirty="0"/>
                  <a:t> = 10 A </a:t>
                </a:r>
                <a:r>
                  <a:rPr lang="en-US" dirty="0" err="1"/>
                  <a:t>chạy</a:t>
                </a:r>
                <a:r>
                  <a:rPr lang="en-US" dirty="0"/>
                  <a:t> qua. </a:t>
                </a:r>
                <a:r>
                  <a:rPr lang="en-US" dirty="0" err="1"/>
                  <a:t>Một</a:t>
                </a:r>
                <a:r>
                  <a:rPr lang="en-US" dirty="0"/>
                  <a:t> </a:t>
                </a:r>
                <a:r>
                  <a:rPr lang="en-US" dirty="0" err="1"/>
                  <a:t>đoạn</a:t>
                </a:r>
                <a:r>
                  <a:rPr lang="en-US" dirty="0"/>
                  <a:t> </a:t>
                </a:r>
                <a:r>
                  <a:rPr lang="en-US" dirty="0" err="1"/>
                  <a:t>dây</a:t>
                </a:r>
                <a:r>
                  <a:rPr lang="en-US" dirty="0"/>
                  <a:t> </a:t>
                </a:r>
                <a:r>
                  <a:rPr lang="en-US" dirty="0" err="1"/>
                  <a:t>có</a:t>
                </a:r>
                <a:r>
                  <a:rPr lang="en-US" dirty="0"/>
                  <a:t> </a:t>
                </a:r>
                <a:r>
                  <a:rPr lang="en-US" dirty="0" err="1"/>
                  <a:t>chiều</a:t>
                </a:r>
                <a:r>
                  <a:rPr lang="en-US" dirty="0"/>
                  <a:t> </a:t>
                </a:r>
                <a:r>
                  <a:rPr lang="en-US" dirty="0" err="1"/>
                  <a:t>dài</a:t>
                </a:r>
                <a14:m>
                  <m:oMath xmlns:m="http://schemas.openxmlformats.org/officeDocument/2006/math">
                    <m:r>
                      <a:rPr lang="en-US" i="1" smtClean="0">
                        <a:latin typeface="Cambria Math"/>
                      </a:rPr>
                      <m:t> </m:t>
                    </m:r>
                    <m:r>
                      <a:rPr lang="en-US" i="1" smtClean="0">
                        <a:latin typeface="Cambria Math"/>
                      </a:rPr>
                      <m:t>𝑙</m:t>
                    </m:r>
                    <m:r>
                      <a:rPr lang="en-US" i="1" smtClean="0">
                        <a:latin typeface="Cambria Math"/>
                      </a:rPr>
                      <m:t> </m:t>
                    </m:r>
                  </m:oMath>
                </a14:m>
                <a:r>
                  <a:rPr lang="en-US" dirty="0"/>
                  <a:t>= 0,5 m </a:t>
                </a:r>
                <a:r>
                  <a:rPr lang="en-US" dirty="0" err="1"/>
                  <a:t>của</a:t>
                </a:r>
                <a:r>
                  <a:rPr lang="en-US" dirty="0"/>
                  <a:t> </a:t>
                </a:r>
                <a:r>
                  <a:rPr lang="en-US" dirty="0" err="1"/>
                  <a:t>dòng</a:t>
                </a:r>
                <a:r>
                  <a:rPr lang="en-US" dirty="0"/>
                  <a:t> </a:t>
                </a:r>
                <a:r>
                  <a:rPr lang="en-US" dirty="0" err="1"/>
                  <a:t>điện</a:t>
                </a:r>
                <a:r>
                  <a:rPr lang="en-US" dirty="0"/>
                  <a:t> I</a:t>
                </a:r>
                <a:r>
                  <a:rPr lang="en-US" baseline="-25000" dirty="0"/>
                  <a:t>2 </a:t>
                </a:r>
                <a:r>
                  <a:rPr lang="en-US" dirty="0" err="1"/>
                  <a:t>sẽ</a:t>
                </a:r>
                <a:r>
                  <a:rPr lang="en-US" dirty="0"/>
                  <a:t> </a:t>
                </a:r>
                <a:r>
                  <a:rPr lang="en-US" dirty="0" err="1"/>
                  <a:t>chịu</a:t>
                </a:r>
                <a:r>
                  <a:rPr lang="en-US" dirty="0"/>
                  <a:t> </a:t>
                </a:r>
                <a:r>
                  <a:rPr lang="en-US" dirty="0" err="1"/>
                  <a:t>một</a:t>
                </a:r>
                <a:r>
                  <a:rPr lang="en-US" dirty="0"/>
                  <a:t> </a:t>
                </a:r>
                <a:r>
                  <a:rPr lang="en-US" dirty="0" err="1"/>
                  <a:t>lực</a:t>
                </a:r>
                <a:r>
                  <a:rPr lang="en-US" dirty="0"/>
                  <a:t> </a:t>
                </a:r>
                <a:r>
                  <a:rPr lang="en-US" dirty="0" err="1"/>
                  <a:t>từ</a:t>
                </a:r>
                <a:r>
                  <a:rPr lang="en-US" dirty="0"/>
                  <a:t> </a:t>
                </a:r>
                <a:r>
                  <a:rPr lang="en-US" dirty="0" err="1"/>
                  <a:t>có</a:t>
                </a:r>
                <a:r>
                  <a:rPr lang="en-US" dirty="0"/>
                  <a:t> </a:t>
                </a:r>
                <a:r>
                  <a:rPr lang="en-US" dirty="0" err="1"/>
                  <a:t>độ</a:t>
                </a:r>
                <a:r>
                  <a:rPr lang="en-US" dirty="0"/>
                  <a:t> </a:t>
                </a:r>
                <a:r>
                  <a:rPr lang="en-US" dirty="0" err="1"/>
                  <a:t>lớn</a:t>
                </a:r>
                <a:r>
                  <a:rPr lang="en-US" dirty="0"/>
                  <a:t> </a:t>
                </a:r>
                <a:r>
                  <a:rPr lang="en-US" dirty="0" err="1"/>
                  <a:t>bằng</a:t>
                </a:r>
                <a:endParaRPr lang="en-US" dirty="0"/>
              </a:p>
              <a:p>
                <a:r>
                  <a:rPr lang="en-US" dirty="0"/>
                  <a:t>A. 	2,5.10</a:t>
                </a:r>
                <a:r>
                  <a:rPr lang="en-US" baseline="30000" dirty="0"/>
                  <a:t>-6 </a:t>
                </a:r>
                <a:r>
                  <a:rPr lang="en-US" dirty="0"/>
                  <a:t>N.</a:t>
                </a:r>
              </a:p>
              <a:p>
                <a:r>
                  <a:rPr lang="en-US" dirty="0"/>
                  <a:t>B. 	5.10</a:t>
                </a:r>
                <a:r>
                  <a:rPr lang="en-US" baseline="30000" dirty="0"/>
                  <a:t>-6 </a:t>
                </a:r>
                <a:r>
                  <a:rPr lang="en-US" dirty="0"/>
                  <a:t>N.</a:t>
                </a:r>
              </a:p>
              <a:p>
                <a:r>
                  <a:rPr lang="en-US" dirty="0"/>
                  <a:t>C. 	12,5.10</a:t>
                </a:r>
                <a:r>
                  <a:rPr lang="en-US" baseline="30000" dirty="0"/>
                  <a:t>-6 </a:t>
                </a:r>
                <a:r>
                  <a:rPr lang="en-US" dirty="0"/>
                  <a:t>N.</a:t>
                </a:r>
              </a:p>
              <a:p>
                <a:r>
                  <a:rPr lang="en-US" dirty="0"/>
                  <a:t>D. 	25.10</a:t>
                </a:r>
                <a:r>
                  <a:rPr lang="en-US" baseline="30000" dirty="0"/>
                  <a:t>-6 </a:t>
                </a:r>
                <a:r>
                  <a:rPr lang="en-US" dirty="0"/>
                  <a:t>N.</a:t>
                </a:r>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838200"/>
                <a:ext cx="8229600" cy="4525963"/>
              </a:xfrm>
              <a:blipFill rotWithShape="1">
                <a:blip r:embed="rId2"/>
                <a:stretch>
                  <a:fillRect l="-1704" t="-2695"/>
                </a:stretch>
              </a:blipFill>
            </p:spPr>
            <p:txBody>
              <a:bodyPr/>
              <a:lstStyle/>
              <a:p>
                <a:r>
                  <a:rPr lang="en-US">
                    <a:noFill/>
                  </a:rPr>
                  <a:t> </a:t>
                </a:r>
              </a:p>
            </p:txBody>
          </p:sp>
        </mc:Fallback>
      </mc:AlternateContent>
      <p:sp>
        <p:nvSpPr>
          <p:cNvPr id="2" name="Oval 1">
            <a:hlinkClick r:id="rId3" action="ppaction://hlinkfile"/>
          </p:cNvPr>
          <p:cNvSpPr/>
          <p:nvPr/>
        </p:nvSpPr>
        <p:spPr>
          <a:xfrm>
            <a:off x="8482940" y="6172200"/>
            <a:ext cx="304800" cy="304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Footer Placeholder 3">
            <a:extLst>
              <a:ext uri="{FF2B5EF4-FFF2-40B4-BE49-F238E27FC236}">
                <a16:creationId xmlns:a16="http://schemas.microsoft.com/office/drawing/2014/main" id="{F4A655C7-1E70-D84B-D3FA-576D47BBAEC7}"/>
              </a:ext>
            </a:extLst>
          </p:cNvPr>
          <p:cNvSpPr>
            <a:spLocks noGrp="1"/>
          </p:cNvSpPr>
          <p:nvPr>
            <p:ph type="ftr" sz="quarter" idx="11"/>
          </p:nvPr>
        </p:nvSpPr>
        <p:spPr/>
        <p:txBody>
          <a:bodyPr/>
          <a:lstStyle/>
          <a:p>
            <a:pPr>
              <a:defRPr/>
            </a:pPr>
            <a:r>
              <a:rPr lang="en-US"/>
              <a:t>Bùi Quốc Trung - VLDC</a:t>
            </a:r>
          </a:p>
        </p:txBody>
      </p:sp>
      <p:sp>
        <p:nvSpPr>
          <p:cNvPr id="5" name="Slide Number Placeholder 4">
            <a:extLst>
              <a:ext uri="{FF2B5EF4-FFF2-40B4-BE49-F238E27FC236}">
                <a16:creationId xmlns:a16="http://schemas.microsoft.com/office/drawing/2014/main" id="{E9159403-3062-1B86-361E-2B7E6C2FB53F}"/>
              </a:ext>
            </a:extLst>
          </p:cNvPr>
          <p:cNvSpPr>
            <a:spLocks noGrp="1"/>
          </p:cNvSpPr>
          <p:nvPr>
            <p:ph type="sldNum" sz="quarter" idx="12"/>
          </p:nvPr>
        </p:nvSpPr>
        <p:spPr/>
        <p:txBody>
          <a:bodyPr/>
          <a:lstStyle/>
          <a:p>
            <a:pPr>
              <a:defRPr/>
            </a:pPr>
            <a:fld id="{DA0BBFDE-23F6-4D0C-90FC-3AED58BCB197}" type="slidenum">
              <a:rPr lang="en-US" smtClean="0"/>
              <a:pPr>
                <a:defRPr/>
              </a:pPr>
              <a:t>39</a:t>
            </a:fld>
            <a:endParaRPr lang="en-US" dirty="0"/>
          </a:p>
        </p:txBody>
      </p:sp>
    </p:spTree>
    <p:extLst>
      <p:ext uri="{BB962C8B-B14F-4D97-AF65-F5344CB8AC3E}">
        <p14:creationId xmlns:p14="http://schemas.microsoft.com/office/powerpoint/2010/main" val="19766310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mph" presetSubtype="0" fill="hold" nodeType="clickEffect">
                                  <p:stCondLst>
                                    <p:cond delay="0"/>
                                  </p:stCondLst>
                                  <p:iterate type="lt">
                                    <p:tmPct val="4000"/>
                                  </p:iterate>
                                  <p:childTnLst>
                                    <p:set>
                                      <p:cBhvr override="childStyle">
                                        <p:cTn id="6" dur="500" fill="hold"/>
                                        <p:tgtEl>
                                          <p:spTgt spid="3">
                                            <p:txEl>
                                              <p:pRg st="4" end="4"/>
                                            </p:txEl>
                                          </p:spTgt>
                                        </p:tgtEl>
                                        <p:attrNameLst>
                                          <p:attrName>style.textDecorationUnderline</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838200"/>
            <a:ext cx="8229600" cy="5287963"/>
          </a:xfrm>
        </p:spPr>
        <p:txBody>
          <a:bodyPr>
            <a:normAutofit/>
          </a:bodyPr>
          <a:lstStyle/>
          <a:p>
            <a:pPr marL="0" indent="0">
              <a:buNone/>
            </a:pPr>
            <a:r>
              <a:rPr lang="en-US" dirty="0"/>
              <a:t>Hai </a:t>
            </a:r>
            <a:r>
              <a:rPr lang="en-US" dirty="0" err="1"/>
              <a:t>dây</a:t>
            </a:r>
            <a:r>
              <a:rPr lang="en-US" dirty="0"/>
              <a:t> </a:t>
            </a:r>
            <a:r>
              <a:rPr lang="en-US" dirty="0" err="1"/>
              <a:t>dẫn</a:t>
            </a:r>
            <a:r>
              <a:rPr lang="en-US" dirty="0"/>
              <a:t> </a:t>
            </a:r>
            <a:r>
              <a:rPr lang="en-US" dirty="0" err="1"/>
              <a:t>thẳng</a:t>
            </a:r>
            <a:r>
              <a:rPr lang="en-US" dirty="0"/>
              <a:t> </a:t>
            </a:r>
            <a:r>
              <a:rPr lang="en-US" dirty="0" err="1"/>
              <a:t>dài</a:t>
            </a:r>
            <a:r>
              <a:rPr lang="en-US" dirty="0"/>
              <a:t> </a:t>
            </a:r>
            <a:r>
              <a:rPr lang="en-US" dirty="0" err="1"/>
              <a:t>vô</a:t>
            </a:r>
            <a:r>
              <a:rPr lang="en-US" dirty="0"/>
              <a:t> </a:t>
            </a:r>
            <a:r>
              <a:rPr lang="en-US" dirty="0" err="1"/>
              <a:t>hạn</a:t>
            </a:r>
            <a:r>
              <a:rPr lang="en-US" dirty="0"/>
              <a:t>, </a:t>
            </a:r>
            <a:r>
              <a:rPr lang="en-US" dirty="0" err="1"/>
              <a:t>đặt</a:t>
            </a:r>
            <a:r>
              <a:rPr lang="en-US" dirty="0"/>
              <a:t> </a:t>
            </a:r>
            <a:r>
              <a:rPr lang="en-US" dirty="0" err="1"/>
              <a:t>cách</a:t>
            </a:r>
            <a:r>
              <a:rPr lang="en-US" dirty="0"/>
              <a:t> </a:t>
            </a:r>
            <a:r>
              <a:rPr lang="en-US" dirty="0" err="1"/>
              <a:t>nhau</a:t>
            </a:r>
            <a:r>
              <a:rPr lang="en-US" dirty="0"/>
              <a:t> </a:t>
            </a:r>
            <a:r>
              <a:rPr lang="en-US" dirty="0" err="1"/>
              <a:t>một</a:t>
            </a:r>
            <a:r>
              <a:rPr lang="en-US" dirty="0"/>
              <a:t> </a:t>
            </a:r>
            <a:r>
              <a:rPr lang="en-US" dirty="0" err="1"/>
              <a:t>khoảng</a:t>
            </a:r>
            <a:r>
              <a:rPr lang="en-US" dirty="0"/>
              <a:t> 10 cm </a:t>
            </a:r>
            <a:r>
              <a:rPr lang="en-US" dirty="0" err="1"/>
              <a:t>trong</a:t>
            </a:r>
            <a:r>
              <a:rPr lang="en-US" dirty="0"/>
              <a:t> </a:t>
            </a:r>
            <a:r>
              <a:rPr lang="en-US" dirty="0" err="1"/>
              <a:t>không</a:t>
            </a:r>
            <a:r>
              <a:rPr lang="en-US" dirty="0"/>
              <a:t> </a:t>
            </a:r>
            <a:r>
              <a:rPr lang="en-US" dirty="0" err="1"/>
              <a:t>khí</a:t>
            </a:r>
            <a:r>
              <a:rPr lang="en-US" dirty="0"/>
              <a:t>, </a:t>
            </a:r>
            <a:r>
              <a:rPr lang="en-US" dirty="0" err="1"/>
              <a:t>có</a:t>
            </a:r>
            <a:r>
              <a:rPr lang="en-US" dirty="0"/>
              <a:t> </a:t>
            </a:r>
            <a:r>
              <a:rPr lang="en-US" dirty="0" err="1"/>
              <a:t>dòng</a:t>
            </a:r>
            <a:r>
              <a:rPr lang="en-US" dirty="0"/>
              <a:t> </a:t>
            </a:r>
            <a:r>
              <a:rPr lang="en-US" dirty="0" err="1"/>
              <a:t>điện</a:t>
            </a:r>
            <a:r>
              <a:rPr lang="en-US" dirty="0"/>
              <a:t> I</a:t>
            </a:r>
            <a:r>
              <a:rPr lang="en-US" baseline="-25000" dirty="0"/>
              <a:t>1</a:t>
            </a:r>
            <a:r>
              <a:rPr lang="en-US" dirty="0"/>
              <a:t> = I</a:t>
            </a:r>
            <a:r>
              <a:rPr lang="en-US" baseline="-25000" dirty="0"/>
              <a:t>2</a:t>
            </a:r>
            <a:r>
              <a:rPr lang="en-US" dirty="0"/>
              <a:t> = 5 A </a:t>
            </a:r>
            <a:r>
              <a:rPr lang="en-US" dirty="0" err="1"/>
              <a:t>cùng</a:t>
            </a:r>
            <a:r>
              <a:rPr lang="en-US" dirty="0"/>
              <a:t> </a:t>
            </a:r>
            <a:r>
              <a:rPr lang="en-US" dirty="0" err="1"/>
              <a:t>chiều</a:t>
            </a:r>
            <a:r>
              <a:rPr lang="en-US" dirty="0"/>
              <a:t> </a:t>
            </a:r>
            <a:r>
              <a:rPr lang="en-US" dirty="0" err="1"/>
              <a:t>chạy</a:t>
            </a:r>
            <a:r>
              <a:rPr lang="en-US" dirty="0"/>
              <a:t> qua. </a:t>
            </a:r>
            <a:r>
              <a:rPr lang="en-US" dirty="0" err="1"/>
              <a:t>Cường</a:t>
            </a:r>
            <a:r>
              <a:rPr lang="en-US" dirty="0"/>
              <a:t> </a:t>
            </a:r>
            <a:r>
              <a:rPr lang="en-US" dirty="0" err="1"/>
              <a:t>độ</a:t>
            </a:r>
            <a:r>
              <a:rPr lang="en-US" dirty="0"/>
              <a:t> </a:t>
            </a:r>
            <a:r>
              <a:rPr lang="en-US" dirty="0" err="1"/>
              <a:t>từ</a:t>
            </a:r>
            <a:r>
              <a:rPr lang="en-US" dirty="0"/>
              <a:t> </a:t>
            </a:r>
            <a:r>
              <a:rPr lang="en-US" dirty="0" err="1"/>
              <a:t>trường</a:t>
            </a:r>
            <a:r>
              <a:rPr lang="en-US" dirty="0"/>
              <a:t> </a:t>
            </a:r>
            <a:r>
              <a:rPr lang="en-US" dirty="0" err="1"/>
              <a:t>tại</a:t>
            </a:r>
            <a:r>
              <a:rPr lang="en-US" dirty="0"/>
              <a:t> </a:t>
            </a:r>
            <a:r>
              <a:rPr lang="en-US" dirty="0" err="1"/>
              <a:t>điểm</a:t>
            </a:r>
            <a:r>
              <a:rPr lang="en-US" dirty="0"/>
              <a:t> M </a:t>
            </a:r>
            <a:r>
              <a:rPr lang="en-US" dirty="0" err="1"/>
              <a:t>cách</a:t>
            </a:r>
            <a:r>
              <a:rPr lang="en-US" dirty="0"/>
              <a:t> </a:t>
            </a:r>
            <a:r>
              <a:rPr lang="en-US" dirty="0" err="1"/>
              <a:t>đều</a:t>
            </a:r>
            <a:r>
              <a:rPr lang="en-US" dirty="0"/>
              <a:t> </a:t>
            </a:r>
            <a:r>
              <a:rPr lang="en-US" dirty="0" err="1"/>
              <a:t>hai</a:t>
            </a:r>
            <a:r>
              <a:rPr lang="en-US" dirty="0"/>
              <a:t> </a:t>
            </a:r>
            <a:r>
              <a:rPr lang="en-US" dirty="0" err="1"/>
              <a:t>dây</a:t>
            </a:r>
            <a:r>
              <a:rPr lang="en-US" dirty="0"/>
              <a:t> </a:t>
            </a:r>
            <a:r>
              <a:rPr lang="en-US" dirty="0" err="1"/>
              <a:t>một</a:t>
            </a:r>
            <a:r>
              <a:rPr lang="en-US" dirty="0"/>
              <a:t> </a:t>
            </a:r>
            <a:r>
              <a:rPr lang="en-US" dirty="0" err="1"/>
              <a:t>đoạn</a:t>
            </a:r>
            <a:r>
              <a:rPr lang="en-US" dirty="0"/>
              <a:t> 5 cm </a:t>
            </a:r>
            <a:r>
              <a:rPr lang="en-US" dirty="0" err="1"/>
              <a:t>là</a:t>
            </a:r>
            <a:endParaRPr lang="en-US" dirty="0"/>
          </a:p>
          <a:p>
            <a:r>
              <a:rPr lang="en-US" dirty="0"/>
              <a:t>A. 	0 A/m.</a:t>
            </a:r>
          </a:p>
          <a:p>
            <a:r>
              <a:rPr lang="en-US" dirty="0"/>
              <a:t>B. 	31,8 A/m.</a:t>
            </a:r>
          </a:p>
          <a:p>
            <a:r>
              <a:rPr lang="en-US" dirty="0"/>
              <a:t>C. 	3,18 A/m.</a:t>
            </a:r>
          </a:p>
          <a:p>
            <a:r>
              <a:rPr lang="en-US" dirty="0"/>
              <a:t>D. 	200 A/m</a:t>
            </a:r>
          </a:p>
        </p:txBody>
      </p:sp>
      <p:cxnSp>
        <p:nvCxnSpPr>
          <p:cNvPr id="4" name="Straight Connector 3"/>
          <p:cNvCxnSpPr/>
          <p:nvPr/>
        </p:nvCxnSpPr>
        <p:spPr>
          <a:xfrm>
            <a:off x="6848186" y="3429000"/>
            <a:ext cx="0" cy="2667000"/>
          </a:xfrm>
          <a:prstGeom prst="line">
            <a:avLst/>
          </a:prstGeom>
          <a:ln w="38100">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p:cNvCxnSpPr/>
          <p:nvPr/>
        </p:nvCxnSpPr>
        <p:spPr>
          <a:xfrm>
            <a:off x="8153400" y="3543300"/>
            <a:ext cx="0" cy="243840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6" name="Oval 5"/>
          <p:cNvSpPr/>
          <p:nvPr/>
        </p:nvSpPr>
        <p:spPr>
          <a:xfrm>
            <a:off x="7500158" y="4582984"/>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7042958" y="3964379"/>
            <a:ext cx="914400" cy="914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solidFill>
                  <a:srgbClr val="FF0000"/>
                </a:solidFill>
              </a:rPr>
              <a:t>M</a:t>
            </a:r>
          </a:p>
        </p:txBody>
      </p:sp>
      <p:cxnSp>
        <p:nvCxnSpPr>
          <p:cNvPr id="8" name="Straight Arrow Connector 7"/>
          <p:cNvCxnSpPr/>
          <p:nvPr/>
        </p:nvCxnSpPr>
        <p:spPr>
          <a:xfrm rot="16200000" flipV="1">
            <a:off x="7816407" y="4535085"/>
            <a:ext cx="685800" cy="1588"/>
          </a:xfrm>
          <a:prstGeom prst="straightConnector1">
            <a:avLst/>
          </a:prstGeom>
          <a:ln w="3492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rot="16200000" flipV="1">
            <a:off x="6504492" y="4418806"/>
            <a:ext cx="685800" cy="1588"/>
          </a:xfrm>
          <a:prstGeom prst="straightConnector1">
            <a:avLst/>
          </a:prstGeom>
          <a:ln w="3492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1" name="Rectangle 10"/>
          <p:cNvSpPr/>
          <p:nvPr/>
        </p:nvSpPr>
        <p:spPr>
          <a:xfrm>
            <a:off x="5933786" y="4072740"/>
            <a:ext cx="914400" cy="914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1">
                <a:solidFill>
                  <a:srgbClr val="FF0000"/>
                </a:solidFill>
              </a:rPr>
              <a:t>I1</a:t>
            </a:r>
          </a:p>
        </p:txBody>
      </p:sp>
      <p:sp>
        <p:nvSpPr>
          <p:cNvPr id="12" name="Rectangle 11"/>
          <p:cNvSpPr/>
          <p:nvPr/>
        </p:nvSpPr>
        <p:spPr>
          <a:xfrm>
            <a:off x="8144494" y="4305300"/>
            <a:ext cx="914400" cy="914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1">
                <a:solidFill>
                  <a:srgbClr val="FF0000"/>
                </a:solidFill>
              </a:rPr>
              <a:t>I2</a:t>
            </a:r>
          </a:p>
        </p:txBody>
      </p:sp>
      <p:sp>
        <p:nvSpPr>
          <p:cNvPr id="13" name="Flowchart: Connector 12"/>
          <p:cNvSpPr/>
          <p:nvPr/>
        </p:nvSpPr>
        <p:spPr>
          <a:xfrm>
            <a:off x="7177446" y="4628703"/>
            <a:ext cx="215835" cy="287979"/>
          </a:xfrm>
          <a:prstGeom prst="flowChartConnector">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3600" b="1" dirty="0"/>
              <a:t>+</a:t>
            </a:r>
          </a:p>
        </p:txBody>
      </p:sp>
      <p:sp>
        <p:nvSpPr>
          <p:cNvPr id="14" name="Flowchart: Connector 13"/>
          <p:cNvSpPr/>
          <p:nvPr/>
        </p:nvSpPr>
        <p:spPr>
          <a:xfrm>
            <a:off x="7619999" y="4305300"/>
            <a:ext cx="383077" cy="251260"/>
          </a:xfrm>
          <a:prstGeom prst="flowChartConnector">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3600" b="1" dirty="0"/>
              <a:t>.</a:t>
            </a:r>
          </a:p>
        </p:txBody>
      </p:sp>
      <mc:AlternateContent xmlns:mc="http://schemas.openxmlformats.org/markup-compatibility/2006" xmlns:a14="http://schemas.microsoft.com/office/drawing/2010/main">
        <mc:Choice Requires="a14">
          <p:sp>
            <p:nvSpPr>
              <p:cNvPr id="15" name="Rectangle 14"/>
              <p:cNvSpPr/>
              <p:nvPr/>
            </p:nvSpPr>
            <p:spPr>
              <a:xfrm>
                <a:off x="7039000" y="4960421"/>
                <a:ext cx="354281" cy="457200"/>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14:m>
                  <m:oMath xmlns:m="http://schemas.openxmlformats.org/officeDocument/2006/math">
                    <m:acc>
                      <m:accPr>
                        <m:chr m:val="⃗"/>
                        <m:ctrlPr>
                          <a:rPr lang="en-US" b="1" i="1" smtClean="0">
                            <a:latin typeface="Cambria Math" panose="02040503050406030204" pitchFamily="18" charset="0"/>
                          </a:rPr>
                        </m:ctrlPr>
                      </m:accPr>
                      <m:e>
                        <m:r>
                          <a:rPr lang="en-US" b="1" i="1" smtClean="0">
                            <a:latin typeface="Cambria Math"/>
                          </a:rPr>
                          <m:t>𝑩</m:t>
                        </m:r>
                        <m:r>
                          <a:rPr lang="en-US" b="1" i="1" smtClean="0">
                            <a:latin typeface="Cambria Math"/>
                          </a:rPr>
                          <m:t>𝟏</m:t>
                        </m:r>
                      </m:e>
                    </m:acc>
                  </m:oMath>
                </a14:m>
                <a:r>
                  <a:rPr lang="en-US" dirty="0"/>
                  <a:t> </a:t>
                </a:r>
              </a:p>
            </p:txBody>
          </p:sp>
        </mc:Choice>
        <mc:Fallback xmlns="">
          <p:sp>
            <p:nvSpPr>
              <p:cNvPr id="15" name="Rectangle 14"/>
              <p:cNvSpPr>
                <a:spLocks noRot="1" noChangeAspect="1" noMove="1" noResize="1" noEditPoints="1" noAdjustHandles="1" noChangeArrowheads="1" noChangeShapeType="1" noTextEdit="1"/>
              </p:cNvSpPr>
              <p:nvPr/>
            </p:nvSpPr>
            <p:spPr>
              <a:xfrm>
                <a:off x="7039000" y="4960421"/>
                <a:ext cx="354281" cy="457200"/>
              </a:xfrm>
              <a:prstGeom prst="rect">
                <a:avLst/>
              </a:prstGeom>
              <a:blipFill rotWithShape="1">
                <a:blip r:embed="rId2"/>
                <a:stretch>
                  <a:fillRect l="-15517" r="-17241"/>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Rectangle 15"/>
              <p:cNvSpPr/>
              <p:nvPr/>
            </p:nvSpPr>
            <p:spPr>
              <a:xfrm>
                <a:off x="7679374" y="4544092"/>
                <a:ext cx="354281" cy="457200"/>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14:m>
                  <m:oMath xmlns:m="http://schemas.openxmlformats.org/officeDocument/2006/math">
                    <m:acc>
                      <m:accPr>
                        <m:chr m:val="⃗"/>
                        <m:ctrlPr>
                          <a:rPr lang="en-US" b="1" i="1" smtClean="0">
                            <a:latin typeface="Cambria Math" panose="02040503050406030204" pitchFamily="18" charset="0"/>
                          </a:rPr>
                        </m:ctrlPr>
                      </m:accPr>
                      <m:e>
                        <m:r>
                          <a:rPr lang="en-US" b="1" i="1" smtClean="0">
                            <a:latin typeface="Cambria Math"/>
                          </a:rPr>
                          <m:t>𝑩</m:t>
                        </m:r>
                        <m:r>
                          <a:rPr lang="en-US" b="1" i="1" smtClean="0">
                            <a:latin typeface="Cambria Math"/>
                          </a:rPr>
                          <m:t>𝟐</m:t>
                        </m:r>
                      </m:e>
                    </m:acc>
                  </m:oMath>
                </a14:m>
                <a:r>
                  <a:rPr lang="en-US" dirty="0"/>
                  <a:t> </a:t>
                </a:r>
              </a:p>
            </p:txBody>
          </p:sp>
        </mc:Choice>
        <mc:Fallback xmlns="">
          <p:sp>
            <p:nvSpPr>
              <p:cNvPr id="16" name="Rectangle 15"/>
              <p:cNvSpPr>
                <a:spLocks noRot="1" noChangeAspect="1" noMove="1" noResize="1" noEditPoints="1" noAdjustHandles="1" noChangeArrowheads="1" noChangeShapeType="1" noTextEdit="1"/>
              </p:cNvSpPr>
              <p:nvPr/>
            </p:nvSpPr>
            <p:spPr>
              <a:xfrm>
                <a:off x="7679374" y="4544092"/>
                <a:ext cx="354281" cy="457200"/>
              </a:xfrm>
              <a:prstGeom prst="rect">
                <a:avLst/>
              </a:prstGeom>
              <a:blipFill rotWithShape="1">
                <a:blip r:embed="rId3"/>
                <a:stretch>
                  <a:fillRect l="-15517" r="-17241"/>
                </a:stretch>
              </a:blipFill>
              <a:ln>
                <a:noFill/>
              </a:ln>
            </p:spPr>
            <p:txBody>
              <a:bodyPr/>
              <a:lstStyle/>
              <a:p>
                <a:r>
                  <a:rPr lang="en-US">
                    <a:noFill/>
                  </a:rPr>
                  <a:t> </a:t>
                </a:r>
              </a:p>
            </p:txBody>
          </p:sp>
        </mc:Fallback>
      </mc:AlternateContent>
      <p:sp>
        <p:nvSpPr>
          <p:cNvPr id="2" name="Footer Placeholder 1">
            <a:extLst>
              <a:ext uri="{FF2B5EF4-FFF2-40B4-BE49-F238E27FC236}">
                <a16:creationId xmlns:a16="http://schemas.microsoft.com/office/drawing/2014/main" id="{540178E2-AEEA-8BBF-CEF7-5E3E38757C89}"/>
              </a:ext>
            </a:extLst>
          </p:cNvPr>
          <p:cNvSpPr>
            <a:spLocks noGrp="1"/>
          </p:cNvSpPr>
          <p:nvPr>
            <p:ph type="ftr" sz="quarter" idx="11"/>
          </p:nvPr>
        </p:nvSpPr>
        <p:spPr/>
        <p:txBody>
          <a:bodyPr/>
          <a:lstStyle/>
          <a:p>
            <a:pPr>
              <a:defRPr/>
            </a:pPr>
            <a:r>
              <a:rPr lang="en-US"/>
              <a:t>Bùi Quốc Trung - VLDC</a:t>
            </a:r>
          </a:p>
        </p:txBody>
      </p:sp>
      <p:sp>
        <p:nvSpPr>
          <p:cNvPr id="10" name="Slide Number Placeholder 9">
            <a:extLst>
              <a:ext uri="{FF2B5EF4-FFF2-40B4-BE49-F238E27FC236}">
                <a16:creationId xmlns:a16="http://schemas.microsoft.com/office/drawing/2014/main" id="{3E88719B-4013-E305-65A6-C28313A8EF7F}"/>
              </a:ext>
            </a:extLst>
          </p:cNvPr>
          <p:cNvSpPr>
            <a:spLocks noGrp="1"/>
          </p:cNvSpPr>
          <p:nvPr>
            <p:ph type="sldNum" sz="quarter" idx="12"/>
          </p:nvPr>
        </p:nvSpPr>
        <p:spPr/>
        <p:txBody>
          <a:bodyPr/>
          <a:lstStyle/>
          <a:p>
            <a:pPr>
              <a:defRPr/>
            </a:pPr>
            <a:fld id="{DA0BBFDE-23F6-4D0C-90FC-3AED58BCB197}" type="slidenum">
              <a:rPr lang="en-US" smtClean="0"/>
              <a:pPr>
                <a:defRPr/>
              </a:pPr>
              <a:t>40</a:t>
            </a:fld>
            <a:endParaRPr lang="en-US" dirty="0"/>
          </a:p>
        </p:txBody>
      </p:sp>
    </p:spTree>
    <p:extLst>
      <p:ext uri="{BB962C8B-B14F-4D97-AF65-F5344CB8AC3E}">
        <p14:creationId xmlns:p14="http://schemas.microsoft.com/office/powerpoint/2010/main" val="14074039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randombar(horizontal)">
                                      <p:cBhvr>
                                        <p:cTn id="7" dur="500"/>
                                        <p:tgtEl>
                                          <p:spTgt spid="4"/>
                                        </p:tgtEl>
                                      </p:cBhvr>
                                    </p:animEffect>
                                  </p:childTnLst>
                                </p:cTn>
                              </p:par>
                              <p:par>
                                <p:cTn id="8" presetID="14" presetClass="entr" presetSubtype="1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randombar(horizontal)">
                                      <p:cBhvr>
                                        <p:cTn id="10" dur="500"/>
                                        <p:tgtEl>
                                          <p:spTgt spid="5"/>
                                        </p:tgtEl>
                                      </p:cBhvr>
                                    </p:animEffect>
                                  </p:childTnLst>
                                </p:cTn>
                              </p:par>
                            </p:childTnLst>
                          </p:cTn>
                        </p:par>
                        <p:par>
                          <p:cTn id="11" fill="hold">
                            <p:stCondLst>
                              <p:cond delay="500"/>
                            </p:stCondLst>
                            <p:childTnLst>
                              <p:par>
                                <p:cTn id="12" presetID="14" presetClass="entr" presetSubtype="10" fill="hold" nodeType="after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randombar(horizontal)">
                                      <p:cBhvr>
                                        <p:cTn id="14" dur="5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18" presetClass="emph" presetSubtype="0" fill="hold" nodeType="clickEffect">
                                  <p:stCondLst>
                                    <p:cond delay="0"/>
                                  </p:stCondLst>
                                  <p:iterate type="lt">
                                    <p:tmPct val="4000"/>
                                  </p:iterate>
                                  <p:childTnLst>
                                    <p:set>
                                      <p:cBhvr override="childStyle">
                                        <p:cTn id="18" dur="500" fill="hold"/>
                                        <p:tgtEl>
                                          <p:spTgt spid="3">
                                            <p:txEl>
                                              <p:pRg st="1" end="1"/>
                                            </p:txEl>
                                          </p:spTgt>
                                        </p:tgtEl>
                                        <p:attrNameLst>
                                          <p:attrName>style.textDecorationUnderline</p:attrName>
                                        </p:attrNameLst>
                                      </p:cBhvr>
                                      <p:to>
                                        <p:strVal val="true"/>
                                      </p:to>
                                    </p:set>
                                  </p:childTnLst>
                                </p:cTn>
                              </p:par>
                            </p:childTnLst>
                          </p:cTn>
                        </p:par>
                      </p:childTnLst>
                    </p:cTn>
                  </p:par>
                  <p:par>
                    <p:cTn id="19" fill="hold">
                      <p:stCondLst>
                        <p:cond delay="indefinite"/>
                      </p:stCondLst>
                      <p:childTnLst>
                        <p:par>
                          <p:cTn id="20" fill="hold">
                            <p:stCondLst>
                              <p:cond delay="0"/>
                            </p:stCondLst>
                            <p:childTnLst>
                              <p:par>
                                <p:cTn id="21" presetID="14" presetClass="entr" presetSubtype="1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randombar(horizontal)">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14" presetClass="entr" presetSubtype="10" fill="hold" grpId="0" nodeType="click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randombar(horizontal)">
                                      <p:cBhvr>
                                        <p:cTn id="28" dur="500"/>
                                        <p:tgtEl>
                                          <p:spTgt spid="13"/>
                                        </p:tgtEl>
                                      </p:cBhvr>
                                    </p:animEffect>
                                  </p:childTnLst>
                                </p:cTn>
                              </p:par>
                            </p:childTnLst>
                          </p:cTn>
                        </p:par>
                      </p:childTnLst>
                    </p:cTn>
                  </p:par>
                  <p:par>
                    <p:cTn id="29" fill="hold">
                      <p:stCondLst>
                        <p:cond delay="indefinite"/>
                      </p:stCondLst>
                      <p:childTnLst>
                        <p:par>
                          <p:cTn id="30" fill="hold">
                            <p:stCondLst>
                              <p:cond delay="0"/>
                            </p:stCondLst>
                            <p:childTnLst>
                              <p:par>
                                <p:cTn id="31" presetID="14" presetClass="entr" presetSubtype="10" fill="hold" grpId="0" nodeType="clickEffect">
                                  <p:stCondLst>
                                    <p:cond delay="0"/>
                                  </p:stCondLst>
                                  <p:childTnLst>
                                    <p:set>
                                      <p:cBhvr>
                                        <p:cTn id="32" dur="1" fill="hold">
                                          <p:stCondLst>
                                            <p:cond delay="0"/>
                                          </p:stCondLst>
                                        </p:cTn>
                                        <p:tgtEl>
                                          <p:spTgt spid="16"/>
                                        </p:tgtEl>
                                        <p:attrNameLst>
                                          <p:attrName>style.visibility</p:attrName>
                                        </p:attrNameLst>
                                      </p:cBhvr>
                                      <p:to>
                                        <p:strVal val="visible"/>
                                      </p:to>
                                    </p:set>
                                    <p:animEffect transition="in" filter="randombar(horizontal)">
                                      <p:cBhvr>
                                        <p:cTn id="33" dur="500"/>
                                        <p:tgtEl>
                                          <p:spTgt spid="16"/>
                                        </p:tgtEl>
                                      </p:cBhvr>
                                    </p:animEffect>
                                  </p:childTnLst>
                                </p:cTn>
                              </p:par>
                            </p:childTnLst>
                          </p:cTn>
                        </p:par>
                      </p:childTnLst>
                    </p:cTn>
                  </p:par>
                  <p:par>
                    <p:cTn id="34" fill="hold">
                      <p:stCondLst>
                        <p:cond delay="indefinite"/>
                      </p:stCondLst>
                      <p:childTnLst>
                        <p:par>
                          <p:cTn id="35" fill="hold">
                            <p:stCondLst>
                              <p:cond delay="0"/>
                            </p:stCondLst>
                            <p:childTnLst>
                              <p:par>
                                <p:cTn id="36" presetID="14" presetClass="entr" presetSubtype="10" fill="hold" grpId="0" nodeType="click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randombar(horizontal)">
                                      <p:cBhvr>
                                        <p:cTn id="38"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p:bldP spid="16" grpId="0"/>
    </p:bldLst>
  </p:timing>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6" name="Rounded Rectangle 45"/>
          <p:cNvSpPr/>
          <p:nvPr/>
        </p:nvSpPr>
        <p:spPr>
          <a:xfrm>
            <a:off x="2743200" y="4406900"/>
            <a:ext cx="2438400" cy="698500"/>
          </a:xfrm>
          <a:prstGeom prst="roundRect">
            <a:avLst/>
          </a:prstGeom>
          <a:solidFill>
            <a:srgbClr val="57F7F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 name="Title 1"/>
          <p:cNvSpPr txBox="1">
            <a:spLocks/>
          </p:cNvSpPr>
          <p:nvPr/>
        </p:nvSpPr>
        <p:spPr bwMode="auto">
          <a:xfrm>
            <a:off x="533400" y="76200"/>
            <a:ext cx="5867400" cy="762000"/>
          </a:xfrm>
          <a:prstGeom prst="rect">
            <a:avLst/>
          </a:prstGeom>
          <a:noFill/>
          <a:ln w="9525">
            <a:noFill/>
            <a:miter lim="800000"/>
            <a:headEnd/>
            <a:tailEnd/>
          </a:ln>
        </p:spPr>
        <p:txBody>
          <a:bodyPr lIns="0" rIns="0" bIns="0" anchor="b"/>
          <a:lstStyle/>
          <a:p>
            <a:pPr>
              <a:spcBef>
                <a:spcPts val="0"/>
              </a:spcBef>
              <a:defRPr/>
            </a:pPr>
            <a:r>
              <a:rPr lang="en-US" sz="2400" b="1" dirty="0">
                <a:solidFill>
                  <a:srgbClr val="002060"/>
                </a:solidFill>
                <a:latin typeface="Times New Roman" pitchFamily="18" charset="0"/>
                <a:ea typeface="+mj-ea"/>
                <a:cs typeface="Times New Roman" pitchFamily="18" charset="0"/>
              </a:rPr>
              <a:t>9.4 ĐIỆN TÍCH CHUYỂN ĐỘNG TRONG                     </a:t>
            </a:r>
          </a:p>
          <a:p>
            <a:pPr>
              <a:spcBef>
                <a:spcPts val="0"/>
              </a:spcBef>
              <a:defRPr/>
            </a:pPr>
            <a:r>
              <a:rPr lang="en-US" sz="2400" b="1" dirty="0">
                <a:solidFill>
                  <a:srgbClr val="002060"/>
                </a:solidFill>
                <a:latin typeface="Times New Roman" pitchFamily="18" charset="0"/>
                <a:ea typeface="+mj-ea"/>
                <a:cs typeface="Times New Roman" pitchFamily="18" charset="0"/>
              </a:rPr>
              <a:t>               TỪ TR</a:t>
            </a:r>
            <a:r>
              <a:rPr lang="vi-VN" sz="2400" b="1" dirty="0">
                <a:solidFill>
                  <a:srgbClr val="002060"/>
                </a:solidFill>
                <a:latin typeface="Times New Roman" pitchFamily="18" charset="0"/>
                <a:ea typeface="+mj-ea"/>
                <a:cs typeface="Times New Roman" pitchFamily="18" charset="0"/>
              </a:rPr>
              <a:t>ƯỜ</a:t>
            </a:r>
            <a:r>
              <a:rPr lang="en-US" sz="2400" b="1" dirty="0">
                <a:solidFill>
                  <a:srgbClr val="002060"/>
                </a:solidFill>
                <a:latin typeface="Times New Roman" pitchFamily="18" charset="0"/>
                <a:ea typeface="+mj-ea"/>
                <a:cs typeface="Times New Roman" pitchFamily="18" charset="0"/>
              </a:rPr>
              <a:t>NG KHÔNG ĐỔI</a:t>
            </a:r>
          </a:p>
        </p:txBody>
      </p:sp>
      <p:sp>
        <p:nvSpPr>
          <p:cNvPr id="3" name="Content Placeholder 2"/>
          <p:cNvSpPr txBox="1">
            <a:spLocks/>
          </p:cNvSpPr>
          <p:nvPr/>
        </p:nvSpPr>
        <p:spPr bwMode="auto">
          <a:xfrm>
            <a:off x="685800" y="762000"/>
            <a:ext cx="8001000" cy="609600"/>
          </a:xfrm>
          <a:prstGeom prst="rect">
            <a:avLst/>
          </a:prstGeom>
          <a:noFill/>
          <a:ln w="9525">
            <a:noFill/>
            <a:miter lim="800000"/>
            <a:headEnd/>
            <a:tailEnd/>
          </a:ln>
        </p:spPr>
        <p:txBody>
          <a:bodyPr/>
          <a:lstStyle/>
          <a:p>
            <a:pPr marL="274320" indent="-274320" fontAlgn="auto">
              <a:spcBef>
                <a:spcPct val="20000"/>
              </a:spcBef>
              <a:spcAft>
                <a:spcPts val="0"/>
              </a:spcAft>
              <a:buClr>
                <a:schemeClr val="accent3"/>
              </a:buClr>
              <a:buSzPct val="95000"/>
              <a:defRPr/>
            </a:pPr>
            <a:r>
              <a:rPr lang="en-US" sz="2400" b="1" dirty="0">
                <a:latin typeface="Times New Roman" pitchFamily="18" charset="0"/>
                <a:cs typeface="Times New Roman" pitchFamily="18" charset="0"/>
              </a:rPr>
              <a:t>9.4.1 </a:t>
            </a:r>
            <a:r>
              <a:rPr lang="en-US" sz="2400" b="1" u="sng" dirty="0" err="1">
                <a:latin typeface="Times New Roman" pitchFamily="18" charset="0"/>
                <a:cs typeface="Times New Roman" pitchFamily="18" charset="0"/>
              </a:rPr>
              <a:t>Tác</a:t>
            </a:r>
            <a:r>
              <a:rPr lang="en-US" sz="2400" b="1" u="sng" dirty="0">
                <a:latin typeface="Times New Roman" pitchFamily="18" charset="0"/>
                <a:cs typeface="Times New Roman" pitchFamily="18" charset="0"/>
              </a:rPr>
              <a:t> </a:t>
            </a:r>
            <a:r>
              <a:rPr lang="en-US" sz="2400" b="1" u="sng" dirty="0" err="1">
                <a:latin typeface="Times New Roman" pitchFamily="18" charset="0"/>
                <a:cs typeface="Times New Roman" pitchFamily="18" charset="0"/>
              </a:rPr>
              <a:t>dụng</a:t>
            </a:r>
            <a:r>
              <a:rPr lang="en-US" sz="2400" b="1" u="sng" dirty="0">
                <a:latin typeface="Times New Roman" pitchFamily="18" charset="0"/>
                <a:cs typeface="Times New Roman" pitchFamily="18" charset="0"/>
              </a:rPr>
              <a:t> </a:t>
            </a:r>
            <a:r>
              <a:rPr lang="en-US" sz="2400" b="1" u="sng" dirty="0" err="1">
                <a:latin typeface="Times New Roman" pitchFamily="18" charset="0"/>
                <a:cs typeface="Times New Roman" pitchFamily="18" charset="0"/>
              </a:rPr>
              <a:t>của</a:t>
            </a:r>
            <a:r>
              <a:rPr lang="en-US" sz="2400" b="1" u="sng" dirty="0">
                <a:latin typeface="Times New Roman" pitchFamily="18" charset="0"/>
                <a:cs typeface="Times New Roman" pitchFamily="18" charset="0"/>
              </a:rPr>
              <a:t> t</a:t>
            </a:r>
            <a:r>
              <a:rPr lang="vi-VN" sz="2400" b="1" u="sng" dirty="0">
                <a:latin typeface="Times New Roman" pitchFamily="18" charset="0"/>
                <a:cs typeface="Times New Roman" pitchFamily="18" charset="0"/>
              </a:rPr>
              <a:t>ừ</a:t>
            </a:r>
            <a:r>
              <a:rPr lang="en-US" sz="2400" b="1" u="sng" dirty="0">
                <a:latin typeface="Times New Roman" pitchFamily="18" charset="0"/>
                <a:cs typeface="Times New Roman" pitchFamily="18" charset="0"/>
              </a:rPr>
              <a:t> </a:t>
            </a:r>
            <a:r>
              <a:rPr lang="en-US" sz="2400" b="1" u="sng" dirty="0" err="1">
                <a:latin typeface="Times New Roman" pitchFamily="18" charset="0"/>
                <a:cs typeface="Times New Roman" pitchFamily="18" charset="0"/>
              </a:rPr>
              <a:t>tr</a:t>
            </a:r>
            <a:r>
              <a:rPr lang="vi-VN" sz="2400" b="1" u="sng" dirty="0">
                <a:latin typeface="Times New Roman" pitchFamily="18" charset="0"/>
                <a:cs typeface="Times New Roman" pitchFamily="18" charset="0"/>
              </a:rPr>
              <a:t>ường</a:t>
            </a:r>
            <a:r>
              <a:rPr lang="en-US" sz="2400" b="1" u="sng" dirty="0">
                <a:latin typeface="Times New Roman" pitchFamily="18" charset="0"/>
                <a:cs typeface="Times New Roman" pitchFamily="18" charset="0"/>
              </a:rPr>
              <a:t> </a:t>
            </a:r>
            <a:r>
              <a:rPr lang="en-US" sz="2400" b="1" u="sng" dirty="0" err="1">
                <a:latin typeface="Times New Roman" pitchFamily="18" charset="0"/>
                <a:cs typeface="Times New Roman" pitchFamily="18" charset="0"/>
              </a:rPr>
              <a:t>lên</a:t>
            </a:r>
            <a:r>
              <a:rPr lang="en-US" sz="2400" b="1" u="sng" dirty="0">
                <a:latin typeface="Times New Roman" pitchFamily="18" charset="0"/>
                <a:cs typeface="Times New Roman" pitchFamily="18" charset="0"/>
              </a:rPr>
              <a:t> </a:t>
            </a:r>
            <a:r>
              <a:rPr lang="vi-VN" sz="2400" b="1" u="sng" dirty="0">
                <a:latin typeface="Times New Roman" pitchFamily="18" charset="0"/>
                <a:cs typeface="Times New Roman" pitchFamily="18" charset="0"/>
              </a:rPr>
              <a:t>đ</a:t>
            </a:r>
            <a:r>
              <a:rPr lang="en-US" sz="2400" b="1" u="sng" dirty="0" err="1">
                <a:latin typeface="Times New Roman" pitchFamily="18" charset="0"/>
                <a:cs typeface="Times New Roman" pitchFamily="18" charset="0"/>
              </a:rPr>
              <a:t>iện</a:t>
            </a:r>
            <a:r>
              <a:rPr lang="en-US" sz="2400" b="1" u="sng" dirty="0">
                <a:latin typeface="Times New Roman" pitchFamily="18" charset="0"/>
                <a:cs typeface="Times New Roman" pitchFamily="18" charset="0"/>
              </a:rPr>
              <a:t> </a:t>
            </a:r>
            <a:r>
              <a:rPr lang="en-US" sz="2400" b="1" u="sng" dirty="0" err="1">
                <a:latin typeface="Times New Roman" pitchFamily="18" charset="0"/>
                <a:cs typeface="Times New Roman" pitchFamily="18" charset="0"/>
              </a:rPr>
              <a:t>tích</a:t>
            </a:r>
            <a:r>
              <a:rPr lang="en-US" sz="2400" b="1" u="sng" dirty="0">
                <a:latin typeface="Times New Roman" pitchFamily="18" charset="0"/>
                <a:cs typeface="Times New Roman" pitchFamily="18" charset="0"/>
              </a:rPr>
              <a:t> </a:t>
            </a:r>
            <a:r>
              <a:rPr lang="en-US" sz="2400" b="1" u="sng" dirty="0" err="1">
                <a:latin typeface="Times New Roman" pitchFamily="18" charset="0"/>
                <a:cs typeface="Times New Roman" pitchFamily="18" charset="0"/>
              </a:rPr>
              <a:t>chuyển</a:t>
            </a:r>
            <a:r>
              <a:rPr lang="en-US" sz="2400" b="1" u="sng" dirty="0">
                <a:latin typeface="Times New Roman" pitchFamily="18" charset="0"/>
                <a:cs typeface="Times New Roman" pitchFamily="18" charset="0"/>
              </a:rPr>
              <a:t> </a:t>
            </a:r>
            <a:r>
              <a:rPr lang="vi-VN" sz="2400" b="1" u="sng" dirty="0">
                <a:latin typeface="Times New Roman" pitchFamily="18" charset="0"/>
                <a:cs typeface="Times New Roman" pitchFamily="18" charset="0"/>
              </a:rPr>
              <a:t>động </a:t>
            </a:r>
            <a:r>
              <a:rPr lang="en-US" sz="2400" b="1" dirty="0">
                <a:latin typeface="Times New Roman" pitchFamily="18" charset="0"/>
                <a:cs typeface="Times New Roman" pitchFamily="18" charset="0"/>
              </a:rPr>
              <a:t>:</a:t>
            </a:r>
          </a:p>
        </p:txBody>
      </p:sp>
      <p:sp>
        <p:nvSpPr>
          <p:cNvPr id="7" name="Content Placeholder 2"/>
          <p:cNvSpPr txBox="1">
            <a:spLocks/>
          </p:cNvSpPr>
          <p:nvPr/>
        </p:nvSpPr>
        <p:spPr bwMode="auto">
          <a:xfrm>
            <a:off x="152400" y="1219200"/>
            <a:ext cx="8153400" cy="457200"/>
          </a:xfrm>
          <a:prstGeom prst="rect">
            <a:avLst/>
          </a:prstGeom>
          <a:noFill/>
          <a:ln w="9525">
            <a:noFill/>
            <a:miter lim="800000"/>
            <a:headEnd/>
            <a:tailEnd/>
          </a:ln>
        </p:spPr>
        <p:txBody>
          <a:bodyPr/>
          <a:lstStyle/>
          <a:p>
            <a:pPr marL="274320" indent="-274320" fontAlgn="auto">
              <a:spcBef>
                <a:spcPct val="20000"/>
              </a:spcBef>
              <a:spcAft>
                <a:spcPts val="0"/>
              </a:spcAft>
              <a:buClr>
                <a:schemeClr val="accent3"/>
              </a:buClr>
              <a:buSzPct val="95000"/>
              <a:defRPr/>
            </a:pPr>
            <a:r>
              <a:rPr lang="en-US" sz="3200" b="1">
                <a:solidFill>
                  <a:srgbClr val="080CA8"/>
                </a:solidFill>
                <a:latin typeface="Times New Roman" pitchFamily="18" charset="0"/>
                <a:cs typeface="Times New Roman" pitchFamily="18" charset="0"/>
              </a:rPr>
              <a:t>Điện tích chuyển </a:t>
            </a:r>
            <a:r>
              <a:rPr lang="vi-VN" sz="3200" b="1">
                <a:solidFill>
                  <a:srgbClr val="080CA8"/>
                </a:solidFill>
                <a:latin typeface="Times New Roman" pitchFamily="18" charset="0"/>
                <a:cs typeface="Times New Roman" pitchFamily="18" charset="0"/>
              </a:rPr>
              <a:t>động</a:t>
            </a:r>
            <a:r>
              <a:rPr lang="en-US" sz="3200" b="1">
                <a:solidFill>
                  <a:srgbClr val="080CA8"/>
                </a:solidFill>
                <a:latin typeface="Times New Roman" pitchFamily="18" charset="0"/>
                <a:cs typeface="Times New Roman" pitchFamily="18" charset="0"/>
              </a:rPr>
              <a:t> </a:t>
            </a:r>
            <a:r>
              <a:rPr lang="en-US" sz="2800" b="1">
                <a:solidFill>
                  <a:srgbClr val="080CA8"/>
                </a:solidFill>
                <a:latin typeface="Times New Roman" pitchFamily="18" charset="0"/>
                <a:cs typeface="Times New Roman" pitchFamily="18" charset="0"/>
                <a:sym typeface="Wingdings"/>
              </a:rPr>
              <a:t></a:t>
            </a:r>
            <a:r>
              <a:rPr lang="en-US" sz="3200" b="1">
                <a:solidFill>
                  <a:srgbClr val="080CA8"/>
                </a:solidFill>
                <a:latin typeface="Times New Roman" pitchFamily="18" charset="0"/>
                <a:cs typeface="Times New Roman" pitchFamily="18" charset="0"/>
                <a:sym typeface="Wingdings"/>
              </a:rPr>
              <a:t> </a:t>
            </a:r>
            <a:r>
              <a:rPr lang="en-US" sz="3200" b="1">
                <a:solidFill>
                  <a:srgbClr val="080CA8"/>
                </a:solidFill>
                <a:latin typeface="Times New Roman" pitchFamily="18" charset="0"/>
                <a:cs typeface="Times New Roman" pitchFamily="18" charset="0"/>
              </a:rPr>
              <a:t>phần tử dòng điện</a:t>
            </a:r>
            <a:endParaRPr lang="en-US" sz="3200" b="1" dirty="0">
              <a:solidFill>
                <a:srgbClr val="080CA8"/>
              </a:solidFill>
              <a:latin typeface="Times New Roman" pitchFamily="18" charset="0"/>
              <a:cs typeface="Times New Roman" pitchFamily="18" charset="0"/>
            </a:endParaRPr>
          </a:p>
        </p:txBody>
      </p:sp>
      <p:grpSp>
        <p:nvGrpSpPr>
          <p:cNvPr id="8" name="Group 43"/>
          <p:cNvGrpSpPr>
            <a:grpSpLocks/>
          </p:cNvGrpSpPr>
          <p:nvPr/>
        </p:nvGrpSpPr>
        <p:grpSpPr bwMode="auto">
          <a:xfrm>
            <a:off x="7237413" y="2773363"/>
            <a:ext cx="381000" cy="381000"/>
            <a:chOff x="5715000" y="3581400"/>
            <a:chExt cx="381000" cy="381000"/>
          </a:xfrm>
        </p:grpSpPr>
        <p:sp>
          <p:nvSpPr>
            <p:cNvPr id="10" name="Oval 9"/>
            <p:cNvSpPr/>
            <p:nvPr/>
          </p:nvSpPr>
          <p:spPr>
            <a:xfrm>
              <a:off x="5715000" y="3581400"/>
              <a:ext cx="381000" cy="381000"/>
            </a:xfrm>
            <a:prstGeom prst="ellipse">
              <a:avLst/>
            </a:prstGeom>
            <a:solidFill>
              <a:srgbClr val="57F7FB"/>
            </a:solidFill>
            <a:ln w="3810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cxnSp>
          <p:nvCxnSpPr>
            <p:cNvPr id="12" name="Straight Connector 11"/>
            <p:cNvCxnSpPr/>
            <p:nvPr/>
          </p:nvCxnSpPr>
          <p:spPr>
            <a:xfrm rot="16200000" flipH="1">
              <a:off x="5772150" y="3787775"/>
              <a:ext cx="266700"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rot="10800000" flipH="1">
              <a:off x="5773737" y="3771900"/>
              <a:ext cx="266700" cy="1587"/>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grpSp>
      <p:cxnSp>
        <p:nvCxnSpPr>
          <p:cNvPr id="26" name="Straight Arrow Connector 25"/>
          <p:cNvCxnSpPr/>
          <p:nvPr/>
        </p:nvCxnSpPr>
        <p:spPr>
          <a:xfrm rot="5400000" flipH="1" flipV="1">
            <a:off x="7639051" y="2087562"/>
            <a:ext cx="665162" cy="817563"/>
          </a:xfrm>
          <a:prstGeom prst="straightConnector1">
            <a:avLst/>
          </a:prstGeom>
          <a:ln w="38100">
            <a:solidFill>
              <a:srgbClr val="0808FC"/>
            </a:solidFill>
            <a:tailEnd type="arrow"/>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p:nvPr/>
        </p:nvCxnSpPr>
        <p:spPr>
          <a:xfrm rot="16200000" flipV="1">
            <a:off x="6913563" y="2259013"/>
            <a:ext cx="990600" cy="38100"/>
          </a:xfrm>
          <a:prstGeom prst="straightConnector1">
            <a:avLst/>
          </a:prstGeom>
          <a:ln w="38100">
            <a:solidFill>
              <a:srgbClr val="002060"/>
            </a:solidFill>
            <a:tailEnd type="arrow"/>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p:nvPr/>
        </p:nvCxnSpPr>
        <p:spPr>
          <a:xfrm rot="16200000" flipH="1">
            <a:off x="7753350" y="2908300"/>
            <a:ext cx="817563" cy="1198563"/>
          </a:xfrm>
          <a:prstGeom prst="straightConnector1">
            <a:avLst/>
          </a:prstGeom>
          <a:ln w="38100">
            <a:solidFill>
              <a:srgbClr val="C00000"/>
            </a:solidFill>
            <a:tailEnd type="arrow"/>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a:off x="7680325" y="2711450"/>
            <a:ext cx="228600" cy="187325"/>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rot="10800000" flipV="1">
            <a:off x="7618413" y="2905125"/>
            <a:ext cx="304800" cy="228600"/>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a:xfrm>
            <a:off x="7439025" y="2571750"/>
            <a:ext cx="179388" cy="125413"/>
          </a:xfrm>
          <a:prstGeom prst="line">
            <a:avLst/>
          </a:prstGeom>
          <a:ln w="38100">
            <a:solidFill>
              <a:srgbClr val="EF8F03"/>
            </a:solidFill>
          </a:ln>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a:xfrm rot="5400000">
            <a:off x="7389019" y="2924969"/>
            <a:ext cx="457200" cy="1588"/>
          </a:xfrm>
          <a:prstGeom prst="line">
            <a:avLst/>
          </a:prstGeom>
          <a:ln w="38100">
            <a:solidFill>
              <a:srgbClr val="EF8F03"/>
            </a:solidFill>
          </a:ln>
        </p:spPr>
        <p:style>
          <a:lnRef idx="1">
            <a:schemeClr val="accent1"/>
          </a:lnRef>
          <a:fillRef idx="0">
            <a:schemeClr val="accent1"/>
          </a:fillRef>
          <a:effectRef idx="0">
            <a:schemeClr val="accent1"/>
          </a:effectRef>
          <a:fontRef idx="minor">
            <a:schemeClr val="tx1"/>
          </a:fontRef>
        </p:style>
      </p:cxnSp>
      <p:graphicFrame>
        <p:nvGraphicFramePr>
          <p:cNvPr id="27650" name="Object 4"/>
          <p:cNvGraphicFramePr>
            <a:graphicFrameLocks noChangeAspect="1"/>
          </p:cNvGraphicFramePr>
          <p:nvPr/>
        </p:nvGraphicFramePr>
        <p:xfrm>
          <a:off x="8331200" y="2125663"/>
          <a:ext cx="354013" cy="471487"/>
        </p:xfrm>
        <a:graphic>
          <a:graphicData uri="http://schemas.openxmlformats.org/presentationml/2006/ole">
            <mc:AlternateContent xmlns:mc="http://schemas.openxmlformats.org/markup-compatibility/2006">
              <mc:Choice xmlns:v="urn:schemas-microsoft-com:vml" Requires="v">
                <p:oleObj name="Equation" r:id="rId2" imgW="126725" imgH="177415" progId="Equation.3">
                  <p:embed/>
                </p:oleObj>
              </mc:Choice>
              <mc:Fallback>
                <p:oleObj name="Equation" r:id="rId2" imgW="126725" imgH="177415" progId="Equation.3">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31200" y="2125663"/>
                        <a:ext cx="354013" cy="471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 name="Object 5"/>
          <p:cNvGraphicFramePr>
            <a:graphicFrameLocks noChangeAspect="1"/>
          </p:cNvGraphicFramePr>
          <p:nvPr/>
        </p:nvGraphicFramePr>
        <p:xfrm>
          <a:off x="6934200" y="1676400"/>
          <a:ext cx="425450" cy="539750"/>
        </p:xfrm>
        <a:graphic>
          <a:graphicData uri="http://schemas.openxmlformats.org/presentationml/2006/ole">
            <mc:AlternateContent xmlns:mc="http://schemas.openxmlformats.org/markup-compatibility/2006">
              <mc:Choice xmlns:v="urn:schemas-microsoft-com:vml" Requires="v">
                <p:oleObj name="Equation" r:id="rId4" imgW="152268" imgH="203024" progId="Equation.3">
                  <p:embed/>
                </p:oleObj>
              </mc:Choice>
              <mc:Fallback>
                <p:oleObj name="Equation" r:id="rId4" imgW="152268" imgH="203024" progId="Equation.3">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934200" y="1676400"/>
                        <a:ext cx="425450"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 name="Object 6"/>
          <p:cNvGraphicFramePr>
            <a:graphicFrameLocks noChangeAspect="1"/>
          </p:cNvGraphicFramePr>
          <p:nvPr/>
        </p:nvGraphicFramePr>
        <p:xfrm>
          <a:off x="8685213" y="3282950"/>
          <a:ext cx="495300" cy="641350"/>
        </p:xfrm>
        <a:graphic>
          <a:graphicData uri="http://schemas.openxmlformats.org/presentationml/2006/ole">
            <mc:AlternateContent xmlns:mc="http://schemas.openxmlformats.org/markup-compatibility/2006">
              <mc:Choice xmlns:v="urn:schemas-microsoft-com:vml" Requires="v">
                <p:oleObj name="Equation" r:id="rId6" imgW="177646" imgH="241091" progId="Equation.3">
                  <p:embed/>
                </p:oleObj>
              </mc:Choice>
              <mc:Fallback>
                <p:oleObj name="Equation" r:id="rId6" imgW="177646" imgH="241091" progId="Equation.3">
                  <p:embed/>
                  <p:pic>
                    <p:nvPicPr>
                      <p:cNvPr id="0"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685213" y="3282950"/>
                        <a:ext cx="4953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0" name="Content Placeholder 2"/>
          <p:cNvSpPr txBox="1">
            <a:spLocks/>
          </p:cNvSpPr>
          <p:nvPr/>
        </p:nvSpPr>
        <p:spPr bwMode="auto">
          <a:xfrm>
            <a:off x="76200" y="2133600"/>
            <a:ext cx="7161213" cy="993775"/>
          </a:xfrm>
          <a:prstGeom prst="rect">
            <a:avLst/>
          </a:prstGeom>
          <a:noFill/>
          <a:ln w="9525">
            <a:noFill/>
            <a:miter lim="800000"/>
            <a:headEnd/>
            <a:tailEnd/>
          </a:ln>
        </p:spPr>
        <p:txBody>
          <a:bodyPr/>
          <a:lstStyle/>
          <a:p>
            <a:pPr marL="274320" indent="-274320" fontAlgn="auto">
              <a:spcBef>
                <a:spcPct val="20000"/>
              </a:spcBef>
              <a:spcAft>
                <a:spcPts val="0"/>
              </a:spcAft>
              <a:buClr>
                <a:schemeClr val="accent3"/>
              </a:buClr>
              <a:buSzPct val="95000"/>
              <a:defRPr/>
            </a:pPr>
            <a:r>
              <a:rPr lang="en-US" sz="3200" b="1">
                <a:solidFill>
                  <a:srgbClr val="080CA8"/>
                </a:solidFill>
                <a:latin typeface="Times New Roman" pitchFamily="18" charset="0"/>
                <a:cs typeface="Times New Roman" pitchFamily="18" charset="0"/>
              </a:rPr>
              <a:t>Lực </a:t>
            </a:r>
            <a:r>
              <a:rPr lang="en-US" sz="3200" b="1" err="1">
                <a:solidFill>
                  <a:srgbClr val="080CA8"/>
                </a:solidFill>
                <a:latin typeface="Times New Roman" pitchFamily="18" charset="0"/>
                <a:cs typeface="Times New Roman" pitchFamily="18" charset="0"/>
              </a:rPr>
              <a:t>từ</a:t>
            </a:r>
            <a:r>
              <a:rPr lang="en-US" sz="3200" b="1">
                <a:solidFill>
                  <a:srgbClr val="080CA8"/>
                </a:solidFill>
                <a:latin typeface="Times New Roman" pitchFamily="18" charset="0"/>
                <a:cs typeface="Times New Roman" pitchFamily="18" charset="0"/>
              </a:rPr>
              <a:t> t/dụng </a:t>
            </a:r>
            <a:r>
              <a:rPr lang="en-US" sz="3200" b="1" dirty="0" err="1">
                <a:solidFill>
                  <a:srgbClr val="080CA8"/>
                </a:solidFill>
                <a:latin typeface="Times New Roman" pitchFamily="18" charset="0"/>
                <a:cs typeface="Times New Roman" pitchFamily="18" charset="0"/>
              </a:rPr>
              <a:t>lên</a:t>
            </a:r>
            <a:r>
              <a:rPr lang="en-US" sz="3200" b="1" dirty="0">
                <a:solidFill>
                  <a:srgbClr val="080CA8"/>
                </a:solidFill>
                <a:latin typeface="Times New Roman" pitchFamily="18" charset="0"/>
                <a:cs typeface="Times New Roman" pitchFamily="18" charset="0"/>
              </a:rPr>
              <a:t> </a:t>
            </a:r>
            <a:r>
              <a:rPr lang="en-US" sz="3200" b="1" dirty="0" err="1">
                <a:solidFill>
                  <a:srgbClr val="080CA8"/>
                </a:solidFill>
                <a:latin typeface="Times New Roman" pitchFamily="18" charset="0"/>
                <a:cs typeface="Times New Roman" pitchFamily="18" charset="0"/>
              </a:rPr>
              <a:t>phần</a:t>
            </a:r>
            <a:r>
              <a:rPr lang="en-US" sz="3200" b="1" dirty="0">
                <a:solidFill>
                  <a:srgbClr val="080CA8"/>
                </a:solidFill>
                <a:latin typeface="Times New Roman" pitchFamily="18" charset="0"/>
                <a:cs typeface="Times New Roman" pitchFamily="18" charset="0"/>
              </a:rPr>
              <a:t> </a:t>
            </a:r>
            <a:r>
              <a:rPr lang="en-US" sz="3200" b="1" dirty="0" err="1">
                <a:solidFill>
                  <a:srgbClr val="080CA8"/>
                </a:solidFill>
                <a:latin typeface="Times New Roman" pitchFamily="18" charset="0"/>
                <a:cs typeface="Times New Roman" pitchFamily="18" charset="0"/>
              </a:rPr>
              <a:t>tử</a:t>
            </a:r>
            <a:r>
              <a:rPr lang="en-US" sz="3200" b="1" dirty="0">
                <a:solidFill>
                  <a:srgbClr val="080CA8"/>
                </a:solidFill>
                <a:latin typeface="Times New Roman" pitchFamily="18" charset="0"/>
                <a:cs typeface="Times New Roman" pitchFamily="18" charset="0"/>
              </a:rPr>
              <a:t> </a:t>
            </a:r>
            <a:r>
              <a:rPr lang="en-US" sz="3200" b="1" dirty="0" err="1">
                <a:solidFill>
                  <a:srgbClr val="080CA8"/>
                </a:solidFill>
                <a:latin typeface="Times New Roman" pitchFamily="18" charset="0"/>
                <a:cs typeface="Times New Roman" pitchFamily="18" charset="0"/>
              </a:rPr>
              <a:t>dòng</a:t>
            </a:r>
            <a:r>
              <a:rPr lang="en-US" sz="3200" b="1" dirty="0">
                <a:solidFill>
                  <a:srgbClr val="080CA8"/>
                </a:solidFill>
                <a:latin typeface="Times New Roman" pitchFamily="18" charset="0"/>
                <a:cs typeface="Times New Roman" pitchFamily="18" charset="0"/>
              </a:rPr>
              <a:t> </a:t>
            </a:r>
            <a:r>
              <a:rPr lang="vi-VN" sz="3200" b="1">
                <a:solidFill>
                  <a:srgbClr val="080CA8"/>
                </a:solidFill>
                <a:latin typeface="Times New Roman" pitchFamily="18" charset="0"/>
                <a:cs typeface="Times New Roman" pitchFamily="18" charset="0"/>
              </a:rPr>
              <a:t>đ</a:t>
            </a:r>
            <a:r>
              <a:rPr lang="en-US" sz="3200" b="1">
                <a:solidFill>
                  <a:srgbClr val="080CA8"/>
                </a:solidFill>
                <a:latin typeface="Times New Roman" pitchFamily="18" charset="0"/>
                <a:cs typeface="Times New Roman" pitchFamily="18" charset="0"/>
              </a:rPr>
              <a:t>iện:</a:t>
            </a:r>
            <a:endParaRPr lang="en-US" sz="3200" b="1" dirty="0">
              <a:solidFill>
                <a:srgbClr val="080CA8"/>
              </a:solidFill>
              <a:latin typeface="Times New Roman" pitchFamily="18" charset="0"/>
              <a:cs typeface="Times New Roman" pitchFamily="18" charset="0"/>
            </a:endParaRPr>
          </a:p>
        </p:txBody>
      </p:sp>
      <p:sp>
        <p:nvSpPr>
          <p:cNvPr id="52" name="Content Placeholder 2"/>
          <p:cNvSpPr txBox="1">
            <a:spLocks/>
          </p:cNvSpPr>
          <p:nvPr/>
        </p:nvSpPr>
        <p:spPr bwMode="auto">
          <a:xfrm>
            <a:off x="47625" y="3124200"/>
            <a:ext cx="7010400" cy="1166813"/>
          </a:xfrm>
          <a:prstGeom prst="rect">
            <a:avLst/>
          </a:prstGeom>
          <a:noFill/>
          <a:ln w="9525">
            <a:noFill/>
            <a:miter lim="800000"/>
            <a:headEnd/>
            <a:tailEnd/>
          </a:ln>
        </p:spPr>
        <p:txBody>
          <a:bodyPr/>
          <a:lstStyle/>
          <a:p>
            <a:pPr marL="274320" indent="-274320" fontAlgn="auto">
              <a:spcBef>
                <a:spcPct val="20000"/>
              </a:spcBef>
              <a:spcAft>
                <a:spcPts val="0"/>
              </a:spcAft>
              <a:buClr>
                <a:schemeClr val="accent3"/>
              </a:buClr>
              <a:buSzPct val="95000"/>
              <a:defRPr/>
            </a:pPr>
            <a:r>
              <a:rPr lang="en-US" sz="3200" b="1">
                <a:solidFill>
                  <a:srgbClr val="080CA8"/>
                </a:solidFill>
                <a:latin typeface="Times New Roman" pitchFamily="18" charset="0"/>
                <a:cs typeface="Times New Roman" pitchFamily="18" charset="0"/>
              </a:rPr>
              <a:t>Lực </a:t>
            </a:r>
            <a:r>
              <a:rPr lang="en-US" sz="3200" b="1" dirty="0" err="1">
                <a:solidFill>
                  <a:srgbClr val="080CA8"/>
                </a:solidFill>
                <a:latin typeface="Times New Roman" pitchFamily="18" charset="0"/>
                <a:cs typeface="Times New Roman" pitchFamily="18" charset="0"/>
              </a:rPr>
              <a:t>từ</a:t>
            </a:r>
            <a:r>
              <a:rPr lang="en-US" sz="3200" b="1" dirty="0">
                <a:solidFill>
                  <a:srgbClr val="080CA8"/>
                </a:solidFill>
                <a:latin typeface="Times New Roman" pitchFamily="18" charset="0"/>
                <a:cs typeface="Times New Roman" pitchFamily="18" charset="0"/>
              </a:rPr>
              <a:t> </a:t>
            </a:r>
            <a:r>
              <a:rPr lang="en-US" sz="3200" b="1" dirty="0" err="1">
                <a:solidFill>
                  <a:srgbClr val="080CA8"/>
                </a:solidFill>
                <a:latin typeface="Times New Roman" pitchFamily="18" charset="0"/>
                <a:cs typeface="Times New Roman" pitchFamily="18" charset="0"/>
              </a:rPr>
              <a:t>tác</a:t>
            </a:r>
            <a:r>
              <a:rPr lang="en-US" sz="3200" b="1" dirty="0">
                <a:solidFill>
                  <a:srgbClr val="080CA8"/>
                </a:solidFill>
                <a:latin typeface="Times New Roman" pitchFamily="18" charset="0"/>
                <a:cs typeface="Times New Roman" pitchFamily="18" charset="0"/>
              </a:rPr>
              <a:t> </a:t>
            </a:r>
            <a:r>
              <a:rPr lang="en-US" sz="3200" b="1" dirty="0" err="1">
                <a:solidFill>
                  <a:srgbClr val="080CA8"/>
                </a:solidFill>
                <a:latin typeface="Times New Roman" pitchFamily="18" charset="0"/>
                <a:cs typeface="Times New Roman" pitchFamily="18" charset="0"/>
              </a:rPr>
              <a:t>dụng</a:t>
            </a:r>
            <a:r>
              <a:rPr lang="en-US" sz="3200" b="1" dirty="0">
                <a:solidFill>
                  <a:srgbClr val="080CA8"/>
                </a:solidFill>
                <a:latin typeface="Times New Roman" pitchFamily="18" charset="0"/>
                <a:cs typeface="Times New Roman" pitchFamily="18" charset="0"/>
              </a:rPr>
              <a:t> </a:t>
            </a:r>
            <a:r>
              <a:rPr lang="en-US" sz="3200" b="1" dirty="0" err="1">
                <a:solidFill>
                  <a:srgbClr val="080CA8"/>
                </a:solidFill>
                <a:latin typeface="Times New Roman" pitchFamily="18" charset="0"/>
                <a:cs typeface="Times New Roman" pitchFamily="18" charset="0"/>
              </a:rPr>
              <a:t>lên</a:t>
            </a:r>
            <a:r>
              <a:rPr lang="en-US" sz="3200" b="1" dirty="0">
                <a:solidFill>
                  <a:srgbClr val="080CA8"/>
                </a:solidFill>
                <a:latin typeface="Times New Roman" pitchFamily="18" charset="0"/>
                <a:cs typeface="Times New Roman" pitchFamily="18" charset="0"/>
              </a:rPr>
              <a:t> </a:t>
            </a:r>
            <a:r>
              <a:rPr lang="en-US" sz="3200" b="1" dirty="0" err="1">
                <a:solidFill>
                  <a:srgbClr val="080CA8"/>
                </a:solidFill>
                <a:latin typeface="Times New Roman" pitchFamily="18" charset="0"/>
                <a:cs typeface="Times New Roman" pitchFamily="18" charset="0"/>
              </a:rPr>
              <a:t>hạt</a:t>
            </a:r>
            <a:r>
              <a:rPr lang="en-US" sz="3200" b="1" dirty="0">
                <a:solidFill>
                  <a:srgbClr val="080CA8"/>
                </a:solidFill>
                <a:latin typeface="Times New Roman" pitchFamily="18" charset="0"/>
                <a:cs typeface="Times New Roman" pitchFamily="18" charset="0"/>
              </a:rPr>
              <a:t> </a:t>
            </a:r>
            <a:r>
              <a:rPr lang="vi-VN" sz="3200" b="1" dirty="0">
                <a:solidFill>
                  <a:srgbClr val="080CA8"/>
                </a:solidFill>
                <a:latin typeface="Times New Roman" pitchFamily="18" charset="0"/>
                <a:cs typeface="Times New Roman" pitchFamily="18" charset="0"/>
              </a:rPr>
              <a:t>đ</a:t>
            </a:r>
            <a:r>
              <a:rPr lang="en-US" sz="3200" b="1" dirty="0" err="1">
                <a:solidFill>
                  <a:srgbClr val="080CA8"/>
                </a:solidFill>
                <a:latin typeface="Times New Roman" pitchFamily="18" charset="0"/>
                <a:cs typeface="Times New Roman" pitchFamily="18" charset="0"/>
              </a:rPr>
              <a:t>iện</a:t>
            </a:r>
            <a:r>
              <a:rPr lang="en-US" sz="3200" b="1" dirty="0">
                <a:solidFill>
                  <a:srgbClr val="080CA8"/>
                </a:solidFill>
                <a:latin typeface="Times New Roman" pitchFamily="18" charset="0"/>
                <a:cs typeface="Times New Roman" pitchFamily="18" charset="0"/>
              </a:rPr>
              <a:t> </a:t>
            </a:r>
            <a:r>
              <a:rPr lang="en-US" sz="3200" b="1" err="1">
                <a:solidFill>
                  <a:srgbClr val="080CA8"/>
                </a:solidFill>
                <a:latin typeface="Times New Roman" pitchFamily="18" charset="0"/>
                <a:cs typeface="Times New Roman" pitchFamily="18" charset="0"/>
              </a:rPr>
              <a:t>chuyển</a:t>
            </a:r>
            <a:r>
              <a:rPr lang="en-US" sz="3200" b="1">
                <a:solidFill>
                  <a:srgbClr val="080CA8"/>
                </a:solidFill>
                <a:latin typeface="Times New Roman" pitchFamily="18" charset="0"/>
                <a:cs typeface="Times New Roman" pitchFamily="18" charset="0"/>
              </a:rPr>
              <a:t> </a:t>
            </a:r>
            <a:r>
              <a:rPr lang="vi-VN" sz="3200" b="1">
                <a:solidFill>
                  <a:srgbClr val="080CA8"/>
                </a:solidFill>
                <a:latin typeface="Times New Roman" pitchFamily="18" charset="0"/>
                <a:cs typeface="Times New Roman" pitchFamily="18" charset="0"/>
              </a:rPr>
              <a:t>động</a:t>
            </a:r>
            <a:r>
              <a:rPr lang="en-US" sz="3200" b="1">
                <a:solidFill>
                  <a:srgbClr val="080CA8"/>
                </a:solidFill>
                <a:latin typeface="Times New Roman" pitchFamily="18" charset="0"/>
                <a:cs typeface="Times New Roman" pitchFamily="18" charset="0"/>
              </a:rPr>
              <a:t> (</a:t>
            </a:r>
            <a:r>
              <a:rPr lang="en-US" sz="3200" b="1">
                <a:solidFill>
                  <a:srgbClr val="FF0000"/>
                </a:solidFill>
                <a:latin typeface="Times New Roman" pitchFamily="18" charset="0"/>
                <a:cs typeface="Times New Roman" pitchFamily="18" charset="0"/>
              </a:rPr>
              <a:t>Lực Lorentz</a:t>
            </a:r>
            <a:r>
              <a:rPr lang="en-US" sz="3200" b="1">
                <a:solidFill>
                  <a:srgbClr val="080CA8"/>
                </a:solidFill>
                <a:latin typeface="Times New Roman" pitchFamily="18" charset="0"/>
                <a:cs typeface="Times New Roman" pitchFamily="18" charset="0"/>
              </a:rPr>
              <a:t>):</a:t>
            </a:r>
            <a:endParaRPr lang="en-US" sz="3200" b="1">
              <a:solidFill>
                <a:srgbClr val="FF0000"/>
              </a:solidFill>
              <a:latin typeface="Times New Roman" pitchFamily="18" charset="0"/>
              <a:cs typeface="Times New Roman" pitchFamily="18" charset="0"/>
            </a:endParaRPr>
          </a:p>
        </p:txBody>
      </p:sp>
      <p:sp>
        <p:nvSpPr>
          <p:cNvPr id="57" name="Content Placeholder 2"/>
          <p:cNvSpPr txBox="1">
            <a:spLocks/>
          </p:cNvSpPr>
          <p:nvPr/>
        </p:nvSpPr>
        <p:spPr bwMode="auto">
          <a:xfrm>
            <a:off x="1322388" y="5091113"/>
            <a:ext cx="17526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73050" indent="-273050"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20000"/>
              </a:spcBef>
              <a:buClr>
                <a:srgbClr val="0BD0D9"/>
              </a:buClr>
              <a:buSzPct val="95000"/>
              <a:buFont typeface="Wingdings 2" pitchFamily="18" charset="2"/>
              <a:buNone/>
            </a:pPr>
            <a:r>
              <a:rPr lang="en-US" sz="3200" b="1">
                <a:latin typeface="Times New Roman" pitchFamily="18" charset="0"/>
                <a:cs typeface="Times New Roman" pitchFamily="18" charset="0"/>
              </a:rPr>
              <a:t>Phương:</a:t>
            </a:r>
          </a:p>
        </p:txBody>
      </p:sp>
      <p:sp>
        <p:nvSpPr>
          <p:cNvPr id="58" name="Content Placeholder 2"/>
          <p:cNvSpPr txBox="1">
            <a:spLocks/>
          </p:cNvSpPr>
          <p:nvPr/>
        </p:nvSpPr>
        <p:spPr bwMode="auto">
          <a:xfrm>
            <a:off x="1266825" y="5684838"/>
            <a:ext cx="7391400" cy="152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just" eaLnBrk="1" hangingPunct="1">
              <a:spcBef>
                <a:spcPct val="20000"/>
              </a:spcBef>
              <a:buClr>
                <a:srgbClr val="0BD0D9"/>
              </a:buClr>
              <a:buSzPct val="95000"/>
              <a:buFont typeface="Wingdings 2" pitchFamily="18" charset="2"/>
              <a:buNone/>
            </a:pPr>
            <a:r>
              <a:rPr lang="en-US" sz="3200" b="1">
                <a:latin typeface="Times New Roman" pitchFamily="18" charset="0"/>
                <a:cs typeface="Times New Roman" pitchFamily="18" charset="0"/>
              </a:rPr>
              <a:t>Chiều: theo q/t </a:t>
            </a:r>
            <a:r>
              <a:rPr lang="en-US" sz="3200" b="1" u="sng">
                <a:solidFill>
                  <a:srgbClr val="FF0000"/>
                </a:solidFill>
                <a:latin typeface="Times New Roman" pitchFamily="18" charset="0"/>
                <a:cs typeface="Times New Roman" pitchFamily="18" charset="0"/>
              </a:rPr>
              <a:t>bàn tay trái </a:t>
            </a:r>
            <a:r>
              <a:rPr lang="en-US" sz="3200" b="1">
                <a:latin typeface="Times New Roman" pitchFamily="18" charset="0"/>
                <a:cs typeface="Times New Roman" pitchFamily="18" charset="0"/>
              </a:rPr>
              <a:t>với hạt </a:t>
            </a:r>
            <a:r>
              <a:rPr lang="vi-VN" sz="3200" b="1">
                <a:latin typeface="Times New Roman" pitchFamily="18" charset="0"/>
                <a:cs typeface="Times New Roman" pitchFamily="18" charset="0"/>
              </a:rPr>
              <a:t>đ</a:t>
            </a:r>
            <a:r>
              <a:rPr lang="en-US" sz="3200" b="1">
                <a:latin typeface="Times New Roman" pitchFamily="18" charset="0"/>
                <a:cs typeface="Times New Roman" pitchFamily="18" charset="0"/>
              </a:rPr>
              <a:t>iện </a:t>
            </a:r>
            <a:r>
              <a:rPr lang="en-US" sz="3200" b="1">
                <a:solidFill>
                  <a:srgbClr val="FF0000"/>
                </a:solidFill>
                <a:latin typeface="Times New Roman" pitchFamily="18" charset="0"/>
                <a:cs typeface="Times New Roman" pitchFamily="18" charset="0"/>
              </a:rPr>
              <a:t>(+)</a:t>
            </a:r>
            <a:r>
              <a:rPr lang="en-US" sz="3200" b="1">
                <a:latin typeface="Times New Roman" pitchFamily="18" charset="0"/>
                <a:cs typeface="Times New Roman" pitchFamily="18" charset="0"/>
              </a:rPr>
              <a:t>, </a:t>
            </a:r>
            <a:r>
              <a:rPr lang="en-US" sz="3200" b="1" u="sng">
                <a:solidFill>
                  <a:srgbClr val="002060"/>
                </a:solidFill>
                <a:latin typeface="Times New Roman" pitchFamily="18" charset="0"/>
                <a:cs typeface="Times New Roman" pitchFamily="18" charset="0"/>
              </a:rPr>
              <a:t>bàn tay phải</a:t>
            </a:r>
            <a:r>
              <a:rPr lang="en-US" sz="3200" b="1">
                <a:solidFill>
                  <a:srgbClr val="002060"/>
                </a:solidFill>
                <a:latin typeface="Times New Roman" pitchFamily="18" charset="0"/>
                <a:cs typeface="Times New Roman" pitchFamily="18" charset="0"/>
              </a:rPr>
              <a:t> </a:t>
            </a:r>
            <a:r>
              <a:rPr lang="en-US" sz="3200" b="1">
                <a:latin typeface="Times New Roman" pitchFamily="18" charset="0"/>
                <a:cs typeface="Times New Roman" pitchFamily="18" charset="0"/>
              </a:rPr>
              <a:t>với hạt </a:t>
            </a:r>
            <a:r>
              <a:rPr lang="vi-VN" sz="3200" b="1">
                <a:latin typeface="Times New Roman" pitchFamily="18" charset="0"/>
                <a:cs typeface="Times New Roman" pitchFamily="18" charset="0"/>
              </a:rPr>
              <a:t>đ</a:t>
            </a:r>
            <a:r>
              <a:rPr lang="en-US" sz="3200" b="1">
                <a:latin typeface="Times New Roman" pitchFamily="18" charset="0"/>
                <a:cs typeface="Times New Roman" pitchFamily="18" charset="0"/>
              </a:rPr>
              <a:t>iện </a:t>
            </a:r>
            <a:r>
              <a:rPr lang="en-US" sz="3200" b="1">
                <a:solidFill>
                  <a:srgbClr val="002060"/>
                </a:solidFill>
                <a:latin typeface="Times New Roman" pitchFamily="18" charset="0"/>
                <a:cs typeface="Times New Roman" pitchFamily="18" charset="0"/>
              </a:rPr>
              <a:t>(-)</a:t>
            </a:r>
            <a:r>
              <a:rPr lang="en-US" sz="3200" b="1">
                <a:latin typeface="Times New Roman" pitchFamily="18" charset="0"/>
                <a:cs typeface="Times New Roman" pitchFamily="18" charset="0"/>
              </a:rPr>
              <a:t>. </a:t>
            </a:r>
          </a:p>
        </p:txBody>
      </p:sp>
      <p:sp>
        <p:nvSpPr>
          <p:cNvPr id="59" name="Content Placeholder 2"/>
          <p:cNvSpPr txBox="1">
            <a:spLocks/>
          </p:cNvSpPr>
          <p:nvPr/>
        </p:nvSpPr>
        <p:spPr bwMode="auto">
          <a:xfrm>
            <a:off x="1352550" y="4435475"/>
            <a:ext cx="2016125"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73050" indent="-273050"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20000"/>
              </a:spcBef>
              <a:buClr>
                <a:srgbClr val="0BD0D9"/>
              </a:buClr>
              <a:buSzPct val="95000"/>
              <a:buFont typeface="Wingdings 2" pitchFamily="18" charset="2"/>
              <a:buNone/>
            </a:pPr>
            <a:r>
              <a:rPr lang="en-US" sz="3200" b="1">
                <a:latin typeface="Times New Roman" pitchFamily="18" charset="0"/>
                <a:cs typeface="Times New Roman" pitchFamily="18" charset="0"/>
              </a:rPr>
              <a:t>Độ lớn: </a:t>
            </a:r>
          </a:p>
        </p:txBody>
      </p:sp>
      <p:cxnSp>
        <p:nvCxnSpPr>
          <p:cNvPr id="60" name="Straight Arrow Connector 59"/>
          <p:cNvCxnSpPr/>
          <p:nvPr/>
        </p:nvCxnSpPr>
        <p:spPr>
          <a:xfrm flipV="1">
            <a:off x="609600" y="4648200"/>
            <a:ext cx="671513" cy="730250"/>
          </a:xfrm>
          <a:prstGeom prst="straightConnector1">
            <a:avLst/>
          </a:prstGeom>
          <a:ln w="25400">
            <a:solidFill>
              <a:srgbClr val="0070C0"/>
            </a:solidFill>
            <a:tailEnd type="arrow"/>
          </a:ln>
        </p:spPr>
        <p:style>
          <a:lnRef idx="1">
            <a:schemeClr val="accent1"/>
          </a:lnRef>
          <a:fillRef idx="0">
            <a:schemeClr val="accent1"/>
          </a:fillRef>
          <a:effectRef idx="0">
            <a:schemeClr val="accent1"/>
          </a:effectRef>
          <a:fontRef idx="minor">
            <a:schemeClr val="tx1"/>
          </a:fontRef>
        </p:style>
      </p:cxnSp>
      <p:cxnSp>
        <p:nvCxnSpPr>
          <p:cNvPr id="61" name="Straight Arrow Connector 60"/>
          <p:cNvCxnSpPr/>
          <p:nvPr/>
        </p:nvCxnSpPr>
        <p:spPr>
          <a:xfrm>
            <a:off x="623888" y="5367338"/>
            <a:ext cx="609600" cy="19050"/>
          </a:xfrm>
          <a:prstGeom prst="straightConnector1">
            <a:avLst/>
          </a:prstGeom>
          <a:ln w="25400">
            <a:solidFill>
              <a:srgbClr val="0070C0"/>
            </a:solidFill>
            <a:tailEnd type="arrow"/>
          </a:ln>
        </p:spPr>
        <p:style>
          <a:lnRef idx="1">
            <a:schemeClr val="accent1"/>
          </a:lnRef>
          <a:fillRef idx="0">
            <a:schemeClr val="accent1"/>
          </a:fillRef>
          <a:effectRef idx="0">
            <a:schemeClr val="accent1"/>
          </a:effectRef>
          <a:fontRef idx="minor">
            <a:schemeClr val="tx1"/>
          </a:fontRef>
        </p:style>
      </p:cxnSp>
      <p:cxnSp>
        <p:nvCxnSpPr>
          <p:cNvPr id="62" name="Straight Arrow Connector 61"/>
          <p:cNvCxnSpPr/>
          <p:nvPr/>
        </p:nvCxnSpPr>
        <p:spPr>
          <a:xfrm>
            <a:off x="609600" y="5364163"/>
            <a:ext cx="609600" cy="655637"/>
          </a:xfrm>
          <a:prstGeom prst="straightConnector1">
            <a:avLst/>
          </a:prstGeom>
          <a:ln w="25400">
            <a:solidFill>
              <a:srgbClr val="0070C0"/>
            </a:solidFill>
            <a:tailEnd type="arrow"/>
          </a:ln>
        </p:spPr>
        <p:style>
          <a:lnRef idx="1">
            <a:schemeClr val="accent1"/>
          </a:lnRef>
          <a:fillRef idx="0">
            <a:schemeClr val="accent1"/>
          </a:fillRef>
          <a:effectRef idx="0">
            <a:schemeClr val="accent1"/>
          </a:effectRef>
          <a:fontRef idx="minor">
            <a:schemeClr val="tx1"/>
          </a:fontRef>
        </p:style>
      </p:cxnSp>
      <p:graphicFrame>
        <p:nvGraphicFramePr>
          <p:cNvPr id="63" name="Object 23"/>
          <p:cNvGraphicFramePr>
            <a:graphicFrameLocks noChangeAspect="1"/>
          </p:cNvGraphicFramePr>
          <p:nvPr/>
        </p:nvGraphicFramePr>
        <p:xfrm>
          <a:off x="127000" y="4876800"/>
          <a:ext cx="511175" cy="663575"/>
        </p:xfrm>
        <a:graphic>
          <a:graphicData uri="http://schemas.openxmlformats.org/presentationml/2006/ole">
            <mc:AlternateContent xmlns:mc="http://schemas.openxmlformats.org/markup-compatibility/2006">
              <mc:Choice xmlns:v="urn:schemas-microsoft-com:vml" Requires="v">
                <p:oleObj name="Equation" r:id="rId8" imgW="177646" imgH="241091" progId="Equation.3">
                  <p:embed/>
                </p:oleObj>
              </mc:Choice>
              <mc:Fallback>
                <p:oleObj name="Equation" r:id="rId8" imgW="177646" imgH="241091" progId="Equation.3">
                  <p:embed/>
                  <p:pic>
                    <p:nvPicPr>
                      <p:cNvPr id="0" name="Object 2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27000" y="4876800"/>
                        <a:ext cx="511175" cy="663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4" name="Object 24"/>
          <p:cNvGraphicFramePr>
            <a:graphicFrameLocks noChangeAspect="1"/>
          </p:cNvGraphicFramePr>
          <p:nvPr/>
        </p:nvGraphicFramePr>
        <p:xfrm>
          <a:off x="2971800" y="5127625"/>
          <a:ext cx="1844675" cy="587375"/>
        </p:xfrm>
        <a:graphic>
          <a:graphicData uri="http://schemas.openxmlformats.org/presentationml/2006/ole">
            <mc:AlternateContent xmlns:mc="http://schemas.openxmlformats.org/markup-compatibility/2006">
              <mc:Choice xmlns:v="urn:schemas-microsoft-com:vml" Requires="v">
                <p:oleObj name="Equation" r:id="rId10" imgW="723586" imgH="241195" progId="Equation.3">
                  <p:embed/>
                </p:oleObj>
              </mc:Choice>
              <mc:Fallback>
                <p:oleObj name="Equation" r:id="rId10" imgW="723586" imgH="241195" progId="Equation.3">
                  <p:embed/>
                  <p:pic>
                    <p:nvPicPr>
                      <p:cNvPr id="0" name="Object 24"/>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971800" y="5127625"/>
                        <a:ext cx="1844675" cy="58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5" name="Object 25"/>
          <p:cNvGraphicFramePr>
            <a:graphicFrameLocks noChangeAspect="1"/>
          </p:cNvGraphicFramePr>
          <p:nvPr/>
        </p:nvGraphicFramePr>
        <p:xfrm>
          <a:off x="2798763" y="4481513"/>
          <a:ext cx="2289175" cy="525462"/>
        </p:xfrm>
        <a:graphic>
          <a:graphicData uri="http://schemas.openxmlformats.org/presentationml/2006/ole">
            <mc:AlternateContent xmlns:mc="http://schemas.openxmlformats.org/markup-compatibility/2006">
              <mc:Choice xmlns:v="urn:schemas-microsoft-com:vml" Requires="v">
                <p:oleObj name="Equation" r:id="rId12" imgW="901309" imgH="215806" progId="Equation.DSMT4">
                  <p:embed/>
                </p:oleObj>
              </mc:Choice>
              <mc:Fallback>
                <p:oleObj name="Equation" r:id="rId12" imgW="901309" imgH="215806" progId="Equation.DSMT4">
                  <p:embed/>
                  <p:pic>
                    <p:nvPicPr>
                      <p:cNvPr id="0" name="Object 25"/>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798763" y="4481513"/>
                        <a:ext cx="2289175" cy="525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11" name="Group 44"/>
          <p:cNvGrpSpPr>
            <a:grpSpLocks/>
          </p:cNvGrpSpPr>
          <p:nvPr/>
        </p:nvGrpSpPr>
        <p:grpSpPr bwMode="auto">
          <a:xfrm>
            <a:off x="7924800" y="5257800"/>
            <a:ext cx="381000" cy="381000"/>
            <a:chOff x="7924800" y="3009900"/>
            <a:chExt cx="381000" cy="381000"/>
          </a:xfrm>
        </p:grpSpPr>
        <p:sp>
          <p:nvSpPr>
            <p:cNvPr id="15" name="Oval 14"/>
            <p:cNvSpPr/>
            <p:nvPr/>
          </p:nvSpPr>
          <p:spPr>
            <a:xfrm>
              <a:off x="7924800" y="3009900"/>
              <a:ext cx="381000" cy="381000"/>
            </a:xfrm>
            <a:prstGeom prst="ellipse">
              <a:avLst/>
            </a:prstGeom>
            <a:solidFill>
              <a:srgbClr val="57F7FB"/>
            </a:solidFill>
            <a:ln w="3810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cxnSp>
          <p:nvCxnSpPr>
            <p:cNvPr id="17" name="Straight Connector 16"/>
            <p:cNvCxnSpPr/>
            <p:nvPr/>
          </p:nvCxnSpPr>
          <p:spPr>
            <a:xfrm flipV="1">
              <a:off x="8001000" y="3200400"/>
              <a:ext cx="228600" cy="158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72" name="Straight Arrow Connector 71"/>
          <p:cNvCxnSpPr/>
          <p:nvPr/>
        </p:nvCxnSpPr>
        <p:spPr>
          <a:xfrm rot="5400000" flipH="1" flipV="1">
            <a:off x="8326437" y="4572001"/>
            <a:ext cx="665163" cy="817562"/>
          </a:xfrm>
          <a:prstGeom prst="straightConnector1">
            <a:avLst/>
          </a:prstGeom>
          <a:ln w="38100">
            <a:solidFill>
              <a:srgbClr val="0808FC"/>
            </a:solidFill>
            <a:tailEnd type="arrow"/>
          </a:ln>
        </p:spPr>
        <p:style>
          <a:lnRef idx="1">
            <a:schemeClr val="accent1"/>
          </a:lnRef>
          <a:fillRef idx="0">
            <a:schemeClr val="accent1"/>
          </a:fillRef>
          <a:effectRef idx="0">
            <a:schemeClr val="accent1"/>
          </a:effectRef>
          <a:fontRef idx="minor">
            <a:schemeClr val="tx1"/>
          </a:fontRef>
        </p:style>
      </p:cxnSp>
      <p:cxnSp>
        <p:nvCxnSpPr>
          <p:cNvPr id="74" name="Straight Connector 73"/>
          <p:cNvCxnSpPr/>
          <p:nvPr/>
        </p:nvCxnSpPr>
        <p:spPr>
          <a:xfrm>
            <a:off x="8139113" y="5005388"/>
            <a:ext cx="227012" cy="187325"/>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5" name="Straight Connector 74"/>
          <p:cNvCxnSpPr/>
          <p:nvPr/>
        </p:nvCxnSpPr>
        <p:spPr>
          <a:xfrm rot="10800000" flipV="1">
            <a:off x="7766050" y="5005388"/>
            <a:ext cx="387350" cy="319087"/>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6" name="Straight Connector 75"/>
          <p:cNvCxnSpPr/>
          <p:nvPr/>
        </p:nvCxnSpPr>
        <p:spPr>
          <a:xfrm>
            <a:off x="7848600" y="5005388"/>
            <a:ext cx="255588" cy="201612"/>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77" name="Straight Connector 76"/>
          <p:cNvCxnSpPr/>
          <p:nvPr/>
        </p:nvCxnSpPr>
        <p:spPr>
          <a:xfrm rot="5400000">
            <a:off x="7670800" y="5195888"/>
            <a:ext cx="382587" cy="1588"/>
          </a:xfrm>
          <a:prstGeom prst="line">
            <a:avLst/>
          </a:prstGeom>
          <a:ln w="38100"/>
        </p:spPr>
        <p:style>
          <a:lnRef idx="1">
            <a:schemeClr val="accent1"/>
          </a:lnRef>
          <a:fillRef idx="0">
            <a:schemeClr val="accent1"/>
          </a:fillRef>
          <a:effectRef idx="0">
            <a:schemeClr val="accent1"/>
          </a:effectRef>
          <a:fontRef idx="minor">
            <a:schemeClr val="tx1"/>
          </a:fontRef>
        </p:style>
      </p:cxnSp>
      <p:graphicFrame>
        <p:nvGraphicFramePr>
          <p:cNvPr id="78" name="Object 14"/>
          <p:cNvGraphicFramePr>
            <a:graphicFrameLocks noChangeAspect="1"/>
          </p:cNvGraphicFramePr>
          <p:nvPr/>
        </p:nvGraphicFramePr>
        <p:xfrm>
          <a:off x="8610600" y="4305300"/>
          <a:ext cx="354013" cy="471488"/>
        </p:xfrm>
        <a:graphic>
          <a:graphicData uri="http://schemas.openxmlformats.org/presentationml/2006/ole">
            <mc:AlternateContent xmlns:mc="http://schemas.openxmlformats.org/markup-compatibility/2006">
              <mc:Choice xmlns:v="urn:schemas-microsoft-com:vml" Requires="v">
                <p:oleObj name="Equation" r:id="rId2" imgW="126725" imgH="177415" progId="Equation.3">
                  <p:embed/>
                </p:oleObj>
              </mc:Choice>
              <mc:Fallback>
                <p:oleObj name="Equation" r:id="rId2" imgW="126725" imgH="177415" progId="Equation.3">
                  <p:embed/>
                  <p:pic>
                    <p:nvPicPr>
                      <p:cNvPr id="0" name="Object 1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10600" y="4305300"/>
                        <a:ext cx="354013" cy="471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9" name="Object 15"/>
          <p:cNvGraphicFramePr>
            <a:graphicFrameLocks noChangeAspect="1"/>
          </p:cNvGraphicFramePr>
          <p:nvPr/>
        </p:nvGraphicFramePr>
        <p:xfrm>
          <a:off x="7621588" y="3938588"/>
          <a:ext cx="425450" cy="539750"/>
        </p:xfrm>
        <a:graphic>
          <a:graphicData uri="http://schemas.openxmlformats.org/presentationml/2006/ole">
            <mc:AlternateContent xmlns:mc="http://schemas.openxmlformats.org/markup-compatibility/2006">
              <mc:Choice xmlns:v="urn:schemas-microsoft-com:vml" Requires="v">
                <p:oleObj name="Equation" r:id="rId4" imgW="152268" imgH="203024" progId="Equation.3">
                  <p:embed/>
                </p:oleObj>
              </mc:Choice>
              <mc:Fallback>
                <p:oleObj name="Equation" r:id="rId4" imgW="152268" imgH="203024" progId="Equation.3">
                  <p:embed/>
                  <p:pic>
                    <p:nvPicPr>
                      <p:cNvPr id="0" name="Object 1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621588" y="3938588"/>
                        <a:ext cx="425450"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cxnSp>
        <p:nvCxnSpPr>
          <p:cNvPr id="81" name="Straight Arrow Connector 80"/>
          <p:cNvCxnSpPr>
            <a:stCxn id="15" idx="2"/>
          </p:cNvCxnSpPr>
          <p:nvPr/>
        </p:nvCxnSpPr>
        <p:spPr>
          <a:xfrm rot="10800000">
            <a:off x="6629400" y="4471988"/>
            <a:ext cx="1295400" cy="976312"/>
          </a:xfrm>
          <a:prstGeom prst="straightConnector1">
            <a:avLst/>
          </a:prstGeom>
          <a:ln w="38100">
            <a:solidFill>
              <a:srgbClr val="C00000"/>
            </a:solidFill>
            <a:tailEnd type="arrow"/>
          </a:ln>
        </p:spPr>
        <p:style>
          <a:lnRef idx="1">
            <a:schemeClr val="accent1"/>
          </a:lnRef>
          <a:fillRef idx="0">
            <a:schemeClr val="accent1"/>
          </a:fillRef>
          <a:effectRef idx="0">
            <a:schemeClr val="accent1"/>
          </a:effectRef>
          <a:fontRef idx="minor">
            <a:schemeClr val="tx1"/>
          </a:fontRef>
        </p:style>
      </p:cxnSp>
      <p:graphicFrame>
        <p:nvGraphicFramePr>
          <p:cNvPr id="16389" name="Object 16"/>
          <p:cNvGraphicFramePr>
            <a:graphicFrameLocks noChangeAspect="1"/>
          </p:cNvGraphicFramePr>
          <p:nvPr/>
        </p:nvGraphicFramePr>
        <p:xfrm>
          <a:off x="6800850" y="4022725"/>
          <a:ext cx="495300" cy="641350"/>
        </p:xfrm>
        <a:graphic>
          <a:graphicData uri="http://schemas.openxmlformats.org/presentationml/2006/ole">
            <mc:AlternateContent xmlns:mc="http://schemas.openxmlformats.org/markup-compatibility/2006">
              <mc:Choice xmlns:v="urn:schemas-microsoft-com:vml" Requires="v">
                <p:oleObj name="Equation" r:id="rId6" imgW="177646" imgH="241091" progId="Equation.3">
                  <p:embed/>
                </p:oleObj>
              </mc:Choice>
              <mc:Fallback>
                <p:oleObj name="Equation" r:id="rId6" imgW="177646" imgH="241091" progId="Equation.3">
                  <p:embed/>
                  <p:pic>
                    <p:nvPicPr>
                      <p:cNvPr id="0" name="Object 1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800850" y="4022725"/>
                        <a:ext cx="4953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cxnSp>
        <p:nvCxnSpPr>
          <p:cNvPr id="73" name="Straight Arrow Connector 72"/>
          <p:cNvCxnSpPr/>
          <p:nvPr/>
        </p:nvCxnSpPr>
        <p:spPr>
          <a:xfrm rot="16200000" flipV="1">
            <a:off x="7600950" y="4743450"/>
            <a:ext cx="990600" cy="38100"/>
          </a:xfrm>
          <a:prstGeom prst="straightConnector1">
            <a:avLst/>
          </a:prstGeom>
          <a:ln w="38100">
            <a:solidFill>
              <a:srgbClr val="002060"/>
            </a:solidFill>
            <a:tailEnd type="arrow"/>
          </a:ln>
        </p:spPr>
        <p:style>
          <a:lnRef idx="1">
            <a:schemeClr val="accent1"/>
          </a:lnRef>
          <a:fillRef idx="0">
            <a:schemeClr val="accent1"/>
          </a:fillRef>
          <a:effectRef idx="0">
            <a:schemeClr val="accent1"/>
          </a:effectRef>
          <a:fontRef idx="minor">
            <a:schemeClr val="tx1"/>
          </a:fontRef>
        </p:style>
      </p:cxnSp>
      <p:sp>
        <p:nvSpPr>
          <p:cNvPr id="6" name="Oval 5">
            <a:hlinkClick r:id="rId14" action="ppaction://hlinkfile"/>
          </p:cNvPr>
          <p:cNvSpPr/>
          <p:nvPr/>
        </p:nvSpPr>
        <p:spPr>
          <a:xfrm>
            <a:off x="8658224" y="6423819"/>
            <a:ext cx="333375" cy="35083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9" name="Rectangle 8"/>
              <p:cNvSpPr/>
              <p:nvPr/>
            </p:nvSpPr>
            <p:spPr>
              <a:xfrm>
                <a:off x="1304131" y="1716913"/>
                <a:ext cx="1789113" cy="457200"/>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2800" b="1" i="1"/>
                  <a:t>q</a:t>
                </a:r>
                <a14:m>
                  <m:oMath xmlns:m="http://schemas.openxmlformats.org/officeDocument/2006/math">
                    <m:acc>
                      <m:accPr>
                        <m:chr m:val="⃗"/>
                        <m:ctrlPr>
                          <a:rPr lang="en-US" sz="2800" b="1" i="1" smtClean="0">
                            <a:latin typeface="Cambria Math" panose="02040503050406030204" pitchFamily="18" charset="0"/>
                          </a:rPr>
                        </m:ctrlPr>
                      </m:accPr>
                      <m:e>
                        <m:r>
                          <a:rPr lang="en-US" sz="2800" b="1" i="1" smtClean="0">
                            <a:latin typeface="Cambria Math"/>
                          </a:rPr>
                          <m:t>𝒗</m:t>
                        </m:r>
                      </m:e>
                    </m:acc>
                  </m:oMath>
                </a14:m>
                <a:r>
                  <a:rPr lang="en-US" sz="2800" b="1" i="1"/>
                  <a:t> = Id</a:t>
                </a:r>
                <a14:m>
                  <m:oMath xmlns:m="http://schemas.openxmlformats.org/officeDocument/2006/math">
                    <m:acc>
                      <m:accPr>
                        <m:chr m:val="⃗"/>
                        <m:ctrlPr>
                          <a:rPr lang="en-US" sz="2800" b="1" i="1" smtClean="0">
                            <a:latin typeface="Cambria Math" panose="02040503050406030204" pitchFamily="18" charset="0"/>
                          </a:rPr>
                        </m:ctrlPr>
                      </m:accPr>
                      <m:e>
                        <m:r>
                          <a:rPr lang="en-US" sz="2800" b="1" i="1" smtClean="0">
                            <a:latin typeface="Cambria Math"/>
                          </a:rPr>
                          <m:t>𝒍</m:t>
                        </m:r>
                      </m:e>
                    </m:acc>
                  </m:oMath>
                </a14:m>
                <a:endParaRPr lang="en-US" sz="2800" b="1" i="1"/>
              </a:p>
            </p:txBody>
          </p:sp>
        </mc:Choice>
        <mc:Fallback xmlns="">
          <p:sp>
            <p:nvSpPr>
              <p:cNvPr id="9" name="Rectangle 8"/>
              <p:cNvSpPr>
                <a:spLocks noRot="1" noChangeAspect="1" noMove="1" noResize="1" noEditPoints="1" noAdjustHandles="1" noChangeArrowheads="1" noChangeShapeType="1" noTextEdit="1"/>
              </p:cNvSpPr>
              <p:nvPr/>
            </p:nvSpPr>
            <p:spPr>
              <a:xfrm>
                <a:off x="1304131" y="1716913"/>
                <a:ext cx="1789113" cy="457200"/>
              </a:xfrm>
              <a:prstGeom prst="rect">
                <a:avLst/>
              </a:prstGeom>
              <a:blipFill rotWithShape="1">
                <a:blip r:embed="rId19"/>
                <a:stretch>
                  <a:fillRect t="-13333" b="-50667"/>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9" name="Rectangle 48"/>
              <p:cNvSpPr/>
              <p:nvPr/>
            </p:nvSpPr>
            <p:spPr>
              <a:xfrm>
                <a:off x="1315461" y="2735263"/>
                <a:ext cx="1789113" cy="457200"/>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2800" b="1" i="1"/>
                  <a:t>d</a:t>
                </a:r>
                <a14:m>
                  <m:oMath xmlns:m="http://schemas.openxmlformats.org/officeDocument/2006/math">
                    <m:acc>
                      <m:accPr>
                        <m:chr m:val="⃗"/>
                        <m:ctrlPr>
                          <a:rPr lang="en-US" sz="2800" b="1" i="1" smtClean="0">
                            <a:latin typeface="Cambria Math" panose="02040503050406030204" pitchFamily="18" charset="0"/>
                          </a:rPr>
                        </m:ctrlPr>
                      </m:accPr>
                      <m:e>
                        <m:r>
                          <a:rPr lang="en-US" sz="2800" b="1" i="1" smtClean="0">
                            <a:latin typeface="Cambria Math"/>
                          </a:rPr>
                          <m:t>𝑭</m:t>
                        </m:r>
                      </m:e>
                    </m:acc>
                  </m:oMath>
                </a14:m>
                <a:r>
                  <a:rPr lang="en-US" sz="2800" b="1" i="1"/>
                  <a:t> = Id</a:t>
                </a:r>
                <a14:m>
                  <m:oMath xmlns:m="http://schemas.openxmlformats.org/officeDocument/2006/math">
                    <m:acc>
                      <m:accPr>
                        <m:chr m:val="⃗"/>
                        <m:ctrlPr>
                          <a:rPr lang="en-US" sz="2800" b="1" i="1" smtClean="0">
                            <a:latin typeface="Cambria Math" panose="02040503050406030204" pitchFamily="18" charset="0"/>
                          </a:rPr>
                        </m:ctrlPr>
                      </m:accPr>
                      <m:e>
                        <m:r>
                          <a:rPr lang="en-US" sz="2800" b="1" i="1" smtClean="0">
                            <a:latin typeface="Cambria Math"/>
                          </a:rPr>
                          <m:t>𝒍</m:t>
                        </m:r>
                      </m:e>
                    </m:acc>
                  </m:oMath>
                </a14:m>
                <a:r>
                  <a:rPr lang="en-US" sz="2800" b="1" i="1"/>
                  <a:t>.</a:t>
                </a:r>
                <a14:m>
                  <m:oMath xmlns:m="http://schemas.openxmlformats.org/officeDocument/2006/math">
                    <m:acc>
                      <m:accPr>
                        <m:chr m:val="⃗"/>
                        <m:ctrlPr>
                          <a:rPr lang="en-US" sz="2800" b="1" i="1" smtClean="0">
                            <a:latin typeface="Cambria Math" panose="02040503050406030204" pitchFamily="18" charset="0"/>
                          </a:rPr>
                        </m:ctrlPr>
                      </m:accPr>
                      <m:e>
                        <m:r>
                          <a:rPr lang="en-US" sz="2800" b="1" i="1" smtClean="0">
                            <a:latin typeface="Cambria Math"/>
                          </a:rPr>
                          <m:t>𝑩</m:t>
                        </m:r>
                      </m:e>
                    </m:acc>
                  </m:oMath>
                </a14:m>
                <a:endParaRPr lang="en-US" sz="2800" b="1" i="1"/>
              </a:p>
            </p:txBody>
          </p:sp>
        </mc:Choice>
        <mc:Fallback xmlns="">
          <p:sp>
            <p:nvSpPr>
              <p:cNvPr id="49" name="Rectangle 48"/>
              <p:cNvSpPr>
                <a:spLocks noRot="1" noChangeAspect="1" noMove="1" noResize="1" noEditPoints="1" noAdjustHandles="1" noChangeArrowheads="1" noChangeShapeType="1" noTextEdit="1"/>
              </p:cNvSpPr>
              <p:nvPr/>
            </p:nvSpPr>
            <p:spPr>
              <a:xfrm>
                <a:off x="1315461" y="2735263"/>
                <a:ext cx="1789113" cy="457200"/>
              </a:xfrm>
              <a:prstGeom prst="rect">
                <a:avLst/>
              </a:prstGeom>
              <a:blipFill rotWithShape="1">
                <a:blip r:embed="rId20"/>
                <a:stretch>
                  <a:fillRect l="-4778" t="-13333" b="-50667"/>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1" name="Rectangle 50"/>
              <p:cNvSpPr/>
              <p:nvPr/>
            </p:nvSpPr>
            <p:spPr>
              <a:xfrm>
                <a:off x="3962400" y="3687763"/>
                <a:ext cx="1789113" cy="457200"/>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14:m>
                  <m:oMath xmlns:m="http://schemas.openxmlformats.org/officeDocument/2006/math">
                    <m:acc>
                      <m:accPr>
                        <m:chr m:val="⃗"/>
                        <m:ctrlPr>
                          <a:rPr lang="en-US" sz="2800" b="1" i="1" smtClean="0">
                            <a:latin typeface="Cambria Math" panose="02040503050406030204" pitchFamily="18" charset="0"/>
                          </a:rPr>
                        </m:ctrlPr>
                      </m:accPr>
                      <m:e>
                        <m:r>
                          <a:rPr lang="en-US" sz="2800" b="1" i="1" smtClean="0">
                            <a:latin typeface="Cambria Math"/>
                          </a:rPr>
                          <m:t>𝑭</m:t>
                        </m:r>
                      </m:e>
                    </m:acc>
                  </m:oMath>
                </a14:m>
                <a:r>
                  <a:rPr lang="en-US" sz="2800" b="1" i="1"/>
                  <a:t> = q</a:t>
                </a:r>
                <a14:m>
                  <m:oMath xmlns:m="http://schemas.openxmlformats.org/officeDocument/2006/math">
                    <m:acc>
                      <m:accPr>
                        <m:chr m:val="⃗"/>
                        <m:ctrlPr>
                          <a:rPr lang="en-US" sz="2800" b="1" i="1" smtClean="0">
                            <a:latin typeface="Cambria Math" panose="02040503050406030204" pitchFamily="18" charset="0"/>
                          </a:rPr>
                        </m:ctrlPr>
                      </m:accPr>
                      <m:e>
                        <m:r>
                          <a:rPr lang="en-US" sz="2800" b="1" i="1" smtClean="0">
                            <a:latin typeface="Cambria Math"/>
                          </a:rPr>
                          <m:t>𝒗</m:t>
                        </m:r>
                      </m:e>
                    </m:acc>
                  </m:oMath>
                </a14:m>
                <a:r>
                  <a:rPr lang="en-US" sz="2800" b="1" i="1"/>
                  <a:t>.</a:t>
                </a:r>
                <a14:m>
                  <m:oMath xmlns:m="http://schemas.openxmlformats.org/officeDocument/2006/math">
                    <m:acc>
                      <m:accPr>
                        <m:chr m:val="⃗"/>
                        <m:ctrlPr>
                          <a:rPr lang="en-US" sz="2800" b="1" i="1" smtClean="0">
                            <a:latin typeface="Cambria Math" panose="02040503050406030204" pitchFamily="18" charset="0"/>
                          </a:rPr>
                        </m:ctrlPr>
                      </m:accPr>
                      <m:e>
                        <m:r>
                          <a:rPr lang="en-US" sz="2800" b="1" i="1" smtClean="0">
                            <a:latin typeface="Cambria Math"/>
                          </a:rPr>
                          <m:t>𝑩</m:t>
                        </m:r>
                      </m:e>
                    </m:acc>
                  </m:oMath>
                </a14:m>
                <a:endParaRPr lang="en-US" sz="2800" b="1" i="1"/>
              </a:p>
            </p:txBody>
          </p:sp>
        </mc:Choice>
        <mc:Fallback xmlns="">
          <p:sp>
            <p:nvSpPr>
              <p:cNvPr id="51" name="Rectangle 50"/>
              <p:cNvSpPr>
                <a:spLocks noRot="1" noChangeAspect="1" noMove="1" noResize="1" noEditPoints="1" noAdjustHandles="1" noChangeArrowheads="1" noChangeShapeType="1" noTextEdit="1"/>
              </p:cNvSpPr>
              <p:nvPr/>
            </p:nvSpPr>
            <p:spPr>
              <a:xfrm>
                <a:off x="3962400" y="3687763"/>
                <a:ext cx="1789113" cy="457200"/>
              </a:xfrm>
              <a:prstGeom prst="rect">
                <a:avLst/>
              </a:prstGeom>
              <a:blipFill rotWithShape="1">
                <a:blip r:embed="rId21"/>
                <a:stretch>
                  <a:fillRect t="-12000" b="-52000"/>
                </a:stretch>
              </a:blipFill>
              <a:ln>
                <a:noFill/>
              </a:ln>
            </p:spPr>
            <p:txBody>
              <a:bodyPr/>
              <a:lstStyle/>
              <a:p>
                <a:r>
                  <a:rPr lang="en-US">
                    <a:noFill/>
                  </a:rPr>
                  <a:t> </a:t>
                </a:r>
              </a:p>
            </p:txBody>
          </p:sp>
        </mc:Fallback>
      </mc:AlternateContent>
      <p:sp>
        <p:nvSpPr>
          <p:cNvPr id="13" name="Footer Placeholder 12">
            <a:extLst>
              <a:ext uri="{FF2B5EF4-FFF2-40B4-BE49-F238E27FC236}">
                <a16:creationId xmlns:a16="http://schemas.microsoft.com/office/drawing/2014/main" id="{A8C8B7DB-CC42-A245-BAB1-304B48B51327}"/>
              </a:ext>
            </a:extLst>
          </p:cNvPr>
          <p:cNvSpPr>
            <a:spLocks noGrp="1"/>
          </p:cNvSpPr>
          <p:nvPr>
            <p:ph type="ftr" sz="quarter" idx="11"/>
          </p:nvPr>
        </p:nvSpPr>
        <p:spPr/>
        <p:txBody>
          <a:bodyPr/>
          <a:lstStyle/>
          <a:p>
            <a:pPr>
              <a:defRPr/>
            </a:pPr>
            <a:r>
              <a:rPr lang="en-US"/>
              <a:t>Bùi Quốc Trung - VLDC</a:t>
            </a:r>
          </a:p>
        </p:txBody>
      </p:sp>
      <p:sp>
        <p:nvSpPr>
          <p:cNvPr id="16" name="Slide Number Placeholder 15">
            <a:extLst>
              <a:ext uri="{FF2B5EF4-FFF2-40B4-BE49-F238E27FC236}">
                <a16:creationId xmlns:a16="http://schemas.microsoft.com/office/drawing/2014/main" id="{B8C89421-7031-C3E8-E84A-DAF0A5E327DB}"/>
              </a:ext>
            </a:extLst>
          </p:cNvPr>
          <p:cNvSpPr>
            <a:spLocks noGrp="1"/>
          </p:cNvSpPr>
          <p:nvPr>
            <p:ph type="sldNum" sz="quarter" idx="12"/>
          </p:nvPr>
        </p:nvSpPr>
        <p:spPr/>
        <p:txBody>
          <a:bodyPr/>
          <a:lstStyle/>
          <a:p>
            <a:pPr>
              <a:defRPr/>
            </a:pPr>
            <a:fld id="{DA0BBFDE-23F6-4D0C-90FC-3AED58BCB197}" type="slidenum">
              <a:rPr lang="en-US" smtClean="0"/>
              <a:pPr>
                <a:defRPr/>
              </a:pPr>
              <a:t>41</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linds(horizontal)">
                                      <p:cBhvr>
                                        <p:cTn id="7" dur="500"/>
                                        <p:tgtEl>
                                          <p:spTgt spid="8"/>
                                        </p:tgtEl>
                                      </p:cBhvr>
                                    </p:animEffect>
                                  </p:childTnLst>
                                </p:cTn>
                              </p:par>
                            </p:childTnLst>
                          </p:cTn>
                        </p:par>
                        <p:par>
                          <p:cTn id="8" fill="hold" nodeType="afterGroup">
                            <p:stCondLst>
                              <p:cond delay="500"/>
                            </p:stCondLst>
                            <p:childTnLst>
                              <p:par>
                                <p:cTn id="9" presetID="14" presetClass="entr" presetSubtype="10" fill="hold" nodeType="afterEffect">
                                  <p:stCondLst>
                                    <p:cond delay="0"/>
                                  </p:stCondLst>
                                  <p:childTnLst>
                                    <p:set>
                                      <p:cBhvr>
                                        <p:cTn id="10" dur="1" fill="hold">
                                          <p:stCondLst>
                                            <p:cond delay="0"/>
                                          </p:stCondLst>
                                        </p:cTn>
                                        <p:tgtEl>
                                          <p:spTgt spid="26"/>
                                        </p:tgtEl>
                                        <p:attrNameLst>
                                          <p:attrName>style.visibility</p:attrName>
                                        </p:attrNameLst>
                                      </p:cBhvr>
                                      <p:to>
                                        <p:strVal val="visible"/>
                                      </p:to>
                                    </p:set>
                                    <p:animEffect transition="in" filter="randombar(horizontal)">
                                      <p:cBhvr>
                                        <p:cTn id="11" dur="500"/>
                                        <p:tgtEl>
                                          <p:spTgt spid="26"/>
                                        </p:tgtEl>
                                      </p:cBhvr>
                                    </p:animEffect>
                                  </p:childTnLst>
                                </p:cTn>
                              </p:par>
                              <p:par>
                                <p:cTn id="12" presetID="8" presetClass="entr" presetSubtype="16" fill="hold" nodeType="withEffect">
                                  <p:stCondLst>
                                    <p:cond delay="0"/>
                                  </p:stCondLst>
                                  <p:childTnLst>
                                    <p:set>
                                      <p:cBhvr>
                                        <p:cTn id="13" dur="1" fill="hold">
                                          <p:stCondLst>
                                            <p:cond delay="0"/>
                                          </p:stCondLst>
                                        </p:cTn>
                                        <p:tgtEl>
                                          <p:spTgt spid="27650"/>
                                        </p:tgtEl>
                                        <p:attrNameLst>
                                          <p:attrName>style.visibility</p:attrName>
                                        </p:attrNameLst>
                                      </p:cBhvr>
                                      <p:to>
                                        <p:strVal val="visible"/>
                                      </p:to>
                                    </p:set>
                                    <p:animEffect transition="in" filter="diamond(in)">
                                      <p:cBhvr>
                                        <p:cTn id="14" dur="1000"/>
                                        <p:tgtEl>
                                          <p:spTgt spid="27650"/>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14" presetClass="entr" presetSubtype="1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randombar(horizontal)">
                                      <p:cBhvr>
                                        <p:cTn id="19" dur="500"/>
                                        <p:tgtEl>
                                          <p:spTgt spid="7"/>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14" presetClass="entr" presetSubtype="10" fill="hold" nodeType="clickEffect">
                                  <p:stCondLst>
                                    <p:cond delay="0"/>
                                  </p:stCondLst>
                                  <p:childTnLst>
                                    <p:set>
                                      <p:cBhvr>
                                        <p:cTn id="23" dur="1" fill="hold">
                                          <p:stCondLst>
                                            <p:cond delay="0"/>
                                          </p:stCondLst>
                                        </p:cTn>
                                        <p:tgtEl>
                                          <p:spTgt spid="28"/>
                                        </p:tgtEl>
                                        <p:attrNameLst>
                                          <p:attrName>style.visibility</p:attrName>
                                        </p:attrNameLst>
                                      </p:cBhvr>
                                      <p:to>
                                        <p:strVal val="visible"/>
                                      </p:to>
                                    </p:set>
                                    <p:animEffect transition="in" filter="randombar(horizontal)">
                                      <p:cBhvr>
                                        <p:cTn id="24" dur="500"/>
                                        <p:tgtEl>
                                          <p:spTgt spid="28"/>
                                        </p:tgtEl>
                                      </p:cBhvr>
                                    </p:animEffect>
                                  </p:childTnLst>
                                </p:cTn>
                              </p:par>
                              <p:par>
                                <p:cTn id="25" presetID="8" presetClass="entr" presetSubtype="16" fill="hold" nodeType="with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diamond(in)">
                                      <p:cBhvr>
                                        <p:cTn id="27" dur="1000"/>
                                        <p:tgtEl>
                                          <p:spTgt spid="4"/>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500"/>
                                        <p:tgtEl>
                                          <p:spTgt spid="9"/>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50"/>
                                        </p:tgtEl>
                                        <p:attrNameLst>
                                          <p:attrName>style.visibility</p:attrName>
                                        </p:attrNameLst>
                                      </p:cBhvr>
                                      <p:to>
                                        <p:strVal val="visible"/>
                                      </p:to>
                                    </p:set>
                                    <p:animEffect transition="in" filter="randombar(horizontal)">
                                      <p:cBhvr>
                                        <p:cTn id="37" dur="500"/>
                                        <p:tgtEl>
                                          <p:spTgt spid="50"/>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49"/>
                                        </p:tgtEl>
                                        <p:attrNameLst>
                                          <p:attrName>style.visibility</p:attrName>
                                        </p:attrNameLst>
                                      </p:cBhvr>
                                      <p:to>
                                        <p:strVal val="visible"/>
                                      </p:to>
                                    </p:set>
                                    <p:animEffect transition="in" filter="fade">
                                      <p:cBhvr>
                                        <p:cTn id="42" dur="500"/>
                                        <p:tgtEl>
                                          <p:spTgt spid="49"/>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14" presetClass="entr" presetSubtype="10" fill="hold" grpId="0" nodeType="clickEffect">
                                  <p:stCondLst>
                                    <p:cond delay="0"/>
                                  </p:stCondLst>
                                  <p:childTnLst>
                                    <p:set>
                                      <p:cBhvr>
                                        <p:cTn id="46" dur="1" fill="hold">
                                          <p:stCondLst>
                                            <p:cond delay="0"/>
                                          </p:stCondLst>
                                        </p:cTn>
                                        <p:tgtEl>
                                          <p:spTgt spid="52"/>
                                        </p:tgtEl>
                                        <p:attrNameLst>
                                          <p:attrName>style.visibility</p:attrName>
                                        </p:attrNameLst>
                                      </p:cBhvr>
                                      <p:to>
                                        <p:strVal val="visible"/>
                                      </p:to>
                                    </p:set>
                                    <p:animEffect transition="in" filter="randombar(horizontal)">
                                      <p:cBhvr>
                                        <p:cTn id="47" dur="500"/>
                                        <p:tgtEl>
                                          <p:spTgt spid="52"/>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51"/>
                                        </p:tgtEl>
                                        <p:attrNameLst>
                                          <p:attrName>style.visibility</p:attrName>
                                        </p:attrNameLst>
                                      </p:cBhvr>
                                      <p:to>
                                        <p:strVal val="visible"/>
                                      </p:to>
                                    </p:set>
                                    <p:animEffect transition="in" filter="fade">
                                      <p:cBhvr>
                                        <p:cTn id="52" dur="500"/>
                                        <p:tgtEl>
                                          <p:spTgt spid="51"/>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nodeType="clickEffect">
                                  <p:stCondLst>
                                    <p:cond delay="0"/>
                                  </p:stCondLst>
                                  <p:childTnLst>
                                    <p:set>
                                      <p:cBhvr>
                                        <p:cTn id="56" dur="1" fill="hold">
                                          <p:stCondLst>
                                            <p:cond delay="0"/>
                                          </p:stCondLst>
                                        </p:cTn>
                                        <p:tgtEl>
                                          <p:spTgt spid="63"/>
                                        </p:tgtEl>
                                        <p:attrNameLst>
                                          <p:attrName>style.visibility</p:attrName>
                                        </p:attrNameLst>
                                      </p:cBhvr>
                                      <p:to>
                                        <p:strVal val="visible"/>
                                      </p:to>
                                    </p:set>
                                    <p:animEffect transition="in" filter="blinds(horizontal)">
                                      <p:cBhvr>
                                        <p:cTn id="57" dur="500"/>
                                        <p:tgtEl>
                                          <p:spTgt spid="63"/>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 presetClass="entr" presetSubtype="4" fill="hold" nodeType="clickEffect">
                                  <p:stCondLst>
                                    <p:cond delay="0"/>
                                  </p:stCondLst>
                                  <p:childTnLst>
                                    <p:set>
                                      <p:cBhvr>
                                        <p:cTn id="61" dur="1" fill="hold">
                                          <p:stCondLst>
                                            <p:cond delay="0"/>
                                          </p:stCondLst>
                                        </p:cTn>
                                        <p:tgtEl>
                                          <p:spTgt spid="60"/>
                                        </p:tgtEl>
                                        <p:attrNameLst>
                                          <p:attrName>style.visibility</p:attrName>
                                        </p:attrNameLst>
                                      </p:cBhvr>
                                      <p:to>
                                        <p:strVal val="visible"/>
                                      </p:to>
                                    </p:set>
                                    <p:anim calcmode="lin" valueType="num">
                                      <p:cBhvr additive="base">
                                        <p:cTn id="62" dur="500" fill="hold"/>
                                        <p:tgtEl>
                                          <p:spTgt spid="60"/>
                                        </p:tgtEl>
                                        <p:attrNameLst>
                                          <p:attrName>ppt_x</p:attrName>
                                        </p:attrNameLst>
                                      </p:cBhvr>
                                      <p:tavLst>
                                        <p:tav tm="0">
                                          <p:val>
                                            <p:strVal val="#ppt_x"/>
                                          </p:val>
                                        </p:tav>
                                        <p:tav tm="100000">
                                          <p:val>
                                            <p:strVal val="#ppt_x"/>
                                          </p:val>
                                        </p:tav>
                                      </p:tavLst>
                                    </p:anim>
                                    <p:anim calcmode="lin" valueType="num">
                                      <p:cBhvr additive="base">
                                        <p:cTn id="63" dur="500" fill="hold"/>
                                        <p:tgtEl>
                                          <p:spTgt spid="60"/>
                                        </p:tgtEl>
                                        <p:attrNameLst>
                                          <p:attrName>ppt_y</p:attrName>
                                        </p:attrNameLst>
                                      </p:cBhvr>
                                      <p:tavLst>
                                        <p:tav tm="0">
                                          <p:val>
                                            <p:strVal val="1+#ppt_h/2"/>
                                          </p:val>
                                        </p:tav>
                                        <p:tav tm="100000">
                                          <p:val>
                                            <p:strVal val="#ppt_y"/>
                                          </p:val>
                                        </p:tav>
                                      </p:tavLst>
                                    </p:anim>
                                  </p:childTnLst>
                                </p:cTn>
                              </p:par>
                            </p:childTnLst>
                          </p:cTn>
                        </p:par>
                        <p:par>
                          <p:cTn id="64" fill="hold" nodeType="afterGroup">
                            <p:stCondLst>
                              <p:cond delay="500"/>
                            </p:stCondLst>
                            <p:childTnLst>
                              <p:par>
                                <p:cTn id="65" presetID="5" presetClass="entr" presetSubtype="10" fill="hold" grpId="0" nodeType="afterEffect">
                                  <p:stCondLst>
                                    <p:cond delay="0"/>
                                  </p:stCondLst>
                                  <p:childTnLst>
                                    <p:set>
                                      <p:cBhvr>
                                        <p:cTn id="66" dur="1" fill="hold">
                                          <p:stCondLst>
                                            <p:cond delay="0"/>
                                          </p:stCondLst>
                                        </p:cTn>
                                        <p:tgtEl>
                                          <p:spTgt spid="59"/>
                                        </p:tgtEl>
                                        <p:attrNameLst>
                                          <p:attrName>style.visibility</p:attrName>
                                        </p:attrNameLst>
                                      </p:cBhvr>
                                      <p:to>
                                        <p:strVal val="visible"/>
                                      </p:to>
                                    </p:set>
                                    <p:animEffect transition="in" filter="checkerboard(across)">
                                      <p:cBhvr>
                                        <p:cTn id="67" dur="500"/>
                                        <p:tgtEl>
                                          <p:spTgt spid="59"/>
                                        </p:tgtEl>
                                      </p:cBhvr>
                                    </p:animEffect>
                                  </p:childTnLst>
                                </p:cTn>
                              </p:par>
                            </p:childTnLst>
                          </p:cTn>
                        </p:par>
                        <p:par>
                          <p:cTn id="68" fill="hold" nodeType="afterGroup">
                            <p:stCondLst>
                              <p:cond delay="1000"/>
                            </p:stCondLst>
                            <p:childTnLst>
                              <p:par>
                                <p:cTn id="69" presetID="14" presetClass="entr" presetSubtype="10" fill="hold" nodeType="afterEffect">
                                  <p:stCondLst>
                                    <p:cond delay="0"/>
                                  </p:stCondLst>
                                  <p:childTnLst>
                                    <p:set>
                                      <p:cBhvr>
                                        <p:cTn id="70" dur="1" fill="hold">
                                          <p:stCondLst>
                                            <p:cond delay="0"/>
                                          </p:stCondLst>
                                        </p:cTn>
                                        <p:tgtEl>
                                          <p:spTgt spid="65"/>
                                        </p:tgtEl>
                                        <p:attrNameLst>
                                          <p:attrName>style.visibility</p:attrName>
                                        </p:attrNameLst>
                                      </p:cBhvr>
                                      <p:to>
                                        <p:strVal val="visible"/>
                                      </p:to>
                                    </p:set>
                                    <p:animEffect transition="in" filter="randombar(horizontal)">
                                      <p:cBhvr>
                                        <p:cTn id="71" dur="500"/>
                                        <p:tgtEl>
                                          <p:spTgt spid="65"/>
                                        </p:tgtEl>
                                      </p:cBhvr>
                                    </p:animEffect>
                                  </p:childTnLst>
                                </p:cTn>
                              </p:par>
                            </p:childTnLst>
                          </p:cTn>
                        </p:par>
                        <p:par>
                          <p:cTn id="72" fill="hold" nodeType="afterGroup">
                            <p:stCondLst>
                              <p:cond delay="1500"/>
                            </p:stCondLst>
                            <p:childTnLst>
                              <p:par>
                                <p:cTn id="73" presetID="24" presetClass="entr" presetSubtype="0" fill="hold" grpId="0" nodeType="afterEffect">
                                  <p:stCondLst>
                                    <p:cond delay="0"/>
                                  </p:stCondLst>
                                  <p:childTnLst>
                                    <p:set>
                                      <p:cBhvr>
                                        <p:cTn id="74" dur="1" fill="hold">
                                          <p:stCondLst>
                                            <p:cond delay="0"/>
                                          </p:stCondLst>
                                        </p:cTn>
                                        <p:tgtEl>
                                          <p:spTgt spid="46"/>
                                        </p:tgtEl>
                                        <p:attrNameLst>
                                          <p:attrName>style.visibility</p:attrName>
                                        </p:attrNameLst>
                                      </p:cBhvr>
                                      <p:to>
                                        <p:strVal val="visible"/>
                                      </p:to>
                                    </p:set>
                                    <p:anim to="" calcmode="lin" valueType="num">
                                      <p:cBhvr>
                                        <p:cTn id="75" dur="1" fill="hold"/>
                                        <p:tgtEl>
                                          <p:spTgt spid="46"/>
                                        </p:tgtEl>
                                        <p:attrNameLst>
                                          <p:attrName/>
                                        </p:attrNameLst>
                                      </p:cBhvr>
                                    </p:anim>
                                  </p:childTnLst>
                                </p:cTn>
                              </p:par>
                            </p:childTnLst>
                          </p:cTn>
                        </p:par>
                      </p:childTnLst>
                    </p:cTn>
                  </p:par>
                  <p:par>
                    <p:cTn id="76" fill="hold" nodeType="clickPar">
                      <p:stCondLst>
                        <p:cond delay="indefinite"/>
                      </p:stCondLst>
                      <p:childTnLst>
                        <p:par>
                          <p:cTn id="77" fill="hold" nodeType="withGroup">
                            <p:stCondLst>
                              <p:cond delay="0"/>
                            </p:stCondLst>
                            <p:childTnLst>
                              <p:par>
                                <p:cTn id="78" presetID="2" presetClass="entr" presetSubtype="4" fill="hold" nodeType="clickEffect">
                                  <p:stCondLst>
                                    <p:cond delay="0"/>
                                  </p:stCondLst>
                                  <p:childTnLst>
                                    <p:set>
                                      <p:cBhvr>
                                        <p:cTn id="79" dur="1" fill="hold">
                                          <p:stCondLst>
                                            <p:cond delay="0"/>
                                          </p:stCondLst>
                                        </p:cTn>
                                        <p:tgtEl>
                                          <p:spTgt spid="61"/>
                                        </p:tgtEl>
                                        <p:attrNameLst>
                                          <p:attrName>style.visibility</p:attrName>
                                        </p:attrNameLst>
                                      </p:cBhvr>
                                      <p:to>
                                        <p:strVal val="visible"/>
                                      </p:to>
                                    </p:set>
                                    <p:anim calcmode="lin" valueType="num">
                                      <p:cBhvr additive="base">
                                        <p:cTn id="80" dur="500" fill="hold"/>
                                        <p:tgtEl>
                                          <p:spTgt spid="61"/>
                                        </p:tgtEl>
                                        <p:attrNameLst>
                                          <p:attrName>ppt_x</p:attrName>
                                        </p:attrNameLst>
                                      </p:cBhvr>
                                      <p:tavLst>
                                        <p:tav tm="0">
                                          <p:val>
                                            <p:strVal val="#ppt_x"/>
                                          </p:val>
                                        </p:tav>
                                        <p:tav tm="100000">
                                          <p:val>
                                            <p:strVal val="#ppt_x"/>
                                          </p:val>
                                        </p:tav>
                                      </p:tavLst>
                                    </p:anim>
                                    <p:anim calcmode="lin" valueType="num">
                                      <p:cBhvr additive="base">
                                        <p:cTn id="81" dur="500" fill="hold"/>
                                        <p:tgtEl>
                                          <p:spTgt spid="61"/>
                                        </p:tgtEl>
                                        <p:attrNameLst>
                                          <p:attrName>ppt_y</p:attrName>
                                        </p:attrNameLst>
                                      </p:cBhvr>
                                      <p:tavLst>
                                        <p:tav tm="0">
                                          <p:val>
                                            <p:strVal val="1+#ppt_h/2"/>
                                          </p:val>
                                        </p:tav>
                                        <p:tav tm="100000">
                                          <p:val>
                                            <p:strVal val="#ppt_y"/>
                                          </p:val>
                                        </p:tav>
                                      </p:tavLst>
                                    </p:anim>
                                  </p:childTnLst>
                                </p:cTn>
                              </p:par>
                            </p:childTnLst>
                          </p:cTn>
                        </p:par>
                        <p:par>
                          <p:cTn id="82" fill="hold" nodeType="afterGroup">
                            <p:stCondLst>
                              <p:cond delay="500"/>
                            </p:stCondLst>
                            <p:childTnLst>
                              <p:par>
                                <p:cTn id="83" presetID="5" presetClass="entr" presetSubtype="10" fill="hold" grpId="0" nodeType="afterEffect">
                                  <p:stCondLst>
                                    <p:cond delay="0"/>
                                  </p:stCondLst>
                                  <p:childTnLst>
                                    <p:set>
                                      <p:cBhvr>
                                        <p:cTn id="84" dur="1" fill="hold">
                                          <p:stCondLst>
                                            <p:cond delay="0"/>
                                          </p:stCondLst>
                                        </p:cTn>
                                        <p:tgtEl>
                                          <p:spTgt spid="57"/>
                                        </p:tgtEl>
                                        <p:attrNameLst>
                                          <p:attrName>style.visibility</p:attrName>
                                        </p:attrNameLst>
                                      </p:cBhvr>
                                      <p:to>
                                        <p:strVal val="visible"/>
                                      </p:to>
                                    </p:set>
                                    <p:animEffect transition="in" filter="checkerboard(across)">
                                      <p:cBhvr>
                                        <p:cTn id="85" dur="500"/>
                                        <p:tgtEl>
                                          <p:spTgt spid="57"/>
                                        </p:tgtEl>
                                      </p:cBhvr>
                                    </p:animEffect>
                                  </p:childTnLst>
                                </p:cTn>
                              </p:par>
                            </p:childTnLst>
                          </p:cTn>
                        </p:par>
                        <p:par>
                          <p:cTn id="86" fill="hold" nodeType="afterGroup">
                            <p:stCondLst>
                              <p:cond delay="1000"/>
                            </p:stCondLst>
                            <p:childTnLst>
                              <p:par>
                                <p:cTn id="87" presetID="14" presetClass="entr" presetSubtype="10" fill="hold" nodeType="afterEffect">
                                  <p:stCondLst>
                                    <p:cond delay="0"/>
                                  </p:stCondLst>
                                  <p:childTnLst>
                                    <p:set>
                                      <p:cBhvr>
                                        <p:cTn id="88" dur="1" fill="hold">
                                          <p:stCondLst>
                                            <p:cond delay="0"/>
                                          </p:stCondLst>
                                        </p:cTn>
                                        <p:tgtEl>
                                          <p:spTgt spid="64"/>
                                        </p:tgtEl>
                                        <p:attrNameLst>
                                          <p:attrName>style.visibility</p:attrName>
                                        </p:attrNameLst>
                                      </p:cBhvr>
                                      <p:to>
                                        <p:strVal val="visible"/>
                                      </p:to>
                                    </p:set>
                                    <p:animEffect transition="in" filter="randombar(horizontal)">
                                      <p:cBhvr>
                                        <p:cTn id="89" dur="500"/>
                                        <p:tgtEl>
                                          <p:spTgt spid="64"/>
                                        </p:tgtEl>
                                      </p:cBhvr>
                                    </p:animEffect>
                                  </p:childTnLst>
                                </p:cTn>
                              </p:par>
                            </p:childTnLst>
                          </p:cTn>
                        </p:par>
                      </p:childTnLst>
                    </p:cTn>
                  </p:par>
                  <p:par>
                    <p:cTn id="90" fill="hold" nodeType="clickPar">
                      <p:stCondLst>
                        <p:cond delay="indefinite"/>
                      </p:stCondLst>
                      <p:childTnLst>
                        <p:par>
                          <p:cTn id="91" fill="hold" nodeType="withGroup">
                            <p:stCondLst>
                              <p:cond delay="0"/>
                            </p:stCondLst>
                            <p:childTnLst>
                              <p:par>
                                <p:cTn id="92" presetID="2" presetClass="entr" presetSubtype="4" fill="hold" nodeType="clickEffect">
                                  <p:stCondLst>
                                    <p:cond delay="0"/>
                                  </p:stCondLst>
                                  <p:childTnLst>
                                    <p:set>
                                      <p:cBhvr>
                                        <p:cTn id="93" dur="1" fill="hold">
                                          <p:stCondLst>
                                            <p:cond delay="0"/>
                                          </p:stCondLst>
                                        </p:cTn>
                                        <p:tgtEl>
                                          <p:spTgt spid="62"/>
                                        </p:tgtEl>
                                        <p:attrNameLst>
                                          <p:attrName>style.visibility</p:attrName>
                                        </p:attrNameLst>
                                      </p:cBhvr>
                                      <p:to>
                                        <p:strVal val="visible"/>
                                      </p:to>
                                    </p:set>
                                    <p:anim calcmode="lin" valueType="num">
                                      <p:cBhvr additive="base">
                                        <p:cTn id="94" dur="500" fill="hold"/>
                                        <p:tgtEl>
                                          <p:spTgt spid="62"/>
                                        </p:tgtEl>
                                        <p:attrNameLst>
                                          <p:attrName>ppt_x</p:attrName>
                                        </p:attrNameLst>
                                      </p:cBhvr>
                                      <p:tavLst>
                                        <p:tav tm="0">
                                          <p:val>
                                            <p:strVal val="#ppt_x"/>
                                          </p:val>
                                        </p:tav>
                                        <p:tav tm="100000">
                                          <p:val>
                                            <p:strVal val="#ppt_x"/>
                                          </p:val>
                                        </p:tav>
                                      </p:tavLst>
                                    </p:anim>
                                    <p:anim calcmode="lin" valueType="num">
                                      <p:cBhvr additive="base">
                                        <p:cTn id="95" dur="500" fill="hold"/>
                                        <p:tgtEl>
                                          <p:spTgt spid="62"/>
                                        </p:tgtEl>
                                        <p:attrNameLst>
                                          <p:attrName>ppt_y</p:attrName>
                                        </p:attrNameLst>
                                      </p:cBhvr>
                                      <p:tavLst>
                                        <p:tav tm="0">
                                          <p:val>
                                            <p:strVal val="1+#ppt_h/2"/>
                                          </p:val>
                                        </p:tav>
                                        <p:tav tm="100000">
                                          <p:val>
                                            <p:strVal val="#ppt_y"/>
                                          </p:val>
                                        </p:tav>
                                      </p:tavLst>
                                    </p:anim>
                                  </p:childTnLst>
                                </p:cTn>
                              </p:par>
                            </p:childTnLst>
                          </p:cTn>
                        </p:par>
                        <p:par>
                          <p:cTn id="96" fill="hold" nodeType="afterGroup">
                            <p:stCondLst>
                              <p:cond delay="500"/>
                            </p:stCondLst>
                            <p:childTnLst>
                              <p:par>
                                <p:cTn id="97" presetID="5" presetClass="entr" presetSubtype="10" fill="hold" grpId="0" nodeType="afterEffect">
                                  <p:stCondLst>
                                    <p:cond delay="0"/>
                                  </p:stCondLst>
                                  <p:childTnLst>
                                    <p:set>
                                      <p:cBhvr>
                                        <p:cTn id="98" dur="1" fill="hold">
                                          <p:stCondLst>
                                            <p:cond delay="0"/>
                                          </p:stCondLst>
                                        </p:cTn>
                                        <p:tgtEl>
                                          <p:spTgt spid="58"/>
                                        </p:tgtEl>
                                        <p:attrNameLst>
                                          <p:attrName>style.visibility</p:attrName>
                                        </p:attrNameLst>
                                      </p:cBhvr>
                                      <p:to>
                                        <p:strVal val="visible"/>
                                      </p:to>
                                    </p:set>
                                    <p:animEffect transition="in" filter="checkerboard(across)">
                                      <p:cBhvr>
                                        <p:cTn id="99" dur="500"/>
                                        <p:tgtEl>
                                          <p:spTgt spid="58"/>
                                        </p:tgtEl>
                                      </p:cBhvr>
                                    </p:animEffect>
                                  </p:childTnLst>
                                </p:cTn>
                              </p:par>
                            </p:childTnLst>
                          </p:cTn>
                        </p:par>
                      </p:childTnLst>
                    </p:cTn>
                  </p:par>
                  <p:par>
                    <p:cTn id="100" fill="hold" nodeType="clickPar">
                      <p:stCondLst>
                        <p:cond delay="indefinite"/>
                      </p:stCondLst>
                      <p:childTnLst>
                        <p:par>
                          <p:cTn id="101" fill="hold" nodeType="withGroup">
                            <p:stCondLst>
                              <p:cond delay="0"/>
                            </p:stCondLst>
                            <p:childTnLst>
                              <p:par>
                                <p:cTn id="102" presetID="8" presetClass="entr" presetSubtype="32" fill="hold" nodeType="clickEffect">
                                  <p:stCondLst>
                                    <p:cond delay="0"/>
                                  </p:stCondLst>
                                  <p:childTnLst>
                                    <p:set>
                                      <p:cBhvr>
                                        <p:cTn id="103" dur="1" fill="hold">
                                          <p:stCondLst>
                                            <p:cond delay="0"/>
                                          </p:stCondLst>
                                        </p:cTn>
                                        <p:tgtEl>
                                          <p:spTgt spid="30"/>
                                        </p:tgtEl>
                                        <p:attrNameLst>
                                          <p:attrName>style.visibility</p:attrName>
                                        </p:attrNameLst>
                                      </p:cBhvr>
                                      <p:to>
                                        <p:strVal val="visible"/>
                                      </p:to>
                                    </p:set>
                                    <p:animEffect transition="in" filter="diamond(out)">
                                      <p:cBhvr>
                                        <p:cTn id="104" dur="1000"/>
                                        <p:tgtEl>
                                          <p:spTgt spid="30"/>
                                        </p:tgtEl>
                                      </p:cBhvr>
                                    </p:animEffect>
                                  </p:childTnLst>
                                </p:cTn>
                              </p:par>
                              <p:par>
                                <p:cTn id="105" presetID="8" presetClass="entr" presetSubtype="16" fill="hold" nodeType="withEffect">
                                  <p:stCondLst>
                                    <p:cond delay="0"/>
                                  </p:stCondLst>
                                  <p:childTnLst>
                                    <p:set>
                                      <p:cBhvr>
                                        <p:cTn id="106" dur="1" fill="hold">
                                          <p:stCondLst>
                                            <p:cond delay="0"/>
                                          </p:stCondLst>
                                        </p:cTn>
                                        <p:tgtEl>
                                          <p:spTgt spid="5"/>
                                        </p:tgtEl>
                                        <p:attrNameLst>
                                          <p:attrName>style.visibility</p:attrName>
                                        </p:attrNameLst>
                                      </p:cBhvr>
                                      <p:to>
                                        <p:strVal val="visible"/>
                                      </p:to>
                                    </p:set>
                                    <p:animEffect transition="in" filter="diamond(in)">
                                      <p:cBhvr>
                                        <p:cTn id="107" dur="1000"/>
                                        <p:tgtEl>
                                          <p:spTgt spid="5"/>
                                        </p:tgtEl>
                                      </p:cBhvr>
                                    </p:animEffect>
                                  </p:childTnLst>
                                </p:cTn>
                              </p:par>
                            </p:childTnLst>
                          </p:cTn>
                        </p:par>
                      </p:childTnLst>
                    </p:cTn>
                  </p:par>
                  <p:par>
                    <p:cTn id="108" fill="hold" nodeType="clickPar">
                      <p:stCondLst>
                        <p:cond delay="indefinite"/>
                      </p:stCondLst>
                      <p:childTnLst>
                        <p:par>
                          <p:cTn id="109" fill="hold" nodeType="withGroup">
                            <p:stCondLst>
                              <p:cond delay="0"/>
                            </p:stCondLst>
                            <p:childTnLst>
                              <p:par>
                                <p:cTn id="110" presetID="14" presetClass="entr" presetSubtype="10" fill="hold" nodeType="clickEffect">
                                  <p:stCondLst>
                                    <p:cond delay="0"/>
                                  </p:stCondLst>
                                  <p:childTnLst>
                                    <p:set>
                                      <p:cBhvr>
                                        <p:cTn id="111" dur="1" fill="hold">
                                          <p:stCondLst>
                                            <p:cond delay="0"/>
                                          </p:stCondLst>
                                        </p:cTn>
                                        <p:tgtEl>
                                          <p:spTgt spid="34"/>
                                        </p:tgtEl>
                                        <p:attrNameLst>
                                          <p:attrName>style.visibility</p:attrName>
                                        </p:attrNameLst>
                                      </p:cBhvr>
                                      <p:to>
                                        <p:strVal val="visible"/>
                                      </p:to>
                                    </p:set>
                                    <p:animEffect transition="in" filter="randombar(horizontal)">
                                      <p:cBhvr>
                                        <p:cTn id="112" dur="500"/>
                                        <p:tgtEl>
                                          <p:spTgt spid="34"/>
                                        </p:tgtEl>
                                      </p:cBhvr>
                                    </p:animEffect>
                                  </p:childTnLst>
                                </p:cTn>
                              </p:par>
                              <p:par>
                                <p:cTn id="113" presetID="14" presetClass="entr" presetSubtype="10" fill="hold" nodeType="withEffect">
                                  <p:stCondLst>
                                    <p:cond delay="0"/>
                                  </p:stCondLst>
                                  <p:childTnLst>
                                    <p:set>
                                      <p:cBhvr>
                                        <p:cTn id="114" dur="1" fill="hold">
                                          <p:stCondLst>
                                            <p:cond delay="0"/>
                                          </p:stCondLst>
                                        </p:cTn>
                                        <p:tgtEl>
                                          <p:spTgt spid="32"/>
                                        </p:tgtEl>
                                        <p:attrNameLst>
                                          <p:attrName>style.visibility</p:attrName>
                                        </p:attrNameLst>
                                      </p:cBhvr>
                                      <p:to>
                                        <p:strVal val="visible"/>
                                      </p:to>
                                    </p:set>
                                    <p:animEffect transition="in" filter="randombar(horizontal)">
                                      <p:cBhvr>
                                        <p:cTn id="115" dur="500"/>
                                        <p:tgtEl>
                                          <p:spTgt spid="32"/>
                                        </p:tgtEl>
                                      </p:cBhvr>
                                    </p:animEffect>
                                  </p:childTnLst>
                                </p:cTn>
                              </p:par>
                              <p:par>
                                <p:cTn id="116" presetID="14" presetClass="entr" presetSubtype="10" fill="hold" nodeType="withEffect">
                                  <p:stCondLst>
                                    <p:cond delay="0"/>
                                  </p:stCondLst>
                                  <p:childTnLst>
                                    <p:set>
                                      <p:cBhvr>
                                        <p:cTn id="117" dur="1" fill="hold">
                                          <p:stCondLst>
                                            <p:cond delay="0"/>
                                          </p:stCondLst>
                                        </p:cTn>
                                        <p:tgtEl>
                                          <p:spTgt spid="36"/>
                                        </p:tgtEl>
                                        <p:attrNameLst>
                                          <p:attrName>style.visibility</p:attrName>
                                        </p:attrNameLst>
                                      </p:cBhvr>
                                      <p:to>
                                        <p:strVal val="visible"/>
                                      </p:to>
                                    </p:set>
                                    <p:animEffect transition="in" filter="randombar(horizontal)">
                                      <p:cBhvr>
                                        <p:cTn id="118" dur="500"/>
                                        <p:tgtEl>
                                          <p:spTgt spid="36"/>
                                        </p:tgtEl>
                                      </p:cBhvr>
                                    </p:animEffect>
                                  </p:childTnLst>
                                </p:cTn>
                              </p:par>
                              <p:par>
                                <p:cTn id="119" presetID="14" presetClass="entr" presetSubtype="10" fill="hold" nodeType="withEffect">
                                  <p:stCondLst>
                                    <p:cond delay="0"/>
                                  </p:stCondLst>
                                  <p:childTnLst>
                                    <p:set>
                                      <p:cBhvr>
                                        <p:cTn id="120" dur="1" fill="hold">
                                          <p:stCondLst>
                                            <p:cond delay="0"/>
                                          </p:stCondLst>
                                        </p:cTn>
                                        <p:tgtEl>
                                          <p:spTgt spid="38"/>
                                        </p:tgtEl>
                                        <p:attrNameLst>
                                          <p:attrName>style.visibility</p:attrName>
                                        </p:attrNameLst>
                                      </p:cBhvr>
                                      <p:to>
                                        <p:strVal val="visible"/>
                                      </p:to>
                                    </p:set>
                                    <p:animEffect transition="in" filter="randombar(horizontal)">
                                      <p:cBhvr>
                                        <p:cTn id="121" dur="500"/>
                                        <p:tgtEl>
                                          <p:spTgt spid="38"/>
                                        </p:tgtEl>
                                      </p:cBhvr>
                                    </p:animEffect>
                                  </p:childTnLst>
                                </p:cTn>
                              </p:par>
                            </p:childTnLst>
                          </p:cTn>
                        </p:par>
                      </p:childTnLst>
                    </p:cTn>
                  </p:par>
                  <p:par>
                    <p:cTn id="122" fill="hold" nodeType="clickPar">
                      <p:stCondLst>
                        <p:cond delay="indefinite"/>
                      </p:stCondLst>
                      <p:childTnLst>
                        <p:par>
                          <p:cTn id="123" fill="hold" nodeType="withGroup">
                            <p:stCondLst>
                              <p:cond delay="0"/>
                            </p:stCondLst>
                            <p:childTnLst>
                              <p:par>
                                <p:cTn id="124" presetID="14" presetClass="entr" presetSubtype="10" fill="hold" nodeType="clickEffect">
                                  <p:stCondLst>
                                    <p:cond delay="0"/>
                                  </p:stCondLst>
                                  <p:childTnLst>
                                    <p:set>
                                      <p:cBhvr>
                                        <p:cTn id="125" dur="1" fill="hold">
                                          <p:stCondLst>
                                            <p:cond delay="0"/>
                                          </p:stCondLst>
                                        </p:cTn>
                                        <p:tgtEl>
                                          <p:spTgt spid="11"/>
                                        </p:tgtEl>
                                        <p:attrNameLst>
                                          <p:attrName>style.visibility</p:attrName>
                                        </p:attrNameLst>
                                      </p:cBhvr>
                                      <p:to>
                                        <p:strVal val="visible"/>
                                      </p:to>
                                    </p:set>
                                    <p:animEffect transition="in" filter="randombar(horizontal)">
                                      <p:cBhvr>
                                        <p:cTn id="126" dur="500"/>
                                        <p:tgtEl>
                                          <p:spTgt spid="11"/>
                                        </p:tgtEl>
                                      </p:cBhvr>
                                    </p:animEffect>
                                  </p:childTnLst>
                                </p:cTn>
                              </p:par>
                              <p:par>
                                <p:cTn id="127" presetID="14" presetClass="entr" presetSubtype="10" fill="hold" nodeType="withEffect">
                                  <p:stCondLst>
                                    <p:cond delay="0"/>
                                  </p:stCondLst>
                                  <p:childTnLst>
                                    <p:set>
                                      <p:cBhvr>
                                        <p:cTn id="128" dur="1" fill="hold">
                                          <p:stCondLst>
                                            <p:cond delay="0"/>
                                          </p:stCondLst>
                                        </p:cTn>
                                        <p:tgtEl>
                                          <p:spTgt spid="72"/>
                                        </p:tgtEl>
                                        <p:attrNameLst>
                                          <p:attrName>style.visibility</p:attrName>
                                        </p:attrNameLst>
                                      </p:cBhvr>
                                      <p:to>
                                        <p:strVal val="visible"/>
                                      </p:to>
                                    </p:set>
                                    <p:animEffect transition="in" filter="randombar(horizontal)">
                                      <p:cBhvr>
                                        <p:cTn id="129" dur="500"/>
                                        <p:tgtEl>
                                          <p:spTgt spid="72"/>
                                        </p:tgtEl>
                                      </p:cBhvr>
                                    </p:animEffect>
                                  </p:childTnLst>
                                </p:cTn>
                              </p:par>
                              <p:par>
                                <p:cTn id="130" presetID="14" presetClass="entr" presetSubtype="10" fill="hold" nodeType="withEffect">
                                  <p:stCondLst>
                                    <p:cond delay="0"/>
                                  </p:stCondLst>
                                  <p:childTnLst>
                                    <p:set>
                                      <p:cBhvr>
                                        <p:cTn id="131" dur="1" fill="hold">
                                          <p:stCondLst>
                                            <p:cond delay="0"/>
                                          </p:stCondLst>
                                        </p:cTn>
                                        <p:tgtEl>
                                          <p:spTgt spid="78"/>
                                        </p:tgtEl>
                                        <p:attrNameLst>
                                          <p:attrName>style.visibility</p:attrName>
                                        </p:attrNameLst>
                                      </p:cBhvr>
                                      <p:to>
                                        <p:strVal val="visible"/>
                                      </p:to>
                                    </p:set>
                                    <p:animEffect transition="in" filter="randombar(horizontal)">
                                      <p:cBhvr>
                                        <p:cTn id="132" dur="500"/>
                                        <p:tgtEl>
                                          <p:spTgt spid="78"/>
                                        </p:tgtEl>
                                      </p:cBhvr>
                                    </p:animEffect>
                                  </p:childTnLst>
                                </p:cTn>
                              </p:par>
                              <p:par>
                                <p:cTn id="133" presetID="14" presetClass="entr" presetSubtype="10" fill="hold" nodeType="withEffect">
                                  <p:stCondLst>
                                    <p:cond delay="0"/>
                                  </p:stCondLst>
                                  <p:childTnLst>
                                    <p:set>
                                      <p:cBhvr>
                                        <p:cTn id="134" dur="1" fill="hold">
                                          <p:stCondLst>
                                            <p:cond delay="0"/>
                                          </p:stCondLst>
                                        </p:cTn>
                                        <p:tgtEl>
                                          <p:spTgt spid="73"/>
                                        </p:tgtEl>
                                        <p:attrNameLst>
                                          <p:attrName>style.visibility</p:attrName>
                                        </p:attrNameLst>
                                      </p:cBhvr>
                                      <p:to>
                                        <p:strVal val="visible"/>
                                      </p:to>
                                    </p:set>
                                    <p:animEffect transition="in" filter="randombar(horizontal)">
                                      <p:cBhvr>
                                        <p:cTn id="135" dur="500"/>
                                        <p:tgtEl>
                                          <p:spTgt spid="73"/>
                                        </p:tgtEl>
                                      </p:cBhvr>
                                    </p:animEffect>
                                  </p:childTnLst>
                                </p:cTn>
                              </p:par>
                              <p:par>
                                <p:cTn id="136" presetID="14" presetClass="entr" presetSubtype="10" fill="hold" nodeType="withEffect">
                                  <p:stCondLst>
                                    <p:cond delay="0"/>
                                  </p:stCondLst>
                                  <p:childTnLst>
                                    <p:set>
                                      <p:cBhvr>
                                        <p:cTn id="137" dur="1" fill="hold">
                                          <p:stCondLst>
                                            <p:cond delay="0"/>
                                          </p:stCondLst>
                                        </p:cTn>
                                        <p:tgtEl>
                                          <p:spTgt spid="79"/>
                                        </p:tgtEl>
                                        <p:attrNameLst>
                                          <p:attrName>style.visibility</p:attrName>
                                        </p:attrNameLst>
                                      </p:cBhvr>
                                      <p:to>
                                        <p:strVal val="visible"/>
                                      </p:to>
                                    </p:set>
                                    <p:animEffect transition="in" filter="randombar(horizontal)">
                                      <p:cBhvr>
                                        <p:cTn id="138" dur="500"/>
                                        <p:tgtEl>
                                          <p:spTgt spid="79"/>
                                        </p:tgtEl>
                                      </p:cBhvr>
                                    </p:animEffect>
                                  </p:childTnLst>
                                </p:cTn>
                              </p:par>
                            </p:childTnLst>
                          </p:cTn>
                        </p:par>
                      </p:childTnLst>
                    </p:cTn>
                  </p:par>
                  <p:par>
                    <p:cTn id="139" fill="hold" nodeType="clickPar">
                      <p:stCondLst>
                        <p:cond delay="indefinite"/>
                      </p:stCondLst>
                      <p:childTnLst>
                        <p:par>
                          <p:cTn id="140" fill="hold" nodeType="withGroup">
                            <p:stCondLst>
                              <p:cond delay="0"/>
                            </p:stCondLst>
                            <p:childTnLst>
                              <p:par>
                                <p:cTn id="141" presetID="5" presetClass="entr" presetSubtype="10" fill="hold" nodeType="clickEffect">
                                  <p:stCondLst>
                                    <p:cond delay="0"/>
                                  </p:stCondLst>
                                  <p:childTnLst>
                                    <p:set>
                                      <p:cBhvr>
                                        <p:cTn id="142" dur="1" fill="hold">
                                          <p:stCondLst>
                                            <p:cond delay="0"/>
                                          </p:stCondLst>
                                        </p:cTn>
                                        <p:tgtEl>
                                          <p:spTgt spid="81"/>
                                        </p:tgtEl>
                                        <p:attrNameLst>
                                          <p:attrName>style.visibility</p:attrName>
                                        </p:attrNameLst>
                                      </p:cBhvr>
                                      <p:to>
                                        <p:strVal val="visible"/>
                                      </p:to>
                                    </p:set>
                                    <p:animEffect transition="in" filter="checkerboard(across)">
                                      <p:cBhvr>
                                        <p:cTn id="143" dur="500"/>
                                        <p:tgtEl>
                                          <p:spTgt spid="81"/>
                                        </p:tgtEl>
                                      </p:cBhvr>
                                    </p:animEffect>
                                  </p:childTnLst>
                                </p:cTn>
                              </p:par>
                              <p:par>
                                <p:cTn id="144" presetID="5" presetClass="entr" presetSubtype="10" fill="hold" nodeType="withEffect">
                                  <p:stCondLst>
                                    <p:cond delay="0"/>
                                  </p:stCondLst>
                                  <p:childTnLst>
                                    <p:set>
                                      <p:cBhvr>
                                        <p:cTn id="145" dur="1" fill="hold">
                                          <p:stCondLst>
                                            <p:cond delay="0"/>
                                          </p:stCondLst>
                                        </p:cTn>
                                        <p:tgtEl>
                                          <p:spTgt spid="16389"/>
                                        </p:tgtEl>
                                        <p:attrNameLst>
                                          <p:attrName>style.visibility</p:attrName>
                                        </p:attrNameLst>
                                      </p:cBhvr>
                                      <p:to>
                                        <p:strVal val="visible"/>
                                      </p:to>
                                    </p:set>
                                    <p:animEffect transition="in" filter="checkerboard(across)">
                                      <p:cBhvr>
                                        <p:cTn id="146" dur="500"/>
                                        <p:tgtEl>
                                          <p:spTgt spid="16389"/>
                                        </p:tgtEl>
                                      </p:cBhvr>
                                    </p:animEffect>
                                  </p:childTnLst>
                                </p:cTn>
                              </p:par>
                            </p:childTnLst>
                          </p:cTn>
                        </p:par>
                        <p:par>
                          <p:cTn id="147" fill="hold" nodeType="afterGroup">
                            <p:stCondLst>
                              <p:cond delay="500"/>
                            </p:stCondLst>
                            <p:childTnLst>
                              <p:par>
                                <p:cTn id="148" presetID="8" presetClass="entr" presetSubtype="16" fill="hold" nodeType="afterEffect">
                                  <p:stCondLst>
                                    <p:cond delay="500"/>
                                  </p:stCondLst>
                                  <p:childTnLst>
                                    <p:set>
                                      <p:cBhvr>
                                        <p:cTn id="149" dur="1" fill="hold">
                                          <p:stCondLst>
                                            <p:cond delay="0"/>
                                          </p:stCondLst>
                                        </p:cTn>
                                        <p:tgtEl>
                                          <p:spTgt spid="74"/>
                                        </p:tgtEl>
                                        <p:attrNameLst>
                                          <p:attrName>style.visibility</p:attrName>
                                        </p:attrNameLst>
                                      </p:cBhvr>
                                      <p:to>
                                        <p:strVal val="visible"/>
                                      </p:to>
                                    </p:set>
                                    <p:animEffect transition="in" filter="diamond(in)">
                                      <p:cBhvr>
                                        <p:cTn id="150" dur="1000"/>
                                        <p:tgtEl>
                                          <p:spTgt spid="74"/>
                                        </p:tgtEl>
                                      </p:cBhvr>
                                    </p:animEffect>
                                  </p:childTnLst>
                                </p:cTn>
                              </p:par>
                              <p:par>
                                <p:cTn id="151" presetID="8" presetClass="entr" presetSubtype="16" fill="hold" nodeType="withEffect">
                                  <p:stCondLst>
                                    <p:cond delay="0"/>
                                  </p:stCondLst>
                                  <p:childTnLst>
                                    <p:set>
                                      <p:cBhvr>
                                        <p:cTn id="152" dur="1" fill="hold">
                                          <p:stCondLst>
                                            <p:cond delay="0"/>
                                          </p:stCondLst>
                                        </p:cTn>
                                        <p:tgtEl>
                                          <p:spTgt spid="75"/>
                                        </p:tgtEl>
                                        <p:attrNameLst>
                                          <p:attrName>style.visibility</p:attrName>
                                        </p:attrNameLst>
                                      </p:cBhvr>
                                      <p:to>
                                        <p:strVal val="visible"/>
                                      </p:to>
                                    </p:set>
                                    <p:animEffect transition="in" filter="diamond(in)">
                                      <p:cBhvr>
                                        <p:cTn id="153" dur="1000"/>
                                        <p:tgtEl>
                                          <p:spTgt spid="75"/>
                                        </p:tgtEl>
                                      </p:cBhvr>
                                    </p:animEffect>
                                  </p:childTnLst>
                                </p:cTn>
                              </p:par>
                              <p:par>
                                <p:cTn id="154" presetID="8" presetClass="entr" presetSubtype="16" fill="hold" nodeType="withEffect">
                                  <p:stCondLst>
                                    <p:cond delay="0"/>
                                  </p:stCondLst>
                                  <p:childTnLst>
                                    <p:set>
                                      <p:cBhvr>
                                        <p:cTn id="155" dur="1" fill="hold">
                                          <p:stCondLst>
                                            <p:cond delay="0"/>
                                          </p:stCondLst>
                                        </p:cTn>
                                        <p:tgtEl>
                                          <p:spTgt spid="76"/>
                                        </p:tgtEl>
                                        <p:attrNameLst>
                                          <p:attrName>style.visibility</p:attrName>
                                        </p:attrNameLst>
                                      </p:cBhvr>
                                      <p:to>
                                        <p:strVal val="visible"/>
                                      </p:to>
                                    </p:set>
                                    <p:animEffect transition="in" filter="diamond(in)">
                                      <p:cBhvr>
                                        <p:cTn id="156" dur="1000"/>
                                        <p:tgtEl>
                                          <p:spTgt spid="76"/>
                                        </p:tgtEl>
                                      </p:cBhvr>
                                    </p:animEffect>
                                  </p:childTnLst>
                                </p:cTn>
                              </p:par>
                              <p:par>
                                <p:cTn id="157" presetID="8" presetClass="entr" presetSubtype="16" fill="hold" nodeType="withEffect">
                                  <p:stCondLst>
                                    <p:cond delay="0"/>
                                  </p:stCondLst>
                                  <p:childTnLst>
                                    <p:set>
                                      <p:cBhvr>
                                        <p:cTn id="158" dur="1" fill="hold">
                                          <p:stCondLst>
                                            <p:cond delay="0"/>
                                          </p:stCondLst>
                                        </p:cTn>
                                        <p:tgtEl>
                                          <p:spTgt spid="77"/>
                                        </p:tgtEl>
                                        <p:attrNameLst>
                                          <p:attrName>style.visibility</p:attrName>
                                        </p:attrNameLst>
                                      </p:cBhvr>
                                      <p:to>
                                        <p:strVal val="visible"/>
                                      </p:to>
                                    </p:set>
                                    <p:animEffect transition="in" filter="diamond(in)">
                                      <p:cBhvr>
                                        <p:cTn id="159" dur="1000"/>
                                        <p:tgtEl>
                                          <p:spTgt spid="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animBg="1"/>
      <p:bldP spid="7" grpId="0"/>
      <p:bldP spid="50" grpId="0"/>
      <p:bldP spid="52" grpId="0"/>
      <p:bldP spid="57" grpId="0"/>
      <p:bldP spid="58" grpId="0"/>
      <p:bldP spid="59" grpId="0"/>
      <p:bldP spid="9" grpId="0" animBg="1"/>
      <p:bldP spid="49" grpId="0" animBg="1"/>
      <p:bldP spid="51"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762000"/>
            <a:ext cx="8229600" cy="5364163"/>
          </a:xfrm>
        </p:spPr>
        <p:txBody>
          <a:bodyPr/>
          <a:lstStyle/>
          <a:p>
            <a:pPr marL="0" indent="0">
              <a:buNone/>
            </a:pPr>
            <a:r>
              <a:rPr lang="en-US"/>
              <a:t>Một điện tích dương chuyển động vuông góc từ trường (hướng từ ngoài vào trong) từ trái sang phải. Xác định lực Loren tác dụng lên điện tích?</a:t>
            </a:r>
          </a:p>
          <a:p>
            <a:pPr marL="514350" indent="-514350">
              <a:buAutoNum type="arabicPeriod"/>
            </a:pPr>
            <a:endParaRPr lang="en-US"/>
          </a:p>
          <a:p>
            <a:endParaRPr lang="en-US"/>
          </a:p>
        </p:txBody>
      </p:sp>
      <p:sp>
        <p:nvSpPr>
          <p:cNvPr id="4" name="Flowchart: Connector 3"/>
          <p:cNvSpPr/>
          <p:nvPr/>
        </p:nvSpPr>
        <p:spPr>
          <a:xfrm>
            <a:off x="4419600" y="3498273"/>
            <a:ext cx="457200" cy="457200"/>
          </a:xfrm>
          <a:prstGeom prst="flowChartConnector">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3600" b="1"/>
              <a:t>+</a:t>
            </a:r>
          </a:p>
        </p:txBody>
      </p:sp>
      <mc:AlternateContent xmlns:mc="http://schemas.openxmlformats.org/markup-compatibility/2006" xmlns:a14="http://schemas.microsoft.com/office/drawing/2010/main">
        <mc:Choice Requires="a14">
          <p:sp>
            <p:nvSpPr>
              <p:cNvPr id="6" name="Rectangle 5"/>
              <p:cNvSpPr/>
              <p:nvPr/>
            </p:nvSpPr>
            <p:spPr>
              <a:xfrm>
                <a:off x="4903519" y="3124200"/>
                <a:ext cx="354281" cy="457200"/>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14:m>
                  <m:oMath xmlns:m="http://schemas.openxmlformats.org/officeDocument/2006/math">
                    <m:acc>
                      <m:accPr>
                        <m:chr m:val="⃗"/>
                        <m:ctrlPr>
                          <a:rPr lang="en-US" b="1" i="1" smtClean="0">
                            <a:latin typeface="Cambria Math" panose="02040503050406030204" pitchFamily="18" charset="0"/>
                          </a:rPr>
                        </m:ctrlPr>
                      </m:accPr>
                      <m:e>
                        <m:r>
                          <a:rPr lang="en-US" b="1" i="1" smtClean="0">
                            <a:latin typeface="Cambria Math"/>
                          </a:rPr>
                          <m:t>𝑩</m:t>
                        </m:r>
                      </m:e>
                    </m:acc>
                  </m:oMath>
                </a14:m>
                <a:r>
                  <a:rPr lang="en-US"/>
                  <a:t> </a:t>
                </a:r>
              </a:p>
            </p:txBody>
          </p:sp>
        </mc:Choice>
        <mc:Fallback xmlns="">
          <p:sp>
            <p:nvSpPr>
              <p:cNvPr id="6" name="Rectangle 5"/>
              <p:cNvSpPr>
                <a:spLocks noRot="1" noChangeAspect="1" noMove="1" noResize="1" noEditPoints="1" noAdjustHandles="1" noChangeArrowheads="1" noChangeShapeType="1" noTextEdit="1"/>
              </p:cNvSpPr>
              <p:nvPr/>
            </p:nvSpPr>
            <p:spPr>
              <a:xfrm>
                <a:off x="4903519" y="3124200"/>
                <a:ext cx="354281" cy="457200"/>
              </a:xfrm>
              <a:prstGeom prst="rect">
                <a:avLst/>
              </a:prstGeom>
              <a:blipFill rotWithShape="1">
                <a:blip r:embed="rId2"/>
                <a:stretch>
                  <a:fillRect/>
                </a:stretch>
              </a:blipFill>
              <a:ln>
                <a:noFill/>
              </a:ln>
            </p:spPr>
            <p:txBody>
              <a:bodyPr/>
              <a:lstStyle/>
              <a:p>
                <a:r>
                  <a:rPr lang="en-US">
                    <a:noFill/>
                  </a:rPr>
                  <a:t> </a:t>
                </a:r>
              </a:p>
            </p:txBody>
          </p:sp>
        </mc:Fallback>
      </mc:AlternateContent>
      <p:cxnSp>
        <p:nvCxnSpPr>
          <p:cNvPr id="7" name="Straight Arrow Connector 6"/>
          <p:cNvCxnSpPr/>
          <p:nvPr/>
        </p:nvCxnSpPr>
        <p:spPr>
          <a:xfrm>
            <a:off x="2203863" y="4658096"/>
            <a:ext cx="1226127"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9" name="Flowchart: Connector 8"/>
          <p:cNvSpPr/>
          <p:nvPr/>
        </p:nvSpPr>
        <p:spPr>
          <a:xfrm>
            <a:off x="1975263" y="4533900"/>
            <a:ext cx="228600" cy="228600"/>
          </a:xfrm>
          <a:prstGeom prst="flowChartConnector">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3600" b="1"/>
              <a:t>+</a:t>
            </a:r>
          </a:p>
        </p:txBody>
      </p:sp>
      <mc:AlternateContent xmlns:mc="http://schemas.openxmlformats.org/markup-compatibility/2006" xmlns:a14="http://schemas.microsoft.com/office/drawing/2010/main">
        <mc:Choice Requires="a14">
          <p:sp>
            <p:nvSpPr>
              <p:cNvPr id="10" name="Rectangle 9"/>
              <p:cNvSpPr/>
              <p:nvPr/>
            </p:nvSpPr>
            <p:spPr>
              <a:xfrm>
                <a:off x="3050475" y="4191000"/>
                <a:ext cx="354281" cy="457200"/>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14:m>
                  <m:oMath xmlns:m="http://schemas.openxmlformats.org/officeDocument/2006/math">
                    <m:acc>
                      <m:accPr>
                        <m:chr m:val="⃗"/>
                        <m:ctrlPr>
                          <a:rPr lang="en-US" b="1" i="1" smtClean="0">
                            <a:latin typeface="Cambria Math" panose="02040503050406030204" pitchFamily="18" charset="0"/>
                          </a:rPr>
                        </m:ctrlPr>
                      </m:accPr>
                      <m:e>
                        <m:r>
                          <a:rPr lang="en-US" b="1" i="1" smtClean="0">
                            <a:latin typeface="Cambria Math"/>
                          </a:rPr>
                          <m:t>𝒗</m:t>
                        </m:r>
                      </m:e>
                    </m:acc>
                  </m:oMath>
                </a14:m>
                <a:r>
                  <a:rPr lang="en-US"/>
                  <a:t> </a:t>
                </a:r>
              </a:p>
            </p:txBody>
          </p:sp>
        </mc:Choice>
        <mc:Fallback xmlns="">
          <p:sp>
            <p:nvSpPr>
              <p:cNvPr id="10" name="Rectangle 9"/>
              <p:cNvSpPr>
                <a:spLocks noRot="1" noChangeAspect="1" noMove="1" noResize="1" noEditPoints="1" noAdjustHandles="1" noChangeArrowheads="1" noChangeShapeType="1" noTextEdit="1"/>
              </p:cNvSpPr>
              <p:nvPr/>
            </p:nvSpPr>
            <p:spPr>
              <a:xfrm>
                <a:off x="3050475" y="4191000"/>
                <a:ext cx="354281" cy="457200"/>
              </a:xfrm>
              <a:prstGeom prst="rect">
                <a:avLst/>
              </a:prstGeom>
              <a:blipFill rotWithShape="1">
                <a:blip r:embed="rId3"/>
                <a:stretch>
                  <a:fillRect/>
                </a:stretch>
              </a:blipFill>
              <a:ln>
                <a:noFill/>
              </a:ln>
            </p:spPr>
            <p:txBody>
              <a:bodyPr/>
              <a:lstStyle/>
              <a:p>
                <a:r>
                  <a:rPr lang="en-US">
                    <a:noFill/>
                  </a:rPr>
                  <a:t> </a:t>
                </a:r>
              </a:p>
            </p:txBody>
          </p:sp>
        </mc:Fallback>
      </mc:AlternateContent>
      <p:sp>
        <p:nvSpPr>
          <p:cNvPr id="11" name="Rectangle 10"/>
          <p:cNvSpPr/>
          <p:nvPr/>
        </p:nvSpPr>
        <p:spPr>
          <a:xfrm>
            <a:off x="1885208" y="4800600"/>
            <a:ext cx="354281" cy="457200"/>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a:t>q </a:t>
            </a:r>
          </a:p>
        </p:txBody>
      </p:sp>
      <p:cxnSp>
        <p:nvCxnSpPr>
          <p:cNvPr id="13" name="Straight Arrow Connector 12"/>
          <p:cNvCxnSpPr>
            <a:stCxn id="9" idx="0"/>
          </p:cNvCxnSpPr>
          <p:nvPr/>
        </p:nvCxnSpPr>
        <p:spPr>
          <a:xfrm flipV="1">
            <a:off x="2089563" y="3726873"/>
            <a:ext cx="0" cy="80702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5" name="Rectangle 14"/>
              <p:cNvSpPr/>
              <p:nvPr/>
            </p:nvSpPr>
            <p:spPr>
              <a:xfrm>
                <a:off x="1672937" y="3250870"/>
                <a:ext cx="354281" cy="457200"/>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14:m>
                  <m:oMath xmlns:m="http://schemas.openxmlformats.org/officeDocument/2006/math">
                    <m:acc>
                      <m:accPr>
                        <m:chr m:val="⃗"/>
                        <m:ctrlPr>
                          <a:rPr lang="en-US" b="1" i="1" smtClean="0">
                            <a:latin typeface="Cambria Math" panose="02040503050406030204" pitchFamily="18" charset="0"/>
                          </a:rPr>
                        </m:ctrlPr>
                      </m:accPr>
                      <m:e>
                        <m:sSub>
                          <m:sSubPr>
                            <m:ctrlPr>
                              <a:rPr lang="en-US" b="1" i="1" smtClean="0">
                                <a:latin typeface="Cambria Math" panose="02040503050406030204" pitchFamily="18" charset="0"/>
                              </a:rPr>
                            </m:ctrlPr>
                          </m:sSubPr>
                          <m:e>
                            <m:r>
                              <a:rPr lang="en-US" b="1" i="1" smtClean="0">
                                <a:latin typeface="Cambria Math"/>
                              </a:rPr>
                              <m:t>𝑭</m:t>
                            </m:r>
                          </m:e>
                          <m:sub>
                            <m:r>
                              <a:rPr lang="en-US" b="1" i="1" smtClean="0">
                                <a:latin typeface="Cambria Math"/>
                              </a:rPr>
                              <m:t>𝒍</m:t>
                            </m:r>
                          </m:sub>
                        </m:sSub>
                      </m:e>
                    </m:acc>
                  </m:oMath>
                </a14:m>
                <a:r>
                  <a:rPr lang="en-US"/>
                  <a:t> </a:t>
                </a:r>
              </a:p>
            </p:txBody>
          </p:sp>
        </mc:Choice>
        <mc:Fallback xmlns="">
          <p:sp>
            <p:nvSpPr>
              <p:cNvPr id="15" name="Rectangle 14"/>
              <p:cNvSpPr>
                <a:spLocks noRot="1" noChangeAspect="1" noMove="1" noResize="1" noEditPoints="1" noAdjustHandles="1" noChangeArrowheads="1" noChangeShapeType="1" noTextEdit="1"/>
              </p:cNvSpPr>
              <p:nvPr/>
            </p:nvSpPr>
            <p:spPr>
              <a:xfrm>
                <a:off x="1672937" y="3250870"/>
                <a:ext cx="354281" cy="457200"/>
              </a:xfrm>
              <a:prstGeom prst="rect">
                <a:avLst/>
              </a:prstGeom>
              <a:blipFill rotWithShape="1">
                <a:blip r:embed="rId4"/>
                <a:stretch>
                  <a:fillRect l="-3390"/>
                </a:stretch>
              </a:blipFill>
              <a:ln>
                <a:noFill/>
              </a:ln>
            </p:spPr>
            <p:txBody>
              <a:bodyPr/>
              <a:lstStyle/>
              <a:p>
                <a:r>
                  <a:rPr lang="en-US">
                    <a:noFill/>
                  </a:rPr>
                  <a:t> </a:t>
                </a:r>
              </a:p>
            </p:txBody>
          </p:sp>
        </mc:Fallback>
      </mc:AlternateContent>
      <p:sp>
        <p:nvSpPr>
          <p:cNvPr id="2" name="Footer Placeholder 1">
            <a:extLst>
              <a:ext uri="{FF2B5EF4-FFF2-40B4-BE49-F238E27FC236}">
                <a16:creationId xmlns:a16="http://schemas.microsoft.com/office/drawing/2014/main" id="{682F9124-2BBC-9D6E-C9D0-36DF1616C2EF}"/>
              </a:ext>
            </a:extLst>
          </p:cNvPr>
          <p:cNvSpPr>
            <a:spLocks noGrp="1"/>
          </p:cNvSpPr>
          <p:nvPr>
            <p:ph type="ftr" sz="quarter" idx="11"/>
          </p:nvPr>
        </p:nvSpPr>
        <p:spPr/>
        <p:txBody>
          <a:bodyPr/>
          <a:lstStyle/>
          <a:p>
            <a:pPr>
              <a:defRPr/>
            </a:pPr>
            <a:r>
              <a:rPr lang="en-US"/>
              <a:t>Bùi Quốc Trung - VLDC</a:t>
            </a:r>
          </a:p>
        </p:txBody>
      </p:sp>
      <p:sp>
        <p:nvSpPr>
          <p:cNvPr id="5" name="Slide Number Placeholder 4">
            <a:extLst>
              <a:ext uri="{FF2B5EF4-FFF2-40B4-BE49-F238E27FC236}">
                <a16:creationId xmlns:a16="http://schemas.microsoft.com/office/drawing/2014/main" id="{65EB538B-AF92-D9A5-118D-0FCE2A069DAF}"/>
              </a:ext>
            </a:extLst>
          </p:cNvPr>
          <p:cNvSpPr>
            <a:spLocks noGrp="1"/>
          </p:cNvSpPr>
          <p:nvPr>
            <p:ph type="sldNum" sz="quarter" idx="12"/>
          </p:nvPr>
        </p:nvSpPr>
        <p:spPr/>
        <p:txBody>
          <a:bodyPr/>
          <a:lstStyle/>
          <a:p>
            <a:pPr>
              <a:defRPr/>
            </a:pPr>
            <a:fld id="{DA0BBFDE-23F6-4D0C-90FC-3AED58BCB197}" type="slidenum">
              <a:rPr lang="en-US" smtClean="0"/>
              <a:pPr>
                <a:defRPr/>
              </a:pPr>
              <a:t>42</a:t>
            </a:fld>
            <a:endParaRPr lang="en-US" dirty="0"/>
          </a:p>
        </p:txBody>
      </p:sp>
    </p:spTree>
    <p:extLst>
      <p:ext uri="{BB962C8B-B14F-4D97-AF65-F5344CB8AC3E}">
        <p14:creationId xmlns:p14="http://schemas.microsoft.com/office/powerpoint/2010/main" val="35332565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arn(inVertical)">
                                      <p:cBhvr>
                                        <p:cTn id="7" dur="500"/>
                                        <p:tgtEl>
                                          <p:spTgt spid="9"/>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barn(inVertical)">
                                      <p:cBhvr>
                                        <p:cTn id="10" dur="5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barn(inVertical)">
                                      <p:cBhvr>
                                        <p:cTn id="15" dur="500"/>
                                        <p:tgtEl>
                                          <p:spTgt spid="7"/>
                                        </p:tgtEl>
                                      </p:cBhvr>
                                    </p:animEffect>
                                  </p:childTnLst>
                                </p:cTn>
                              </p:par>
                              <p:par>
                                <p:cTn id="16" presetID="16" presetClass="entr" presetSubtype="21"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barn(inVertical)">
                                      <p:cBhvr>
                                        <p:cTn id="18" dur="500"/>
                                        <p:tgtEl>
                                          <p:spTgt spid="10"/>
                                        </p:tgtEl>
                                      </p:cBhvr>
                                    </p:animEffect>
                                  </p:childTnLst>
                                </p:cTn>
                              </p:par>
                            </p:childTnLst>
                          </p:cTn>
                        </p:par>
                      </p:childTnLst>
                    </p:cTn>
                  </p:par>
                  <p:par>
                    <p:cTn id="19" fill="hold">
                      <p:stCondLst>
                        <p:cond delay="indefinite"/>
                      </p:stCondLst>
                      <p:childTnLst>
                        <p:par>
                          <p:cTn id="20" fill="hold">
                            <p:stCondLst>
                              <p:cond delay="0"/>
                            </p:stCondLst>
                            <p:childTnLst>
                              <p:par>
                                <p:cTn id="21" presetID="6" presetClass="entr" presetSubtype="16" fill="hold" grpId="0" nodeType="clickEffect">
                                  <p:stCondLst>
                                    <p:cond delay="0"/>
                                  </p:stCondLst>
                                  <p:childTnLst>
                                    <p:set>
                                      <p:cBhvr>
                                        <p:cTn id="22" dur="1" fill="hold">
                                          <p:stCondLst>
                                            <p:cond delay="0"/>
                                          </p:stCondLst>
                                        </p:cTn>
                                        <p:tgtEl>
                                          <p:spTgt spid="4"/>
                                        </p:tgtEl>
                                        <p:attrNameLst>
                                          <p:attrName>style.visibility</p:attrName>
                                        </p:attrNameLst>
                                      </p:cBhvr>
                                      <p:to>
                                        <p:strVal val="visible"/>
                                      </p:to>
                                    </p:set>
                                    <p:animEffect transition="in" filter="circle(in)">
                                      <p:cBhvr>
                                        <p:cTn id="23" dur="2000"/>
                                        <p:tgtEl>
                                          <p:spTgt spid="4"/>
                                        </p:tgtEl>
                                      </p:cBhvr>
                                    </p:animEffect>
                                  </p:childTnLst>
                                </p:cTn>
                              </p:par>
                              <p:par>
                                <p:cTn id="24" presetID="6" presetClass="entr" presetSubtype="16" fill="hold" grpId="0" nodeType="withEffect">
                                  <p:stCondLst>
                                    <p:cond delay="0"/>
                                  </p:stCondLst>
                                  <p:childTnLst>
                                    <p:set>
                                      <p:cBhvr>
                                        <p:cTn id="25" dur="1" fill="hold">
                                          <p:stCondLst>
                                            <p:cond delay="0"/>
                                          </p:stCondLst>
                                        </p:cTn>
                                        <p:tgtEl>
                                          <p:spTgt spid="6"/>
                                        </p:tgtEl>
                                        <p:attrNameLst>
                                          <p:attrName>style.visibility</p:attrName>
                                        </p:attrNameLst>
                                      </p:cBhvr>
                                      <p:to>
                                        <p:strVal val="visible"/>
                                      </p:to>
                                    </p:set>
                                    <p:animEffect transition="in" filter="circle(in)">
                                      <p:cBhvr>
                                        <p:cTn id="26" dur="2000"/>
                                        <p:tgtEl>
                                          <p:spTgt spid="6"/>
                                        </p:tgtEl>
                                      </p:cBhvr>
                                    </p:animEffect>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nodeType="click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1000"/>
                                        <p:tgtEl>
                                          <p:spTgt spid="13"/>
                                        </p:tgtEl>
                                      </p:cBhvr>
                                    </p:animEffect>
                                    <p:anim calcmode="lin" valueType="num">
                                      <p:cBhvr>
                                        <p:cTn id="32" dur="1000" fill="hold"/>
                                        <p:tgtEl>
                                          <p:spTgt spid="13"/>
                                        </p:tgtEl>
                                        <p:attrNameLst>
                                          <p:attrName>ppt_x</p:attrName>
                                        </p:attrNameLst>
                                      </p:cBhvr>
                                      <p:tavLst>
                                        <p:tav tm="0">
                                          <p:val>
                                            <p:strVal val="#ppt_x"/>
                                          </p:val>
                                        </p:tav>
                                        <p:tav tm="100000">
                                          <p:val>
                                            <p:strVal val="#ppt_x"/>
                                          </p:val>
                                        </p:tav>
                                      </p:tavLst>
                                    </p:anim>
                                    <p:anim calcmode="lin" valueType="num">
                                      <p:cBhvr>
                                        <p:cTn id="33" dur="1000" fill="hold"/>
                                        <p:tgtEl>
                                          <p:spTgt spid="13"/>
                                        </p:tgtEl>
                                        <p:attrNameLst>
                                          <p:attrName>ppt_y</p:attrName>
                                        </p:attrNameLst>
                                      </p:cBhvr>
                                      <p:tavLst>
                                        <p:tav tm="0">
                                          <p:val>
                                            <p:strVal val="#ppt_y+.1"/>
                                          </p:val>
                                        </p:tav>
                                        <p:tav tm="100000">
                                          <p:val>
                                            <p:strVal val="#ppt_y"/>
                                          </p:val>
                                        </p:tav>
                                      </p:tavLst>
                                    </p:anim>
                                  </p:childTnLst>
                                </p:cTn>
                              </p:par>
                              <p:par>
                                <p:cTn id="34" presetID="42" presetClass="entr" presetSubtype="0"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fade">
                                      <p:cBhvr>
                                        <p:cTn id="36" dur="1000"/>
                                        <p:tgtEl>
                                          <p:spTgt spid="15"/>
                                        </p:tgtEl>
                                      </p:cBhvr>
                                    </p:animEffect>
                                    <p:anim calcmode="lin" valueType="num">
                                      <p:cBhvr>
                                        <p:cTn id="37" dur="1000" fill="hold"/>
                                        <p:tgtEl>
                                          <p:spTgt spid="15"/>
                                        </p:tgtEl>
                                        <p:attrNameLst>
                                          <p:attrName>ppt_x</p:attrName>
                                        </p:attrNameLst>
                                      </p:cBhvr>
                                      <p:tavLst>
                                        <p:tav tm="0">
                                          <p:val>
                                            <p:strVal val="#ppt_x"/>
                                          </p:val>
                                        </p:tav>
                                        <p:tav tm="100000">
                                          <p:val>
                                            <p:strVal val="#ppt_x"/>
                                          </p:val>
                                        </p:tav>
                                      </p:tavLst>
                                    </p:anim>
                                    <p:anim calcmode="lin" valueType="num">
                                      <p:cBhvr>
                                        <p:cTn id="38"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p:bldP spid="9" grpId="0" animBg="1"/>
      <p:bldP spid="10" grpId="0"/>
      <p:bldP spid="11" grpId="0"/>
      <p:bldP spid="15"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762000"/>
            <a:ext cx="8229600" cy="5364163"/>
          </a:xfrm>
        </p:spPr>
        <p:txBody>
          <a:bodyPr/>
          <a:lstStyle/>
          <a:p>
            <a:pPr marL="0" indent="0">
              <a:buNone/>
            </a:pPr>
            <a:r>
              <a:rPr lang="en-US"/>
              <a:t>Một electron đi vào giữa 2 bản tụ điện từ phải sang trái hướng vuông góc các đường sức từ hướng từ trên xuống. Xác định lực Loren tác dụng lên electron?</a:t>
            </a:r>
          </a:p>
          <a:p>
            <a:endParaRPr lang="en-US"/>
          </a:p>
        </p:txBody>
      </p:sp>
      <p:sp>
        <p:nvSpPr>
          <p:cNvPr id="4" name="Text Box 106"/>
          <p:cNvSpPr txBox="1">
            <a:spLocks noChangeArrowheads="1"/>
          </p:cNvSpPr>
          <p:nvPr/>
        </p:nvSpPr>
        <p:spPr bwMode="auto">
          <a:xfrm>
            <a:off x="5867400" y="3275012"/>
            <a:ext cx="1871663"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en-US" sz="2400"/>
              <a:t>+ + + + + + +</a:t>
            </a:r>
          </a:p>
        </p:txBody>
      </p:sp>
      <p:sp>
        <p:nvSpPr>
          <p:cNvPr id="5" name="Text Box 107"/>
          <p:cNvSpPr txBox="1">
            <a:spLocks noChangeArrowheads="1"/>
          </p:cNvSpPr>
          <p:nvPr/>
        </p:nvSpPr>
        <p:spPr bwMode="auto">
          <a:xfrm>
            <a:off x="5791199" y="4841092"/>
            <a:ext cx="1871663"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en-US" sz="2400"/>
              <a:t>- - -  -  -  -  - -</a:t>
            </a:r>
          </a:p>
        </p:txBody>
      </p:sp>
      <p:cxnSp>
        <p:nvCxnSpPr>
          <p:cNvPr id="7" name="Straight Connector 6"/>
          <p:cNvCxnSpPr/>
          <p:nvPr/>
        </p:nvCxnSpPr>
        <p:spPr>
          <a:xfrm>
            <a:off x="5715000" y="3640137"/>
            <a:ext cx="202406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5714999" y="4841092"/>
            <a:ext cx="2024063" cy="0"/>
          </a:xfrm>
          <a:prstGeom prst="line">
            <a:avLst/>
          </a:prstGeom>
        </p:spPr>
        <p:style>
          <a:lnRef idx="1">
            <a:schemeClr val="accent1"/>
          </a:lnRef>
          <a:fillRef idx="0">
            <a:schemeClr val="accent1"/>
          </a:fillRef>
          <a:effectRef idx="0">
            <a:schemeClr val="accent1"/>
          </a:effectRef>
          <a:fontRef idx="minor">
            <a:schemeClr val="tx1"/>
          </a:fontRef>
        </p:style>
      </p:cxnSp>
      <p:sp>
        <p:nvSpPr>
          <p:cNvPr id="10" name="Flowchart: Connector 9"/>
          <p:cNvSpPr/>
          <p:nvPr/>
        </p:nvSpPr>
        <p:spPr>
          <a:xfrm>
            <a:off x="7315200" y="3917373"/>
            <a:ext cx="228600" cy="228600"/>
          </a:xfrm>
          <a:prstGeom prst="flowChartConnector">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3600" b="1"/>
              <a:t>-</a:t>
            </a:r>
          </a:p>
        </p:txBody>
      </p:sp>
      <p:sp>
        <p:nvSpPr>
          <p:cNvPr id="11" name="Rectangle 10"/>
          <p:cNvSpPr/>
          <p:nvPr/>
        </p:nvSpPr>
        <p:spPr>
          <a:xfrm>
            <a:off x="7402285" y="3964380"/>
            <a:ext cx="354281" cy="457200"/>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a:t>e </a:t>
            </a:r>
          </a:p>
        </p:txBody>
      </p:sp>
      <p:cxnSp>
        <p:nvCxnSpPr>
          <p:cNvPr id="13" name="Straight Arrow Connector 12"/>
          <p:cNvCxnSpPr>
            <a:stCxn id="10" idx="2"/>
          </p:cNvCxnSpPr>
          <p:nvPr/>
        </p:nvCxnSpPr>
        <p:spPr>
          <a:xfrm flipH="1">
            <a:off x="6553200" y="4031673"/>
            <a:ext cx="76200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a:off x="5867400" y="3640137"/>
            <a:ext cx="0" cy="120095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8" name="Rectangle 17"/>
              <p:cNvSpPr/>
              <p:nvPr/>
            </p:nvSpPr>
            <p:spPr>
              <a:xfrm>
                <a:off x="5359728" y="3906858"/>
                <a:ext cx="354281" cy="457200"/>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14:m>
                  <m:oMath xmlns:m="http://schemas.openxmlformats.org/officeDocument/2006/math">
                    <m:acc>
                      <m:accPr>
                        <m:chr m:val="⃗"/>
                        <m:ctrlPr>
                          <a:rPr lang="en-US" b="1" i="1" smtClean="0">
                            <a:latin typeface="Cambria Math" panose="02040503050406030204" pitchFamily="18" charset="0"/>
                          </a:rPr>
                        </m:ctrlPr>
                      </m:accPr>
                      <m:e>
                        <m:r>
                          <a:rPr lang="en-US" b="1" i="1" smtClean="0">
                            <a:latin typeface="Cambria Math"/>
                          </a:rPr>
                          <m:t>𝑩</m:t>
                        </m:r>
                      </m:e>
                    </m:acc>
                  </m:oMath>
                </a14:m>
                <a:r>
                  <a:rPr lang="en-US"/>
                  <a:t> </a:t>
                </a:r>
              </a:p>
            </p:txBody>
          </p:sp>
        </mc:Choice>
        <mc:Fallback xmlns="">
          <p:sp>
            <p:nvSpPr>
              <p:cNvPr id="18" name="Rectangle 17"/>
              <p:cNvSpPr>
                <a:spLocks noRot="1" noChangeAspect="1" noMove="1" noResize="1" noEditPoints="1" noAdjustHandles="1" noChangeArrowheads="1" noChangeShapeType="1" noTextEdit="1"/>
              </p:cNvSpPr>
              <p:nvPr/>
            </p:nvSpPr>
            <p:spPr>
              <a:xfrm>
                <a:off x="5359728" y="3906858"/>
                <a:ext cx="354281" cy="457200"/>
              </a:xfrm>
              <a:prstGeom prst="rect">
                <a:avLst/>
              </a:prstGeom>
              <a:blipFill rotWithShape="1">
                <a:blip r:embed="rId2"/>
                <a:stretch>
                  <a:fillRect/>
                </a:stretch>
              </a:blipFill>
              <a:ln>
                <a:noFill/>
              </a:ln>
            </p:spPr>
            <p:txBody>
              <a:bodyPr/>
              <a:lstStyle/>
              <a:p>
                <a:r>
                  <a:rPr lang="en-US">
                    <a:noFill/>
                  </a:rPr>
                  <a:t> </a:t>
                </a:r>
              </a:p>
            </p:txBody>
          </p:sp>
        </mc:Fallback>
      </mc:AlternateContent>
      <p:sp>
        <p:nvSpPr>
          <p:cNvPr id="19" name="Flowchart: Connector 18"/>
          <p:cNvSpPr/>
          <p:nvPr/>
        </p:nvSpPr>
        <p:spPr>
          <a:xfrm>
            <a:off x="7730156" y="3735780"/>
            <a:ext cx="457200" cy="457200"/>
          </a:xfrm>
          <a:prstGeom prst="flowChartConnector">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3600" b="1"/>
              <a:t>+</a:t>
            </a:r>
          </a:p>
        </p:txBody>
      </p:sp>
      <mc:AlternateContent xmlns:mc="http://schemas.openxmlformats.org/markup-compatibility/2006" xmlns:a14="http://schemas.microsoft.com/office/drawing/2010/main">
        <mc:Choice Requires="a14">
          <p:sp>
            <p:nvSpPr>
              <p:cNvPr id="20" name="Rectangle 19"/>
              <p:cNvSpPr/>
              <p:nvPr/>
            </p:nvSpPr>
            <p:spPr>
              <a:xfrm>
                <a:off x="8214075" y="3361707"/>
                <a:ext cx="354281" cy="457200"/>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14:m>
                  <m:oMath xmlns:m="http://schemas.openxmlformats.org/officeDocument/2006/math">
                    <m:acc>
                      <m:accPr>
                        <m:chr m:val="⃗"/>
                        <m:ctrlPr>
                          <a:rPr lang="en-US" b="1" i="1" smtClean="0">
                            <a:latin typeface="Cambria Math" panose="02040503050406030204" pitchFamily="18" charset="0"/>
                          </a:rPr>
                        </m:ctrlPr>
                      </m:accPr>
                      <m:e>
                        <m:sSub>
                          <m:sSubPr>
                            <m:ctrlPr>
                              <a:rPr lang="en-US" b="1" i="1" smtClean="0">
                                <a:latin typeface="Cambria Math" panose="02040503050406030204" pitchFamily="18" charset="0"/>
                              </a:rPr>
                            </m:ctrlPr>
                          </m:sSubPr>
                          <m:e>
                            <m:r>
                              <a:rPr lang="en-US" b="1" i="1" smtClean="0">
                                <a:latin typeface="Cambria Math"/>
                              </a:rPr>
                              <m:t>𝑭</m:t>
                            </m:r>
                          </m:e>
                          <m:sub>
                            <m:r>
                              <a:rPr lang="en-US" b="1" i="1" smtClean="0">
                                <a:latin typeface="Cambria Math"/>
                              </a:rPr>
                              <m:t>𝒍</m:t>
                            </m:r>
                          </m:sub>
                        </m:sSub>
                      </m:e>
                    </m:acc>
                  </m:oMath>
                </a14:m>
                <a:r>
                  <a:rPr lang="en-US"/>
                  <a:t> </a:t>
                </a:r>
              </a:p>
            </p:txBody>
          </p:sp>
        </mc:Choice>
        <mc:Fallback xmlns="">
          <p:sp>
            <p:nvSpPr>
              <p:cNvPr id="20" name="Rectangle 19"/>
              <p:cNvSpPr>
                <a:spLocks noRot="1" noChangeAspect="1" noMove="1" noResize="1" noEditPoints="1" noAdjustHandles="1" noChangeArrowheads="1" noChangeShapeType="1" noTextEdit="1"/>
              </p:cNvSpPr>
              <p:nvPr/>
            </p:nvSpPr>
            <p:spPr>
              <a:xfrm>
                <a:off x="8214075" y="3361707"/>
                <a:ext cx="354281" cy="457200"/>
              </a:xfrm>
              <a:prstGeom prst="rect">
                <a:avLst/>
              </a:prstGeom>
              <a:blipFill rotWithShape="1">
                <a:blip r:embed="rId3"/>
                <a:stretch>
                  <a:fillRect l="-3390"/>
                </a:stretch>
              </a:blipFill>
              <a:ln>
                <a:noFill/>
              </a:ln>
            </p:spPr>
            <p:txBody>
              <a:bodyPr/>
              <a:lstStyle/>
              <a:p>
                <a:r>
                  <a:rPr lang="en-US">
                    <a:noFill/>
                  </a:rPr>
                  <a:t> </a:t>
                </a:r>
              </a:p>
            </p:txBody>
          </p:sp>
        </mc:Fallback>
      </mc:AlternateContent>
      <p:sp>
        <p:nvSpPr>
          <p:cNvPr id="2" name="Footer Placeholder 1">
            <a:extLst>
              <a:ext uri="{FF2B5EF4-FFF2-40B4-BE49-F238E27FC236}">
                <a16:creationId xmlns:a16="http://schemas.microsoft.com/office/drawing/2014/main" id="{E1AD0E7C-6CA2-9FE0-D78E-63AD5E74D8F2}"/>
              </a:ext>
            </a:extLst>
          </p:cNvPr>
          <p:cNvSpPr>
            <a:spLocks noGrp="1"/>
          </p:cNvSpPr>
          <p:nvPr>
            <p:ph type="ftr" sz="quarter" idx="11"/>
          </p:nvPr>
        </p:nvSpPr>
        <p:spPr/>
        <p:txBody>
          <a:bodyPr/>
          <a:lstStyle/>
          <a:p>
            <a:pPr>
              <a:defRPr/>
            </a:pPr>
            <a:r>
              <a:rPr lang="en-US"/>
              <a:t>Bùi Quốc Trung - VLDC</a:t>
            </a:r>
          </a:p>
        </p:txBody>
      </p:sp>
      <p:sp>
        <p:nvSpPr>
          <p:cNvPr id="6" name="Slide Number Placeholder 5">
            <a:extLst>
              <a:ext uri="{FF2B5EF4-FFF2-40B4-BE49-F238E27FC236}">
                <a16:creationId xmlns:a16="http://schemas.microsoft.com/office/drawing/2014/main" id="{D334AF08-57A2-86CA-7765-F68B50012FE0}"/>
              </a:ext>
            </a:extLst>
          </p:cNvPr>
          <p:cNvSpPr>
            <a:spLocks noGrp="1"/>
          </p:cNvSpPr>
          <p:nvPr>
            <p:ph type="sldNum" sz="quarter" idx="12"/>
          </p:nvPr>
        </p:nvSpPr>
        <p:spPr/>
        <p:txBody>
          <a:bodyPr/>
          <a:lstStyle/>
          <a:p>
            <a:pPr>
              <a:defRPr/>
            </a:pPr>
            <a:fld id="{DA0BBFDE-23F6-4D0C-90FC-3AED58BCB197}" type="slidenum">
              <a:rPr lang="en-US" smtClean="0"/>
              <a:pPr>
                <a:defRPr/>
              </a:pPr>
              <a:t>43</a:t>
            </a:fld>
            <a:endParaRPr lang="en-US" dirty="0"/>
          </a:p>
        </p:txBody>
      </p:sp>
    </p:spTree>
    <p:extLst>
      <p:ext uri="{BB962C8B-B14F-4D97-AF65-F5344CB8AC3E}">
        <p14:creationId xmlns:p14="http://schemas.microsoft.com/office/powerpoint/2010/main" val="6503527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1000"/>
                                        <p:tgtEl>
                                          <p:spTgt spid="13"/>
                                        </p:tgtEl>
                                      </p:cBhvr>
                                    </p:animEffect>
                                    <p:anim calcmode="lin" valueType="num">
                                      <p:cBhvr>
                                        <p:cTn id="13" dur="1000" fill="hold"/>
                                        <p:tgtEl>
                                          <p:spTgt spid="13"/>
                                        </p:tgtEl>
                                        <p:attrNameLst>
                                          <p:attrName>ppt_x</p:attrName>
                                        </p:attrNameLst>
                                      </p:cBhvr>
                                      <p:tavLst>
                                        <p:tav tm="0">
                                          <p:val>
                                            <p:strVal val="#ppt_x"/>
                                          </p:val>
                                        </p:tav>
                                        <p:tav tm="100000">
                                          <p:val>
                                            <p:strVal val="#ppt_x"/>
                                          </p:val>
                                        </p:tav>
                                      </p:tavLst>
                                    </p:anim>
                                    <p:anim calcmode="lin" valueType="num">
                                      <p:cBhvr>
                                        <p:cTn id="14" dur="1000" fill="hold"/>
                                        <p:tgtEl>
                                          <p:spTgt spid="13"/>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1000"/>
                                        <p:tgtEl>
                                          <p:spTgt spid="11"/>
                                        </p:tgtEl>
                                      </p:cBhvr>
                                    </p:animEffect>
                                    <p:anim calcmode="lin" valueType="num">
                                      <p:cBhvr>
                                        <p:cTn id="18" dur="1000" fill="hold"/>
                                        <p:tgtEl>
                                          <p:spTgt spid="11"/>
                                        </p:tgtEl>
                                        <p:attrNameLst>
                                          <p:attrName>ppt_x</p:attrName>
                                        </p:attrNameLst>
                                      </p:cBhvr>
                                      <p:tavLst>
                                        <p:tav tm="0">
                                          <p:val>
                                            <p:strVal val="#ppt_x"/>
                                          </p:val>
                                        </p:tav>
                                        <p:tav tm="100000">
                                          <p:val>
                                            <p:strVal val="#ppt_x"/>
                                          </p:val>
                                        </p:tav>
                                      </p:tavLst>
                                    </p:anim>
                                    <p:anim calcmode="lin" valueType="num">
                                      <p:cBhvr>
                                        <p:cTn id="19"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16" presetClass="entr" presetSubtype="21" fill="hold" nodeType="click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barn(inVertical)">
                                      <p:cBhvr>
                                        <p:cTn id="24" dur="500"/>
                                        <p:tgtEl>
                                          <p:spTgt spid="7"/>
                                        </p:tgtEl>
                                      </p:cBhvr>
                                    </p:animEffect>
                                  </p:childTnLst>
                                </p:cTn>
                              </p:par>
                              <p:par>
                                <p:cTn id="25" presetID="16" presetClass="entr" presetSubtype="21" fill="hold" grpId="0" nodeType="with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barn(inVertical)">
                                      <p:cBhvr>
                                        <p:cTn id="27" dur="500"/>
                                        <p:tgtEl>
                                          <p:spTgt spid="4"/>
                                        </p:tgtEl>
                                      </p:cBhvr>
                                    </p:animEffect>
                                  </p:childTnLst>
                                </p:cTn>
                              </p:par>
                              <p:par>
                                <p:cTn id="28" presetID="16" presetClass="entr" presetSubtype="21" fill="hold" nodeType="with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barn(inVertical)">
                                      <p:cBhvr>
                                        <p:cTn id="30" dur="500"/>
                                        <p:tgtEl>
                                          <p:spTgt spid="9"/>
                                        </p:tgtEl>
                                      </p:cBhvr>
                                    </p:animEffect>
                                  </p:childTnLst>
                                </p:cTn>
                              </p:par>
                              <p:par>
                                <p:cTn id="31" presetID="16" presetClass="entr" presetSubtype="21" fill="hold" grpId="0" nodeType="withEffect">
                                  <p:stCondLst>
                                    <p:cond delay="0"/>
                                  </p:stCondLst>
                                  <p:childTnLst>
                                    <p:set>
                                      <p:cBhvr>
                                        <p:cTn id="32" dur="1" fill="hold">
                                          <p:stCondLst>
                                            <p:cond delay="0"/>
                                          </p:stCondLst>
                                        </p:cTn>
                                        <p:tgtEl>
                                          <p:spTgt spid="5"/>
                                        </p:tgtEl>
                                        <p:attrNameLst>
                                          <p:attrName>style.visibility</p:attrName>
                                        </p:attrNameLst>
                                      </p:cBhvr>
                                      <p:to>
                                        <p:strVal val="visible"/>
                                      </p:to>
                                    </p:set>
                                    <p:animEffect transition="in" filter="barn(inVertical)">
                                      <p:cBhvr>
                                        <p:cTn id="33" dur="500"/>
                                        <p:tgtEl>
                                          <p:spTgt spid="5"/>
                                        </p:tgtEl>
                                      </p:cBhvr>
                                    </p:animEffect>
                                  </p:childTnLst>
                                </p:cTn>
                              </p:par>
                            </p:childTnLst>
                          </p:cTn>
                        </p:par>
                      </p:childTnLst>
                    </p:cTn>
                  </p:par>
                  <p:par>
                    <p:cTn id="34" fill="hold">
                      <p:stCondLst>
                        <p:cond delay="indefinite"/>
                      </p:stCondLst>
                      <p:childTnLst>
                        <p:par>
                          <p:cTn id="35" fill="hold">
                            <p:stCondLst>
                              <p:cond delay="0"/>
                            </p:stCondLst>
                            <p:childTnLst>
                              <p:par>
                                <p:cTn id="36" presetID="16" presetClass="entr" presetSubtype="21" fill="hold" grpId="0" nodeType="clickEffect">
                                  <p:stCondLst>
                                    <p:cond delay="0"/>
                                  </p:stCondLst>
                                  <p:childTnLst>
                                    <p:set>
                                      <p:cBhvr>
                                        <p:cTn id="37" dur="1" fill="hold">
                                          <p:stCondLst>
                                            <p:cond delay="0"/>
                                          </p:stCondLst>
                                        </p:cTn>
                                        <p:tgtEl>
                                          <p:spTgt spid="18"/>
                                        </p:tgtEl>
                                        <p:attrNameLst>
                                          <p:attrName>style.visibility</p:attrName>
                                        </p:attrNameLst>
                                      </p:cBhvr>
                                      <p:to>
                                        <p:strVal val="visible"/>
                                      </p:to>
                                    </p:set>
                                    <p:animEffect transition="in" filter="barn(inVertical)">
                                      <p:cBhvr>
                                        <p:cTn id="38" dur="500"/>
                                        <p:tgtEl>
                                          <p:spTgt spid="18"/>
                                        </p:tgtEl>
                                      </p:cBhvr>
                                    </p:animEffect>
                                  </p:childTnLst>
                                </p:cTn>
                              </p:par>
                              <p:par>
                                <p:cTn id="39" presetID="16" presetClass="entr" presetSubtype="21" fill="hold" nodeType="with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barn(inVertical)">
                                      <p:cBhvr>
                                        <p:cTn id="41" dur="500"/>
                                        <p:tgtEl>
                                          <p:spTgt spid="16"/>
                                        </p:tgtEl>
                                      </p:cBhvr>
                                    </p:animEffect>
                                  </p:childTnLst>
                                </p:cTn>
                              </p:par>
                            </p:childTnLst>
                          </p:cTn>
                        </p:par>
                      </p:childTnLst>
                    </p:cTn>
                  </p:par>
                  <p:par>
                    <p:cTn id="42" fill="hold">
                      <p:stCondLst>
                        <p:cond delay="indefinite"/>
                      </p:stCondLst>
                      <p:childTnLst>
                        <p:par>
                          <p:cTn id="43" fill="hold">
                            <p:stCondLst>
                              <p:cond delay="0"/>
                            </p:stCondLst>
                            <p:childTnLst>
                              <p:par>
                                <p:cTn id="44" presetID="6" presetClass="entr" presetSubtype="16" fill="hold" grpId="0" nodeType="clickEffect">
                                  <p:stCondLst>
                                    <p:cond delay="0"/>
                                  </p:stCondLst>
                                  <p:childTnLst>
                                    <p:set>
                                      <p:cBhvr>
                                        <p:cTn id="45" dur="1" fill="hold">
                                          <p:stCondLst>
                                            <p:cond delay="0"/>
                                          </p:stCondLst>
                                        </p:cTn>
                                        <p:tgtEl>
                                          <p:spTgt spid="20"/>
                                        </p:tgtEl>
                                        <p:attrNameLst>
                                          <p:attrName>style.visibility</p:attrName>
                                        </p:attrNameLst>
                                      </p:cBhvr>
                                      <p:to>
                                        <p:strVal val="visible"/>
                                      </p:to>
                                    </p:set>
                                    <p:animEffect transition="in" filter="circle(in)">
                                      <p:cBhvr>
                                        <p:cTn id="46" dur="2000"/>
                                        <p:tgtEl>
                                          <p:spTgt spid="20"/>
                                        </p:tgtEl>
                                      </p:cBhvr>
                                    </p:animEffect>
                                  </p:childTnLst>
                                </p:cTn>
                              </p:par>
                              <p:par>
                                <p:cTn id="47" presetID="6" presetClass="entr" presetSubtype="16" fill="hold" grpId="0" nodeType="withEffect">
                                  <p:stCondLst>
                                    <p:cond delay="0"/>
                                  </p:stCondLst>
                                  <p:childTnLst>
                                    <p:set>
                                      <p:cBhvr>
                                        <p:cTn id="48" dur="1" fill="hold">
                                          <p:stCondLst>
                                            <p:cond delay="0"/>
                                          </p:stCondLst>
                                        </p:cTn>
                                        <p:tgtEl>
                                          <p:spTgt spid="19"/>
                                        </p:tgtEl>
                                        <p:attrNameLst>
                                          <p:attrName>style.visibility</p:attrName>
                                        </p:attrNameLst>
                                      </p:cBhvr>
                                      <p:to>
                                        <p:strVal val="visible"/>
                                      </p:to>
                                    </p:set>
                                    <p:animEffect transition="in" filter="circle(in)">
                                      <p:cBhvr>
                                        <p:cTn id="49" dur="20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10" grpId="0" animBg="1"/>
      <p:bldP spid="11" grpId="0"/>
      <p:bldP spid="18" grpId="0"/>
      <p:bldP spid="19" grpId="0" animBg="1"/>
      <p:bldP spid="20" grpId="0"/>
    </p:bldLst>
  </p:timing>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3" name="Rounded Rectangle 22"/>
          <p:cNvSpPr/>
          <p:nvPr/>
        </p:nvSpPr>
        <p:spPr>
          <a:xfrm>
            <a:off x="4522788" y="5638800"/>
            <a:ext cx="2743200" cy="1143000"/>
          </a:xfrm>
          <a:prstGeom prst="roundRect">
            <a:avLst/>
          </a:prstGeom>
          <a:solidFill>
            <a:srgbClr val="FFFF6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2" name="Rounded Rectangle 21"/>
          <p:cNvSpPr/>
          <p:nvPr/>
        </p:nvSpPr>
        <p:spPr>
          <a:xfrm>
            <a:off x="3962400" y="4419600"/>
            <a:ext cx="1676400" cy="1143000"/>
          </a:xfrm>
          <a:prstGeom prst="roundRect">
            <a:avLst/>
          </a:prstGeom>
          <a:solidFill>
            <a:srgbClr val="FFFF6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 name="Title 1"/>
          <p:cNvSpPr txBox="1">
            <a:spLocks/>
          </p:cNvSpPr>
          <p:nvPr/>
        </p:nvSpPr>
        <p:spPr bwMode="auto">
          <a:xfrm>
            <a:off x="533400" y="76200"/>
            <a:ext cx="5867400" cy="762000"/>
          </a:xfrm>
          <a:prstGeom prst="rect">
            <a:avLst/>
          </a:prstGeom>
          <a:noFill/>
          <a:ln w="9525">
            <a:noFill/>
            <a:miter lim="800000"/>
            <a:headEnd/>
            <a:tailEnd/>
          </a:ln>
        </p:spPr>
        <p:txBody>
          <a:bodyPr lIns="0" rIns="0" bIns="0" anchor="b"/>
          <a:lstStyle/>
          <a:p>
            <a:pPr>
              <a:spcBef>
                <a:spcPts val="0"/>
              </a:spcBef>
              <a:defRPr/>
            </a:pPr>
            <a:r>
              <a:rPr lang="en-US" sz="2400" b="1" dirty="0">
                <a:solidFill>
                  <a:srgbClr val="002060"/>
                </a:solidFill>
                <a:latin typeface="Times New Roman" pitchFamily="18" charset="0"/>
                <a:ea typeface="+mj-ea"/>
                <a:cs typeface="Times New Roman" pitchFamily="18" charset="0"/>
              </a:rPr>
              <a:t>9.4 ĐIỆN TÍCH CHUYỂN ĐỘNG TRONG                     </a:t>
            </a:r>
          </a:p>
          <a:p>
            <a:pPr>
              <a:spcBef>
                <a:spcPts val="0"/>
              </a:spcBef>
              <a:defRPr/>
            </a:pPr>
            <a:r>
              <a:rPr lang="en-US" sz="2400" b="1" dirty="0">
                <a:solidFill>
                  <a:srgbClr val="002060"/>
                </a:solidFill>
                <a:latin typeface="Times New Roman" pitchFamily="18" charset="0"/>
                <a:ea typeface="+mj-ea"/>
                <a:cs typeface="Times New Roman" pitchFamily="18" charset="0"/>
              </a:rPr>
              <a:t>               TỪ TR</a:t>
            </a:r>
            <a:r>
              <a:rPr lang="vi-VN" sz="2400" b="1" dirty="0">
                <a:solidFill>
                  <a:srgbClr val="002060"/>
                </a:solidFill>
                <a:latin typeface="Times New Roman" pitchFamily="18" charset="0"/>
                <a:ea typeface="+mj-ea"/>
                <a:cs typeface="Times New Roman" pitchFamily="18" charset="0"/>
              </a:rPr>
              <a:t>ƯỜ</a:t>
            </a:r>
            <a:r>
              <a:rPr lang="en-US" sz="2400" b="1" dirty="0">
                <a:solidFill>
                  <a:srgbClr val="002060"/>
                </a:solidFill>
                <a:latin typeface="Times New Roman" pitchFamily="18" charset="0"/>
                <a:ea typeface="+mj-ea"/>
                <a:cs typeface="Times New Roman" pitchFamily="18" charset="0"/>
              </a:rPr>
              <a:t>NG KHÔNG ĐỔI</a:t>
            </a:r>
          </a:p>
        </p:txBody>
      </p:sp>
      <p:sp>
        <p:nvSpPr>
          <p:cNvPr id="3" name="Content Placeholder 2"/>
          <p:cNvSpPr txBox="1">
            <a:spLocks/>
          </p:cNvSpPr>
          <p:nvPr/>
        </p:nvSpPr>
        <p:spPr bwMode="auto">
          <a:xfrm>
            <a:off x="685800" y="762000"/>
            <a:ext cx="8001000" cy="533400"/>
          </a:xfrm>
          <a:prstGeom prst="rect">
            <a:avLst/>
          </a:prstGeom>
          <a:noFill/>
          <a:ln w="9525">
            <a:noFill/>
            <a:miter lim="800000"/>
            <a:headEnd/>
            <a:tailEnd/>
          </a:ln>
        </p:spPr>
        <p:txBody>
          <a:bodyPr/>
          <a:lstStyle/>
          <a:p>
            <a:pPr marL="274320" indent="-274320" fontAlgn="auto">
              <a:spcBef>
                <a:spcPct val="20000"/>
              </a:spcBef>
              <a:spcAft>
                <a:spcPts val="0"/>
              </a:spcAft>
              <a:buClr>
                <a:schemeClr val="accent3"/>
              </a:buClr>
              <a:buSzPct val="95000"/>
              <a:defRPr/>
            </a:pPr>
            <a:r>
              <a:rPr lang="en-US" sz="2400" b="1" dirty="0">
                <a:latin typeface="Times New Roman" pitchFamily="18" charset="0"/>
                <a:cs typeface="Times New Roman" pitchFamily="18" charset="0"/>
              </a:rPr>
              <a:t>9.4.2  </a:t>
            </a:r>
            <a:r>
              <a:rPr lang="en-US" sz="2400" b="1" u="sng" dirty="0" err="1">
                <a:latin typeface="Times New Roman" pitchFamily="18" charset="0"/>
                <a:cs typeface="Times New Roman" pitchFamily="18" charset="0"/>
              </a:rPr>
              <a:t>Chuyển</a:t>
            </a:r>
            <a:r>
              <a:rPr lang="en-US" sz="2400" b="1" u="sng" dirty="0">
                <a:latin typeface="Times New Roman" pitchFamily="18" charset="0"/>
                <a:cs typeface="Times New Roman" pitchFamily="18" charset="0"/>
              </a:rPr>
              <a:t> </a:t>
            </a:r>
            <a:r>
              <a:rPr lang="vi-VN" sz="2400" b="1" u="sng" dirty="0">
                <a:latin typeface="Times New Roman" pitchFamily="18" charset="0"/>
                <a:cs typeface="Times New Roman" pitchFamily="18" charset="0"/>
              </a:rPr>
              <a:t>động</a:t>
            </a:r>
            <a:r>
              <a:rPr lang="en-US" sz="2400" b="1" u="sng" dirty="0">
                <a:latin typeface="Times New Roman" pitchFamily="18" charset="0"/>
                <a:cs typeface="Times New Roman" pitchFamily="18" charset="0"/>
              </a:rPr>
              <a:t> </a:t>
            </a:r>
            <a:r>
              <a:rPr lang="en-US" sz="2400" b="1" u="sng" dirty="0" err="1">
                <a:latin typeface="Times New Roman" pitchFamily="18" charset="0"/>
                <a:cs typeface="Times New Roman" pitchFamily="18" charset="0"/>
              </a:rPr>
              <a:t>của</a:t>
            </a:r>
            <a:r>
              <a:rPr lang="en-US" sz="2400" b="1" u="sng" dirty="0">
                <a:latin typeface="Times New Roman" pitchFamily="18" charset="0"/>
                <a:cs typeface="Times New Roman" pitchFamily="18" charset="0"/>
              </a:rPr>
              <a:t> </a:t>
            </a:r>
            <a:r>
              <a:rPr lang="vi-VN" sz="2400" b="1" u="sng" dirty="0">
                <a:latin typeface="Times New Roman" pitchFamily="18" charset="0"/>
                <a:cs typeface="Times New Roman" pitchFamily="18" charset="0"/>
              </a:rPr>
              <a:t>đ</a:t>
            </a:r>
            <a:r>
              <a:rPr lang="en-US" sz="2400" b="1" u="sng" dirty="0" err="1">
                <a:latin typeface="Times New Roman" pitchFamily="18" charset="0"/>
                <a:cs typeface="Times New Roman" pitchFamily="18" charset="0"/>
              </a:rPr>
              <a:t>iện</a:t>
            </a:r>
            <a:r>
              <a:rPr lang="en-US" sz="2400" b="1" u="sng" dirty="0">
                <a:latin typeface="Times New Roman" pitchFamily="18" charset="0"/>
                <a:cs typeface="Times New Roman" pitchFamily="18" charset="0"/>
              </a:rPr>
              <a:t> </a:t>
            </a:r>
            <a:r>
              <a:rPr lang="en-US" sz="2400" b="1" u="sng" dirty="0" err="1">
                <a:latin typeface="Times New Roman" pitchFamily="18" charset="0"/>
                <a:cs typeface="Times New Roman" pitchFamily="18" charset="0"/>
              </a:rPr>
              <a:t>tích</a:t>
            </a:r>
            <a:r>
              <a:rPr lang="en-US" sz="2400" b="1" u="sng" dirty="0">
                <a:latin typeface="Times New Roman" pitchFamily="18" charset="0"/>
                <a:cs typeface="Times New Roman" pitchFamily="18" charset="0"/>
              </a:rPr>
              <a:t> </a:t>
            </a:r>
            <a:r>
              <a:rPr lang="en-US" sz="2400" b="1" u="sng" dirty="0" err="1">
                <a:latin typeface="Times New Roman" pitchFamily="18" charset="0"/>
                <a:cs typeface="Times New Roman" pitchFamily="18" charset="0"/>
              </a:rPr>
              <a:t>trong</a:t>
            </a:r>
            <a:r>
              <a:rPr lang="en-US" sz="2400" b="1" u="sng" dirty="0">
                <a:latin typeface="Times New Roman" pitchFamily="18" charset="0"/>
                <a:cs typeface="Times New Roman" pitchFamily="18" charset="0"/>
              </a:rPr>
              <a:t> t</a:t>
            </a:r>
            <a:r>
              <a:rPr lang="vi-VN" sz="2400" b="1" u="sng" dirty="0">
                <a:latin typeface="Times New Roman" pitchFamily="18" charset="0"/>
                <a:cs typeface="Times New Roman" pitchFamily="18" charset="0"/>
              </a:rPr>
              <a:t>ừ</a:t>
            </a:r>
            <a:r>
              <a:rPr lang="en-US" sz="2400" b="1" u="sng" dirty="0">
                <a:latin typeface="Times New Roman" pitchFamily="18" charset="0"/>
                <a:cs typeface="Times New Roman" pitchFamily="18" charset="0"/>
              </a:rPr>
              <a:t> </a:t>
            </a:r>
            <a:r>
              <a:rPr lang="en-US" sz="2400" b="1" u="sng" dirty="0" err="1">
                <a:latin typeface="Times New Roman" pitchFamily="18" charset="0"/>
                <a:cs typeface="Times New Roman" pitchFamily="18" charset="0"/>
              </a:rPr>
              <a:t>tr</a:t>
            </a:r>
            <a:r>
              <a:rPr lang="vi-VN" sz="2400" b="1" u="sng" dirty="0">
                <a:latin typeface="Times New Roman" pitchFamily="18" charset="0"/>
                <a:cs typeface="Times New Roman" pitchFamily="18" charset="0"/>
              </a:rPr>
              <a:t>ường đề</a:t>
            </a:r>
            <a:r>
              <a:rPr lang="vi-VN" sz="2400" b="1" dirty="0">
                <a:latin typeface="Times New Roman" pitchFamily="18" charset="0"/>
                <a:cs typeface="Times New Roman" pitchFamily="18" charset="0"/>
              </a:rPr>
              <a:t>u </a:t>
            </a:r>
            <a:r>
              <a:rPr lang="en-US" sz="2400" b="1" dirty="0">
                <a:latin typeface="Times New Roman" pitchFamily="18" charset="0"/>
                <a:cs typeface="Times New Roman" pitchFamily="18" charset="0"/>
              </a:rPr>
              <a:t>:</a:t>
            </a:r>
          </a:p>
        </p:txBody>
      </p:sp>
      <p:pic>
        <p:nvPicPr>
          <p:cNvPr id="1638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11875" y="1828800"/>
            <a:ext cx="3032125" cy="3295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Content Placeholder 2"/>
          <p:cNvSpPr txBox="1">
            <a:spLocks/>
          </p:cNvSpPr>
          <p:nvPr/>
        </p:nvSpPr>
        <p:spPr bwMode="auto">
          <a:xfrm>
            <a:off x="381000" y="1295400"/>
            <a:ext cx="3173413" cy="533400"/>
          </a:xfrm>
          <a:prstGeom prst="rect">
            <a:avLst/>
          </a:prstGeom>
          <a:noFill/>
          <a:ln w="9525">
            <a:noFill/>
            <a:miter lim="800000"/>
            <a:headEnd/>
            <a:tailEnd/>
          </a:ln>
        </p:spPr>
        <p:txBody>
          <a:bodyPr/>
          <a:lstStyle/>
          <a:p>
            <a:pPr marL="274320" indent="-274320" fontAlgn="auto">
              <a:spcBef>
                <a:spcPct val="20000"/>
              </a:spcBef>
              <a:spcAft>
                <a:spcPts val="0"/>
              </a:spcAft>
              <a:buClr>
                <a:schemeClr val="accent3"/>
              </a:buClr>
              <a:buSzPct val="95000"/>
              <a:defRPr/>
            </a:pPr>
            <a:r>
              <a:rPr lang="en-US" sz="3200" b="1" u="sng" dirty="0" err="1">
                <a:solidFill>
                  <a:srgbClr val="FF0000"/>
                </a:solidFill>
                <a:latin typeface="Times New Roman" pitchFamily="18" charset="0"/>
                <a:cs typeface="Times New Roman" pitchFamily="18" charset="0"/>
              </a:rPr>
              <a:t>Tr</a:t>
            </a:r>
            <a:r>
              <a:rPr lang="vi-VN" sz="3200" b="1" u="sng" dirty="0">
                <a:solidFill>
                  <a:srgbClr val="FF0000"/>
                </a:solidFill>
                <a:latin typeface="Times New Roman" pitchFamily="18" charset="0"/>
                <a:cs typeface="Times New Roman" pitchFamily="18" charset="0"/>
              </a:rPr>
              <a:t>ường</a:t>
            </a:r>
            <a:r>
              <a:rPr lang="en-US" sz="3200" b="1" u="sng" dirty="0">
                <a:solidFill>
                  <a:srgbClr val="FF0000"/>
                </a:solidFill>
                <a:latin typeface="Times New Roman" pitchFamily="18" charset="0"/>
                <a:cs typeface="Times New Roman" pitchFamily="18" charset="0"/>
              </a:rPr>
              <a:t> h</a:t>
            </a:r>
            <a:r>
              <a:rPr lang="vi-VN" sz="3200" b="1" u="sng" dirty="0">
                <a:solidFill>
                  <a:srgbClr val="FF0000"/>
                </a:solidFill>
                <a:latin typeface="Times New Roman" pitchFamily="18" charset="0"/>
                <a:cs typeface="Times New Roman" pitchFamily="18" charset="0"/>
              </a:rPr>
              <a:t>ợp</a:t>
            </a:r>
            <a:r>
              <a:rPr lang="en-US" sz="3200" b="1" u="sng" dirty="0">
                <a:solidFill>
                  <a:srgbClr val="FF0000"/>
                </a:solidFill>
                <a:latin typeface="Times New Roman" pitchFamily="18" charset="0"/>
                <a:cs typeface="Times New Roman" pitchFamily="18" charset="0"/>
              </a:rPr>
              <a:t> 1</a:t>
            </a:r>
            <a:r>
              <a:rPr lang="en-US" sz="3200" b="1" dirty="0">
                <a:solidFill>
                  <a:srgbClr val="FF0000"/>
                </a:solidFill>
                <a:latin typeface="Times New Roman" pitchFamily="18" charset="0"/>
                <a:cs typeface="Times New Roman" pitchFamily="18" charset="0"/>
              </a:rPr>
              <a:t>:</a:t>
            </a:r>
          </a:p>
        </p:txBody>
      </p:sp>
      <p:graphicFrame>
        <p:nvGraphicFramePr>
          <p:cNvPr id="44" name="Object 2"/>
          <p:cNvGraphicFramePr>
            <a:graphicFrameLocks noChangeAspect="1"/>
          </p:cNvGraphicFramePr>
          <p:nvPr>
            <p:extLst>
              <p:ext uri="{D42A27DB-BD31-4B8C-83A1-F6EECF244321}">
                <p14:modId xmlns:p14="http://schemas.microsoft.com/office/powerpoint/2010/main" val="3356932399"/>
              </p:ext>
            </p:extLst>
          </p:nvPr>
        </p:nvGraphicFramePr>
        <p:xfrm>
          <a:off x="3097213" y="1319213"/>
          <a:ext cx="1025525" cy="536575"/>
        </p:xfrm>
        <a:graphic>
          <a:graphicData uri="http://schemas.openxmlformats.org/presentationml/2006/ole">
            <mc:AlternateContent xmlns:mc="http://schemas.openxmlformats.org/markup-compatibility/2006">
              <mc:Choice xmlns:v="urn:schemas-microsoft-com:vml" Requires="v">
                <p:oleObj name="Equation" r:id="rId3" imgW="393359" imgH="215713" progId="Equation.DSMT4">
                  <p:embed/>
                </p:oleObj>
              </mc:Choice>
              <mc:Fallback>
                <p:oleObj name="Equation" r:id="rId3" imgW="393359" imgH="215713" progId="Equation.DSMT4">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97213" y="1319213"/>
                        <a:ext cx="1025525"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 name="Object 5"/>
          <p:cNvGraphicFramePr>
            <a:graphicFrameLocks noChangeAspect="1"/>
          </p:cNvGraphicFramePr>
          <p:nvPr/>
        </p:nvGraphicFramePr>
        <p:xfrm>
          <a:off x="2846388" y="1981200"/>
          <a:ext cx="960437" cy="442913"/>
        </p:xfrm>
        <a:graphic>
          <a:graphicData uri="http://schemas.openxmlformats.org/presentationml/2006/ole">
            <mc:AlternateContent xmlns:mc="http://schemas.openxmlformats.org/markup-compatibility/2006">
              <mc:Choice xmlns:v="urn:schemas-microsoft-com:vml" Requires="v">
                <p:oleObj name="Equation" r:id="rId5" imgW="418918" imgH="203112" progId="Equation.DSMT4">
                  <p:embed/>
                </p:oleObj>
              </mc:Choice>
              <mc:Fallback>
                <p:oleObj name="Equation" r:id="rId5" imgW="418918" imgH="203112" progId="Equation.DSMT4">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46388" y="1981200"/>
                        <a:ext cx="960437" cy="442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 name="Object 6"/>
          <p:cNvGraphicFramePr>
            <a:graphicFrameLocks noChangeAspect="1"/>
          </p:cNvGraphicFramePr>
          <p:nvPr/>
        </p:nvGraphicFramePr>
        <p:xfrm>
          <a:off x="3821113" y="2024063"/>
          <a:ext cx="1131887" cy="360362"/>
        </p:xfrm>
        <a:graphic>
          <a:graphicData uri="http://schemas.openxmlformats.org/presentationml/2006/ole">
            <mc:AlternateContent xmlns:mc="http://schemas.openxmlformats.org/markup-compatibility/2006">
              <mc:Choice xmlns:v="urn:schemas-microsoft-com:vml" Requires="v">
                <p:oleObj name="Equation" r:id="rId7" imgW="494870" imgH="164957" progId="Equation.3">
                  <p:embed/>
                </p:oleObj>
              </mc:Choice>
              <mc:Fallback>
                <p:oleObj name="Equation" r:id="rId7" imgW="494870" imgH="164957" progId="Equation.3">
                  <p:embed/>
                  <p:pic>
                    <p:nvPicPr>
                      <p:cNvPr id="0"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821113" y="2024063"/>
                        <a:ext cx="1131887" cy="3603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 name="Content Placeholder 2"/>
          <p:cNvSpPr txBox="1">
            <a:spLocks/>
          </p:cNvSpPr>
          <p:nvPr/>
        </p:nvSpPr>
        <p:spPr bwMode="auto">
          <a:xfrm>
            <a:off x="579438" y="2667000"/>
            <a:ext cx="3992562" cy="533400"/>
          </a:xfrm>
          <a:prstGeom prst="rect">
            <a:avLst/>
          </a:prstGeom>
          <a:noFill/>
          <a:ln w="9525">
            <a:noFill/>
            <a:miter lim="800000"/>
            <a:headEnd/>
            <a:tailEnd/>
          </a:ln>
        </p:spPr>
        <p:txBody>
          <a:bodyPr/>
          <a:lstStyle/>
          <a:p>
            <a:pPr marL="274320" indent="-274320" fontAlgn="auto">
              <a:spcBef>
                <a:spcPct val="20000"/>
              </a:spcBef>
              <a:spcAft>
                <a:spcPts val="0"/>
              </a:spcAft>
              <a:buClr>
                <a:schemeClr val="accent3"/>
              </a:buClr>
              <a:buSzPct val="95000"/>
              <a:defRPr/>
            </a:pPr>
            <a:r>
              <a:rPr lang="en-US" sz="3200" b="1">
                <a:solidFill>
                  <a:srgbClr val="080CA8"/>
                </a:solidFill>
                <a:latin typeface="Times New Roman" pitchFamily="18" charset="0"/>
                <a:cs typeface="Times New Roman" pitchFamily="18" charset="0"/>
              </a:rPr>
              <a:t>F</a:t>
            </a:r>
            <a:r>
              <a:rPr lang="en-US" sz="3200" b="1" baseline="-25000">
                <a:solidFill>
                  <a:srgbClr val="080CA8"/>
                </a:solidFill>
                <a:latin typeface="Times New Roman" pitchFamily="18" charset="0"/>
                <a:cs typeface="Times New Roman" pitchFamily="18" charset="0"/>
              </a:rPr>
              <a:t>L</a:t>
            </a:r>
            <a:r>
              <a:rPr lang="en-US" sz="3200" b="1">
                <a:solidFill>
                  <a:srgbClr val="080CA8"/>
                </a:solidFill>
                <a:latin typeface="Times New Roman" pitchFamily="18" charset="0"/>
                <a:cs typeface="Times New Roman" pitchFamily="18" charset="0"/>
              </a:rPr>
              <a:t> </a:t>
            </a:r>
            <a:r>
              <a:rPr lang="vi-VN" sz="3200" b="1">
                <a:solidFill>
                  <a:srgbClr val="080CA8"/>
                </a:solidFill>
                <a:latin typeface="Times New Roman" pitchFamily="18" charset="0"/>
                <a:cs typeface="Times New Roman" pitchFamily="18" charset="0"/>
                <a:sym typeface="Wingdings"/>
              </a:rPr>
              <a:t></a:t>
            </a:r>
            <a:r>
              <a:rPr lang="en-US" sz="3200" b="1">
                <a:solidFill>
                  <a:srgbClr val="080CA8"/>
                </a:solidFill>
                <a:latin typeface="Times New Roman" pitchFamily="18" charset="0"/>
                <a:cs typeface="Times New Roman" pitchFamily="18" charset="0"/>
                <a:sym typeface="Wingdings"/>
              </a:rPr>
              <a:t> </a:t>
            </a:r>
            <a:r>
              <a:rPr lang="en-US" sz="3200" b="1">
                <a:solidFill>
                  <a:srgbClr val="080CA8"/>
                </a:solidFill>
                <a:latin typeface="Times New Roman" pitchFamily="18" charset="0"/>
                <a:cs typeface="Times New Roman" pitchFamily="18" charset="0"/>
              </a:rPr>
              <a:t>l</a:t>
            </a:r>
            <a:r>
              <a:rPr lang="vi-VN" sz="3200" b="1" dirty="0">
                <a:solidFill>
                  <a:srgbClr val="080CA8"/>
                </a:solidFill>
                <a:latin typeface="Times New Roman" pitchFamily="18" charset="0"/>
                <a:cs typeface="Times New Roman" pitchFamily="18" charset="0"/>
              </a:rPr>
              <a:t>ực</a:t>
            </a:r>
            <a:r>
              <a:rPr lang="en-US" sz="3200" b="1" dirty="0">
                <a:solidFill>
                  <a:srgbClr val="080CA8"/>
                </a:solidFill>
                <a:latin typeface="Times New Roman" pitchFamily="18" charset="0"/>
                <a:cs typeface="Times New Roman" pitchFamily="18" charset="0"/>
              </a:rPr>
              <a:t> h</a:t>
            </a:r>
            <a:r>
              <a:rPr lang="vi-VN" sz="3200" b="1" dirty="0">
                <a:solidFill>
                  <a:srgbClr val="080CA8"/>
                </a:solidFill>
                <a:latin typeface="Times New Roman" pitchFamily="18" charset="0"/>
                <a:cs typeface="Times New Roman" pitchFamily="18" charset="0"/>
              </a:rPr>
              <a:t>ướng</a:t>
            </a:r>
            <a:r>
              <a:rPr lang="en-US" sz="3200" b="1" dirty="0">
                <a:solidFill>
                  <a:srgbClr val="080CA8"/>
                </a:solidFill>
                <a:latin typeface="Times New Roman" pitchFamily="18" charset="0"/>
                <a:cs typeface="Times New Roman" pitchFamily="18" charset="0"/>
              </a:rPr>
              <a:t> </a:t>
            </a:r>
            <a:r>
              <a:rPr lang="en-US" sz="3200" b="1" dirty="0" err="1">
                <a:solidFill>
                  <a:srgbClr val="080CA8"/>
                </a:solidFill>
                <a:latin typeface="Times New Roman" pitchFamily="18" charset="0"/>
                <a:cs typeface="Times New Roman" pitchFamily="18" charset="0"/>
              </a:rPr>
              <a:t>tâm</a:t>
            </a:r>
            <a:r>
              <a:rPr lang="en-US" sz="3200" b="1" baseline="-25000" dirty="0">
                <a:solidFill>
                  <a:srgbClr val="080CA8"/>
                </a:solidFill>
                <a:latin typeface="Times New Roman" pitchFamily="18" charset="0"/>
                <a:cs typeface="Times New Roman" pitchFamily="18" charset="0"/>
              </a:rPr>
              <a:t> </a:t>
            </a:r>
            <a:endParaRPr lang="en-US" sz="3200" b="1" dirty="0">
              <a:solidFill>
                <a:srgbClr val="080CA8"/>
              </a:solidFill>
              <a:latin typeface="Times New Roman" pitchFamily="18" charset="0"/>
              <a:cs typeface="Times New Roman" pitchFamily="18" charset="0"/>
            </a:endParaRPr>
          </a:p>
        </p:txBody>
      </p:sp>
      <p:sp>
        <p:nvSpPr>
          <p:cNvPr id="13" name="Right Arrow 12"/>
          <p:cNvSpPr/>
          <p:nvPr/>
        </p:nvSpPr>
        <p:spPr>
          <a:xfrm>
            <a:off x="266700" y="2819400"/>
            <a:ext cx="190500" cy="228600"/>
          </a:xfrm>
          <a:prstGeom prst="rightArrow">
            <a:avLst/>
          </a:prstGeom>
          <a:solidFill>
            <a:srgbClr val="F7741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srgbClr val="F77411"/>
              </a:solidFill>
            </a:endParaRPr>
          </a:p>
        </p:txBody>
      </p:sp>
      <p:graphicFrame>
        <p:nvGraphicFramePr>
          <p:cNvPr id="10" name="Object 7"/>
          <p:cNvGraphicFramePr>
            <a:graphicFrameLocks noChangeAspect="1"/>
          </p:cNvGraphicFramePr>
          <p:nvPr/>
        </p:nvGraphicFramePr>
        <p:xfrm>
          <a:off x="714375" y="3435350"/>
          <a:ext cx="1343025" cy="590550"/>
        </p:xfrm>
        <a:graphic>
          <a:graphicData uri="http://schemas.openxmlformats.org/presentationml/2006/ole">
            <mc:AlternateContent xmlns:mc="http://schemas.openxmlformats.org/markup-compatibility/2006">
              <mc:Choice xmlns:v="urn:schemas-microsoft-com:vml" Requires="v">
                <p:oleObj name="Equation" r:id="rId9" imgW="495085" imgH="228501" progId="Equation.3">
                  <p:embed/>
                </p:oleObj>
              </mc:Choice>
              <mc:Fallback>
                <p:oleObj name="Equation" r:id="rId9" imgW="495085" imgH="228501" progId="Equation.3">
                  <p:embed/>
                  <p:pic>
                    <p:nvPicPr>
                      <p:cNvPr id="0" name="Object 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14375" y="3435350"/>
                        <a:ext cx="1343025" cy="590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 name="Object 8"/>
          <p:cNvGraphicFramePr>
            <a:graphicFrameLocks noChangeAspect="1"/>
          </p:cNvGraphicFramePr>
          <p:nvPr>
            <p:extLst>
              <p:ext uri="{D42A27DB-BD31-4B8C-83A1-F6EECF244321}">
                <p14:modId xmlns:p14="http://schemas.microsoft.com/office/powerpoint/2010/main" val="2241853860"/>
              </p:ext>
            </p:extLst>
          </p:nvPr>
        </p:nvGraphicFramePr>
        <p:xfrm>
          <a:off x="2057400" y="3184525"/>
          <a:ext cx="2616200" cy="1082675"/>
        </p:xfrm>
        <a:graphic>
          <a:graphicData uri="http://schemas.openxmlformats.org/presentationml/2006/ole">
            <mc:AlternateContent xmlns:mc="http://schemas.openxmlformats.org/markup-compatibility/2006">
              <mc:Choice xmlns:v="urn:schemas-microsoft-com:vml" Requires="v">
                <p:oleObj name="Equation" r:id="rId11" imgW="965200" imgH="419100" progId="Equation.DSMT4">
                  <p:embed/>
                </p:oleObj>
              </mc:Choice>
              <mc:Fallback>
                <p:oleObj name="Equation" r:id="rId11" imgW="965200" imgH="419100" progId="Equation.DSMT4">
                  <p:embed/>
                  <p:pic>
                    <p:nvPicPr>
                      <p:cNvPr id="0" name="Object 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057400" y="3184525"/>
                        <a:ext cx="2616200" cy="1082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4" name="Object 9"/>
          <p:cNvGraphicFramePr>
            <a:graphicFrameLocks noChangeAspect="1"/>
          </p:cNvGraphicFramePr>
          <p:nvPr>
            <p:extLst>
              <p:ext uri="{D42A27DB-BD31-4B8C-83A1-F6EECF244321}">
                <p14:modId xmlns:p14="http://schemas.microsoft.com/office/powerpoint/2010/main" val="4088753159"/>
              </p:ext>
            </p:extLst>
          </p:nvPr>
        </p:nvGraphicFramePr>
        <p:xfrm>
          <a:off x="4037013" y="4419600"/>
          <a:ext cx="1460500" cy="1093788"/>
        </p:xfrm>
        <a:graphic>
          <a:graphicData uri="http://schemas.openxmlformats.org/presentationml/2006/ole">
            <mc:AlternateContent xmlns:mc="http://schemas.openxmlformats.org/markup-compatibility/2006">
              <mc:Choice xmlns:v="urn:schemas-microsoft-com:vml" Requires="v">
                <p:oleObj name="Equation" r:id="rId13" imgW="533169" imgH="418918" progId="Equation.3">
                  <p:embed/>
                </p:oleObj>
              </mc:Choice>
              <mc:Fallback>
                <p:oleObj name="Equation" r:id="rId13" imgW="533169" imgH="418918" progId="Equation.3">
                  <p:embed/>
                  <p:pic>
                    <p:nvPicPr>
                      <p:cNvPr id="0" name="Object 9"/>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037013" y="4419600"/>
                        <a:ext cx="1460500" cy="1093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7" name="Right Arrow 16"/>
          <p:cNvSpPr/>
          <p:nvPr/>
        </p:nvSpPr>
        <p:spPr>
          <a:xfrm>
            <a:off x="255588" y="4724400"/>
            <a:ext cx="190500" cy="228600"/>
          </a:xfrm>
          <a:prstGeom prst="rightArrow">
            <a:avLst/>
          </a:prstGeom>
          <a:solidFill>
            <a:srgbClr val="F7741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srgbClr val="F77411"/>
              </a:solidFill>
            </a:endParaRPr>
          </a:p>
        </p:txBody>
      </p:sp>
      <p:sp>
        <p:nvSpPr>
          <p:cNvPr id="18" name="Right Arrow 17"/>
          <p:cNvSpPr/>
          <p:nvPr/>
        </p:nvSpPr>
        <p:spPr>
          <a:xfrm>
            <a:off x="228600" y="6019800"/>
            <a:ext cx="190500" cy="228600"/>
          </a:xfrm>
          <a:prstGeom prst="rightArrow">
            <a:avLst/>
          </a:prstGeom>
          <a:solidFill>
            <a:srgbClr val="F7741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srgbClr val="F77411"/>
              </a:solidFill>
            </a:endParaRPr>
          </a:p>
        </p:txBody>
      </p:sp>
      <p:graphicFrame>
        <p:nvGraphicFramePr>
          <p:cNvPr id="15" name="Object 10"/>
          <p:cNvGraphicFramePr>
            <a:graphicFrameLocks noChangeAspect="1"/>
          </p:cNvGraphicFramePr>
          <p:nvPr>
            <p:extLst>
              <p:ext uri="{D42A27DB-BD31-4B8C-83A1-F6EECF244321}">
                <p14:modId xmlns:p14="http://schemas.microsoft.com/office/powerpoint/2010/main" val="3756983677"/>
              </p:ext>
            </p:extLst>
          </p:nvPr>
        </p:nvGraphicFramePr>
        <p:xfrm>
          <a:off x="4548188" y="5749925"/>
          <a:ext cx="2686050" cy="1017588"/>
        </p:xfrm>
        <a:graphic>
          <a:graphicData uri="http://schemas.openxmlformats.org/presentationml/2006/ole">
            <mc:AlternateContent xmlns:mc="http://schemas.openxmlformats.org/markup-compatibility/2006">
              <mc:Choice xmlns:v="urn:schemas-microsoft-com:vml" Requires="v">
                <p:oleObj name="Equation" r:id="rId15" imgW="1054100" imgH="419100" progId="Equation.3">
                  <p:embed/>
                </p:oleObj>
              </mc:Choice>
              <mc:Fallback>
                <p:oleObj name="Equation" r:id="rId15" imgW="1054100" imgH="419100" progId="Equation.3">
                  <p:embed/>
                  <p:pic>
                    <p:nvPicPr>
                      <p:cNvPr id="0" name="Object 10"/>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548188" y="5749925"/>
                        <a:ext cx="2686050" cy="1017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0" name="Content Placeholder 2"/>
          <p:cNvSpPr txBox="1">
            <a:spLocks/>
          </p:cNvSpPr>
          <p:nvPr/>
        </p:nvSpPr>
        <p:spPr bwMode="auto">
          <a:xfrm>
            <a:off x="582613" y="4545013"/>
            <a:ext cx="3684587" cy="533400"/>
          </a:xfrm>
          <a:prstGeom prst="rect">
            <a:avLst/>
          </a:prstGeom>
          <a:noFill/>
          <a:ln w="9525">
            <a:noFill/>
            <a:miter lim="800000"/>
            <a:headEnd/>
            <a:tailEnd/>
          </a:ln>
        </p:spPr>
        <p:txBody>
          <a:bodyPr/>
          <a:lstStyle/>
          <a:p>
            <a:pPr marL="274320" indent="-274320" fontAlgn="auto">
              <a:spcBef>
                <a:spcPct val="20000"/>
              </a:spcBef>
              <a:spcAft>
                <a:spcPts val="0"/>
              </a:spcAft>
              <a:buClr>
                <a:schemeClr val="accent3"/>
              </a:buClr>
              <a:buSzPct val="95000"/>
              <a:defRPr/>
            </a:pPr>
            <a:r>
              <a:rPr lang="en-US" sz="3200" b="1" dirty="0" err="1">
                <a:solidFill>
                  <a:srgbClr val="080CA8"/>
                </a:solidFill>
                <a:latin typeface="Times New Roman" pitchFamily="18" charset="0"/>
                <a:cs typeface="Times New Roman" pitchFamily="18" charset="0"/>
              </a:rPr>
              <a:t>Bán</a:t>
            </a:r>
            <a:r>
              <a:rPr lang="en-US" sz="3200" b="1" dirty="0">
                <a:solidFill>
                  <a:srgbClr val="080CA8"/>
                </a:solidFill>
                <a:latin typeface="Times New Roman" pitchFamily="18" charset="0"/>
                <a:cs typeface="Times New Roman" pitchFamily="18" charset="0"/>
              </a:rPr>
              <a:t> </a:t>
            </a:r>
            <a:r>
              <a:rPr lang="en-US" sz="3200" b="1" dirty="0" err="1">
                <a:solidFill>
                  <a:srgbClr val="080CA8"/>
                </a:solidFill>
                <a:latin typeface="Times New Roman" pitchFamily="18" charset="0"/>
                <a:cs typeface="Times New Roman" pitchFamily="18" charset="0"/>
              </a:rPr>
              <a:t>kính</a:t>
            </a:r>
            <a:r>
              <a:rPr lang="en-US" sz="3200" b="1" dirty="0">
                <a:solidFill>
                  <a:srgbClr val="080CA8"/>
                </a:solidFill>
                <a:latin typeface="Times New Roman" pitchFamily="18" charset="0"/>
                <a:cs typeface="Times New Roman" pitchFamily="18" charset="0"/>
              </a:rPr>
              <a:t> </a:t>
            </a:r>
            <a:r>
              <a:rPr lang="en-US" sz="3200" b="1" dirty="0" err="1">
                <a:solidFill>
                  <a:srgbClr val="080CA8"/>
                </a:solidFill>
                <a:latin typeface="Times New Roman" pitchFamily="18" charset="0"/>
                <a:cs typeface="Times New Roman" pitchFamily="18" charset="0"/>
              </a:rPr>
              <a:t>quỹ</a:t>
            </a:r>
            <a:r>
              <a:rPr lang="en-US" sz="3200" b="1" dirty="0">
                <a:solidFill>
                  <a:srgbClr val="080CA8"/>
                </a:solidFill>
                <a:latin typeface="Times New Roman" pitchFamily="18" charset="0"/>
                <a:cs typeface="Times New Roman" pitchFamily="18" charset="0"/>
              </a:rPr>
              <a:t> </a:t>
            </a:r>
            <a:r>
              <a:rPr lang="vi-VN" sz="3200" b="1" dirty="0">
                <a:solidFill>
                  <a:srgbClr val="080CA8"/>
                </a:solidFill>
                <a:latin typeface="Times New Roman" pitchFamily="18" charset="0"/>
                <a:cs typeface="Times New Roman" pitchFamily="18" charset="0"/>
              </a:rPr>
              <a:t>đạo</a:t>
            </a:r>
            <a:r>
              <a:rPr lang="en-US" sz="3200" b="1" dirty="0">
                <a:solidFill>
                  <a:srgbClr val="080CA8"/>
                </a:solidFill>
                <a:latin typeface="Times New Roman" pitchFamily="18" charset="0"/>
                <a:cs typeface="Times New Roman" pitchFamily="18" charset="0"/>
              </a:rPr>
              <a:t>:</a:t>
            </a:r>
          </a:p>
        </p:txBody>
      </p:sp>
      <p:sp>
        <p:nvSpPr>
          <p:cNvPr id="21" name="Content Placeholder 2"/>
          <p:cNvSpPr txBox="1">
            <a:spLocks/>
          </p:cNvSpPr>
          <p:nvPr/>
        </p:nvSpPr>
        <p:spPr bwMode="auto">
          <a:xfrm>
            <a:off x="533400" y="5867400"/>
            <a:ext cx="4370388" cy="533400"/>
          </a:xfrm>
          <a:prstGeom prst="rect">
            <a:avLst/>
          </a:prstGeom>
          <a:noFill/>
          <a:ln w="9525">
            <a:noFill/>
            <a:miter lim="800000"/>
            <a:headEnd/>
            <a:tailEnd/>
          </a:ln>
        </p:spPr>
        <p:txBody>
          <a:bodyPr/>
          <a:lstStyle/>
          <a:p>
            <a:pPr marL="274320" indent="-274320" fontAlgn="auto">
              <a:spcBef>
                <a:spcPct val="20000"/>
              </a:spcBef>
              <a:spcAft>
                <a:spcPts val="0"/>
              </a:spcAft>
              <a:buClr>
                <a:schemeClr val="accent3"/>
              </a:buClr>
              <a:buSzPct val="95000"/>
              <a:defRPr/>
            </a:pPr>
            <a:r>
              <a:rPr lang="en-US" sz="3200" b="1" dirty="0">
                <a:solidFill>
                  <a:srgbClr val="080CA8"/>
                </a:solidFill>
                <a:latin typeface="Times New Roman" pitchFamily="18" charset="0"/>
                <a:cs typeface="Times New Roman" pitchFamily="18" charset="0"/>
              </a:rPr>
              <a:t>Chu </a:t>
            </a:r>
            <a:r>
              <a:rPr lang="en-US" sz="3200" b="1" dirty="0" err="1">
                <a:solidFill>
                  <a:srgbClr val="080CA8"/>
                </a:solidFill>
                <a:latin typeface="Times New Roman" pitchFamily="18" charset="0"/>
                <a:cs typeface="Times New Roman" pitchFamily="18" charset="0"/>
              </a:rPr>
              <a:t>kỳ</a:t>
            </a:r>
            <a:r>
              <a:rPr lang="en-US" sz="3200" b="1" dirty="0">
                <a:solidFill>
                  <a:srgbClr val="080CA8"/>
                </a:solidFill>
                <a:latin typeface="Times New Roman" pitchFamily="18" charset="0"/>
                <a:cs typeface="Times New Roman" pitchFamily="18" charset="0"/>
              </a:rPr>
              <a:t> </a:t>
            </a:r>
            <a:r>
              <a:rPr lang="en-US" sz="3200" b="1" dirty="0" err="1">
                <a:solidFill>
                  <a:srgbClr val="080CA8"/>
                </a:solidFill>
                <a:latin typeface="Times New Roman" pitchFamily="18" charset="0"/>
                <a:cs typeface="Times New Roman" pitchFamily="18" charset="0"/>
              </a:rPr>
              <a:t>chuyển</a:t>
            </a:r>
            <a:r>
              <a:rPr lang="en-US" sz="3200" b="1" dirty="0">
                <a:solidFill>
                  <a:srgbClr val="080CA8"/>
                </a:solidFill>
                <a:latin typeface="Times New Roman" pitchFamily="18" charset="0"/>
                <a:cs typeface="Times New Roman" pitchFamily="18" charset="0"/>
              </a:rPr>
              <a:t> </a:t>
            </a:r>
            <a:r>
              <a:rPr lang="vi-VN" sz="3200" b="1" dirty="0">
                <a:solidFill>
                  <a:srgbClr val="080CA8"/>
                </a:solidFill>
                <a:latin typeface="Times New Roman" pitchFamily="18" charset="0"/>
                <a:cs typeface="Times New Roman" pitchFamily="18" charset="0"/>
              </a:rPr>
              <a:t>động</a:t>
            </a:r>
            <a:r>
              <a:rPr lang="en-US" sz="3200" b="1" dirty="0">
                <a:solidFill>
                  <a:srgbClr val="080CA8"/>
                </a:solidFill>
                <a:latin typeface="Times New Roman" pitchFamily="18" charset="0"/>
                <a:cs typeface="Times New Roman" pitchFamily="18" charset="0"/>
              </a:rPr>
              <a:t>:</a:t>
            </a:r>
          </a:p>
        </p:txBody>
      </p:sp>
      <p:graphicFrame>
        <p:nvGraphicFramePr>
          <p:cNvPr id="16" name="Object 15"/>
          <p:cNvGraphicFramePr>
            <a:graphicFrameLocks noChangeAspect="1"/>
          </p:cNvGraphicFramePr>
          <p:nvPr/>
        </p:nvGraphicFramePr>
        <p:xfrm>
          <a:off x="573088" y="1912938"/>
          <a:ext cx="2289175" cy="525462"/>
        </p:xfrm>
        <a:graphic>
          <a:graphicData uri="http://schemas.openxmlformats.org/presentationml/2006/ole">
            <mc:AlternateContent xmlns:mc="http://schemas.openxmlformats.org/markup-compatibility/2006">
              <mc:Choice xmlns:v="urn:schemas-microsoft-com:vml" Requires="v">
                <p:oleObj name="Equation" r:id="rId17" imgW="901309" imgH="215806" progId="Equation.3">
                  <p:embed/>
                </p:oleObj>
              </mc:Choice>
              <mc:Fallback>
                <p:oleObj name="Equation" r:id="rId17" imgW="901309" imgH="215806" progId="Equation.3">
                  <p:embed/>
                  <p:pic>
                    <p:nvPicPr>
                      <p:cNvPr id="0" name="Object 15"/>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573088" y="1912938"/>
                        <a:ext cx="2289175" cy="525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6" name="Rectangle 25"/>
          <p:cNvSpPr>
            <a:spLocks noChangeArrowheads="1"/>
          </p:cNvSpPr>
          <p:nvPr/>
        </p:nvSpPr>
        <p:spPr bwMode="auto">
          <a:xfrm>
            <a:off x="-47625" y="1295400"/>
            <a:ext cx="55245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sz="3600" b="1">
                <a:solidFill>
                  <a:srgbClr val="1109B7"/>
                </a:solidFill>
                <a:latin typeface="Times New Roman" pitchFamily="18" charset="0"/>
                <a:sym typeface="Wingdings" pitchFamily="2" charset="2"/>
              </a:rPr>
              <a:t></a:t>
            </a:r>
            <a:endParaRPr lang="en-US" sz="3600">
              <a:solidFill>
                <a:srgbClr val="1109B7"/>
              </a:solidFill>
            </a:endParaRPr>
          </a:p>
        </p:txBody>
      </p:sp>
      <p:sp>
        <p:nvSpPr>
          <p:cNvPr id="4" name="Footer Placeholder 3">
            <a:extLst>
              <a:ext uri="{FF2B5EF4-FFF2-40B4-BE49-F238E27FC236}">
                <a16:creationId xmlns:a16="http://schemas.microsoft.com/office/drawing/2014/main" id="{287B7515-4E7C-D7E9-6B85-B6C7F0A58A8B}"/>
              </a:ext>
            </a:extLst>
          </p:cNvPr>
          <p:cNvSpPr>
            <a:spLocks noGrp="1"/>
          </p:cNvSpPr>
          <p:nvPr>
            <p:ph type="ftr" sz="quarter" idx="11"/>
          </p:nvPr>
        </p:nvSpPr>
        <p:spPr/>
        <p:txBody>
          <a:bodyPr/>
          <a:lstStyle/>
          <a:p>
            <a:pPr>
              <a:defRPr/>
            </a:pPr>
            <a:r>
              <a:rPr lang="en-US"/>
              <a:t>Bùi Quốc Trung - VLDC</a:t>
            </a:r>
          </a:p>
        </p:txBody>
      </p:sp>
      <p:sp>
        <p:nvSpPr>
          <p:cNvPr id="5" name="Slide Number Placeholder 4">
            <a:extLst>
              <a:ext uri="{FF2B5EF4-FFF2-40B4-BE49-F238E27FC236}">
                <a16:creationId xmlns:a16="http://schemas.microsoft.com/office/drawing/2014/main" id="{D3C0EB61-1F8E-41D5-7744-79FBF4AA0D82}"/>
              </a:ext>
            </a:extLst>
          </p:cNvPr>
          <p:cNvSpPr>
            <a:spLocks noGrp="1"/>
          </p:cNvSpPr>
          <p:nvPr>
            <p:ph type="sldNum" sz="quarter" idx="12"/>
          </p:nvPr>
        </p:nvSpPr>
        <p:spPr/>
        <p:txBody>
          <a:bodyPr/>
          <a:lstStyle/>
          <a:p>
            <a:pPr>
              <a:defRPr/>
            </a:pPr>
            <a:fld id="{DA0BBFDE-23F6-4D0C-90FC-3AED58BCB197}" type="slidenum">
              <a:rPr lang="en-US" smtClean="0"/>
              <a:pPr>
                <a:defRPr/>
              </a:pPr>
              <a:t>44</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wipe(down)">
                                      <p:cBhvr>
                                        <p:cTn id="7" dur="500"/>
                                        <p:tgtEl>
                                          <p:spTgt spid="26"/>
                                        </p:tgtEl>
                                      </p:cBhvr>
                                    </p:animEffect>
                                  </p:childTnLst>
                                </p:cTn>
                              </p:par>
                            </p:childTnLst>
                          </p:cTn>
                        </p:par>
                        <p:par>
                          <p:cTn id="8" fill="hold" nodeType="afterGroup">
                            <p:stCondLst>
                              <p:cond delay="500"/>
                            </p:stCondLst>
                            <p:childTnLst>
                              <p:par>
                                <p:cTn id="9" presetID="14" presetClass="entr" presetSubtype="10"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randombar(horizontal)">
                                      <p:cBhvr>
                                        <p:cTn id="11" dur="500"/>
                                        <p:tgtEl>
                                          <p:spTgt spid="7"/>
                                        </p:tgtEl>
                                      </p:cBhvr>
                                    </p:animEffect>
                                  </p:childTnLst>
                                </p:cTn>
                              </p:par>
                            </p:childTnLst>
                          </p:cTn>
                        </p:par>
                        <p:par>
                          <p:cTn id="12" fill="hold" nodeType="afterGroup">
                            <p:stCondLst>
                              <p:cond delay="1000"/>
                            </p:stCondLst>
                            <p:childTnLst>
                              <p:par>
                                <p:cTn id="13" presetID="14" presetClass="entr" presetSubtype="10" fill="hold" nodeType="afterEffect">
                                  <p:stCondLst>
                                    <p:cond delay="0"/>
                                  </p:stCondLst>
                                  <p:childTnLst>
                                    <p:set>
                                      <p:cBhvr>
                                        <p:cTn id="14" dur="1" fill="hold">
                                          <p:stCondLst>
                                            <p:cond delay="0"/>
                                          </p:stCondLst>
                                        </p:cTn>
                                        <p:tgtEl>
                                          <p:spTgt spid="44"/>
                                        </p:tgtEl>
                                        <p:attrNameLst>
                                          <p:attrName>style.visibility</p:attrName>
                                        </p:attrNameLst>
                                      </p:cBhvr>
                                      <p:to>
                                        <p:strVal val="visible"/>
                                      </p:to>
                                    </p:set>
                                    <p:animEffect transition="in" filter="randombar(horizontal)">
                                      <p:cBhvr>
                                        <p:cTn id="15" dur="500"/>
                                        <p:tgtEl>
                                          <p:spTgt spid="44"/>
                                        </p:tgtEl>
                                      </p:cBhvr>
                                    </p:animEffect>
                                  </p:childTnLst>
                                </p:cTn>
                              </p:par>
                            </p:childTnLst>
                          </p:cTn>
                        </p:par>
                        <p:par>
                          <p:cTn id="16" fill="hold" nodeType="afterGroup">
                            <p:stCondLst>
                              <p:cond delay="1500"/>
                            </p:stCondLst>
                            <p:childTnLst>
                              <p:par>
                                <p:cTn id="17" presetID="14" presetClass="entr" presetSubtype="10" fill="hold" nodeType="afterEffect">
                                  <p:stCondLst>
                                    <p:cond delay="0"/>
                                  </p:stCondLst>
                                  <p:childTnLst>
                                    <p:set>
                                      <p:cBhvr>
                                        <p:cTn id="18" dur="1" fill="hold">
                                          <p:stCondLst>
                                            <p:cond delay="0"/>
                                          </p:stCondLst>
                                        </p:cTn>
                                        <p:tgtEl>
                                          <p:spTgt spid="16387"/>
                                        </p:tgtEl>
                                        <p:attrNameLst>
                                          <p:attrName>style.visibility</p:attrName>
                                        </p:attrNameLst>
                                      </p:cBhvr>
                                      <p:to>
                                        <p:strVal val="visible"/>
                                      </p:to>
                                    </p:set>
                                    <p:animEffect transition="in" filter="randombar(horizontal)">
                                      <p:cBhvr>
                                        <p:cTn id="19" dur="1000"/>
                                        <p:tgtEl>
                                          <p:spTgt spid="16387"/>
                                        </p:tgtEl>
                                      </p:cBhvr>
                                    </p:animEffect>
                                  </p:childTnLst>
                                </p:cTn>
                              </p:par>
                            </p:childTnLst>
                          </p:cTn>
                        </p:par>
                        <p:par>
                          <p:cTn id="20" fill="hold" nodeType="afterGroup">
                            <p:stCondLst>
                              <p:cond delay="2500"/>
                            </p:stCondLst>
                            <p:childTnLst>
                              <p:par>
                                <p:cTn id="21" presetID="14" presetClass="entr" presetSubtype="10" fill="hold" nodeType="afterEffect">
                                  <p:stCondLst>
                                    <p:cond delay="0"/>
                                  </p:stCondLst>
                                  <p:childTnLst>
                                    <p:set>
                                      <p:cBhvr>
                                        <p:cTn id="22" dur="1" fill="hold">
                                          <p:stCondLst>
                                            <p:cond delay="0"/>
                                          </p:stCondLst>
                                        </p:cTn>
                                        <p:tgtEl>
                                          <p:spTgt spid="16"/>
                                        </p:tgtEl>
                                        <p:attrNameLst>
                                          <p:attrName>style.visibility</p:attrName>
                                        </p:attrNameLst>
                                      </p:cBhvr>
                                      <p:to>
                                        <p:strVal val="visible"/>
                                      </p:to>
                                    </p:set>
                                    <p:animEffect transition="in" filter="randombar(horizontal)">
                                      <p:cBhvr>
                                        <p:cTn id="23" dur="500"/>
                                        <p:tgtEl>
                                          <p:spTgt spid="16"/>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14" presetClass="entr" presetSubtype="10" fill="hold" nodeType="clickEffect">
                                  <p:stCondLst>
                                    <p:cond delay="0"/>
                                  </p:stCondLst>
                                  <p:childTnLst>
                                    <p:set>
                                      <p:cBhvr>
                                        <p:cTn id="27" dur="1" fill="hold">
                                          <p:stCondLst>
                                            <p:cond delay="0"/>
                                          </p:stCondLst>
                                        </p:cTn>
                                        <p:tgtEl>
                                          <p:spTgt spid="6"/>
                                        </p:tgtEl>
                                        <p:attrNameLst>
                                          <p:attrName>style.visibility</p:attrName>
                                        </p:attrNameLst>
                                      </p:cBhvr>
                                      <p:to>
                                        <p:strVal val="visible"/>
                                      </p:to>
                                    </p:set>
                                    <p:animEffect transition="in" filter="randombar(horizontal)">
                                      <p:cBhvr>
                                        <p:cTn id="28" dur="500"/>
                                        <p:tgtEl>
                                          <p:spTgt spid="6"/>
                                        </p:tgtEl>
                                      </p:cBhvr>
                                    </p:animEffect>
                                  </p:childTnLst>
                                </p:cTn>
                              </p:par>
                            </p:childTnLst>
                          </p:cTn>
                        </p:par>
                        <p:par>
                          <p:cTn id="29" fill="hold" nodeType="afterGroup">
                            <p:stCondLst>
                              <p:cond delay="500"/>
                            </p:stCondLst>
                            <p:childTnLst>
                              <p:par>
                                <p:cTn id="30" presetID="14" presetClass="entr" presetSubtype="10" fill="hold" nodeType="after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randombar(horizontal)">
                                      <p:cBhvr>
                                        <p:cTn id="32" dur="500"/>
                                        <p:tgtEl>
                                          <p:spTgt spid="9"/>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8" presetClass="entr" presetSubtype="16" fill="hold" grpId="0" nodeType="click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diamond(in)">
                                      <p:cBhvr>
                                        <p:cTn id="37" dur="500"/>
                                        <p:tgtEl>
                                          <p:spTgt spid="13"/>
                                        </p:tgtEl>
                                      </p:cBhvr>
                                    </p:animEffect>
                                  </p:childTnLst>
                                </p:cTn>
                              </p:par>
                            </p:childTnLst>
                          </p:cTn>
                        </p:par>
                        <p:par>
                          <p:cTn id="38" fill="hold" nodeType="afterGroup">
                            <p:stCondLst>
                              <p:cond delay="500"/>
                            </p:stCondLst>
                            <p:childTnLst>
                              <p:par>
                                <p:cTn id="39" presetID="14" presetClass="entr" presetSubtype="10" fill="hold" grpId="0" nodeType="afterEffect">
                                  <p:stCondLst>
                                    <p:cond delay="0"/>
                                  </p:stCondLst>
                                  <p:childTnLst>
                                    <p:set>
                                      <p:cBhvr>
                                        <p:cTn id="40" dur="1" fill="hold">
                                          <p:stCondLst>
                                            <p:cond delay="0"/>
                                          </p:stCondLst>
                                        </p:cTn>
                                        <p:tgtEl>
                                          <p:spTgt spid="12"/>
                                        </p:tgtEl>
                                        <p:attrNameLst>
                                          <p:attrName>style.visibility</p:attrName>
                                        </p:attrNameLst>
                                      </p:cBhvr>
                                      <p:to>
                                        <p:strVal val="visible"/>
                                      </p:to>
                                    </p:set>
                                    <p:animEffect transition="in" filter="randombar(horizontal)">
                                      <p:cBhvr>
                                        <p:cTn id="41" dur="500"/>
                                        <p:tgtEl>
                                          <p:spTgt spid="12"/>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14" presetClass="entr" presetSubtype="10" fill="hold" nodeType="clickEffect">
                                  <p:stCondLst>
                                    <p:cond delay="0"/>
                                  </p:stCondLst>
                                  <p:childTnLst>
                                    <p:set>
                                      <p:cBhvr>
                                        <p:cTn id="45" dur="1" fill="hold">
                                          <p:stCondLst>
                                            <p:cond delay="0"/>
                                          </p:stCondLst>
                                        </p:cTn>
                                        <p:tgtEl>
                                          <p:spTgt spid="10"/>
                                        </p:tgtEl>
                                        <p:attrNameLst>
                                          <p:attrName>style.visibility</p:attrName>
                                        </p:attrNameLst>
                                      </p:cBhvr>
                                      <p:to>
                                        <p:strVal val="visible"/>
                                      </p:to>
                                    </p:set>
                                    <p:animEffect transition="in" filter="randombar(horizontal)">
                                      <p:cBhvr>
                                        <p:cTn id="46" dur="500"/>
                                        <p:tgtEl>
                                          <p:spTgt spid="10"/>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14" presetClass="entr" presetSubtype="10" fill="hold" nodeType="clickEffect">
                                  <p:stCondLst>
                                    <p:cond delay="0"/>
                                  </p:stCondLst>
                                  <p:childTnLst>
                                    <p:set>
                                      <p:cBhvr>
                                        <p:cTn id="50" dur="1" fill="hold">
                                          <p:stCondLst>
                                            <p:cond delay="0"/>
                                          </p:stCondLst>
                                        </p:cTn>
                                        <p:tgtEl>
                                          <p:spTgt spid="11"/>
                                        </p:tgtEl>
                                        <p:attrNameLst>
                                          <p:attrName>style.visibility</p:attrName>
                                        </p:attrNameLst>
                                      </p:cBhvr>
                                      <p:to>
                                        <p:strVal val="visible"/>
                                      </p:to>
                                    </p:set>
                                    <p:animEffect transition="in" filter="randombar(horizontal)">
                                      <p:cBhvr>
                                        <p:cTn id="51" dur="500"/>
                                        <p:tgtEl>
                                          <p:spTgt spid="11"/>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8" presetClass="entr" presetSubtype="16" fill="hold" grpId="0" nodeType="clickEffect">
                                  <p:stCondLst>
                                    <p:cond delay="0"/>
                                  </p:stCondLst>
                                  <p:childTnLst>
                                    <p:set>
                                      <p:cBhvr>
                                        <p:cTn id="55" dur="1" fill="hold">
                                          <p:stCondLst>
                                            <p:cond delay="0"/>
                                          </p:stCondLst>
                                        </p:cTn>
                                        <p:tgtEl>
                                          <p:spTgt spid="17"/>
                                        </p:tgtEl>
                                        <p:attrNameLst>
                                          <p:attrName>style.visibility</p:attrName>
                                        </p:attrNameLst>
                                      </p:cBhvr>
                                      <p:to>
                                        <p:strVal val="visible"/>
                                      </p:to>
                                    </p:set>
                                    <p:animEffect transition="in" filter="diamond(in)">
                                      <p:cBhvr>
                                        <p:cTn id="56" dur="500"/>
                                        <p:tgtEl>
                                          <p:spTgt spid="17"/>
                                        </p:tgtEl>
                                      </p:cBhvr>
                                    </p:animEffect>
                                  </p:childTnLst>
                                </p:cTn>
                              </p:par>
                            </p:childTnLst>
                          </p:cTn>
                        </p:par>
                        <p:par>
                          <p:cTn id="57" fill="hold" nodeType="afterGroup">
                            <p:stCondLst>
                              <p:cond delay="500"/>
                            </p:stCondLst>
                            <p:childTnLst>
                              <p:par>
                                <p:cTn id="58" presetID="14" presetClass="entr" presetSubtype="10" fill="hold" grpId="0" nodeType="afterEffect">
                                  <p:stCondLst>
                                    <p:cond delay="0"/>
                                  </p:stCondLst>
                                  <p:childTnLst>
                                    <p:set>
                                      <p:cBhvr>
                                        <p:cTn id="59" dur="1" fill="hold">
                                          <p:stCondLst>
                                            <p:cond delay="0"/>
                                          </p:stCondLst>
                                        </p:cTn>
                                        <p:tgtEl>
                                          <p:spTgt spid="20"/>
                                        </p:tgtEl>
                                        <p:attrNameLst>
                                          <p:attrName>style.visibility</p:attrName>
                                        </p:attrNameLst>
                                      </p:cBhvr>
                                      <p:to>
                                        <p:strVal val="visible"/>
                                      </p:to>
                                    </p:set>
                                    <p:animEffect transition="in" filter="randombar(horizontal)">
                                      <p:cBhvr>
                                        <p:cTn id="60" dur="500"/>
                                        <p:tgtEl>
                                          <p:spTgt spid="20"/>
                                        </p:tgtEl>
                                      </p:cBhvr>
                                    </p:animEffect>
                                  </p:childTnLst>
                                </p:cTn>
                              </p:par>
                            </p:childTnLst>
                          </p:cTn>
                        </p:par>
                        <p:par>
                          <p:cTn id="61" fill="hold" nodeType="afterGroup">
                            <p:stCondLst>
                              <p:cond delay="1000"/>
                            </p:stCondLst>
                            <p:childTnLst>
                              <p:par>
                                <p:cTn id="62" presetID="14" presetClass="entr" presetSubtype="10" fill="hold" nodeType="afterEffect">
                                  <p:stCondLst>
                                    <p:cond delay="0"/>
                                  </p:stCondLst>
                                  <p:childTnLst>
                                    <p:set>
                                      <p:cBhvr>
                                        <p:cTn id="63" dur="1" fill="hold">
                                          <p:stCondLst>
                                            <p:cond delay="0"/>
                                          </p:stCondLst>
                                        </p:cTn>
                                        <p:tgtEl>
                                          <p:spTgt spid="14"/>
                                        </p:tgtEl>
                                        <p:attrNameLst>
                                          <p:attrName>style.visibility</p:attrName>
                                        </p:attrNameLst>
                                      </p:cBhvr>
                                      <p:to>
                                        <p:strVal val="visible"/>
                                      </p:to>
                                    </p:set>
                                    <p:animEffect transition="in" filter="randombar(horizontal)">
                                      <p:cBhvr>
                                        <p:cTn id="64" dur="500"/>
                                        <p:tgtEl>
                                          <p:spTgt spid="14"/>
                                        </p:tgtEl>
                                      </p:cBhvr>
                                    </p:animEffect>
                                  </p:childTnLst>
                                </p:cTn>
                              </p:par>
                            </p:childTnLst>
                          </p:cTn>
                        </p:par>
                        <p:par>
                          <p:cTn id="65" fill="hold" nodeType="afterGroup">
                            <p:stCondLst>
                              <p:cond delay="1500"/>
                            </p:stCondLst>
                            <p:childTnLst>
                              <p:par>
                                <p:cTn id="66" presetID="14" presetClass="entr" presetSubtype="10" fill="hold" grpId="0" nodeType="afterEffect">
                                  <p:stCondLst>
                                    <p:cond delay="0"/>
                                  </p:stCondLst>
                                  <p:childTnLst>
                                    <p:set>
                                      <p:cBhvr>
                                        <p:cTn id="67" dur="1" fill="hold">
                                          <p:stCondLst>
                                            <p:cond delay="0"/>
                                          </p:stCondLst>
                                        </p:cTn>
                                        <p:tgtEl>
                                          <p:spTgt spid="22"/>
                                        </p:tgtEl>
                                        <p:attrNameLst>
                                          <p:attrName>style.visibility</p:attrName>
                                        </p:attrNameLst>
                                      </p:cBhvr>
                                      <p:to>
                                        <p:strVal val="visible"/>
                                      </p:to>
                                    </p:set>
                                    <p:animEffect transition="in" filter="randombar(horizontal)">
                                      <p:cBhvr>
                                        <p:cTn id="68" dur="1000"/>
                                        <p:tgtEl>
                                          <p:spTgt spid="22"/>
                                        </p:tgtEl>
                                      </p:cBhvr>
                                    </p:animEffect>
                                  </p:childTnLst>
                                </p:cTn>
                              </p:par>
                            </p:childTnLst>
                          </p:cTn>
                        </p:par>
                      </p:childTnLst>
                    </p:cTn>
                  </p:par>
                  <p:par>
                    <p:cTn id="69" fill="hold" nodeType="clickPar">
                      <p:stCondLst>
                        <p:cond delay="indefinite"/>
                      </p:stCondLst>
                      <p:childTnLst>
                        <p:par>
                          <p:cTn id="70" fill="hold" nodeType="withGroup">
                            <p:stCondLst>
                              <p:cond delay="0"/>
                            </p:stCondLst>
                            <p:childTnLst>
                              <p:par>
                                <p:cTn id="71" presetID="8" presetClass="entr" presetSubtype="16" fill="hold" grpId="0" nodeType="clickEffect">
                                  <p:stCondLst>
                                    <p:cond delay="0"/>
                                  </p:stCondLst>
                                  <p:childTnLst>
                                    <p:set>
                                      <p:cBhvr>
                                        <p:cTn id="72" dur="1" fill="hold">
                                          <p:stCondLst>
                                            <p:cond delay="0"/>
                                          </p:stCondLst>
                                        </p:cTn>
                                        <p:tgtEl>
                                          <p:spTgt spid="18"/>
                                        </p:tgtEl>
                                        <p:attrNameLst>
                                          <p:attrName>style.visibility</p:attrName>
                                        </p:attrNameLst>
                                      </p:cBhvr>
                                      <p:to>
                                        <p:strVal val="visible"/>
                                      </p:to>
                                    </p:set>
                                    <p:animEffect transition="in" filter="diamond(in)">
                                      <p:cBhvr>
                                        <p:cTn id="73" dur="500"/>
                                        <p:tgtEl>
                                          <p:spTgt spid="18"/>
                                        </p:tgtEl>
                                      </p:cBhvr>
                                    </p:animEffect>
                                  </p:childTnLst>
                                </p:cTn>
                              </p:par>
                            </p:childTnLst>
                          </p:cTn>
                        </p:par>
                        <p:par>
                          <p:cTn id="74" fill="hold" nodeType="afterGroup">
                            <p:stCondLst>
                              <p:cond delay="500"/>
                            </p:stCondLst>
                            <p:childTnLst>
                              <p:par>
                                <p:cTn id="75" presetID="14" presetClass="entr" presetSubtype="10" fill="hold" grpId="0" nodeType="afterEffect">
                                  <p:stCondLst>
                                    <p:cond delay="0"/>
                                  </p:stCondLst>
                                  <p:childTnLst>
                                    <p:set>
                                      <p:cBhvr>
                                        <p:cTn id="76" dur="1" fill="hold">
                                          <p:stCondLst>
                                            <p:cond delay="0"/>
                                          </p:stCondLst>
                                        </p:cTn>
                                        <p:tgtEl>
                                          <p:spTgt spid="21"/>
                                        </p:tgtEl>
                                        <p:attrNameLst>
                                          <p:attrName>style.visibility</p:attrName>
                                        </p:attrNameLst>
                                      </p:cBhvr>
                                      <p:to>
                                        <p:strVal val="visible"/>
                                      </p:to>
                                    </p:set>
                                    <p:animEffect transition="in" filter="randombar(horizontal)">
                                      <p:cBhvr>
                                        <p:cTn id="77" dur="500"/>
                                        <p:tgtEl>
                                          <p:spTgt spid="21"/>
                                        </p:tgtEl>
                                      </p:cBhvr>
                                    </p:animEffect>
                                  </p:childTnLst>
                                </p:cTn>
                              </p:par>
                            </p:childTnLst>
                          </p:cTn>
                        </p:par>
                        <p:par>
                          <p:cTn id="78" fill="hold" nodeType="afterGroup">
                            <p:stCondLst>
                              <p:cond delay="1000"/>
                            </p:stCondLst>
                            <p:childTnLst>
                              <p:par>
                                <p:cTn id="79" presetID="14" presetClass="entr" presetSubtype="10" fill="hold" nodeType="afterEffect">
                                  <p:stCondLst>
                                    <p:cond delay="0"/>
                                  </p:stCondLst>
                                  <p:childTnLst>
                                    <p:set>
                                      <p:cBhvr>
                                        <p:cTn id="80" dur="1" fill="hold">
                                          <p:stCondLst>
                                            <p:cond delay="0"/>
                                          </p:stCondLst>
                                        </p:cTn>
                                        <p:tgtEl>
                                          <p:spTgt spid="15"/>
                                        </p:tgtEl>
                                        <p:attrNameLst>
                                          <p:attrName>style.visibility</p:attrName>
                                        </p:attrNameLst>
                                      </p:cBhvr>
                                      <p:to>
                                        <p:strVal val="visible"/>
                                      </p:to>
                                    </p:set>
                                    <p:animEffect transition="in" filter="randombar(horizontal)">
                                      <p:cBhvr>
                                        <p:cTn id="81" dur="500"/>
                                        <p:tgtEl>
                                          <p:spTgt spid="15"/>
                                        </p:tgtEl>
                                      </p:cBhvr>
                                    </p:animEffect>
                                  </p:childTnLst>
                                </p:cTn>
                              </p:par>
                            </p:childTnLst>
                          </p:cTn>
                        </p:par>
                        <p:par>
                          <p:cTn id="82" fill="hold" nodeType="afterGroup">
                            <p:stCondLst>
                              <p:cond delay="1500"/>
                            </p:stCondLst>
                            <p:childTnLst>
                              <p:par>
                                <p:cTn id="83" presetID="14" presetClass="entr" presetSubtype="10" fill="hold" grpId="0" nodeType="afterEffect">
                                  <p:stCondLst>
                                    <p:cond delay="500"/>
                                  </p:stCondLst>
                                  <p:childTnLst>
                                    <p:set>
                                      <p:cBhvr>
                                        <p:cTn id="84" dur="1" fill="hold">
                                          <p:stCondLst>
                                            <p:cond delay="0"/>
                                          </p:stCondLst>
                                        </p:cTn>
                                        <p:tgtEl>
                                          <p:spTgt spid="23"/>
                                        </p:tgtEl>
                                        <p:attrNameLst>
                                          <p:attrName>style.visibility</p:attrName>
                                        </p:attrNameLst>
                                      </p:cBhvr>
                                      <p:to>
                                        <p:strVal val="visible"/>
                                      </p:to>
                                    </p:set>
                                    <p:animEffect transition="in" filter="randombar(horizontal)">
                                      <p:cBhvr>
                                        <p:cTn id="85" dur="10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2" grpId="0" animBg="1"/>
      <p:bldP spid="7" grpId="0"/>
      <p:bldP spid="12" grpId="0"/>
      <p:bldP spid="13" grpId="0" animBg="1"/>
      <p:bldP spid="17" grpId="0" animBg="1"/>
      <p:bldP spid="18" grpId="0" animBg="1"/>
      <p:bldP spid="20" grpId="0"/>
      <p:bldP spid="21" grpId="0"/>
      <p:bldP spid="26" grpId="0"/>
    </p:bldLst>
  </p:timing>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txBox="1">
            <a:spLocks/>
          </p:cNvSpPr>
          <p:nvPr/>
        </p:nvSpPr>
        <p:spPr bwMode="auto">
          <a:xfrm>
            <a:off x="533400" y="76200"/>
            <a:ext cx="5867400" cy="762000"/>
          </a:xfrm>
          <a:prstGeom prst="rect">
            <a:avLst/>
          </a:prstGeom>
          <a:noFill/>
          <a:ln w="9525">
            <a:noFill/>
            <a:miter lim="800000"/>
            <a:headEnd/>
            <a:tailEnd/>
          </a:ln>
        </p:spPr>
        <p:txBody>
          <a:bodyPr lIns="0" rIns="0" bIns="0" anchor="b"/>
          <a:lstStyle/>
          <a:p>
            <a:pPr>
              <a:spcBef>
                <a:spcPts val="0"/>
              </a:spcBef>
              <a:defRPr/>
            </a:pPr>
            <a:r>
              <a:rPr lang="en-US" sz="2400" b="1" dirty="0">
                <a:solidFill>
                  <a:srgbClr val="002060"/>
                </a:solidFill>
                <a:latin typeface="Times New Roman" pitchFamily="18" charset="0"/>
                <a:ea typeface="+mj-ea"/>
                <a:cs typeface="Times New Roman" pitchFamily="18" charset="0"/>
              </a:rPr>
              <a:t>9.4 ĐIỆN TÍCH CHUYỂN ĐỘNG TRONG                     </a:t>
            </a:r>
          </a:p>
          <a:p>
            <a:pPr>
              <a:spcBef>
                <a:spcPts val="0"/>
              </a:spcBef>
              <a:defRPr/>
            </a:pPr>
            <a:r>
              <a:rPr lang="en-US" sz="2400" b="1" dirty="0">
                <a:solidFill>
                  <a:srgbClr val="002060"/>
                </a:solidFill>
                <a:latin typeface="Times New Roman" pitchFamily="18" charset="0"/>
                <a:ea typeface="+mj-ea"/>
                <a:cs typeface="Times New Roman" pitchFamily="18" charset="0"/>
              </a:rPr>
              <a:t>               TỪ TR</a:t>
            </a:r>
            <a:r>
              <a:rPr lang="vi-VN" sz="2400" b="1" dirty="0">
                <a:solidFill>
                  <a:srgbClr val="002060"/>
                </a:solidFill>
                <a:latin typeface="Times New Roman" pitchFamily="18" charset="0"/>
                <a:ea typeface="+mj-ea"/>
                <a:cs typeface="Times New Roman" pitchFamily="18" charset="0"/>
              </a:rPr>
              <a:t>ƯỜ</a:t>
            </a:r>
            <a:r>
              <a:rPr lang="en-US" sz="2400" b="1" dirty="0">
                <a:solidFill>
                  <a:srgbClr val="002060"/>
                </a:solidFill>
                <a:latin typeface="Times New Roman" pitchFamily="18" charset="0"/>
                <a:ea typeface="+mj-ea"/>
                <a:cs typeface="Times New Roman" pitchFamily="18" charset="0"/>
              </a:rPr>
              <a:t>NG KHÔNG ĐỔI</a:t>
            </a:r>
          </a:p>
        </p:txBody>
      </p:sp>
      <p:sp>
        <p:nvSpPr>
          <p:cNvPr id="3" name="Content Placeholder 2"/>
          <p:cNvSpPr txBox="1">
            <a:spLocks/>
          </p:cNvSpPr>
          <p:nvPr/>
        </p:nvSpPr>
        <p:spPr bwMode="auto">
          <a:xfrm>
            <a:off x="685800" y="914400"/>
            <a:ext cx="8001000" cy="533400"/>
          </a:xfrm>
          <a:prstGeom prst="rect">
            <a:avLst/>
          </a:prstGeom>
          <a:noFill/>
          <a:ln w="9525">
            <a:noFill/>
            <a:miter lim="800000"/>
            <a:headEnd/>
            <a:tailEnd/>
          </a:ln>
        </p:spPr>
        <p:txBody>
          <a:bodyPr/>
          <a:lstStyle/>
          <a:p>
            <a:pPr marL="274320" indent="-274320" fontAlgn="auto">
              <a:spcBef>
                <a:spcPct val="20000"/>
              </a:spcBef>
              <a:spcAft>
                <a:spcPts val="0"/>
              </a:spcAft>
              <a:buClr>
                <a:schemeClr val="accent3"/>
              </a:buClr>
              <a:buSzPct val="95000"/>
              <a:defRPr/>
            </a:pPr>
            <a:r>
              <a:rPr lang="en-US" sz="2400" b="1" dirty="0">
                <a:latin typeface="Times New Roman" pitchFamily="18" charset="0"/>
                <a:cs typeface="Times New Roman" pitchFamily="18" charset="0"/>
              </a:rPr>
              <a:t>9.4.2  </a:t>
            </a:r>
            <a:r>
              <a:rPr lang="en-US" sz="2400" b="1" u="sng" dirty="0" err="1">
                <a:latin typeface="Times New Roman" pitchFamily="18" charset="0"/>
                <a:cs typeface="Times New Roman" pitchFamily="18" charset="0"/>
              </a:rPr>
              <a:t>Chuyển</a:t>
            </a:r>
            <a:r>
              <a:rPr lang="en-US" sz="2400" b="1" u="sng" dirty="0">
                <a:latin typeface="Times New Roman" pitchFamily="18" charset="0"/>
                <a:cs typeface="Times New Roman" pitchFamily="18" charset="0"/>
              </a:rPr>
              <a:t> </a:t>
            </a:r>
            <a:r>
              <a:rPr lang="vi-VN" sz="2400" b="1" u="sng" dirty="0">
                <a:latin typeface="Times New Roman" pitchFamily="18" charset="0"/>
                <a:cs typeface="Times New Roman" pitchFamily="18" charset="0"/>
              </a:rPr>
              <a:t>động</a:t>
            </a:r>
            <a:r>
              <a:rPr lang="en-US" sz="2400" b="1" u="sng" dirty="0">
                <a:latin typeface="Times New Roman" pitchFamily="18" charset="0"/>
                <a:cs typeface="Times New Roman" pitchFamily="18" charset="0"/>
              </a:rPr>
              <a:t> </a:t>
            </a:r>
            <a:r>
              <a:rPr lang="en-US" sz="2400" b="1" u="sng" dirty="0" err="1">
                <a:latin typeface="Times New Roman" pitchFamily="18" charset="0"/>
                <a:cs typeface="Times New Roman" pitchFamily="18" charset="0"/>
              </a:rPr>
              <a:t>của</a:t>
            </a:r>
            <a:r>
              <a:rPr lang="en-US" sz="2400" b="1" u="sng" dirty="0">
                <a:latin typeface="Times New Roman" pitchFamily="18" charset="0"/>
                <a:cs typeface="Times New Roman" pitchFamily="18" charset="0"/>
              </a:rPr>
              <a:t> </a:t>
            </a:r>
            <a:r>
              <a:rPr lang="vi-VN" sz="2400" b="1" u="sng" dirty="0">
                <a:latin typeface="Times New Roman" pitchFamily="18" charset="0"/>
                <a:cs typeface="Times New Roman" pitchFamily="18" charset="0"/>
              </a:rPr>
              <a:t>đ</a:t>
            </a:r>
            <a:r>
              <a:rPr lang="en-US" sz="2400" b="1" u="sng" dirty="0" err="1">
                <a:latin typeface="Times New Roman" pitchFamily="18" charset="0"/>
                <a:cs typeface="Times New Roman" pitchFamily="18" charset="0"/>
              </a:rPr>
              <a:t>iện</a:t>
            </a:r>
            <a:r>
              <a:rPr lang="en-US" sz="2400" b="1" u="sng" dirty="0">
                <a:latin typeface="Times New Roman" pitchFamily="18" charset="0"/>
                <a:cs typeface="Times New Roman" pitchFamily="18" charset="0"/>
              </a:rPr>
              <a:t> </a:t>
            </a:r>
            <a:r>
              <a:rPr lang="en-US" sz="2400" b="1" u="sng" dirty="0" err="1">
                <a:latin typeface="Times New Roman" pitchFamily="18" charset="0"/>
                <a:cs typeface="Times New Roman" pitchFamily="18" charset="0"/>
              </a:rPr>
              <a:t>tích</a:t>
            </a:r>
            <a:r>
              <a:rPr lang="en-US" sz="2400" b="1" u="sng" dirty="0">
                <a:latin typeface="Times New Roman" pitchFamily="18" charset="0"/>
                <a:cs typeface="Times New Roman" pitchFamily="18" charset="0"/>
              </a:rPr>
              <a:t> </a:t>
            </a:r>
            <a:r>
              <a:rPr lang="en-US" sz="2400" b="1" u="sng" dirty="0" err="1">
                <a:latin typeface="Times New Roman" pitchFamily="18" charset="0"/>
                <a:cs typeface="Times New Roman" pitchFamily="18" charset="0"/>
              </a:rPr>
              <a:t>trong</a:t>
            </a:r>
            <a:r>
              <a:rPr lang="en-US" sz="2400" b="1" u="sng" dirty="0">
                <a:latin typeface="Times New Roman" pitchFamily="18" charset="0"/>
                <a:cs typeface="Times New Roman" pitchFamily="18" charset="0"/>
              </a:rPr>
              <a:t> t</a:t>
            </a:r>
            <a:r>
              <a:rPr lang="vi-VN" sz="2400" b="1" u="sng" dirty="0">
                <a:latin typeface="Times New Roman" pitchFamily="18" charset="0"/>
                <a:cs typeface="Times New Roman" pitchFamily="18" charset="0"/>
              </a:rPr>
              <a:t>ừ</a:t>
            </a:r>
            <a:r>
              <a:rPr lang="en-US" sz="2400" b="1" u="sng" dirty="0">
                <a:latin typeface="Times New Roman" pitchFamily="18" charset="0"/>
                <a:cs typeface="Times New Roman" pitchFamily="18" charset="0"/>
              </a:rPr>
              <a:t> </a:t>
            </a:r>
            <a:r>
              <a:rPr lang="en-US" sz="2400" b="1" u="sng" dirty="0" err="1">
                <a:latin typeface="Times New Roman" pitchFamily="18" charset="0"/>
                <a:cs typeface="Times New Roman" pitchFamily="18" charset="0"/>
              </a:rPr>
              <a:t>tr</a:t>
            </a:r>
            <a:r>
              <a:rPr lang="vi-VN" sz="2400" b="1" u="sng" dirty="0">
                <a:latin typeface="Times New Roman" pitchFamily="18" charset="0"/>
                <a:cs typeface="Times New Roman" pitchFamily="18" charset="0"/>
              </a:rPr>
              <a:t>ường đề</a:t>
            </a:r>
            <a:r>
              <a:rPr lang="vi-VN" sz="2400" b="1" dirty="0">
                <a:latin typeface="Times New Roman" pitchFamily="18" charset="0"/>
                <a:cs typeface="Times New Roman" pitchFamily="18" charset="0"/>
              </a:rPr>
              <a:t>u </a:t>
            </a:r>
            <a:r>
              <a:rPr lang="en-US" sz="2400" b="1" dirty="0">
                <a:latin typeface="Times New Roman" pitchFamily="18" charset="0"/>
                <a:cs typeface="Times New Roman" pitchFamily="18" charset="0"/>
              </a:rPr>
              <a:t>:</a:t>
            </a:r>
          </a:p>
        </p:txBody>
      </p:sp>
      <p:sp>
        <p:nvSpPr>
          <p:cNvPr id="7" name="Content Placeholder 2"/>
          <p:cNvSpPr txBox="1">
            <a:spLocks/>
          </p:cNvSpPr>
          <p:nvPr/>
        </p:nvSpPr>
        <p:spPr bwMode="auto">
          <a:xfrm>
            <a:off x="457200" y="1447800"/>
            <a:ext cx="2819400" cy="533400"/>
          </a:xfrm>
          <a:prstGeom prst="rect">
            <a:avLst/>
          </a:prstGeom>
          <a:noFill/>
          <a:ln w="9525">
            <a:noFill/>
            <a:miter lim="800000"/>
            <a:headEnd/>
            <a:tailEnd/>
          </a:ln>
        </p:spPr>
        <p:txBody>
          <a:bodyPr/>
          <a:lstStyle/>
          <a:p>
            <a:pPr marL="274320" indent="-274320" fontAlgn="auto">
              <a:spcBef>
                <a:spcPct val="20000"/>
              </a:spcBef>
              <a:spcAft>
                <a:spcPts val="0"/>
              </a:spcAft>
              <a:buClr>
                <a:schemeClr val="accent3"/>
              </a:buClr>
              <a:buSzPct val="95000"/>
              <a:defRPr/>
            </a:pPr>
            <a:r>
              <a:rPr lang="en-US" sz="3200" b="1" u="sng" dirty="0" err="1">
                <a:solidFill>
                  <a:srgbClr val="FF0000"/>
                </a:solidFill>
                <a:latin typeface="Times New Roman" pitchFamily="18" charset="0"/>
                <a:cs typeface="Times New Roman" pitchFamily="18" charset="0"/>
              </a:rPr>
              <a:t>Tr</a:t>
            </a:r>
            <a:r>
              <a:rPr lang="vi-VN" sz="3200" b="1" u="sng" dirty="0">
                <a:solidFill>
                  <a:srgbClr val="FF0000"/>
                </a:solidFill>
                <a:latin typeface="Times New Roman" pitchFamily="18" charset="0"/>
                <a:cs typeface="Times New Roman" pitchFamily="18" charset="0"/>
              </a:rPr>
              <a:t>ường</a:t>
            </a:r>
            <a:r>
              <a:rPr lang="en-US" sz="3200" b="1" u="sng" dirty="0">
                <a:solidFill>
                  <a:srgbClr val="FF0000"/>
                </a:solidFill>
                <a:latin typeface="Times New Roman" pitchFamily="18" charset="0"/>
                <a:cs typeface="Times New Roman" pitchFamily="18" charset="0"/>
              </a:rPr>
              <a:t> h</a:t>
            </a:r>
            <a:r>
              <a:rPr lang="vi-VN" sz="3200" b="1" u="sng" dirty="0">
                <a:solidFill>
                  <a:srgbClr val="FF0000"/>
                </a:solidFill>
                <a:latin typeface="Times New Roman" pitchFamily="18" charset="0"/>
                <a:cs typeface="Times New Roman" pitchFamily="18" charset="0"/>
              </a:rPr>
              <a:t>ợp</a:t>
            </a:r>
            <a:r>
              <a:rPr lang="en-US" sz="3200" b="1" u="sng" dirty="0">
                <a:solidFill>
                  <a:srgbClr val="FF0000"/>
                </a:solidFill>
                <a:latin typeface="Times New Roman" pitchFamily="18" charset="0"/>
                <a:cs typeface="Times New Roman" pitchFamily="18" charset="0"/>
              </a:rPr>
              <a:t> 2</a:t>
            </a:r>
            <a:r>
              <a:rPr lang="en-US" sz="3200" b="1" dirty="0">
                <a:solidFill>
                  <a:srgbClr val="FF0000"/>
                </a:solidFill>
                <a:latin typeface="Times New Roman" pitchFamily="18" charset="0"/>
                <a:cs typeface="Times New Roman" pitchFamily="18" charset="0"/>
              </a:rPr>
              <a:t>:</a:t>
            </a:r>
          </a:p>
        </p:txBody>
      </p:sp>
      <p:graphicFrame>
        <p:nvGraphicFramePr>
          <p:cNvPr id="44" name="Object 2"/>
          <p:cNvGraphicFramePr>
            <a:graphicFrameLocks noChangeAspect="1"/>
          </p:cNvGraphicFramePr>
          <p:nvPr>
            <p:extLst>
              <p:ext uri="{D42A27DB-BD31-4B8C-83A1-F6EECF244321}">
                <p14:modId xmlns:p14="http://schemas.microsoft.com/office/powerpoint/2010/main" val="3629494500"/>
              </p:ext>
            </p:extLst>
          </p:nvPr>
        </p:nvGraphicFramePr>
        <p:xfrm>
          <a:off x="3443288" y="1371600"/>
          <a:ext cx="1089025" cy="631825"/>
        </p:xfrm>
        <a:graphic>
          <a:graphicData uri="http://schemas.openxmlformats.org/presentationml/2006/ole">
            <mc:AlternateContent xmlns:mc="http://schemas.openxmlformats.org/markup-compatibility/2006">
              <mc:Choice xmlns:v="urn:schemas-microsoft-com:vml" Requires="v">
                <p:oleObj name="Equation" r:id="rId2" imgW="355292" imgH="215713" progId="Equation.DSMT4">
                  <p:embed/>
                </p:oleObj>
              </mc:Choice>
              <mc:Fallback>
                <p:oleObj name="Equation" r:id="rId2" imgW="355292" imgH="215713" progId="Equation.DSMT4">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43288" y="1371600"/>
                        <a:ext cx="1089025" cy="631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8" name="Content Placeholder 2"/>
          <p:cNvSpPr txBox="1">
            <a:spLocks/>
          </p:cNvSpPr>
          <p:nvPr/>
        </p:nvSpPr>
        <p:spPr bwMode="auto">
          <a:xfrm>
            <a:off x="685800" y="2895600"/>
            <a:ext cx="8229600" cy="533400"/>
          </a:xfrm>
          <a:prstGeom prst="rect">
            <a:avLst/>
          </a:prstGeom>
          <a:noFill/>
          <a:ln w="9525">
            <a:noFill/>
            <a:miter lim="800000"/>
            <a:headEnd/>
            <a:tailEnd/>
          </a:ln>
        </p:spPr>
        <p:txBody>
          <a:bodyPr/>
          <a:lstStyle/>
          <a:p>
            <a:pPr marL="274320" indent="-274320" fontAlgn="auto">
              <a:spcBef>
                <a:spcPct val="20000"/>
              </a:spcBef>
              <a:spcAft>
                <a:spcPts val="0"/>
              </a:spcAft>
              <a:buClr>
                <a:schemeClr val="accent3"/>
              </a:buClr>
              <a:buSzPct val="95000"/>
              <a:defRPr/>
            </a:pPr>
            <a:r>
              <a:rPr lang="en-US" sz="3200" b="1" dirty="0" err="1">
                <a:solidFill>
                  <a:srgbClr val="0808FC"/>
                </a:solidFill>
                <a:latin typeface="Times New Roman" pitchFamily="18" charset="0"/>
                <a:cs typeface="Times New Roman" pitchFamily="18" charset="0"/>
              </a:rPr>
              <a:t>Hạt</a:t>
            </a:r>
            <a:r>
              <a:rPr lang="en-US" sz="3200" b="1" dirty="0">
                <a:solidFill>
                  <a:srgbClr val="0808FC"/>
                </a:solidFill>
                <a:latin typeface="Times New Roman" pitchFamily="18" charset="0"/>
                <a:cs typeface="Times New Roman" pitchFamily="18" charset="0"/>
              </a:rPr>
              <a:t> </a:t>
            </a:r>
            <a:r>
              <a:rPr lang="vi-VN" sz="3200" b="1" dirty="0">
                <a:solidFill>
                  <a:srgbClr val="0808FC"/>
                </a:solidFill>
                <a:latin typeface="Times New Roman" pitchFamily="18" charset="0"/>
                <a:cs typeface="Times New Roman" pitchFamily="18" charset="0"/>
              </a:rPr>
              <a:t>đ</a:t>
            </a:r>
            <a:r>
              <a:rPr lang="en-US" sz="3200" b="1" dirty="0" err="1">
                <a:solidFill>
                  <a:srgbClr val="0808FC"/>
                </a:solidFill>
                <a:latin typeface="Times New Roman" pitchFamily="18" charset="0"/>
                <a:cs typeface="Times New Roman" pitchFamily="18" charset="0"/>
              </a:rPr>
              <a:t>iện</a:t>
            </a:r>
            <a:r>
              <a:rPr lang="en-US" sz="3200" b="1" dirty="0">
                <a:solidFill>
                  <a:srgbClr val="0808FC"/>
                </a:solidFill>
                <a:latin typeface="Times New Roman" pitchFamily="18" charset="0"/>
                <a:cs typeface="Times New Roman" pitchFamily="18" charset="0"/>
              </a:rPr>
              <a:t> </a:t>
            </a:r>
            <a:r>
              <a:rPr lang="en-US" sz="3200" b="1" dirty="0" err="1">
                <a:solidFill>
                  <a:srgbClr val="0808FC"/>
                </a:solidFill>
                <a:latin typeface="Times New Roman" pitchFamily="18" charset="0"/>
                <a:cs typeface="Times New Roman" pitchFamily="18" charset="0"/>
              </a:rPr>
              <a:t>không</a:t>
            </a:r>
            <a:r>
              <a:rPr lang="en-US" sz="3200" b="1" dirty="0">
                <a:solidFill>
                  <a:srgbClr val="0808FC"/>
                </a:solidFill>
                <a:latin typeface="Times New Roman" pitchFamily="18" charset="0"/>
                <a:cs typeface="Times New Roman" pitchFamily="18" charset="0"/>
              </a:rPr>
              <a:t> </a:t>
            </a:r>
            <a:r>
              <a:rPr lang="en-US" sz="3200" b="1" dirty="0" err="1">
                <a:solidFill>
                  <a:srgbClr val="0808FC"/>
                </a:solidFill>
                <a:latin typeface="Times New Roman" pitchFamily="18" charset="0"/>
                <a:cs typeface="Times New Roman" pitchFamily="18" charset="0"/>
              </a:rPr>
              <a:t>chịu</a:t>
            </a:r>
            <a:r>
              <a:rPr lang="en-US" sz="3200" b="1" dirty="0">
                <a:solidFill>
                  <a:srgbClr val="0808FC"/>
                </a:solidFill>
                <a:latin typeface="Times New Roman" pitchFamily="18" charset="0"/>
                <a:cs typeface="Times New Roman" pitchFamily="18" charset="0"/>
              </a:rPr>
              <a:t> </a:t>
            </a:r>
            <a:r>
              <a:rPr lang="en-US" sz="3200" b="1" dirty="0" err="1">
                <a:solidFill>
                  <a:srgbClr val="0808FC"/>
                </a:solidFill>
                <a:latin typeface="Times New Roman" pitchFamily="18" charset="0"/>
                <a:cs typeface="Times New Roman" pitchFamily="18" charset="0"/>
              </a:rPr>
              <a:t>tác</a:t>
            </a:r>
            <a:r>
              <a:rPr lang="en-US" sz="3200" b="1" dirty="0">
                <a:solidFill>
                  <a:srgbClr val="0808FC"/>
                </a:solidFill>
                <a:latin typeface="Times New Roman" pitchFamily="18" charset="0"/>
                <a:cs typeface="Times New Roman" pitchFamily="18" charset="0"/>
              </a:rPr>
              <a:t> </a:t>
            </a:r>
            <a:r>
              <a:rPr lang="en-US" sz="3200" b="1" dirty="0" err="1">
                <a:solidFill>
                  <a:srgbClr val="0808FC"/>
                </a:solidFill>
                <a:latin typeface="Times New Roman" pitchFamily="18" charset="0"/>
                <a:cs typeface="Times New Roman" pitchFamily="18" charset="0"/>
              </a:rPr>
              <a:t>dụng</a:t>
            </a:r>
            <a:r>
              <a:rPr lang="en-US" sz="3200" b="1" dirty="0">
                <a:solidFill>
                  <a:srgbClr val="0808FC"/>
                </a:solidFill>
                <a:latin typeface="Times New Roman" pitchFamily="18" charset="0"/>
                <a:cs typeface="Times New Roman" pitchFamily="18" charset="0"/>
              </a:rPr>
              <a:t> </a:t>
            </a:r>
            <a:r>
              <a:rPr lang="en-US" sz="3200" b="1" dirty="0" err="1">
                <a:solidFill>
                  <a:srgbClr val="0808FC"/>
                </a:solidFill>
                <a:latin typeface="Times New Roman" pitchFamily="18" charset="0"/>
                <a:cs typeface="Times New Roman" pitchFamily="18" charset="0"/>
              </a:rPr>
              <a:t>của</a:t>
            </a:r>
            <a:r>
              <a:rPr lang="en-US" sz="3200" b="1" dirty="0">
                <a:solidFill>
                  <a:srgbClr val="0808FC"/>
                </a:solidFill>
                <a:latin typeface="Times New Roman" pitchFamily="18" charset="0"/>
                <a:cs typeface="Times New Roman" pitchFamily="18" charset="0"/>
              </a:rPr>
              <a:t> </a:t>
            </a:r>
            <a:r>
              <a:rPr lang="en-US" sz="3200" b="1" dirty="0" err="1">
                <a:solidFill>
                  <a:srgbClr val="0808FC"/>
                </a:solidFill>
                <a:latin typeface="Times New Roman" pitchFamily="18" charset="0"/>
                <a:cs typeface="Times New Roman" pitchFamily="18" charset="0"/>
              </a:rPr>
              <a:t>lực</a:t>
            </a:r>
            <a:r>
              <a:rPr lang="en-US" sz="3200" b="1" dirty="0">
                <a:solidFill>
                  <a:srgbClr val="0808FC"/>
                </a:solidFill>
                <a:latin typeface="Times New Roman" pitchFamily="18" charset="0"/>
                <a:cs typeface="Times New Roman" pitchFamily="18" charset="0"/>
              </a:rPr>
              <a:t> Lorentz</a:t>
            </a:r>
          </a:p>
        </p:txBody>
      </p:sp>
      <p:sp>
        <p:nvSpPr>
          <p:cNvPr id="29" name="Right Arrow 28"/>
          <p:cNvSpPr/>
          <p:nvPr/>
        </p:nvSpPr>
        <p:spPr>
          <a:xfrm>
            <a:off x="485775" y="3048000"/>
            <a:ext cx="200025" cy="228600"/>
          </a:xfrm>
          <a:prstGeom prst="rightArrow">
            <a:avLst/>
          </a:prstGeom>
          <a:solidFill>
            <a:srgbClr val="F7741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srgbClr val="F77411"/>
              </a:solidFill>
            </a:endParaRPr>
          </a:p>
        </p:txBody>
      </p:sp>
      <p:sp>
        <p:nvSpPr>
          <p:cNvPr id="30" name="Content Placeholder 2"/>
          <p:cNvSpPr txBox="1">
            <a:spLocks/>
          </p:cNvSpPr>
          <p:nvPr/>
        </p:nvSpPr>
        <p:spPr bwMode="auto">
          <a:xfrm>
            <a:off x="501650" y="3733800"/>
            <a:ext cx="2774950" cy="533400"/>
          </a:xfrm>
          <a:prstGeom prst="rect">
            <a:avLst/>
          </a:prstGeom>
          <a:noFill/>
          <a:ln w="9525">
            <a:noFill/>
            <a:miter lim="800000"/>
            <a:headEnd/>
            <a:tailEnd/>
          </a:ln>
        </p:spPr>
        <p:txBody>
          <a:bodyPr/>
          <a:lstStyle/>
          <a:p>
            <a:pPr marL="274320" indent="-274320" fontAlgn="auto">
              <a:spcBef>
                <a:spcPct val="20000"/>
              </a:spcBef>
              <a:spcAft>
                <a:spcPts val="0"/>
              </a:spcAft>
              <a:buClr>
                <a:schemeClr val="accent3"/>
              </a:buClr>
              <a:buSzPct val="95000"/>
              <a:defRPr/>
            </a:pPr>
            <a:r>
              <a:rPr lang="en-US" sz="3200" b="1" u="sng" dirty="0" err="1">
                <a:solidFill>
                  <a:srgbClr val="FF0000"/>
                </a:solidFill>
                <a:latin typeface="Times New Roman" pitchFamily="18" charset="0"/>
                <a:cs typeface="Times New Roman" pitchFamily="18" charset="0"/>
              </a:rPr>
              <a:t>Tr</a:t>
            </a:r>
            <a:r>
              <a:rPr lang="vi-VN" sz="3200" b="1" u="sng" dirty="0">
                <a:solidFill>
                  <a:srgbClr val="FF0000"/>
                </a:solidFill>
                <a:latin typeface="Times New Roman" pitchFamily="18" charset="0"/>
                <a:cs typeface="Times New Roman" pitchFamily="18" charset="0"/>
              </a:rPr>
              <a:t>ường</a:t>
            </a:r>
            <a:r>
              <a:rPr lang="en-US" sz="3200" b="1" u="sng" dirty="0">
                <a:solidFill>
                  <a:srgbClr val="FF0000"/>
                </a:solidFill>
                <a:latin typeface="Times New Roman" pitchFamily="18" charset="0"/>
                <a:cs typeface="Times New Roman" pitchFamily="18" charset="0"/>
              </a:rPr>
              <a:t> h</a:t>
            </a:r>
            <a:r>
              <a:rPr lang="vi-VN" sz="3200" b="1" u="sng" dirty="0">
                <a:solidFill>
                  <a:srgbClr val="FF0000"/>
                </a:solidFill>
                <a:latin typeface="Times New Roman" pitchFamily="18" charset="0"/>
                <a:cs typeface="Times New Roman" pitchFamily="18" charset="0"/>
              </a:rPr>
              <a:t>ợp</a:t>
            </a:r>
            <a:r>
              <a:rPr lang="en-US" sz="3200" b="1" u="sng" dirty="0">
                <a:solidFill>
                  <a:srgbClr val="FF0000"/>
                </a:solidFill>
                <a:latin typeface="Times New Roman" pitchFamily="18" charset="0"/>
                <a:cs typeface="Times New Roman" pitchFamily="18" charset="0"/>
              </a:rPr>
              <a:t> 3</a:t>
            </a:r>
            <a:r>
              <a:rPr lang="en-US" sz="3200" b="1" dirty="0">
                <a:solidFill>
                  <a:srgbClr val="FF0000"/>
                </a:solidFill>
                <a:latin typeface="Times New Roman" pitchFamily="18" charset="0"/>
                <a:cs typeface="Times New Roman" pitchFamily="18" charset="0"/>
              </a:rPr>
              <a:t>:</a:t>
            </a:r>
          </a:p>
        </p:txBody>
      </p:sp>
      <p:graphicFrame>
        <p:nvGraphicFramePr>
          <p:cNvPr id="25" name="Object 13"/>
          <p:cNvGraphicFramePr>
            <a:graphicFrameLocks noChangeAspect="1"/>
          </p:cNvGraphicFramePr>
          <p:nvPr>
            <p:extLst>
              <p:ext uri="{D42A27DB-BD31-4B8C-83A1-F6EECF244321}">
                <p14:modId xmlns:p14="http://schemas.microsoft.com/office/powerpoint/2010/main" val="650475756"/>
              </p:ext>
            </p:extLst>
          </p:nvPr>
        </p:nvGraphicFramePr>
        <p:xfrm>
          <a:off x="3236913" y="3657600"/>
          <a:ext cx="1944687" cy="706438"/>
        </p:xfrm>
        <a:graphic>
          <a:graphicData uri="http://schemas.openxmlformats.org/presentationml/2006/ole">
            <mc:AlternateContent xmlns:mc="http://schemas.openxmlformats.org/markup-compatibility/2006">
              <mc:Choice xmlns:v="urn:schemas-microsoft-com:vml" Requires="v">
                <p:oleObj name="Equation" r:id="rId4" imgW="634725" imgH="241195" progId="Equation.DSMT4">
                  <p:embed/>
                </p:oleObj>
              </mc:Choice>
              <mc:Fallback>
                <p:oleObj name="Equation" r:id="rId4" imgW="634725" imgH="241195" progId="Equation.DSMT4">
                  <p:embed/>
                  <p:pic>
                    <p:nvPicPr>
                      <p:cNvPr id="0" name="Object 1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36913" y="3657600"/>
                        <a:ext cx="1944687" cy="706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7" name="Object 14"/>
          <p:cNvGraphicFramePr>
            <a:graphicFrameLocks noChangeAspect="1"/>
          </p:cNvGraphicFramePr>
          <p:nvPr>
            <p:extLst>
              <p:ext uri="{D42A27DB-BD31-4B8C-83A1-F6EECF244321}">
                <p14:modId xmlns:p14="http://schemas.microsoft.com/office/powerpoint/2010/main" val="4036441825"/>
              </p:ext>
            </p:extLst>
          </p:nvPr>
        </p:nvGraphicFramePr>
        <p:xfrm>
          <a:off x="5248275" y="3810000"/>
          <a:ext cx="1914525" cy="498475"/>
        </p:xfrm>
        <a:graphic>
          <a:graphicData uri="http://schemas.openxmlformats.org/presentationml/2006/ole">
            <mc:AlternateContent xmlns:mc="http://schemas.openxmlformats.org/markup-compatibility/2006">
              <mc:Choice xmlns:v="urn:schemas-microsoft-com:vml" Requires="v">
                <p:oleObj name="Equation" r:id="rId6" imgW="838200" imgH="228600" progId="Equation.DSMT4">
                  <p:embed/>
                </p:oleObj>
              </mc:Choice>
              <mc:Fallback>
                <p:oleObj name="Equation" r:id="rId6" imgW="838200" imgH="228600" progId="Equation.DSMT4">
                  <p:embed/>
                  <p:pic>
                    <p:nvPicPr>
                      <p:cNvPr id="0" name="Object 1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248275" y="3810000"/>
                        <a:ext cx="1914525" cy="498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2" name="Content Placeholder 2"/>
          <p:cNvSpPr txBox="1">
            <a:spLocks/>
          </p:cNvSpPr>
          <p:nvPr/>
        </p:nvSpPr>
        <p:spPr bwMode="auto">
          <a:xfrm>
            <a:off x="762000" y="5059363"/>
            <a:ext cx="6629400" cy="533400"/>
          </a:xfrm>
          <a:prstGeom prst="rect">
            <a:avLst/>
          </a:prstGeom>
          <a:noFill/>
          <a:ln w="9525">
            <a:noFill/>
            <a:miter lim="800000"/>
            <a:headEnd/>
            <a:tailEnd/>
          </a:ln>
        </p:spPr>
        <p:txBody>
          <a:bodyPr/>
          <a:lstStyle/>
          <a:p>
            <a:pPr marL="274320" indent="-274320" fontAlgn="auto">
              <a:spcBef>
                <a:spcPct val="20000"/>
              </a:spcBef>
              <a:spcAft>
                <a:spcPts val="0"/>
              </a:spcAft>
              <a:buClr>
                <a:schemeClr val="accent3"/>
              </a:buClr>
              <a:buSzPct val="95000"/>
              <a:defRPr/>
            </a:pPr>
            <a:r>
              <a:rPr lang="en-US" sz="3200" b="1">
                <a:solidFill>
                  <a:srgbClr val="0808FC"/>
                </a:solidFill>
                <a:latin typeface="Times New Roman" pitchFamily="18" charset="0"/>
                <a:cs typeface="Times New Roman" pitchFamily="18" charset="0"/>
              </a:rPr>
              <a:t>Quỹ đạo có dạng là đường xoắn lò xo</a:t>
            </a:r>
            <a:endParaRPr lang="en-US" sz="3200" b="1" dirty="0">
              <a:solidFill>
                <a:srgbClr val="0808FC"/>
              </a:solidFill>
              <a:latin typeface="Times New Roman" pitchFamily="18" charset="0"/>
              <a:cs typeface="Times New Roman" pitchFamily="18" charset="0"/>
            </a:endParaRPr>
          </a:p>
        </p:txBody>
      </p:sp>
      <p:sp>
        <p:nvSpPr>
          <p:cNvPr id="23" name="Right Arrow 22"/>
          <p:cNvSpPr/>
          <p:nvPr/>
        </p:nvSpPr>
        <p:spPr>
          <a:xfrm>
            <a:off x="561975" y="5257800"/>
            <a:ext cx="200025" cy="228600"/>
          </a:xfrm>
          <a:prstGeom prst="rightArrow">
            <a:avLst/>
          </a:prstGeom>
          <a:solidFill>
            <a:srgbClr val="F7741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srgbClr val="F77411"/>
              </a:solidFill>
            </a:endParaRPr>
          </a:p>
        </p:txBody>
      </p:sp>
      <p:sp>
        <p:nvSpPr>
          <p:cNvPr id="20" name="Rectangle 19"/>
          <p:cNvSpPr>
            <a:spLocks noChangeArrowheads="1"/>
          </p:cNvSpPr>
          <p:nvPr/>
        </p:nvSpPr>
        <p:spPr bwMode="auto">
          <a:xfrm>
            <a:off x="19050" y="1481138"/>
            <a:ext cx="644525" cy="585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sz="3200" b="1">
                <a:solidFill>
                  <a:srgbClr val="1109B7"/>
                </a:solidFill>
                <a:latin typeface="Times New Roman" pitchFamily="18" charset="0"/>
                <a:sym typeface="Wingdings" pitchFamily="2" charset="2"/>
              </a:rPr>
              <a:t></a:t>
            </a:r>
            <a:endParaRPr lang="en-US" sz="3200" b="1">
              <a:solidFill>
                <a:srgbClr val="1109B7"/>
              </a:solidFill>
            </a:endParaRPr>
          </a:p>
        </p:txBody>
      </p:sp>
      <p:sp>
        <p:nvSpPr>
          <p:cNvPr id="21" name="Rectangle 20"/>
          <p:cNvSpPr>
            <a:spLocks noChangeArrowheads="1"/>
          </p:cNvSpPr>
          <p:nvPr/>
        </p:nvSpPr>
        <p:spPr bwMode="auto">
          <a:xfrm>
            <a:off x="44450" y="3754438"/>
            <a:ext cx="552450" cy="644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sz="3600" b="1">
                <a:solidFill>
                  <a:srgbClr val="1109B7"/>
                </a:solidFill>
                <a:latin typeface="Times New Roman" pitchFamily="18" charset="0"/>
                <a:sym typeface="Wingdings" pitchFamily="2" charset="2"/>
              </a:rPr>
              <a:t></a:t>
            </a:r>
            <a:endParaRPr lang="en-US" sz="3600">
              <a:solidFill>
                <a:srgbClr val="1109B7"/>
              </a:solidFill>
            </a:endParaRPr>
          </a:p>
        </p:txBody>
      </p:sp>
      <p:graphicFrame>
        <p:nvGraphicFramePr>
          <p:cNvPr id="4" name="Object 3"/>
          <p:cNvGraphicFramePr>
            <a:graphicFrameLocks noChangeAspect="1"/>
          </p:cNvGraphicFramePr>
          <p:nvPr>
            <p:extLst>
              <p:ext uri="{D42A27DB-BD31-4B8C-83A1-F6EECF244321}">
                <p14:modId xmlns:p14="http://schemas.microsoft.com/office/powerpoint/2010/main" val="3152959108"/>
              </p:ext>
            </p:extLst>
          </p:nvPr>
        </p:nvGraphicFramePr>
        <p:xfrm>
          <a:off x="1524000" y="2262188"/>
          <a:ext cx="2870200" cy="557212"/>
        </p:xfrm>
        <a:graphic>
          <a:graphicData uri="http://schemas.openxmlformats.org/presentationml/2006/ole">
            <mc:AlternateContent xmlns:mc="http://schemas.openxmlformats.org/markup-compatibility/2006">
              <mc:Choice xmlns:v="urn:schemas-microsoft-com:vml" Requires="v">
                <p:oleObj name="Equation" r:id="rId8" imgW="1130300" imgH="228600" progId="Equation.DSMT4">
                  <p:embed/>
                </p:oleObj>
              </mc:Choice>
              <mc:Fallback>
                <p:oleObj name="Equation" r:id="rId8" imgW="1130300" imgH="228600" progId="Equation.DSMT4">
                  <p:embed/>
                  <p:pic>
                    <p:nvPicPr>
                      <p:cNvPr id="0" name="Object 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524000" y="2262188"/>
                        <a:ext cx="2870200" cy="557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 name="Object 4"/>
          <p:cNvGraphicFramePr>
            <a:graphicFrameLocks noChangeAspect="1"/>
          </p:cNvGraphicFramePr>
          <p:nvPr>
            <p:extLst>
              <p:ext uri="{D42A27DB-BD31-4B8C-83A1-F6EECF244321}">
                <p14:modId xmlns:p14="http://schemas.microsoft.com/office/powerpoint/2010/main" val="279287634"/>
              </p:ext>
            </p:extLst>
          </p:nvPr>
        </p:nvGraphicFramePr>
        <p:xfrm>
          <a:off x="1600200" y="4471988"/>
          <a:ext cx="2870200" cy="557212"/>
        </p:xfrm>
        <a:graphic>
          <a:graphicData uri="http://schemas.openxmlformats.org/presentationml/2006/ole">
            <mc:AlternateContent xmlns:mc="http://schemas.openxmlformats.org/markup-compatibility/2006">
              <mc:Choice xmlns:v="urn:schemas-microsoft-com:vml" Requires="v">
                <p:oleObj name="Equation" r:id="rId10" imgW="1130300" imgH="228600" progId="Equation.DSMT4">
                  <p:embed/>
                </p:oleObj>
              </mc:Choice>
              <mc:Fallback>
                <p:oleObj name="Equation" r:id="rId10" imgW="1130300" imgH="228600" progId="Equation.DSMT4">
                  <p:embed/>
                  <p:pic>
                    <p:nvPicPr>
                      <p:cNvPr id="0" name="Object 4"/>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600200" y="4471988"/>
                        <a:ext cx="2870200" cy="557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 name="Footer Placeholder 5">
            <a:extLst>
              <a:ext uri="{FF2B5EF4-FFF2-40B4-BE49-F238E27FC236}">
                <a16:creationId xmlns:a16="http://schemas.microsoft.com/office/drawing/2014/main" id="{CBB7749C-C3F4-51D0-0174-551832828158}"/>
              </a:ext>
            </a:extLst>
          </p:cNvPr>
          <p:cNvSpPr>
            <a:spLocks noGrp="1"/>
          </p:cNvSpPr>
          <p:nvPr>
            <p:ph type="ftr" sz="quarter" idx="11"/>
          </p:nvPr>
        </p:nvSpPr>
        <p:spPr/>
        <p:txBody>
          <a:bodyPr/>
          <a:lstStyle/>
          <a:p>
            <a:pPr>
              <a:defRPr/>
            </a:pPr>
            <a:r>
              <a:rPr lang="en-US"/>
              <a:t>Bùi Quốc Trung - VLDC</a:t>
            </a:r>
          </a:p>
        </p:txBody>
      </p:sp>
      <p:sp>
        <p:nvSpPr>
          <p:cNvPr id="8" name="Slide Number Placeholder 7">
            <a:extLst>
              <a:ext uri="{FF2B5EF4-FFF2-40B4-BE49-F238E27FC236}">
                <a16:creationId xmlns:a16="http://schemas.microsoft.com/office/drawing/2014/main" id="{C55ABDA6-33EB-C08C-F7A0-0F38FA8640F8}"/>
              </a:ext>
            </a:extLst>
          </p:cNvPr>
          <p:cNvSpPr>
            <a:spLocks noGrp="1"/>
          </p:cNvSpPr>
          <p:nvPr>
            <p:ph type="sldNum" sz="quarter" idx="12"/>
          </p:nvPr>
        </p:nvSpPr>
        <p:spPr/>
        <p:txBody>
          <a:bodyPr/>
          <a:lstStyle/>
          <a:p>
            <a:pPr>
              <a:defRPr/>
            </a:pPr>
            <a:fld id="{DA0BBFDE-23F6-4D0C-90FC-3AED58BCB197}" type="slidenum">
              <a:rPr lang="en-US" smtClean="0"/>
              <a:pPr>
                <a:defRPr/>
              </a:pPr>
              <a:t>45</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wipe(down)">
                                      <p:cBhvr>
                                        <p:cTn id="7" dur="500"/>
                                        <p:tgtEl>
                                          <p:spTgt spid="20"/>
                                        </p:tgtEl>
                                      </p:cBhvr>
                                    </p:animEffect>
                                  </p:childTnLst>
                                </p:cTn>
                              </p:par>
                            </p:childTnLst>
                          </p:cTn>
                        </p:par>
                        <p:par>
                          <p:cTn id="8" fill="hold" nodeType="afterGroup">
                            <p:stCondLst>
                              <p:cond delay="500"/>
                            </p:stCondLst>
                            <p:childTnLst>
                              <p:par>
                                <p:cTn id="9" presetID="14" presetClass="entr" presetSubtype="10"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randombar(horizontal)">
                                      <p:cBhvr>
                                        <p:cTn id="11" dur="500"/>
                                        <p:tgtEl>
                                          <p:spTgt spid="7"/>
                                        </p:tgtEl>
                                      </p:cBhvr>
                                    </p:animEffect>
                                  </p:childTnLst>
                                </p:cTn>
                              </p:par>
                            </p:childTnLst>
                          </p:cTn>
                        </p:par>
                        <p:par>
                          <p:cTn id="12" fill="hold" nodeType="afterGroup">
                            <p:stCondLst>
                              <p:cond delay="1000"/>
                            </p:stCondLst>
                            <p:childTnLst>
                              <p:par>
                                <p:cTn id="13" presetID="14" presetClass="entr" presetSubtype="10" fill="hold" nodeType="afterEffect">
                                  <p:stCondLst>
                                    <p:cond delay="500"/>
                                  </p:stCondLst>
                                  <p:childTnLst>
                                    <p:set>
                                      <p:cBhvr>
                                        <p:cTn id="14" dur="1" fill="hold">
                                          <p:stCondLst>
                                            <p:cond delay="0"/>
                                          </p:stCondLst>
                                        </p:cTn>
                                        <p:tgtEl>
                                          <p:spTgt spid="44"/>
                                        </p:tgtEl>
                                        <p:attrNameLst>
                                          <p:attrName>style.visibility</p:attrName>
                                        </p:attrNameLst>
                                      </p:cBhvr>
                                      <p:to>
                                        <p:strVal val="visible"/>
                                      </p:to>
                                    </p:set>
                                    <p:animEffect transition="in" filter="randombar(horizontal)">
                                      <p:cBhvr>
                                        <p:cTn id="15" dur="500"/>
                                        <p:tgtEl>
                                          <p:spTgt spid="44"/>
                                        </p:tgtEl>
                                      </p:cBhvr>
                                    </p:animEffect>
                                  </p:childTnLst>
                                </p:cTn>
                              </p:par>
                            </p:childTnLst>
                          </p:cTn>
                        </p:par>
                        <p:par>
                          <p:cTn id="16" fill="hold" nodeType="afterGroup">
                            <p:stCondLst>
                              <p:cond delay="2000"/>
                            </p:stCondLst>
                            <p:childTnLst>
                              <p:par>
                                <p:cTn id="17" presetID="14" presetClass="entr" presetSubtype="10" fill="hold" nodeType="after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randombar(horizontal)">
                                      <p:cBhvr>
                                        <p:cTn id="19" dur="500"/>
                                        <p:tgtEl>
                                          <p:spTgt spid="4"/>
                                        </p:tgtEl>
                                      </p:cBhvr>
                                    </p:animEffect>
                                  </p:childTnLst>
                                </p:cTn>
                              </p:par>
                            </p:childTnLst>
                          </p:cTn>
                        </p:par>
                        <p:par>
                          <p:cTn id="20" fill="hold" nodeType="afterGroup">
                            <p:stCondLst>
                              <p:cond delay="2500"/>
                            </p:stCondLst>
                            <p:childTnLst>
                              <p:par>
                                <p:cTn id="21" presetID="8" presetClass="entr" presetSubtype="16" fill="hold" grpId="0" nodeType="afterEffect">
                                  <p:stCondLst>
                                    <p:cond delay="0"/>
                                  </p:stCondLst>
                                  <p:childTnLst>
                                    <p:set>
                                      <p:cBhvr>
                                        <p:cTn id="22" dur="1" fill="hold">
                                          <p:stCondLst>
                                            <p:cond delay="0"/>
                                          </p:stCondLst>
                                        </p:cTn>
                                        <p:tgtEl>
                                          <p:spTgt spid="29"/>
                                        </p:tgtEl>
                                        <p:attrNameLst>
                                          <p:attrName>style.visibility</p:attrName>
                                        </p:attrNameLst>
                                      </p:cBhvr>
                                      <p:to>
                                        <p:strVal val="visible"/>
                                      </p:to>
                                    </p:set>
                                    <p:animEffect transition="in" filter="diamond(in)">
                                      <p:cBhvr>
                                        <p:cTn id="23" dur="500"/>
                                        <p:tgtEl>
                                          <p:spTgt spid="29"/>
                                        </p:tgtEl>
                                      </p:cBhvr>
                                    </p:animEffect>
                                  </p:childTnLst>
                                </p:cTn>
                              </p:par>
                            </p:childTnLst>
                          </p:cTn>
                        </p:par>
                        <p:par>
                          <p:cTn id="24" fill="hold" nodeType="afterGroup">
                            <p:stCondLst>
                              <p:cond delay="3000"/>
                            </p:stCondLst>
                            <p:childTnLst>
                              <p:par>
                                <p:cTn id="25" presetID="14" presetClass="entr" presetSubtype="10" fill="hold" grpId="0" nodeType="afterEffect">
                                  <p:stCondLst>
                                    <p:cond delay="0"/>
                                  </p:stCondLst>
                                  <p:childTnLst>
                                    <p:set>
                                      <p:cBhvr>
                                        <p:cTn id="26" dur="1" fill="hold">
                                          <p:stCondLst>
                                            <p:cond delay="0"/>
                                          </p:stCondLst>
                                        </p:cTn>
                                        <p:tgtEl>
                                          <p:spTgt spid="28"/>
                                        </p:tgtEl>
                                        <p:attrNameLst>
                                          <p:attrName>style.visibility</p:attrName>
                                        </p:attrNameLst>
                                      </p:cBhvr>
                                      <p:to>
                                        <p:strVal val="visible"/>
                                      </p:to>
                                    </p:set>
                                    <p:animEffect transition="in" filter="randombar(horizontal)">
                                      <p:cBhvr>
                                        <p:cTn id="27" dur="500"/>
                                        <p:tgtEl>
                                          <p:spTgt spid="28"/>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21"/>
                                        </p:tgtEl>
                                        <p:attrNameLst>
                                          <p:attrName>style.visibility</p:attrName>
                                        </p:attrNameLst>
                                      </p:cBhvr>
                                      <p:to>
                                        <p:strVal val="visible"/>
                                      </p:to>
                                    </p:set>
                                    <p:animEffect transition="in" filter="wipe(down)">
                                      <p:cBhvr>
                                        <p:cTn id="32" dur="500"/>
                                        <p:tgtEl>
                                          <p:spTgt spid="21"/>
                                        </p:tgtEl>
                                      </p:cBhvr>
                                    </p:animEffect>
                                  </p:childTnLst>
                                </p:cTn>
                              </p:par>
                            </p:childTnLst>
                          </p:cTn>
                        </p:par>
                        <p:par>
                          <p:cTn id="33" fill="hold" nodeType="afterGroup">
                            <p:stCondLst>
                              <p:cond delay="500"/>
                            </p:stCondLst>
                            <p:childTnLst>
                              <p:par>
                                <p:cTn id="34" presetID="14" presetClass="entr" presetSubtype="10" fill="hold" grpId="0" nodeType="afterEffect">
                                  <p:stCondLst>
                                    <p:cond delay="0"/>
                                  </p:stCondLst>
                                  <p:childTnLst>
                                    <p:set>
                                      <p:cBhvr>
                                        <p:cTn id="35" dur="1" fill="hold">
                                          <p:stCondLst>
                                            <p:cond delay="0"/>
                                          </p:stCondLst>
                                        </p:cTn>
                                        <p:tgtEl>
                                          <p:spTgt spid="30"/>
                                        </p:tgtEl>
                                        <p:attrNameLst>
                                          <p:attrName>style.visibility</p:attrName>
                                        </p:attrNameLst>
                                      </p:cBhvr>
                                      <p:to>
                                        <p:strVal val="visible"/>
                                      </p:to>
                                    </p:set>
                                    <p:animEffect transition="in" filter="randombar(horizontal)">
                                      <p:cBhvr>
                                        <p:cTn id="36" dur="500"/>
                                        <p:tgtEl>
                                          <p:spTgt spid="30"/>
                                        </p:tgtEl>
                                      </p:cBhvr>
                                    </p:animEffect>
                                  </p:childTnLst>
                                </p:cTn>
                              </p:par>
                            </p:childTnLst>
                          </p:cTn>
                        </p:par>
                        <p:par>
                          <p:cTn id="37" fill="hold" nodeType="afterGroup">
                            <p:stCondLst>
                              <p:cond delay="1500"/>
                            </p:stCondLst>
                            <p:childTnLst>
                              <p:par>
                                <p:cTn id="38" presetID="14" presetClass="entr" presetSubtype="10" fill="hold" nodeType="afterEffect">
                                  <p:stCondLst>
                                    <p:cond delay="500"/>
                                  </p:stCondLst>
                                  <p:childTnLst>
                                    <p:set>
                                      <p:cBhvr>
                                        <p:cTn id="39" dur="1" fill="hold">
                                          <p:stCondLst>
                                            <p:cond delay="0"/>
                                          </p:stCondLst>
                                        </p:cTn>
                                        <p:tgtEl>
                                          <p:spTgt spid="25"/>
                                        </p:tgtEl>
                                        <p:attrNameLst>
                                          <p:attrName>style.visibility</p:attrName>
                                        </p:attrNameLst>
                                      </p:cBhvr>
                                      <p:to>
                                        <p:strVal val="visible"/>
                                      </p:to>
                                    </p:set>
                                    <p:animEffect transition="in" filter="randombar(horizontal)">
                                      <p:cBhvr>
                                        <p:cTn id="40" dur="500"/>
                                        <p:tgtEl>
                                          <p:spTgt spid="25"/>
                                        </p:tgtEl>
                                      </p:cBhvr>
                                    </p:animEffect>
                                  </p:childTnLst>
                                </p:cTn>
                              </p:par>
                            </p:childTnLst>
                          </p:cTn>
                        </p:par>
                        <p:par>
                          <p:cTn id="41" fill="hold" nodeType="afterGroup">
                            <p:stCondLst>
                              <p:cond delay="2500"/>
                            </p:stCondLst>
                            <p:childTnLst>
                              <p:par>
                                <p:cTn id="42" presetID="14" presetClass="entr" presetSubtype="10" fill="hold" nodeType="afterEffect">
                                  <p:stCondLst>
                                    <p:cond delay="500"/>
                                  </p:stCondLst>
                                  <p:childTnLst>
                                    <p:set>
                                      <p:cBhvr>
                                        <p:cTn id="43" dur="1" fill="hold">
                                          <p:stCondLst>
                                            <p:cond delay="0"/>
                                          </p:stCondLst>
                                        </p:cTn>
                                        <p:tgtEl>
                                          <p:spTgt spid="27"/>
                                        </p:tgtEl>
                                        <p:attrNameLst>
                                          <p:attrName>style.visibility</p:attrName>
                                        </p:attrNameLst>
                                      </p:cBhvr>
                                      <p:to>
                                        <p:strVal val="visible"/>
                                      </p:to>
                                    </p:set>
                                    <p:animEffect transition="in" filter="randombar(horizontal)">
                                      <p:cBhvr>
                                        <p:cTn id="44" dur="500"/>
                                        <p:tgtEl>
                                          <p:spTgt spid="27"/>
                                        </p:tgtEl>
                                      </p:cBhvr>
                                    </p:animEffect>
                                  </p:childTnLst>
                                </p:cTn>
                              </p:par>
                            </p:childTnLst>
                          </p:cTn>
                        </p:par>
                        <p:par>
                          <p:cTn id="45" fill="hold" nodeType="afterGroup">
                            <p:stCondLst>
                              <p:cond delay="3500"/>
                            </p:stCondLst>
                            <p:childTnLst>
                              <p:par>
                                <p:cTn id="46" presetID="14" presetClass="entr" presetSubtype="10" fill="hold" nodeType="afterEffect">
                                  <p:stCondLst>
                                    <p:cond delay="0"/>
                                  </p:stCondLst>
                                  <p:childTnLst>
                                    <p:set>
                                      <p:cBhvr>
                                        <p:cTn id="47" dur="1" fill="hold">
                                          <p:stCondLst>
                                            <p:cond delay="0"/>
                                          </p:stCondLst>
                                        </p:cTn>
                                        <p:tgtEl>
                                          <p:spTgt spid="5"/>
                                        </p:tgtEl>
                                        <p:attrNameLst>
                                          <p:attrName>style.visibility</p:attrName>
                                        </p:attrNameLst>
                                      </p:cBhvr>
                                      <p:to>
                                        <p:strVal val="visible"/>
                                      </p:to>
                                    </p:set>
                                    <p:animEffect transition="in" filter="randombar(horizontal)">
                                      <p:cBhvr>
                                        <p:cTn id="48" dur="500"/>
                                        <p:tgtEl>
                                          <p:spTgt spid="5"/>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8" presetClass="entr" presetSubtype="16" fill="hold" grpId="0" nodeType="clickEffect">
                                  <p:stCondLst>
                                    <p:cond delay="0"/>
                                  </p:stCondLst>
                                  <p:childTnLst>
                                    <p:set>
                                      <p:cBhvr>
                                        <p:cTn id="52" dur="1" fill="hold">
                                          <p:stCondLst>
                                            <p:cond delay="0"/>
                                          </p:stCondLst>
                                        </p:cTn>
                                        <p:tgtEl>
                                          <p:spTgt spid="23"/>
                                        </p:tgtEl>
                                        <p:attrNameLst>
                                          <p:attrName>style.visibility</p:attrName>
                                        </p:attrNameLst>
                                      </p:cBhvr>
                                      <p:to>
                                        <p:strVal val="visible"/>
                                      </p:to>
                                    </p:set>
                                    <p:animEffect transition="in" filter="diamond(in)">
                                      <p:cBhvr>
                                        <p:cTn id="53" dur="500"/>
                                        <p:tgtEl>
                                          <p:spTgt spid="23"/>
                                        </p:tgtEl>
                                      </p:cBhvr>
                                    </p:animEffect>
                                  </p:childTnLst>
                                </p:cTn>
                              </p:par>
                            </p:childTnLst>
                          </p:cTn>
                        </p:par>
                        <p:par>
                          <p:cTn id="54" fill="hold" nodeType="afterGroup">
                            <p:stCondLst>
                              <p:cond delay="500"/>
                            </p:stCondLst>
                            <p:childTnLst>
                              <p:par>
                                <p:cTn id="55" presetID="14" presetClass="entr" presetSubtype="10" fill="hold" grpId="0" nodeType="afterEffect">
                                  <p:stCondLst>
                                    <p:cond delay="0"/>
                                  </p:stCondLst>
                                  <p:childTnLst>
                                    <p:set>
                                      <p:cBhvr>
                                        <p:cTn id="56" dur="1" fill="hold">
                                          <p:stCondLst>
                                            <p:cond delay="0"/>
                                          </p:stCondLst>
                                        </p:cTn>
                                        <p:tgtEl>
                                          <p:spTgt spid="22"/>
                                        </p:tgtEl>
                                        <p:attrNameLst>
                                          <p:attrName>style.visibility</p:attrName>
                                        </p:attrNameLst>
                                      </p:cBhvr>
                                      <p:to>
                                        <p:strVal val="visible"/>
                                      </p:to>
                                    </p:set>
                                    <p:animEffect transition="in" filter="randombar(horizontal)">
                                      <p:cBhvr>
                                        <p:cTn id="57"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8" grpId="0"/>
      <p:bldP spid="29" grpId="0" animBg="1"/>
      <p:bldP spid="30" grpId="0"/>
      <p:bldP spid="22" grpId="0"/>
      <p:bldP spid="23" grpId="0" animBg="1"/>
      <p:bldP spid="20" grpId="0"/>
      <p:bldP spid="21"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838200"/>
            <a:ext cx="8229600" cy="5287963"/>
          </a:xfrm>
        </p:spPr>
        <p:txBody>
          <a:bodyPr/>
          <a:lstStyle/>
          <a:p>
            <a:pPr marL="0" indent="0">
              <a:buNone/>
            </a:pPr>
            <a:r>
              <a:rPr lang="en-US"/>
              <a:t>Một hạt mang điện tích 3,2.10</a:t>
            </a:r>
            <a:r>
              <a:rPr lang="en-US" baseline="30000"/>
              <a:t>-19 </a:t>
            </a:r>
            <a:r>
              <a:rPr lang="en-US"/>
              <a:t>C bay vào trong từ trường đều theo phương vuông góc với cảm ứng  có độ lớn B = 0,5 T. Lúc lọt vào trong từ trường vận tốc của hạt là 10</a:t>
            </a:r>
            <a:r>
              <a:rPr lang="en-US" baseline="30000"/>
              <a:t>6 </a:t>
            </a:r>
            <a:r>
              <a:rPr lang="en-US"/>
              <a:t>m/s. Tính lực Lorentz tác dụng lên hạt.</a:t>
            </a:r>
          </a:p>
          <a:p>
            <a:r>
              <a:rPr lang="en-US"/>
              <a:t>A. 	F = 3,2.10</a:t>
            </a:r>
            <a:r>
              <a:rPr lang="en-US" baseline="30000"/>
              <a:t>-13 </a:t>
            </a:r>
            <a:r>
              <a:rPr lang="en-US"/>
              <a:t>N</a:t>
            </a:r>
          </a:p>
          <a:p>
            <a:r>
              <a:rPr lang="en-US"/>
              <a:t>B. 	F = 1,6.10</a:t>
            </a:r>
            <a:r>
              <a:rPr lang="en-US" baseline="30000"/>
              <a:t>-10 </a:t>
            </a:r>
            <a:r>
              <a:rPr lang="en-US"/>
              <a:t>N</a:t>
            </a:r>
          </a:p>
          <a:p>
            <a:r>
              <a:rPr lang="en-US"/>
              <a:t>C. 	F = 1,6.10</a:t>
            </a:r>
            <a:r>
              <a:rPr lang="en-US" baseline="30000"/>
              <a:t>-13 </a:t>
            </a:r>
            <a:r>
              <a:rPr lang="en-US"/>
              <a:t>N</a:t>
            </a:r>
          </a:p>
          <a:p>
            <a:r>
              <a:rPr lang="en-US"/>
              <a:t>D. 	F = 0,8.10</a:t>
            </a:r>
            <a:r>
              <a:rPr lang="en-US" baseline="30000"/>
              <a:t>-13 </a:t>
            </a:r>
            <a:r>
              <a:rPr lang="en-US"/>
              <a:t>N</a:t>
            </a:r>
          </a:p>
          <a:p>
            <a:endParaRPr lang="en-US"/>
          </a:p>
        </p:txBody>
      </p:sp>
      <p:sp>
        <p:nvSpPr>
          <p:cNvPr id="2" name="Footer Placeholder 1">
            <a:extLst>
              <a:ext uri="{FF2B5EF4-FFF2-40B4-BE49-F238E27FC236}">
                <a16:creationId xmlns:a16="http://schemas.microsoft.com/office/drawing/2014/main" id="{62C92621-3C3A-7619-C408-9D936C472586}"/>
              </a:ext>
            </a:extLst>
          </p:cNvPr>
          <p:cNvSpPr>
            <a:spLocks noGrp="1"/>
          </p:cNvSpPr>
          <p:nvPr>
            <p:ph type="ftr" sz="quarter" idx="11"/>
          </p:nvPr>
        </p:nvSpPr>
        <p:spPr/>
        <p:txBody>
          <a:bodyPr/>
          <a:lstStyle/>
          <a:p>
            <a:pPr>
              <a:defRPr/>
            </a:pPr>
            <a:r>
              <a:rPr lang="en-US"/>
              <a:t>Bùi Quốc Trung - VLDC</a:t>
            </a:r>
          </a:p>
        </p:txBody>
      </p:sp>
      <p:sp>
        <p:nvSpPr>
          <p:cNvPr id="4" name="Slide Number Placeholder 3">
            <a:extLst>
              <a:ext uri="{FF2B5EF4-FFF2-40B4-BE49-F238E27FC236}">
                <a16:creationId xmlns:a16="http://schemas.microsoft.com/office/drawing/2014/main" id="{9598E9D1-1C01-E5BB-54C5-FFC53C54F2F9}"/>
              </a:ext>
            </a:extLst>
          </p:cNvPr>
          <p:cNvSpPr>
            <a:spLocks noGrp="1"/>
          </p:cNvSpPr>
          <p:nvPr>
            <p:ph type="sldNum" sz="quarter" idx="12"/>
          </p:nvPr>
        </p:nvSpPr>
        <p:spPr/>
        <p:txBody>
          <a:bodyPr/>
          <a:lstStyle/>
          <a:p>
            <a:pPr>
              <a:defRPr/>
            </a:pPr>
            <a:fld id="{DA0BBFDE-23F6-4D0C-90FC-3AED58BCB197}" type="slidenum">
              <a:rPr lang="en-US" smtClean="0"/>
              <a:pPr>
                <a:defRPr/>
              </a:pPr>
              <a:t>46</a:t>
            </a:fld>
            <a:endParaRPr lang="en-US" dirty="0"/>
          </a:p>
        </p:txBody>
      </p:sp>
    </p:spTree>
    <p:extLst>
      <p:ext uri="{BB962C8B-B14F-4D97-AF65-F5344CB8AC3E}">
        <p14:creationId xmlns:p14="http://schemas.microsoft.com/office/powerpoint/2010/main" val="16850976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mph" presetSubtype="0" fill="hold" nodeType="clickEffect">
                                  <p:stCondLst>
                                    <p:cond delay="0"/>
                                  </p:stCondLst>
                                  <p:iterate type="lt">
                                    <p:tmPct val="4000"/>
                                  </p:iterate>
                                  <p:childTnLst>
                                    <p:set>
                                      <p:cBhvr override="childStyle">
                                        <p:cTn id="6" dur="500" fill="hold"/>
                                        <p:tgtEl>
                                          <p:spTgt spid="3">
                                            <p:txEl>
                                              <p:pRg st="3" end="3"/>
                                            </p:txEl>
                                          </p:spTgt>
                                        </p:tgtEl>
                                        <p:attrNameLst>
                                          <p:attrName>style.textDecorationUnderline</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762000"/>
            <a:ext cx="8229600" cy="5364163"/>
          </a:xfrm>
        </p:spPr>
        <p:txBody>
          <a:bodyPr/>
          <a:lstStyle/>
          <a:p>
            <a:pPr marL="0" indent="0">
              <a:buNone/>
            </a:pPr>
            <a:r>
              <a:rPr lang="en-US"/>
              <a:t>Một electron bay vào một từ trường đều có cảm ứng từ B = 3,14.10</a:t>
            </a:r>
            <a:r>
              <a:rPr lang="en-US" baseline="30000"/>
              <a:t>-4 </a:t>
            </a:r>
            <a:r>
              <a:rPr lang="en-US"/>
              <a:t>T với vận tốc v = 8.10</a:t>
            </a:r>
            <a:r>
              <a:rPr lang="en-US" baseline="30000"/>
              <a:t>8 </a:t>
            </a:r>
            <a:r>
              <a:rPr lang="en-US"/>
              <a:t>cm/s. Khi  thì bán kính quỹ đạo của electron là</a:t>
            </a:r>
          </a:p>
          <a:p>
            <a:r>
              <a:rPr lang="en-US"/>
              <a:t>A.	 R = 10,5.10</a:t>
            </a:r>
            <a:r>
              <a:rPr lang="en-US" baseline="30000"/>
              <a:t>-2 </a:t>
            </a:r>
            <a:r>
              <a:rPr lang="en-US"/>
              <a:t>m.</a:t>
            </a:r>
          </a:p>
          <a:p>
            <a:r>
              <a:rPr lang="en-US"/>
              <a:t>B.	 R = 6,33.10</a:t>
            </a:r>
            <a:r>
              <a:rPr lang="en-US" baseline="30000"/>
              <a:t>2 </a:t>
            </a:r>
            <a:r>
              <a:rPr lang="en-US"/>
              <a:t>m.</a:t>
            </a:r>
          </a:p>
          <a:p>
            <a:r>
              <a:rPr lang="en-US"/>
              <a:t>C. 	R = 15,5.10</a:t>
            </a:r>
            <a:r>
              <a:rPr lang="en-US" baseline="30000"/>
              <a:t>2 </a:t>
            </a:r>
            <a:r>
              <a:rPr lang="en-US"/>
              <a:t>m.</a:t>
            </a:r>
          </a:p>
          <a:p>
            <a:r>
              <a:rPr lang="en-US"/>
              <a:t>D. 	R = 14,5.10</a:t>
            </a:r>
            <a:r>
              <a:rPr lang="en-US" baseline="30000"/>
              <a:t>-2 </a:t>
            </a:r>
            <a:r>
              <a:rPr lang="en-US"/>
              <a:t>m.</a:t>
            </a:r>
          </a:p>
          <a:p>
            <a:endParaRPr lang="en-US"/>
          </a:p>
        </p:txBody>
      </p:sp>
      <p:sp>
        <p:nvSpPr>
          <p:cNvPr id="2" name="Oval 1">
            <a:hlinkClick r:id="rId2" action="ppaction://hlinkfile"/>
          </p:cNvPr>
          <p:cNvSpPr/>
          <p:nvPr/>
        </p:nvSpPr>
        <p:spPr>
          <a:xfrm>
            <a:off x="8401050" y="6172200"/>
            <a:ext cx="342900" cy="3429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4" name="Rectangle 3"/>
              <p:cNvSpPr/>
              <p:nvPr/>
            </p:nvSpPr>
            <p:spPr>
              <a:xfrm>
                <a:off x="4876800" y="3200400"/>
                <a:ext cx="3429000" cy="1447800"/>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dirty="0"/>
                  <a:t>Q = -1,6.</a:t>
                </a:r>
                <a14:m>
                  <m:oMath xmlns:m="http://schemas.openxmlformats.org/officeDocument/2006/math">
                    <m:sSup>
                      <m:sSupPr>
                        <m:ctrlPr>
                          <a:rPr lang="en-US" i="1" smtClean="0">
                            <a:latin typeface="Cambria Math" panose="02040503050406030204" pitchFamily="18" charset="0"/>
                          </a:rPr>
                        </m:ctrlPr>
                      </m:sSupPr>
                      <m:e>
                        <m:r>
                          <a:rPr lang="en-US" b="0" i="1" smtClean="0">
                            <a:latin typeface="Cambria Math"/>
                          </a:rPr>
                          <m:t>10</m:t>
                        </m:r>
                      </m:e>
                      <m:sup>
                        <m:r>
                          <a:rPr lang="en-US" b="0" i="1" smtClean="0">
                            <a:latin typeface="Cambria Math"/>
                          </a:rPr>
                          <m:t>−19</m:t>
                        </m:r>
                      </m:sup>
                    </m:sSup>
                  </m:oMath>
                </a14:m>
                <a:r>
                  <a:rPr lang="en-US" dirty="0"/>
                  <a:t> C</a:t>
                </a:r>
              </a:p>
              <a:p>
                <a:pPr algn="ct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a:rPr>
                          <m:t>𝑚</m:t>
                        </m:r>
                      </m:e>
                      <m:sub>
                        <m:r>
                          <a:rPr lang="en-US" b="0" i="1" smtClean="0">
                            <a:latin typeface="Cambria Math"/>
                          </a:rPr>
                          <m:t>𝑒</m:t>
                        </m:r>
                      </m:sub>
                    </m:sSub>
                  </m:oMath>
                </a14:m>
                <a:r>
                  <a:rPr lang="en-US" dirty="0"/>
                  <a:t> = 9,1.</a:t>
                </a:r>
                <a14:m>
                  <m:oMath xmlns:m="http://schemas.openxmlformats.org/officeDocument/2006/math">
                    <m:sSup>
                      <m:sSupPr>
                        <m:ctrlPr>
                          <a:rPr lang="en-US" i="1" smtClean="0">
                            <a:latin typeface="Cambria Math" panose="02040503050406030204" pitchFamily="18" charset="0"/>
                          </a:rPr>
                        </m:ctrlPr>
                      </m:sSupPr>
                      <m:e>
                        <m:r>
                          <a:rPr lang="en-US" b="0" i="1" smtClean="0">
                            <a:latin typeface="Cambria Math"/>
                          </a:rPr>
                          <m:t>10</m:t>
                        </m:r>
                      </m:e>
                      <m:sup>
                        <m:r>
                          <a:rPr lang="en-US" b="0" i="1" smtClean="0">
                            <a:latin typeface="Cambria Math"/>
                          </a:rPr>
                          <m:t>−31</m:t>
                        </m:r>
                      </m:sup>
                    </m:sSup>
                  </m:oMath>
                </a14:m>
                <a:r>
                  <a:rPr lang="en-US" dirty="0"/>
                  <a:t> kg</a:t>
                </a:r>
              </a:p>
              <a:p>
                <a:pPr algn="ctr"/>
                <a:r>
                  <a:rPr lang="en-US" dirty="0"/>
                  <a:t>R = </a:t>
                </a:r>
                <a14:m>
                  <m:oMath xmlns:m="http://schemas.openxmlformats.org/officeDocument/2006/math">
                    <m:f>
                      <m:fPr>
                        <m:ctrlPr>
                          <a:rPr lang="en-US" i="1" smtClean="0">
                            <a:latin typeface="Cambria Math" panose="02040503050406030204" pitchFamily="18" charset="0"/>
                          </a:rPr>
                        </m:ctrlPr>
                      </m:fPr>
                      <m:num>
                        <m:r>
                          <a:rPr lang="en-US" b="0" i="1" smtClean="0">
                            <a:latin typeface="Cambria Math"/>
                          </a:rPr>
                          <m:t>𝑚𝑣</m:t>
                        </m:r>
                      </m:num>
                      <m:den>
                        <m:r>
                          <a:rPr lang="en-US" b="0" i="1" smtClean="0">
                            <a:latin typeface="Cambria Math"/>
                          </a:rPr>
                          <m:t>𝑞𝐵</m:t>
                        </m:r>
                      </m:den>
                    </m:f>
                  </m:oMath>
                </a14:m>
                <a:r>
                  <a:rPr lang="en-US" dirty="0"/>
                  <a:t> = </a:t>
                </a:r>
                <a14:m>
                  <m:oMath xmlns:m="http://schemas.openxmlformats.org/officeDocument/2006/math">
                    <m:f>
                      <m:fPr>
                        <m:ctrlPr>
                          <a:rPr lang="en-US" i="1" smtClean="0">
                            <a:latin typeface="Cambria Math" panose="02040503050406030204" pitchFamily="18" charset="0"/>
                          </a:rPr>
                        </m:ctrlPr>
                      </m:fPr>
                      <m:num>
                        <m:r>
                          <m:rPr>
                            <m:nor/>
                          </m:rPr>
                          <a:rPr lang="en-US"/>
                          <m:t>9,1.</m:t>
                        </m:r>
                        <m:sSup>
                          <m:sSupPr>
                            <m:ctrlPr>
                              <a:rPr lang="en-US" i="1">
                                <a:latin typeface="Cambria Math" panose="02040503050406030204" pitchFamily="18" charset="0"/>
                              </a:rPr>
                            </m:ctrlPr>
                          </m:sSupPr>
                          <m:e>
                            <m:r>
                              <a:rPr lang="en-US" i="1">
                                <a:latin typeface="Cambria Math"/>
                              </a:rPr>
                              <m:t>10</m:t>
                            </m:r>
                          </m:e>
                          <m:sup>
                            <m:r>
                              <a:rPr lang="en-US" i="1">
                                <a:latin typeface="Cambria Math"/>
                              </a:rPr>
                              <m:t>−31</m:t>
                            </m:r>
                          </m:sup>
                        </m:sSup>
                        <m:r>
                          <a:rPr lang="en-US" b="0" i="1" smtClean="0">
                            <a:latin typeface="Cambria Math"/>
                          </a:rPr>
                          <m:t>.</m:t>
                        </m:r>
                        <m:r>
                          <m:rPr>
                            <m:nor/>
                          </m:rPr>
                          <a:rPr lang="en-US"/>
                          <m:t>8.</m:t>
                        </m:r>
                        <m:sSup>
                          <m:sSupPr>
                            <m:ctrlPr>
                              <a:rPr lang="en-US" i="1" smtClean="0">
                                <a:latin typeface="Cambria Math" panose="02040503050406030204" pitchFamily="18" charset="0"/>
                              </a:rPr>
                            </m:ctrlPr>
                          </m:sSupPr>
                          <m:e>
                            <m:r>
                              <a:rPr lang="en-US" b="0" i="1" smtClean="0">
                                <a:latin typeface="Cambria Math"/>
                              </a:rPr>
                              <m:t>10</m:t>
                            </m:r>
                          </m:e>
                          <m:sup>
                            <m:r>
                              <a:rPr lang="en-US" b="0" i="1" smtClean="0">
                                <a:latin typeface="Cambria Math"/>
                              </a:rPr>
                              <m:t>6</m:t>
                            </m:r>
                          </m:sup>
                        </m:sSup>
                      </m:num>
                      <m:den>
                        <m:r>
                          <m:rPr>
                            <m:nor/>
                          </m:rPr>
                          <a:rPr lang="en-US"/>
                          <m:t>1,6.</m:t>
                        </m:r>
                        <m:sSup>
                          <m:sSupPr>
                            <m:ctrlPr>
                              <a:rPr lang="en-US" i="1">
                                <a:latin typeface="Cambria Math" panose="02040503050406030204" pitchFamily="18" charset="0"/>
                              </a:rPr>
                            </m:ctrlPr>
                          </m:sSupPr>
                          <m:e>
                            <m:r>
                              <a:rPr lang="en-US" i="1">
                                <a:latin typeface="Cambria Math"/>
                              </a:rPr>
                              <m:t>10</m:t>
                            </m:r>
                          </m:e>
                          <m:sup>
                            <m:r>
                              <a:rPr lang="en-US" i="1">
                                <a:latin typeface="Cambria Math"/>
                              </a:rPr>
                              <m:t>−19</m:t>
                            </m:r>
                          </m:sup>
                        </m:sSup>
                        <m:r>
                          <a:rPr lang="en-US" b="0" i="1" smtClean="0">
                            <a:latin typeface="Cambria Math"/>
                          </a:rPr>
                          <m:t>.</m:t>
                        </m:r>
                        <m:r>
                          <m:rPr>
                            <m:nor/>
                          </m:rPr>
                          <a:rPr lang="en-US"/>
                          <m:t>3,14.10</m:t>
                        </m:r>
                        <m:r>
                          <m:rPr>
                            <m:nor/>
                          </m:rPr>
                          <a:rPr lang="en-US" baseline="30000"/>
                          <m:t>−4</m:t>
                        </m:r>
                      </m:den>
                    </m:f>
                  </m:oMath>
                </a14:m>
                <a:endParaRPr lang="en-US" dirty="0"/>
              </a:p>
            </p:txBody>
          </p:sp>
        </mc:Choice>
        <mc:Fallback xmlns="">
          <p:sp>
            <p:nvSpPr>
              <p:cNvPr id="4" name="Rectangle 3"/>
              <p:cNvSpPr>
                <a:spLocks noRot="1" noChangeAspect="1" noMove="1" noResize="1" noEditPoints="1" noAdjustHandles="1" noChangeArrowheads="1" noChangeShapeType="1" noTextEdit="1"/>
              </p:cNvSpPr>
              <p:nvPr/>
            </p:nvSpPr>
            <p:spPr>
              <a:xfrm>
                <a:off x="4876800" y="3200400"/>
                <a:ext cx="3429000" cy="1447800"/>
              </a:xfrm>
              <a:prstGeom prst="rect">
                <a:avLst/>
              </a:prstGeom>
              <a:blipFill rotWithShape="1">
                <a:blip r:embed="rId3"/>
                <a:stretch>
                  <a:fillRect/>
                </a:stretch>
              </a:blipFill>
            </p:spPr>
            <p:txBody>
              <a:bodyPr/>
              <a:lstStyle/>
              <a:p>
                <a:r>
                  <a:rPr lang="en-US">
                    <a:noFill/>
                  </a:rPr>
                  <a:t> </a:t>
                </a:r>
              </a:p>
            </p:txBody>
          </p:sp>
        </mc:Fallback>
      </mc:AlternateContent>
      <p:sp>
        <p:nvSpPr>
          <p:cNvPr id="5" name="Footer Placeholder 4">
            <a:extLst>
              <a:ext uri="{FF2B5EF4-FFF2-40B4-BE49-F238E27FC236}">
                <a16:creationId xmlns:a16="http://schemas.microsoft.com/office/drawing/2014/main" id="{1C06A0BC-A198-F7B0-B2B6-90A3758EC951}"/>
              </a:ext>
            </a:extLst>
          </p:cNvPr>
          <p:cNvSpPr>
            <a:spLocks noGrp="1"/>
          </p:cNvSpPr>
          <p:nvPr>
            <p:ph type="ftr" sz="quarter" idx="11"/>
          </p:nvPr>
        </p:nvSpPr>
        <p:spPr/>
        <p:txBody>
          <a:bodyPr/>
          <a:lstStyle/>
          <a:p>
            <a:pPr>
              <a:defRPr/>
            </a:pPr>
            <a:r>
              <a:rPr lang="en-US"/>
              <a:t>Bùi Quốc Trung - VLDC</a:t>
            </a:r>
          </a:p>
        </p:txBody>
      </p:sp>
      <p:sp>
        <p:nvSpPr>
          <p:cNvPr id="6" name="Slide Number Placeholder 5">
            <a:extLst>
              <a:ext uri="{FF2B5EF4-FFF2-40B4-BE49-F238E27FC236}">
                <a16:creationId xmlns:a16="http://schemas.microsoft.com/office/drawing/2014/main" id="{6752F711-A1F3-3F24-256A-28E14C3C6BC6}"/>
              </a:ext>
            </a:extLst>
          </p:cNvPr>
          <p:cNvSpPr>
            <a:spLocks noGrp="1"/>
          </p:cNvSpPr>
          <p:nvPr>
            <p:ph type="sldNum" sz="quarter" idx="12"/>
          </p:nvPr>
        </p:nvSpPr>
        <p:spPr/>
        <p:txBody>
          <a:bodyPr/>
          <a:lstStyle/>
          <a:p>
            <a:pPr>
              <a:defRPr/>
            </a:pPr>
            <a:fld id="{DA0BBFDE-23F6-4D0C-90FC-3AED58BCB197}" type="slidenum">
              <a:rPr lang="en-US" smtClean="0"/>
              <a:pPr>
                <a:defRPr/>
              </a:pPr>
              <a:t>47</a:t>
            </a:fld>
            <a:endParaRPr lang="en-US" dirty="0"/>
          </a:p>
        </p:txBody>
      </p:sp>
    </p:spTree>
    <p:extLst>
      <p:ext uri="{BB962C8B-B14F-4D97-AF65-F5344CB8AC3E}">
        <p14:creationId xmlns:p14="http://schemas.microsoft.com/office/powerpoint/2010/main" val="10299779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5" presetClass="emph" presetSubtype="0" nodeType="clickEffect">
                                  <p:stCondLst>
                                    <p:cond delay="0"/>
                                  </p:stCondLst>
                                  <p:iterate type="lt">
                                    <p:tmAbs val="25"/>
                                  </p:iterate>
                                  <p:childTnLst>
                                    <p:set>
                                      <p:cBhvr override="childStyle">
                                        <p:cTn id="6" dur="indefinite"/>
                                        <p:tgtEl>
                                          <p:spTgt spid="3">
                                            <p:txEl>
                                              <p:pRg st="4" end="4"/>
                                            </p:txEl>
                                          </p:spTgt>
                                        </p:tgtEl>
                                        <p:attrNameLst>
                                          <p:attrName>style.fontWeight</p:attrName>
                                        </p:attrNameLst>
                                      </p:cBhvr>
                                      <p:to>
                                        <p:strVal val="bold"/>
                                      </p:to>
                                    </p:set>
                                  </p:childTnLst>
                                </p:cTn>
                              </p:par>
                            </p:childTnLst>
                          </p:cTn>
                        </p:par>
                      </p:childTnLst>
                    </p:cTn>
                  </p:par>
                  <p:par>
                    <p:cTn id="7" fill="hold">
                      <p:stCondLst>
                        <p:cond delay="indefinite"/>
                      </p:stCondLst>
                      <p:childTnLst>
                        <p:par>
                          <p:cTn id="8" fill="hold">
                            <p:stCondLst>
                              <p:cond delay="0"/>
                            </p:stCondLst>
                            <p:childTnLst>
                              <p:par>
                                <p:cTn id="9" presetID="16" presetClass="entr" presetSubtype="21"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barn(inVertical)">
                                      <p:cBhvr>
                                        <p:cTn id="11"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762000"/>
            <a:ext cx="8229600" cy="5364163"/>
          </a:xfrm>
        </p:spPr>
        <p:txBody>
          <a:bodyPr>
            <a:normAutofit/>
          </a:bodyPr>
          <a:lstStyle/>
          <a:p>
            <a:pPr marL="0" indent="0" algn="just">
              <a:buNone/>
            </a:pPr>
            <a:r>
              <a:rPr lang="en-US"/>
              <a:t>Dòng điện 5 A chạy trong dây dẫn đặt trong từ trường có cảm ứng từ 10 T. Góc tạo bởi chiều của dòng điện và chiều của từ trường bằng 60°. Nếu từ trường tác dụng lên dây dẫn một lực 20 N, thì chiều dài của dây dẫn là:</a:t>
            </a:r>
          </a:p>
          <a:p>
            <a:r>
              <a:rPr lang="en-US"/>
              <a:t>A. 	0,52 m.</a:t>
            </a:r>
          </a:p>
          <a:p>
            <a:r>
              <a:rPr lang="en-US"/>
              <a:t>B. 	0,64 m.</a:t>
            </a:r>
          </a:p>
          <a:p>
            <a:r>
              <a:rPr lang="en-US"/>
              <a:t>C. 	0,46 m.</a:t>
            </a:r>
          </a:p>
          <a:p>
            <a:r>
              <a:rPr lang="en-US"/>
              <a:t>D. 	0,82 m.</a:t>
            </a:r>
          </a:p>
          <a:p>
            <a:endParaRPr lang="en-US"/>
          </a:p>
        </p:txBody>
      </p:sp>
      <p:sp>
        <p:nvSpPr>
          <p:cNvPr id="2" name="Footer Placeholder 1">
            <a:extLst>
              <a:ext uri="{FF2B5EF4-FFF2-40B4-BE49-F238E27FC236}">
                <a16:creationId xmlns:a16="http://schemas.microsoft.com/office/drawing/2014/main" id="{B3EC5E47-53C0-6AEE-3EB7-DC3D01B391CE}"/>
              </a:ext>
            </a:extLst>
          </p:cNvPr>
          <p:cNvSpPr>
            <a:spLocks noGrp="1"/>
          </p:cNvSpPr>
          <p:nvPr>
            <p:ph type="ftr" sz="quarter" idx="11"/>
          </p:nvPr>
        </p:nvSpPr>
        <p:spPr/>
        <p:txBody>
          <a:bodyPr/>
          <a:lstStyle/>
          <a:p>
            <a:pPr>
              <a:defRPr/>
            </a:pPr>
            <a:r>
              <a:rPr lang="en-US"/>
              <a:t>Bùi Quốc Trung - VLDC</a:t>
            </a:r>
          </a:p>
        </p:txBody>
      </p:sp>
      <p:sp>
        <p:nvSpPr>
          <p:cNvPr id="4" name="Slide Number Placeholder 3">
            <a:extLst>
              <a:ext uri="{FF2B5EF4-FFF2-40B4-BE49-F238E27FC236}">
                <a16:creationId xmlns:a16="http://schemas.microsoft.com/office/drawing/2014/main" id="{A578236B-DA0E-FF8B-85D0-70DA10D00097}"/>
              </a:ext>
            </a:extLst>
          </p:cNvPr>
          <p:cNvSpPr>
            <a:spLocks noGrp="1"/>
          </p:cNvSpPr>
          <p:nvPr>
            <p:ph type="sldNum" sz="quarter" idx="12"/>
          </p:nvPr>
        </p:nvSpPr>
        <p:spPr/>
        <p:txBody>
          <a:bodyPr/>
          <a:lstStyle/>
          <a:p>
            <a:pPr>
              <a:defRPr/>
            </a:pPr>
            <a:fld id="{DA0BBFDE-23F6-4D0C-90FC-3AED58BCB197}" type="slidenum">
              <a:rPr lang="en-US" smtClean="0"/>
              <a:pPr>
                <a:defRPr/>
              </a:pPr>
              <a:t>48</a:t>
            </a:fld>
            <a:endParaRPr lang="en-US" dirty="0"/>
          </a:p>
        </p:txBody>
      </p:sp>
    </p:spTree>
    <p:extLst>
      <p:ext uri="{BB962C8B-B14F-4D97-AF65-F5344CB8AC3E}">
        <p14:creationId xmlns:p14="http://schemas.microsoft.com/office/powerpoint/2010/main" val="32306531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mph" presetSubtype="0" fill="hold" nodeType="clickEffect">
                                  <p:stCondLst>
                                    <p:cond delay="0"/>
                                  </p:stCondLst>
                                  <p:iterate type="lt">
                                    <p:tmPct val="4000"/>
                                  </p:iterate>
                                  <p:childTnLst>
                                    <p:set>
                                      <p:cBhvr override="childStyle">
                                        <p:cTn id="6" dur="500" fill="hold"/>
                                        <p:tgtEl>
                                          <p:spTgt spid="3">
                                            <p:txEl>
                                              <p:pRg st="3" end="3"/>
                                            </p:txEl>
                                          </p:spTgt>
                                        </p:tgtEl>
                                        <p:attrNameLst>
                                          <p:attrName>style.textDecorationUnderline</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838200"/>
                <a:ext cx="8229600" cy="5287963"/>
              </a:xfrm>
            </p:spPr>
            <p:txBody>
              <a:bodyPr>
                <a:normAutofit lnSpcReduction="10000"/>
              </a:bodyPr>
              <a:lstStyle/>
              <a:p>
                <a:pPr marL="0" indent="0">
                  <a:buNone/>
                </a:pPr>
                <a:r>
                  <a:rPr lang="de-DE" sz="2800"/>
                  <a:t>Khi nói về vector cảm ứng từ  do dòng điện thẳng dài vô hạn I gây ra tại điểm M cách dòng điện I một khoảng h, phát biểu nào sau đây là SAI?</a:t>
                </a:r>
                <a:endParaRPr lang="en-US" sz="2800"/>
              </a:p>
              <a:p>
                <a:pPr marL="0" indent="0">
                  <a:buNone/>
                </a:pPr>
                <a:r>
                  <a:rPr lang="de-DE" sz="2800"/>
                  <a:t>A. Phương: nằm trong mặt phẳng chứa dòng điện I và điểm M.</a:t>
                </a:r>
                <a:endParaRPr lang="en-US" sz="2800"/>
              </a:p>
              <a:p>
                <a:pPr marL="0" indent="0">
                  <a:buNone/>
                </a:pPr>
                <a:r>
                  <a:rPr lang="de-DE" sz="2800"/>
                  <a:t>B. Chiều: tuân theo qui tắc “nắm tay phải” – nắm tay phải lại, sao cho ngón cái hướng dọc theo chiều của dòng điện thì 4 ngón còn lại sẽ ôm cua theo chiều của </a:t>
                </a:r>
                <a14:m>
                  <m:oMath xmlns:m="http://schemas.openxmlformats.org/officeDocument/2006/math">
                    <m:acc>
                      <m:accPr>
                        <m:chr m:val="⃗"/>
                        <m:ctrlPr>
                          <a:rPr lang="de-DE" sz="2800" i="1" smtClean="0">
                            <a:latin typeface="Cambria Math" panose="02040503050406030204" pitchFamily="18" charset="0"/>
                          </a:rPr>
                        </m:ctrlPr>
                      </m:accPr>
                      <m:e>
                        <m:r>
                          <a:rPr lang="en-US" sz="2800" b="0" i="1" smtClean="0">
                            <a:latin typeface="Cambria Math"/>
                          </a:rPr>
                          <m:t>𝐵</m:t>
                        </m:r>
                      </m:e>
                    </m:acc>
                  </m:oMath>
                </a14:m>
                <a:r>
                  <a:rPr lang="de-DE" sz="2800"/>
                  <a:t> .</a:t>
                </a:r>
                <a:endParaRPr lang="en-US" sz="2800"/>
              </a:p>
              <a:p>
                <a:pPr marL="0" indent="0">
                  <a:buNone/>
                </a:pPr>
                <a:r>
                  <a:rPr lang="de-DE" sz="2800"/>
                  <a:t>C. Độ lớn: </a:t>
                </a:r>
                <a:r>
                  <a:rPr lang="en-US" sz="2800"/>
                  <a:t>B = </a:t>
                </a:r>
                <a14:m>
                  <m:oMath xmlns:m="http://schemas.openxmlformats.org/officeDocument/2006/math">
                    <m:f>
                      <m:fPr>
                        <m:ctrlPr>
                          <a:rPr lang="en-US" sz="2800" i="1" smtClean="0">
                            <a:latin typeface="Cambria Math" panose="02040503050406030204" pitchFamily="18" charset="0"/>
                          </a:rPr>
                        </m:ctrlPr>
                      </m:fPr>
                      <m:num>
                        <m:r>
                          <m:rPr>
                            <m:sty m:val="p"/>
                          </m:rPr>
                          <a:rPr lang="el-GR" sz="2800" i="1" smtClean="0">
                            <a:latin typeface="Cambria Math"/>
                          </a:rPr>
                          <m:t>μ</m:t>
                        </m:r>
                        <m:r>
                          <a:rPr lang="el-GR" sz="2800" i="1" smtClean="0">
                            <a:latin typeface="Cambria Math"/>
                          </a:rPr>
                          <m:t>˳</m:t>
                        </m:r>
                        <m:r>
                          <m:rPr>
                            <m:sty m:val="p"/>
                          </m:rPr>
                          <a:rPr lang="el-GR" sz="2800" i="1" smtClean="0">
                            <a:latin typeface="Cambria Math"/>
                          </a:rPr>
                          <m:t>μ</m:t>
                        </m:r>
                        <m:r>
                          <a:rPr lang="en-US" sz="2800" b="0" i="1" smtClean="0">
                            <a:latin typeface="Cambria Math"/>
                          </a:rPr>
                          <m:t>𝐼</m:t>
                        </m:r>
                      </m:num>
                      <m:den>
                        <m:r>
                          <a:rPr lang="en-US" sz="2800" b="0" i="1" smtClean="0">
                            <a:latin typeface="Cambria Math"/>
                          </a:rPr>
                          <m:t>2</m:t>
                        </m:r>
                        <m:r>
                          <m:rPr>
                            <m:sty m:val="p"/>
                          </m:rPr>
                          <a:rPr lang="el-GR" sz="2800" b="0" i="1" smtClean="0">
                            <a:latin typeface="Cambria Math"/>
                          </a:rPr>
                          <m:t>π</m:t>
                        </m:r>
                        <m:r>
                          <a:rPr lang="en-US" sz="2800" b="0" i="1" smtClean="0">
                            <a:latin typeface="Cambria Math"/>
                          </a:rPr>
                          <m:t>h</m:t>
                        </m:r>
                      </m:den>
                    </m:f>
                  </m:oMath>
                </a14:m>
                <a:endParaRPr lang="en-US" sz="2800"/>
              </a:p>
              <a:p>
                <a:pPr marL="0" indent="0">
                  <a:buNone/>
                </a:pPr>
                <a:r>
                  <a:rPr lang="de-DE" sz="2800"/>
                  <a:t>D. Điểm đặt: tại điểm khảo sát.</a:t>
                </a:r>
                <a:endParaRPr lang="en-US" sz="2800"/>
              </a:p>
              <a:p>
                <a:pPr marL="0" indent="0">
                  <a:buNone/>
                </a:pPr>
                <a:endParaRPr lang="en-US"/>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838200"/>
                <a:ext cx="8229600" cy="5287963"/>
              </a:xfrm>
              <a:blipFill rotWithShape="1">
                <a:blip r:embed="rId2"/>
                <a:stretch>
                  <a:fillRect l="-1481" t="-1845" r="-1556"/>
                </a:stretch>
              </a:blipFill>
            </p:spPr>
            <p:txBody>
              <a:bodyPr/>
              <a:lstStyle/>
              <a:p>
                <a:r>
                  <a:rPr lang="en-US">
                    <a:noFill/>
                  </a:rPr>
                  <a:t> </a:t>
                </a:r>
              </a:p>
            </p:txBody>
          </p:sp>
        </mc:Fallback>
      </mc:AlternateContent>
      <p:sp>
        <p:nvSpPr>
          <p:cNvPr id="2" name="Footer Placeholder 1">
            <a:extLst>
              <a:ext uri="{FF2B5EF4-FFF2-40B4-BE49-F238E27FC236}">
                <a16:creationId xmlns:a16="http://schemas.microsoft.com/office/drawing/2014/main" id="{B2BBF32B-D98B-98D0-9D02-D584504A54A4}"/>
              </a:ext>
            </a:extLst>
          </p:cNvPr>
          <p:cNvSpPr>
            <a:spLocks noGrp="1"/>
          </p:cNvSpPr>
          <p:nvPr>
            <p:ph type="ftr" sz="quarter" idx="11"/>
          </p:nvPr>
        </p:nvSpPr>
        <p:spPr/>
        <p:txBody>
          <a:bodyPr/>
          <a:lstStyle/>
          <a:p>
            <a:pPr>
              <a:defRPr/>
            </a:pPr>
            <a:r>
              <a:rPr lang="en-US"/>
              <a:t>Bùi Quốc Trung - VLDC</a:t>
            </a:r>
          </a:p>
        </p:txBody>
      </p:sp>
      <p:sp>
        <p:nvSpPr>
          <p:cNvPr id="4" name="Slide Number Placeholder 3">
            <a:extLst>
              <a:ext uri="{FF2B5EF4-FFF2-40B4-BE49-F238E27FC236}">
                <a16:creationId xmlns:a16="http://schemas.microsoft.com/office/drawing/2014/main" id="{8F9FCAE6-117A-8C8A-6FBB-9DFD8F822F6E}"/>
              </a:ext>
            </a:extLst>
          </p:cNvPr>
          <p:cNvSpPr>
            <a:spLocks noGrp="1"/>
          </p:cNvSpPr>
          <p:nvPr>
            <p:ph type="sldNum" sz="quarter" idx="12"/>
          </p:nvPr>
        </p:nvSpPr>
        <p:spPr/>
        <p:txBody>
          <a:bodyPr/>
          <a:lstStyle/>
          <a:p>
            <a:pPr>
              <a:defRPr/>
            </a:pPr>
            <a:fld id="{DA0BBFDE-23F6-4D0C-90FC-3AED58BCB197}" type="slidenum">
              <a:rPr lang="en-US" smtClean="0"/>
              <a:pPr>
                <a:defRPr/>
              </a:pPr>
              <a:t>49</a:t>
            </a:fld>
            <a:endParaRPr lang="en-US" dirty="0"/>
          </a:p>
        </p:txBody>
      </p:sp>
    </p:spTree>
    <p:extLst>
      <p:ext uri="{BB962C8B-B14F-4D97-AF65-F5344CB8AC3E}">
        <p14:creationId xmlns:p14="http://schemas.microsoft.com/office/powerpoint/2010/main" val="11578607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mph" presetSubtype="0" fill="hold" nodeType="clickEffect">
                                  <p:stCondLst>
                                    <p:cond delay="0"/>
                                  </p:stCondLst>
                                  <p:iterate type="lt">
                                    <p:tmPct val="4000"/>
                                  </p:iterate>
                                  <p:childTnLst>
                                    <p:set>
                                      <p:cBhvr override="childStyle">
                                        <p:cTn id="6" dur="500" fill="hold"/>
                                        <p:tgtEl>
                                          <p:spTgt spid="3">
                                            <p:txEl>
                                              <p:pRg st="1" end="1"/>
                                            </p:txEl>
                                          </p:spTgt>
                                        </p:tgtEl>
                                        <p:attrNameLst>
                                          <p:attrName>style.textDecorationUnderline</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09600"/>
            <a:ext cx="8229600" cy="5516563"/>
          </a:xfrm>
        </p:spPr>
        <p:txBody>
          <a:bodyPr/>
          <a:lstStyle/>
          <a:p>
            <a:pPr marL="0" indent="0">
              <a:buNone/>
            </a:pPr>
            <a:r>
              <a:rPr lang="en-US"/>
              <a:t>Nhìn vào mặt một ống dây hình trụ, chiều dòng điện không đổi trong ống ngược chiều kim đồng hồ. Nhận xét đúng là: Từ trường trong lòng ống là từ trường</a:t>
            </a:r>
          </a:p>
          <a:p>
            <a:pPr marL="0" indent="0">
              <a:buNone/>
            </a:pPr>
            <a:r>
              <a:rPr lang="en-US" b="1"/>
              <a:t>A.</a:t>
            </a:r>
            <a:r>
              <a:rPr lang="en-US"/>
              <a:t> không đều và hướng từ ngoài vào trong.	</a:t>
            </a:r>
          </a:p>
          <a:p>
            <a:pPr marL="0" indent="0">
              <a:buNone/>
            </a:pPr>
            <a:r>
              <a:rPr lang="en-US" b="1"/>
              <a:t>B.</a:t>
            </a:r>
            <a:r>
              <a:rPr lang="en-US"/>
              <a:t> không đều và có chiều từ trong ra ngoài.</a:t>
            </a:r>
          </a:p>
          <a:p>
            <a:pPr marL="0" indent="0">
              <a:buNone/>
            </a:pPr>
            <a:r>
              <a:rPr lang="en-US" b="1"/>
              <a:t>C.</a:t>
            </a:r>
            <a:r>
              <a:rPr lang="en-US"/>
              <a:t> đều và có chiều từ ngoài vào trong	.</a:t>
            </a:r>
          </a:p>
          <a:p>
            <a:pPr marL="0" indent="0">
              <a:buNone/>
            </a:pPr>
            <a:r>
              <a:rPr lang="en-US" b="1"/>
              <a:t>D.</a:t>
            </a:r>
            <a:r>
              <a:rPr lang="en-US"/>
              <a:t> đều và có chiều  từ trong ra ngoài. </a:t>
            </a:r>
          </a:p>
          <a:p>
            <a:endParaRPr lang="en-US"/>
          </a:p>
        </p:txBody>
      </p:sp>
      <p:sp>
        <p:nvSpPr>
          <p:cNvPr id="2" name="Footer Placeholder 1">
            <a:extLst>
              <a:ext uri="{FF2B5EF4-FFF2-40B4-BE49-F238E27FC236}">
                <a16:creationId xmlns:a16="http://schemas.microsoft.com/office/drawing/2014/main" id="{1AA013F9-D5CD-CEC7-35BF-DD5ADBC0CAE8}"/>
              </a:ext>
            </a:extLst>
          </p:cNvPr>
          <p:cNvSpPr>
            <a:spLocks noGrp="1"/>
          </p:cNvSpPr>
          <p:nvPr>
            <p:ph type="ftr" sz="quarter" idx="11"/>
          </p:nvPr>
        </p:nvSpPr>
        <p:spPr/>
        <p:txBody>
          <a:bodyPr/>
          <a:lstStyle/>
          <a:p>
            <a:pPr>
              <a:defRPr/>
            </a:pPr>
            <a:r>
              <a:rPr lang="en-US"/>
              <a:t>Bùi Quốc Trung - VLDC</a:t>
            </a:r>
          </a:p>
        </p:txBody>
      </p:sp>
      <p:sp>
        <p:nvSpPr>
          <p:cNvPr id="4" name="Slide Number Placeholder 3">
            <a:extLst>
              <a:ext uri="{FF2B5EF4-FFF2-40B4-BE49-F238E27FC236}">
                <a16:creationId xmlns:a16="http://schemas.microsoft.com/office/drawing/2014/main" id="{A65243C0-A329-A2F4-51F0-2E44FDFDEC63}"/>
              </a:ext>
            </a:extLst>
          </p:cNvPr>
          <p:cNvSpPr>
            <a:spLocks noGrp="1"/>
          </p:cNvSpPr>
          <p:nvPr>
            <p:ph type="sldNum" sz="quarter" idx="12"/>
          </p:nvPr>
        </p:nvSpPr>
        <p:spPr/>
        <p:txBody>
          <a:bodyPr/>
          <a:lstStyle/>
          <a:p>
            <a:pPr>
              <a:defRPr/>
            </a:pPr>
            <a:fld id="{DA0BBFDE-23F6-4D0C-90FC-3AED58BCB197}" type="slidenum">
              <a:rPr lang="en-US" smtClean="0"/>
              <a:pPr>
                <a:defRPr/>
              </a:pPr>
              <a:t>50</a:t>
            </a:fld>
            <a:endParaRPr lang="en-US" dirty="0"/>
          </a:p>
        </p:txBody>
      </p:sp>
    </p:spTree>
    <p:extLst>
      <p:ext uri="{BB962C8B-B14F-4D97-AF65-F5344CB8AC3E}">
        <p14:creationId xmlns:p14="http://schemas.microsoft.com/office/powerpoint/2010/main" val="28497078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mph" presetSubtype="0" fill="hold" nodeType="clickEffect">
                                  <p:stCondLst>
                                    <p:cond delay="0"/>
                                  </p:stCondLst>
                                  <p:iterate type="lt">
                                    <p:tmPct val="4000"/>
                                  </p:iterate>
                                  <p:childTnLst>
                                    <p:set>
                                      <p:cBhvr override="childStyle">
                                        <p:cTn id="6" dur="500" fill="hold"/>
                                        <p:tgtEl>
                                          <p:spTgt spid="3">
                                            <p:txEl>
                                              <p:pRg st="4" end="4"/>
                                            </p:txEl>
                                          </p:spTgt>
                                        </p:tgtEl>
                                        <p:attrNameLst>
                                          <p:attrName>style.textDecorationUnderline</p:attrName>
                                        </p:attrNameLst>
                                      </p:cBhvr>
                                      <p:to>
                                        <p:strVal val="true"/>
                                      </p:to>
                                    </p:set>
                                  </p:childTnLst>
                                </p:cTn>
                              </p:par>
                            </p:childTnLst>
                          </p:cTn>
                        </p:par>
                      </p:childTnLst>
                    </p:cTn>
                  </p:par>
                  <p:par>
                    <p:cTn id="7" fill="hold">
                      <p:stCondLst>
                        <p:cond delay="indefinite"/>
                      </p:stCondLst>
                      <p:childTnLst>
                        <p:par>
                          <p:cTn id="8" fill="hold">
                            <p:stCondLst>
                              <p:cond delay="0"/>
                            </p:stCondLst>
                            <p:childTnLst>
                              <p:par>
                                <p:cTn id="9" presetID="15" presetClass="emph" presetSubtype="0" nodeType="clickEffect">
                                  <p:stCondLst>
                                    <p:cond delay="0"/>
                                  </p:stCondLst>
                                  <p:iterate type="lt">
                                    <p:tmAbs val="25"/>
                                  </p:iterate>
                                  <p:childTnLst>
                                    <p:set>
                                      <p:cBhvr override="childStyle">
                                        <p:cTn id="10" dur="indefinite"/>
                                        <p:tgtEl>
                                          <p:spTgt spid="3">
                                            <p:txEl>
                                              <p:pRg st="4" end="4"/>
                                            </p:txEl>
                                          </p:spTgt>
                                        </p:tgtEl>
                                        <p:attrNameLst>
                                          <p:attrName>style.fontWeight</p:attrName>
                                        </p:attrNameLst>
                                      </p:cBhvr>
                                      <p:to>
                                        <p:strVal val="bol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762000"/>
            <a:ext cx="8229600" cy="5364163"/>
          </a:xfrm>
        </p:spPr>
        <p:txBody>
          <a:bodyPr/>
          <a:lstStyle/>
          <a:p>
            <a:pPr marL="0" indent="0">
              <a:buNone/>
            </a:pPr>
            <a:r>
              <a:rPr lang="en-US"/>
              <a:t>Trong một từ trường có chiều từ trong ra ngoài, một điện tích âm chuyển động theo phương ngang chiều từ phải sang trái. Lực Lorentz tác dụng lên điện tích có chiều</a:t>
            </a:r>
          </a:p>
          <a:p>
            <a:pPr marL="0" indent="0">
              <a:buNone/>
            </a:pPr>
            <a:r>
              <a:rPr lang="en-US" b="1"/>
              <a:t>A.</a:t>
            </a:r>
            <a:r>
              <a:rPr lang="en-US"/>
              <a:t> từ dưới lên trên.	</a:t>
            </a:r>
          </a:p>
          <a:p>
            <a:pPr marL="0" indent="0">
              <a:buNone/>
            </a:pPr>
            <a:r>
              <a:rPr lang="en-US" b="1"/>
              <a:t>B.</a:t>
            </a:r>
            <a:r>
              <a:rPr lang="en-US"/>
              <a:t> từ trên xuống dưới.	</a:t>
            </a:r>
          </a:p>
          <a:p>
            <a:pPr marL="0" indent="0">
              <a:buNone/>
            </a:pPr>
            <a:r>
              <a:rPr lang="en-US" b="1"/>
              <a:t>C.</a:t>
            </a:r>
            <a:r>
              <a:rPr lang="en-US"/>
              <a:t> từ trong ra ngoài.	</a:t>
            </a:r>
          </a:p>
          <a:p>
            <a:pPr marL="0" indent="0">
              <a:buNone/>
            </a:pPr>
            <a:r>
              <a:rPr lang="en-US" b="1"/>
              <a:t>D.</a:t>
            </a:r>
            <a:r>
              <a:rPr lang="en-US"/>
              <a:t> từ trái sang phải. </a:t>
            </a:r>
          </a:p>
          <a:p>
            <a:endParaRPr lang="en-US"/>
          </a:p>
        </p:txBody>
      </p:sp>
      <p:sp>
        <p:nvSpPr>
          <p:cNvPr id="2" name="Footer Placeholder 1">
            <a:extLst>
              <a:ext uri="{FF2B5EF4-FFF2-40B4-BE49-F238E27FC236}">
                <a16:creationId xmlns:a16="http://schemas.microsoft.com/office/drawing/2014/main" id="{08DD5ECD-76A4-6418-13B4-9CC82BF009F5}"/>
              </a:ext>
            </a:extLst>
          </p:cNvPr>
          <p:cNvSpPr>
            <a:spLocks noGrp="1"/>
          </p:cNvSpPr>
          <p:nvPr>
            <p:ph type="ftr" sz="quarter" idx="11"/>
          </p:nvPr>
        </p:nvSpPr>
        <p:spPr/>
        <p:txBody>
          <a:bodyPr/>
          <a:lstStyle/>
          <a:p>
            <a:pPr>
              <a:defRPr/>
            </a:pPr>
            <a:r>
              <a:rPr lang="en-US"/>
              <a:t>Bùi Quốc Trung - VLDC</a:t>
            </a:r>
          </a:p>
        </p:txBody>
      </p:sp>
      <p:sp>
        <p:nvSpPr>
          <p:cNvPr id="4" name="Slide Number Placeholder 3">
            <a:extLst>
              <a:ext uri="{FF2B5EF4-FFF2-40B4-BE49-F238E27FC236}">
                <a16:creationId xmlns:a16="http://schemas.microsoft.com/office/drawing/2014/main" id="{AD5D21A3-0BB7-6579-84A3-DB27C45642FB}"/>
              </a:ext>
            </a:extLst>
          </p:cNvPr>
          <p:cNvSpPr>
            <a:spLocks noGrp="1"/>
          </p:cNvSpPr>
          <p:nvPr>
            <p:ph type="sldNum" sz="quarter" idx="12"/>
          </p:nvPr>
        </p:nvSpPr>
        <p:spPr/>
        <p:txBody>
          <a:bodyPr/>
          <a:lstStyle/>
          <a:p>
            <a:pPr>
              <a:defRPr/>
            </a:pPr>
            <a:fld id="{DA0BBFDE-23F6-4D0C-90FC-3AED58BCB197}" type="slidenum">
              <a:rPr lang="en-US" smtClean="0"/>
              <a:pPr>
                <a:defRPr/>
              </a:pPr>
              <a:t>51</a:t>
            </a:fld>
            <a:endParaRPr lang="en-US" dirty="0"/>
          </a:p>
        </p:txBody>
      </p:sp>
    </p:spTree>
    <p:extLst>
      <p:ext uri="{BB962C8B-B14F-4D97-AF65-F5344CB8AC3E}">
        <p14:creationId xmlns:p14="http://schemas.microsoft.com/office/powerpoint/2010/main" val="4201472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5" presetClass="emph" presetSubtype="0" nodeType="clickEffect">
                                  <p:stCondLst>
                                    <p:cond delay="0"/>
                                  </p:stCondLst>
                                  <p:iterate type="lt">
                                    <p:tmAbs val="25"/>
                                  </p:iterate>
                                  <p:childTnLst>
                                    <p:set>
                                      <p:cBhvr override="childStyle">
                                        <p:cTn id="6" dur="indefinite"/>
                                        <p:tgtEl>
                                          <p:spTgt spid="3">
                                            <p:txEl>
                                              <p:pRg st="2" end="2"/>
                                            </p:txEl>
                                          </p:spTgt>
                                        </p:tgtEl>
                                        <p:attrNameLst>
                                          <p:attrName>style.fontWeight</p:attrName>
                                        </p:attrNameLst>
                                      </p:cBhvr>
                                      <p:to>
                                        <p:strVal val="bol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p:cNvSpPr>
            <a:spLocks noGrp="1"/>
          </p:cNvSpPr>
          <p:nvPr>
            <p:ph type="ctrTitle"/>
          </p:nvPr>
        </p:nvSpPr>
        <p:spPr>
          <a:xfrm>
            <a:off x="152400" y="76200"/>
            <a:ext cx="3810000" cy="533400"/>
          </a:xfrm>
        </p:spPr>
        <p:txBody>
          <a:bodyPr/>
          <a:lstStyle/>
          <a:p>
            <a:r>
              <a:rPr lang="en-US" sz="2700" b="1">
                <a:latin typeface="Times New Roman" pitchFamily="18" charset="0"/>
                <a:cs typeface="Times New Roman" pitchFamily="18" charset="0"/>
              </a:rPr>
              <a:t>9.4.3 </a:t>
            </a:r>
            <a:r>
              <a:rPr lang="en-US" sz="2800" b="1" dirty="0" err="1">
                <a:solidFill>
                  <a:srgbClr val="0808FC"/>
                </a:solidFill>
                <a:latin typeface="Times New Roman" pitchFamily="18" charset="0"/>
              </a:rPr>
              <a:t>Hiệu</a:t>
            </a:r>
            <a:r>
              <a:rPr lang="en-US" sz="2800" b="1" dirty="0">
                <a:solidFill>
                  <a:srgbClr val="0808FC"/>
                </a:solidFill>
                <a:latin typeface="Times New Roman" pitchFamily="18" charset="0"/>
              </a:rPr>
              <a:t> </a:t>
            </a:r>
            <a:r>
              <a:rPr lang="en-US" sz="2800" b="1" dirty="0" err="1">
                <a:solidFill>
                  <a:srgbClr val="0808FC"/>
                </a:solidFill>
                <a:latin typeface="Times New Roman" pitchFamily="18" charset="0"/>
              </a:rPr>
              <a:t>ứng</a:t>
            </a:r>
            <a:r>
              <a:rPr lang="en-US" sz="2800" b="1" dirty="0">
                <a:solidFill>
                  <a:srgbClr val="0808FC"/>
                </a:solidFill>
                <a:latin typeface="Times New Roman" pitchFamily="18" charset="0"/>
              </a:rPr>
              <a:t> Hall </a:t>
            </a:r>
            <a:endParaRPr lang="en-US" sz="2700" b="1" dirty="0">
              <a:solidFill>
                <a:srgbClr val="0808FC"/>
              </a:solidFill>
              <a:latin typeface="Times New Roman" pitchFamily="18" charset="0"/>
              <a:cs typeface="Times New Roman" pitchFamily="18" charset="0"/>
            </a:endParaRPr>
          </a:p>
        </p:txBody>
      </p:sp>
      <p:grpSp>
        <p:nvGrpSpPr>
          <p:cNvPr id="5" name="Group 110"/>
          <p:cNvGrpSpPr>
            <a:grpSpLocks/>
          </p:cNvGrpSpPr>
          <p:nvPr/>
        </p:nvGrpSpPr>
        <p:grpSpPr bwMode="auto">
          <a:xfrm>
            <a:off x="5970588" y="1828800"/>
            <a:ext cx="3097212" cy="1439863"/>
            <a:chOff x="2789" y="1117"/>
            <a:chExt cx="1951" cy="907"/>
          </a:xfrm>
        </p:grpSpPr>
        <p:sp>
          <p:nvSpPr>
            <p:cNvPr id="30740" name="AutoShape 87"/>
            <p:cNvSpPr>
              <a:spLocks noChangeArrowheads="1"/>
            </p:cNvSpPr>
            <p:nvPr/>
          </p:nvSpPr>
          <p:spPr bwMode="auto">
            <a:xfrm>
              <a:off x="2789" y="1117"/>
              <a:ext cx="1543" cy="907"/>
            </a:xfrm>
            <a:prstGeom prst="cube">
              <a:avLst>
                <a:gd name="adj" fmla="val 25000"/>
              </a:avLst>
            </a:prstGeom>
            <a:solidFill>
              <a:srgbClr val="8EF9F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0741" name="Line 88"/>
            <p:cNvSpPr>
              <a:spLocks noChangeShapeType="1"/>
            </p:cNvSpPr>
            <p:nvPr/>
          </p:nvSpPr>
          <p:spPr bwMode="auto">
            <a:xfrm>
              <a:off x="3016" y="1117"/>
              <a:ext cx="0" cy="680"/>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0742" name="Line 89"/>
            <p:cNvSpPr>
              <a:spLocks noChangeShapeType="1"/>
            </p:cNvSpPr>
            <p:nvPr/>
          </p:nvSpPr>
          <p:spPr bwMode="auto">
            <a:xfrm>
              <a:off x="3016" y="1797"/>
              <a:ext cx="1316" cy="0"/>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0743" name="Line 90"/>
            <p:cNvSpPr>
              <a:spLocks noChangeShapeType="1"/>
            </p:cNvSpPr>
            <p:nvPr/>
          </p:nvSpPr>
          <p:spPr bwMode="auto">
            <a:xfrm flipV="1">
              <a:off x="2789" y="1797"/>
              <a:ext cx="227" cy="227"/>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nvGrpSpPr>
            <p:cNvPr id="30744" name="Group 91"/>
            <p:cNvGrpSpPr>
              <a:grpSpLocks/>
            </p:cNvGrpSpPr>
            <p:nvPr/>
          </p:nvGrpSpPr>
          <p:grpSpPr bwMode="auto">
            <a:xfrm>
              <a:off x="3334" y="1661"/>
              <a:ext cx="418" cy="91"/>
              <a:chOff x="2789" y="1706"/>
              <a:chExt cx="418" cy="91"/>
            </a:xfrm>
          </p:grpSpPr>
          <p:sp>
            <p:nvSpPr>
              <p:cNvPr id="30751" name="Oval 92"/>
              <p:cNvSpPr>
                <a:spLocks noChangeArrowheads="1"/>
              </p:cNvSpPr>
              <p:nvPr/>
            </p:nvSpPr>
            <p:spPr bwMode="auto">
              <a:xfrm>
                <a:off x="2789" y="1706"/>
                <a:ext cx="91" cy="91"/>
              </a:xfrm>
              <a:prstGeom prst="ellipse">
                <a:avLst/>
              </a:prstGeom>
              <a:noFill/>
              <a:ln w="9525">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b="1">
                    <a:solidFill>
                      <a:srgbClr val="FF0000"/>
                    </a:solidFill>
                  </a:rPr>
                  <a:t>+</a:t>
                </a:r>
              </a:p>
            </p:txBody>
          </p:sp>
          <p:sp>
            <p:nvSpPr>
              <p:cNvPr id="30752" name="Line 93"/>
              <p:cNvSpPr>
                <a:spLocks noChangeShapeType="1"/>
              </p:cNvSpPr>
              <p:nvPr/>
            </p:nvSpPr>
            <p:spPr bwMode="auto">
              <a:xfrm>
                <a:off x="2889" y="1752"/>
                <a:ext cx="31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30745" name="Group 94"/>
            <p:cNvGrpSpPr>
              <a:grpSpLocks/>
            </p:cNvGrpSpPr>
            <p:nvPr/>
          </p:nvGrpSpPr>
          <p:grpSpPr bwMode="auto">
            <a:xfrm>
              <a:off x="3334" y="1479"/>
              <a:ext cx="418" cy="91"/>
              <a:chOff x="2789" y="1706"/>
              <a:chExt cx="418" cy="91"/>
            </a:xfrm>
          </p:grpSpPr>
          <p:sp>
            <p:nvSpPr>
              <p:cNvPr id="30749" name="Oval 95"/>
              <p:cNvSpPr>
                <a:spLocks noChangeArrowheads="1"/>
              </p:cNvSpPr>
              <p:nvPr/>
            </p:nvSpPr>
            <p:spPr bwMode="auto">
              <a:xfrm>
                <a:off x="2789" y="1706"/>
                <a:ext cx="91" cy="91"/>
              </a:xfrm>
              <a:prstGeom prst="ellipse">
                <a:avLst/>
              </a:prstGeom>
              <a:noFill/>
              <a:ln w="9525">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b="1">
                    <a:solidFill>
                      <a:srgbClr val="FF0000"/>
                    </a:solidFill>
                  </a:rPr>
                  <a:t>+</a:t>
                </a:r>
              </a:p>
            </p:txBody>
          </p:sp>
          <p:sp>
            <p:nvSpPr>
              <p:cNvPr id="30750" name="Line 96"/>
              <p:cNvSpPr>
                <a:spLocks noChangeShapeType="1"/>
              </p:cNvSpPr>
              <p:nvPr/>
            </p:nvSpPr>
            <p:spPr bwMode="auto">
              <a:xfrm>
                <a:off x="2889" y="1752"/>
                <a:ext cx="31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30746" name="Group 97"/>
            <p:cNvGrpSpPr>
              <a:grpSpLocks/>
            </p:cNvGrpSpPr>
            <p:nvPr/>
          </p:nvGrpSpPr>
          <p:grpSpPr bwMode="auto">
            <a:xfrm>
              <a:off x="4196" y="1162"/>
              <a:ext cx="544" cy="408"/>
              <a:chOff x="2064" y="1389"/>
              <a:chExt cx="544" cy="408"/>
            </a:xfrm>
          </p:grpSpPr>
          <p:sp>
            <p:nvSpPr>
              <p:cNvPr id="30747" name="Line 98"/>
              <p:cNvSpPr>
                <a:spLocks noChangeShapeType="1"/>
              </p:cNvSpPr>
              <p:nvPr/>
            </p:nvSpPr>
            <p:spPr bwMode="auto">
              <a:xfrm>
                <a:off x="2064" y="1797"/>
                <a:ext cx="544" cy="0"/>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aphicFrame>
            <p:nvGraphicFramePr>
              <p:cNvPr id="30748" name="Object 99"/>
              <p:cNvGraphicFramePr>
                <a:graphicFrameLocks noChangeAspect="1"/>
              </p:cNvGraphicFramePr>
              <p:nvPr/>
            </p:nvGraphicFramePr>
            <p:xfrm>
              <a:off x="2290" y="1389"/>
              <a:ext cx="176" cy="384"/>
            </p:xfrm>
            <a:graphic>
              <a:graphicData uri="http://schemas.openxmlformats.org/presentationml/2006/ole">
                <mc:AlternateContent xmlns:mc="http://schemas.openxmlformats.org/markup-compatibility/2006">
                  <mc:Choice xmlns:v="urn:schemas-microsoft-com:vml" Requires="v">
                    <p:oleObj name="Equation" r:id="rId2" imgW="139639" imgH="304668" progId="Equation.DSMT4">
                      <p:embed/>
                    </p:oleObj>
                  </mc:Choice>
                  <mc:Fallback>
                    <p:oleObj name="Equation" r:id="rId2" imgW="139639" imgH="304668" progId="Equation.DSMT4">
                      <p:embed/>
                      <p:pic>
                        <p:nvPicPr>
                          <p:cNvPr id="0" name="Object 9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90" y="1389"/>
                            <a:ext cx="176"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grpSp>
        <p:nvGrpSpPr>
          <p:cNvPr id="20" name="Group 108"/>
          <p:cNvGrpSpPr>
            <a:grpSpLocks/>
          </p:cNvGrpSpPr>
          <p:nvPr/>
        </p:nvGrpSpPr>
        <p:grpSpPr bwMode="auto">
          <a:xfrm>
            <a:off x="8189913" y="2836863"/>
            <a:ext cx="588962" cy="754062"/>
            <a:chOff x="1655" y="1797"/>
            <a:chExt cx="371" cy="475"/>
          </a:xfrm>
        </p:grpSpPr>
        <p:sp>
          <p:nvSpPr>
            <p:cNvPr id="30738" name="Line 100"/>
            <p:cNvSpPr>
              <a:spLocks noChangeShapeType="1"/>
            </p:cNvSpPr>
            <p:nvPr/>
          </p:nvSpPr>
          <p:spPr bwMode="auto">
            <a:xfrm flipV="1">
              <a:off x="1655" y="1797"/>
              <a:ext cx="363" cy="363"/>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aphicFrame>
          <p:nvGraphicFramePr>
            <p:cNvPr id="30739" name="Object 103"/>
            <p:cNvGraphicFramePr>
              <a:graphicFrameLocks noChangeAspect="1"/>
            </p:cNvGraphicFramePr>
            <p:nvPr/>
          </p:nvGraphicFramePr>
          <p:xfrm>
            <a:off x="1834" y="1936"/>
            <a:ext cx="192" cy="336"/>
          </p:xfrm>
          <a:graphic>
            <a:graphicData uri="http://schemas.openxmlformats.org/presentationml/2006/ole">
              <mc:AlternateContent xmlns:mc="http://schemas.openxmlformats.org/markup-compatibility/2006">
                <mc:Choice xmlns:v="urn:schemas-microsoft-com:vml" Requires="v">
                  <p:oleObj name="Equation" r:id="rId4" imgW="152268" imgH="266469" progId="Equation.DSMT4">
                    <p:embed/>
                  </p:oleObj>
                </mc:Choice>
                <mc:Fallback>
                  <p:oleObj name="Equation" r:id="rId4" imgW="152268" imgH="266469" progId="Equation.DSMT4">
                    <p:embed/>
                    <p:pic>
                      <p:nvPicPr>
                        <p:cNvPr id="0" name="Object 10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34" y="1936"/>
                          <a:ext cx="192" cy="3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23" name="Group 109"/>
          <p:cNvGrpSpPr>
            <a:grpSpLocks/>
          </p:cNvGrpSpPr>
          <p:nvPr/>
        </p:nvGrpSpPr>
        <p:grpSpPr bwMode="auto">
          <a:xfrm>
            <a:off x="6188075" y="1828800"/>
            <a:ext cx="2001838" cy="1403350"/>
            <a:chOff x="394" y="1162"/>
            <a:chExt cx="1261" cy="884"/>
          </a:xfrm>
        </p:grpSpPr>
        <p:sp>
          <p:nvSpPr>
            <p:cNvPr id="30736" name="Text Box 106"/>
            <p:cNvSpPr txBox="1">
              <a:spLocks noChangeArrowheads="1"/>
            </p:cNvSpPr>
            <p:nvPr/>
          </p:nvSpPr>
          <p:spPr bwMode="auto">
            <a:xfrm>
              <a:off x="476" y="1162"/>
              <a:ext cx="1179"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en-US" sz="2400"/>
                <a:t>+ + + + + + +</a:t>
              </a:r>
            </a:p>
          </p:txBody>
        </p:sp>
        <p:sp>
          <p:nvSpPr>
            <p:cNvPr id="30737" name="Text Box 107"/>
            <p:cNvSpPr txBox="1">
              <a:spLocks noChangeArrowheads="1"/>
            </p:cNvSpPr>
            <p:nvPr/>
          </p:nvSpPr>
          <p:spPr bwMode="auto">
            <a:xfrm>
              <a:off x="394" y="1816"/>
              <a:ext cx="1179"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en-US" sz="2400"/>
                <a:t>- - -  -  -  -  - -</a:t>
              </a:r>
            </a:p>
          </p:txBody>
        </p:sp>
      </p:grpSp>
      <p:sp>
        <p:nvSpPr>
          <p:cNvPr id="26" name="Text Box 17"/>
          <p:cNvSpPr txBox="1">
            <a:spLocks noChangeArrowheads="1"/>
          </p:cNvSpPr>
          <p:nvPr/>
        </p:nvSpPr>
        <p:spPr bwMode="auto">
          <a:xfrm>
            <a:off x="228600" y="533400"/>
            <a:ext cx="8458200"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just" eaLnBrk="1" hangingPunct="1"/>
            <a:r>
              <a:rPr lang="nb-NO" sz="3200" b="1">
                <a:solidFill>
                  <a:srgbClr val="002060"/>
                </a:solidFill>
                <a:latin typeface="Times New Roman" pitchFamily="18" charset="0"/>
              </a:rPr>
              <a:t>Là hiện tượng </a:t>
            </a:r>
            <a:r>
              <a:rPr lang="nb-NO" sz="3200" b="1">
                <a:solidFill>
                  <a:srgbClr val="FF0000"/>
                </a:solidFill>
                <a:latin typeface="Times New Roman" pitchFamily="18" charset="0"/>
              </a:rPr>
              <a:t>xuất hiện các điện tích trái dấu </a:t>
            </a:r>
            <a:r>
              <a:rPr lang="nb-NO" sz="3200" b="1">
                <a:solidFill>
                  <a:srgbClr val="002060"/>
                </a:solidFill>
                <a:latin typeface="Times New Roman" pitchFamily="18" charset="0"/>
              </a:rPr>
              <a:t>trên bề mặt vật dẫn đang tải điện khi nó</a:t>
            </a:r>
            <a:r>
              <a:rPr lang="nb-NO" sz="3200" b="1">
                <a:solidFill>
                  <a:srgbClr val="080CA8"/>
                </a:solidFill>
                <a:latin typeface="Times New Roman" pitchFamily="18" charset="0"/>
              </a:rPr>
              <a:t> </a:t>
            </a:r>
            <a:r>
              <a:rPr lang="nb-NO" sz="3200" b="1">
                <a:solidFill>
                  <a:srgbClr val="FF0000"/>
                </a:solidFill>
                <a:latin typeface="Times New Roman" pitchFamily="18" charset="0"/>
              </a:rPr>
              <a:t>đặt trong từ trường</a:t>
            </a:r>
            <a:r>
              <a:rPr lang="nb-NO" sz="3200" b="1">
                <a:solidFill>
                  <a:srgbClr val="080CA8"/>
                </a:solidFill>
                <a:latin typeface="Times New Roman" pitchFamily="18" charset="0"/>
              </a:rPr>
              <a:t>.	</a:t>
            </a:r>
            <a:endParaRPr lang="en-US" sz="3200" b="1">
              <a:solidFill>
                <a:srgbClr val="080CA8"/>
              </a:solidFill>
              <a:latin typeface="Times New Roman" pitchFamily="18" charset="0"/>
            </a:endParaRPr>
          </a:p>
        </p:txBody>
      </p:sp>
      <p:sp>
        <p:nvSpPr>
          <p:cNvPr id="27" name="Text Box 112"/>
          <p:cNvSpPr txBox="1">
            <a:spLocks noChangeArrowheads="1"/>
          </p:cNvSpPr>
          <p:nvPr/>
        </p:nvSpPr>
        <p:spPr bwMode="auto">
          <a:xfrm>
            <a:off x="228600" y="2011740"/>
            <a:ext cx="5562600"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just" eaLnBrk="1" hangingPunct="1"/>
            <a:r>
              <a:rPr lang="nb-NO" sz="3200" b="1">
                <a:solidFill>
                  <a:srgbClr val="0808FC"/>
                </a:solidFill>
                <a:latin typeface="Times New Roman" pitchFamily="18" charset="0"/>
              </a:rPr>
              <a:t>Nguyên nhân: </a:t>
            </a:r>
            <a:r>
              <a:rPr lang="nb-NO" sz="3200" b="1">
                <a:solidFill>
                  <a:srgbClr val="002060"/>
                </a:solidFill>
                <a:latin typeface="Times New Roman" pitchFamily="18" charset="0"/>
              </a:rPr>
              <a:t>do lực Lorentz tác dụng lên các điện tích chuyển động trong từ trường.</a:t>
            </a:r>
            <a:endParaRPr lang="en-US" sz="3200" b="1">
              <a:solidFill>
                <a:srgbClr val="002060"/>
              </a:solidFill>
              <a:latin typeface="Times New Roman" pitchFamily="18" charset="0"/>
            </a:endParaRPr>
          </a:p>
        </p:txBody>
      </p:sp>
      <p:graphicFrame>
        <p:nvGraphicFramePr>
          <p:cNvPr id="28" name="Object 37"/>
          <p:cNvGraphicFramePr>
            <a:graphicFrameLocks noChangeAspect="1"/>
          </p:cNvGraphicFramePr>
          <p:nvPr>
            <p:extLst>
              <p:ext uri="{D42A27DB-BD31-4B8C-83A1-F6EECF244321}">
                <p14:modId xmlns:p14="http://schemas.microsoft.com/office/powerpoint/2010/main" val="1689978742"/>
              </p:ext>
            </p:extLst>
          </p:nvPr>
        </p:nvGraphicFramePr>
        <p:xfrm>
          <a:off x="990600" y="4222750"/>
          <a:ext cx="1223963" cy="577850"/>
        </p:xfrm>
        <a:graphic>
          <a:graphicData uri="http://schemas.openxmlformats.org/presentationml/2006/ole">
            <mc:AlternateContent xmlns:mc="http://schemas.openxmlformats.org/markup-compatibility/2006">
              <mc:Choice xmlns:v="urn:schemas-microsoft-com:vml" Requires="v">
                <p:oleObj name="Equation" r:id="rId6" imgW="457002" imgH="215806" progId="Equation.DSMT4">
                  <p:embed/>
                </p:oleObj>
              </mc:Choice>
              <mc:Fallback>
                <p:oleObj name="Equation" r:id="rId6" imgW="457002" imgH="215806" progId="Equation.DSMT4">
                  <p:embed/>
                  <p:pic>
                    <p:nvPicPr>
                      <p:cNvPr id="0" name="Object 3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90600" y="4222750"/>
                        <a:ext cx="1223963" cy="5778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9" name="Text Box 39"/>
          <p:cNvSpPr txBox="1">
            <a:spLocks noChangeArrowheads="1"/>
          </p:cNvSpPr>
          <p:nvPr/>
        </p:nvSpPr>
        <p:spPr bwMode="auto">
          <a:xfrm>
            <a:off x="230188" y="3671887"/>
            <a:ext cx="4037012"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en-US" sz="3200" b="1" u="sng">
                <a:solidFill>
                  <a:srgbClr val="FF0000"/>
                </a:solidFill>
                <a:latin typeface="Times New Roman" pitchFamily="18" charset="0"/>
              </a:rPr>
              <a:t>Hiệu điện thế Hall:</a:t>
            </a:r>
          </a:p>
        </p:txBody>
      </p:sp>
      <p:graphicFrame>
        <p:nvGraphicFramePr>
          <p:cNvPr id="30" name="Object 40"/>
          <p:cNvGraphicFramePr>
            <a:graphicFrameLocks noChangeAspect="1"/>
          </p:cNvGraphicFramePr>
          <p:nvPr>
            <p:extLst>
              <p:ext uri="{D42A27DB-BD31-4B8C-83A1-F6EECF244321}">
                <p14:modId xmlns:p14="http://schemas.microsoft.com/office/powerpoint/2010/main" val="3229909598"/>
              </p:ext>
            </p:extLst>
          </p:nvPr>
        </p:nvGraphicFramePr>
        <p:xfrm>
          <a:off x="533400" y="5019675"/>
          <a:ext cx="2311400" cy="542925"/>
        </p:xfrm>
        <a:graphic>
          <a:graphicData uri="http://schemas.openxmlformats.org/presentationml/2006/ole">
            <mc:AlternateContent xmlns:mc="http://schemas.openxmlformats.org/markup-compatibility/2006">
              <mc:Choice xmlns:v="urn:schemas-microsoft-com:vml" Requires="v">
                <p:oleObj name="Equation" r:id="rId8" imgW="863225" imgH="203112" progId="Equation.DSMT4">
                  <p:embed/>
                </p:oleObj>
              </mc:Choice>
              <mc:Fallback>
                <p:oleObj name="Equation" r:id="rId8" imgW="863225" imgH="203112" progId="Equation.DSMT4">
                  <p:embed/>
                  <p:pic>
                    <p:nvPicPr>
                      <p:cNvPr id="0" name="Object 4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33400" y="5019675"/>
                        <a:ext cx="2311400" cy="5429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1" name="Object 41"/>
          <p:cNvGraphicFramePr>
            <a:graphicFrameLocks noChangeAspect="1"/>
          </p:cNvGraphicFramePr>
          <p:nvPr>
            <p:extLst>
              <p:ext uri="{D42A27DB-BD31-4B8C-83A1-F6EECF244321}">
                <p14:modId xmlns:p14="http://schemas.microsoft.com/office/powerpoint/2010/main" val="107022862"/>
              </p:ext>
            </p:extLst>
          </p:nvPr>
        </p:nvGraphicFramePr>
        <p:xfrm>
          <a:off x="725488" y="5664200"/>
          <a:ext cx="2106612" cy="1117600"/>
        </p:xfrm>
        <a:graphic>
          <a:graphicData uri="http://schemas.openxmlformats.org/presentationml/2006/ole">
            <mc:AlternateContent xmlns:mc="http://schemas.openxmlformats.org/markup-compatibility/2006">
              <mc:Choice xmlns:v="urn:schemas-microsoft-com:vml" Requires="v">
                <p:oleObj name="Equation" r:id="rId10" imgW="787400" imgH="419100" progId="Equation.DSMT4">
                  <p:embed/>
                </p:oleObj>
              </mc:Choice>
              <mc:Fallback>
                <p:oleObj name="Equation" r:id="rId10" imgW="787400" imgH="419100" progId="Equation.DSMT4">
                  <p:embed/>
                  <p:pic>
                    <p:nvPicPr>
                      <p:cNvPr id="0" name="Object 41"/>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25488" y="5664200"/>
                        <a:ext cx="2106612" cy="1117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2" name="Object 42"/>
          <p:cNvGraphicFramePr>
            <a:graphicFrameLocks noChangeAspect="1"/>
          </p:cNvGraphicFramePr>
          <p:nvPr>
            <p:extLst>
              <p:ext uri="{D42A27DB-BD31-4B8C-83A1-F6EECF244321}">
                <p14:modId xmlns:p14="http://schemas.microsoft.com/office/powerpoint/2010/main" val="3396059964"/>
              </p:ext>
            </p:extLst>
          </p:nvPr>
        </p:nvGraphicFramePr>
        <p:xfrm>
          <a:off x="4913313" y="4519612"/>
          <a:ext cx="3265487" cy="1119188"/>
        </p:xfrm>
        <a:graphic>
          <a:graphicData uri="http://schemas.openxmlformats.org/presentationml/2006/ole">
            <mc:AlternateContent xmlns:mc="http://schemas.openxmlformats.org/markup-compatibility/2006">
              <mc:Choice xmlns:v="urn:schemas-microsoft-com:vml" Requires="v">
                <p:oleObj name="Equation" r:id="rId12" imgW="1219200" imgH="419100" progId="Equation.DSMT4">
                  <p:embed/>
                </p:oleObj>
              </mc:Choice>
              <mc:Fallback>
                <p:oleObj name="Equation" r:id="rId12" imgW="1219200" imgH="419100" progId="Equation.DSMT4">
                  <p:embed/>
                  <p:pic>
                    <p:nvPicPr>
                      <p:cNvPr id="0" name="Object 42"/>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913313" y="4519612"/>
                        <a:ext cx="3265487" cy="1119188"/>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3" name="Object 44"/>
          <p:cNvGraphicFramePr>
            <a:graphicFrameLocks noChangeAspect="1"/>
          </p:cNvGraphicFramePr>
          <p:nvPr>
            <p:extLst>
              <p:ext uri="{D42A27DB-BD31-4B8C-83A1-F6EECF244321}">
                <p14:modId xmlns:p14="http://schemas.microsoft.com/office/powerpoint/2010/main" val="568341339"/>
              </p:ext>
            </p:extLst>
          </p:nvPr>
        </p:nvGraphicFramePr>
        <p:xfrm>
          <a:off x="4892675" y="5868987"/>
          <a:ext cx="1241425" cy="800100"/>
        </p:xfrm>
        <a:graphic>
          <a:graphicData uri="http://schemas.openxmlformats.org/presentationml/2006/ole">
            <mc:AlternateContent xmlns:mc="http://schemas.openxmlformats.org/markup-compatibility/2006">
              <mc:Choice xmlns:v="urn:schemas-microsoft-com:vml" Requires="v">
                <p:oleObj name="Equation" r:id="rId14" imgW="647700" imgH="419100" progId="Equation.DSMT4">
                  <p:embed/>
                </p:oleObj>
              </mc:Choice>
              <mc:Fallback>
                <p:oleObj name="Equation" r:id="rId14" imgW="647700" imgH="419100" progId="Equation.DSMT4">
                  <p:embed/>
                  <p:pic>
                    <p:nvPicPr>
                      <p:cNvPr id="0" name="Object 44"/>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892675" y="5868987"/>
                        <a:ext cx="1241425" cy="800100"/>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4" name="Text Box 45"/>
          <p:cNvSpPr txBox="1">
            <a:spLocks noChangeArrowheads="1"/>
          </p:cNvSpPr>
          <p:nvPr/>
        </p:nvSpPr>
        <p:spPr bwMode="auto">
          <a:xfrm>
            <a:off x="6194425" y="5867400"/>
            <a:ext cx="2425700" cy="522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en-US" sz="2800" b="1">
                <a:solidFill>
                  <a:srgbClr val="001746"/>
                </a:solidFill>
                <a:latin typeface="Times New Roman" pitchFamily="18" charset="0"/>
              </a:rPr>
              <a:t>: hằng số Hall</a:t>
            </a:r>
          </a:p>
        </p:txBody>
      </p:sp>
      <p:sp>
        <p:nvSpPr>
          <p:cNvPr id="35" name="Right Arrow 34"/>
          <p:cNvSpPr/>
          <p:nvPr/>
        </p:nvSpPr>
        <p:spPr>
          <a:xfrm rot="19578845">
            <a:off x="2908959" y="5557459"/>
            <a:ext cx="1930400" cy="169863"/>
          </a:xfrm>
          <a:prstGeom prst="rightArrow">
            <a:avLst/>
          </a:prstGeom>
          <a:solidFill>
            <a:srgbClr val="F7741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srgbClr val="F77411"/>
              </a:solidFill>
            </a:endParaRPr>
          </a:p>
        </p:txBody>
      </p:sp>
      <p:sp>
        <p:nvSpPr>
          <p:cNvPr id="2" name="Footer Placeholder 1">
            <a:extLst>
              <a:ext uri="{FF2B5EF4-FFF2-40B4-BE49-F238E27FC236}">
                <a16:creationId xmlns:a16="http://schemas.microsoft.com/office/drawing/2014/main" id="{7CDD7FA9-74D6-D26D-364B-CB4BC45BF499}"/>
              </a:ext>
            </a:extLst>
          </p:cNvPr>
          <p:cNvSpPr>
            <a:spLocks noGrp="1"/>
          </p:cNvSpPr>
          <p:nvPr>
            <p:ph type="ftr" sz="quarter" idx="11"/>
          </p:nvPr>
        </p:nvSpPr>
        <p:spPr/>
        <p:txBody>
          <a:bodyPr/>
          <a:lstStyle/>
          <a:p>
            <a:pPr>
              <a:defRPr/>
            </a:pPr>
            <a:r>
              <a:rPr lang="en-US"/>
              <a:t>Bùi Quốc Trung - VLDC</a:t>
            </a:r>
          </a:p>
        </p:txBody>
      </p:sp>
      <p:sp>
        <p:nvSpPr>
          <p:cNvPr id="3" name="Slide Number Placeholder 2">
            <a:extLst>
              <a:ext uri="{FF2B5EF4-FFF2-40B4-BE49-F238E27FC236}">
                <a16:creationId xmlns:a16="http://schemas.microsoft.com/office/drawing/2014/main" id="{E4B8E16D-E0AA-4C0E-488B-4A3724916830}"/>
              </a:ext>
            </a:extLst>
          </p:cNvPr>
          <p:cNvSpPr>
            <a:spLocks noGrp="1"/>
          </p:cNvSpPr>
          <p:nvPr>
            <p:ph type="sldNum" sz="quarter" idx="12"/>
          </p:nvPr>
        </p:nvSpPr>
        <p:spPr/>
        <p:txBody>
          <a:bodyPr/>
          <a:lstStyle/>
          <a:p>
            <a:pPr>
              <a:defRPr/>
            </a:pPr>
            <a:fld id="{89293DEA-2A20-4A48-AEC7-CF8D592A212C}" type="slidenum">
              <a:rPr lang="en-US" smtClean="0"/>
              <a:pPr>
                <a:defRPr/>
              </a:pPr>
              <a:t>52</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8" presetClass="entr" presetSubtype="1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amond(in)">
                                      <p:cBhvr>
                                        <p:cTn id="7" dur="2000"/>
                                        <p:tgtEl>
                                          <p:spTgt spid="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wipe(up)">
                                      <p:cBhvr>
                                        <p:cTn id="12" dur="500"/>
                                        <p:tgtEl>
                                          <p:spTgt spid="20"/>
                                        </p:tgtEl>
                                      </p:cBhvr>
                                    </p:animEffect>
                                  </p:childTnLst>
                                </p:cTn>
                              </p:par>
                            </p:childTnLst>
                          </p:cTn>
                        </p:par>
                        <p:par>
                          <p:cTn id="13" fill="hold" nodeType="afterGroup">
                            <p:stCondLst>
                              <p:cond delay="500"/>
                            </p:stCondLst>
                            <p:childTnLst>
                              <p:par>
                                <p:cTn id="14" presetID="5" presetClass="entr" presetSubtype="10" fill="hold" nodeType="afterEffect">
                                  <p:stCondLst>
                                    <p:cond delay="0"/>
                                  </p:stCondLst>
                                  <p:childTnLst>
                                    <p:set>
                                      <p:cBhvr>
                                        <p:cTn id="15" dur="1" fill="hold">
                                          <p:stCondLst>
                                            <p:cond delay="0"/>
                                          </p:stCondLst>
                                        </p:cTn>
                                        <p:tgtEl>
                                          <p:spTgt spid="23"/>
                                        </p:tgtEl>
                                        <p:attrNameLst>
                                          <p:attrName>style.visibility</p:attrName>
                                        </p:attrNameLst>
                                      </p:cBhvr>
                                      <p:to>
                                        <p:strVal val="visible"/>
                                      </p:to>
                                    </p:set>
                                    <p:animEffect transition="in" filter="checkerboard(across)">
                                      <p:cBhvr>
                                        <p:cTn id="16" dur="500"/>
                                        <p:tgtEl>
                                          <p:spTgt spid="23"/>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5" presetClass="entr" presetSubtype="10" fill="hold" grpId="0" nodeType="clickEffect">
                                  <p:stCondLst>
                                    <p:cond delay="0"/>
                                  </p:stCondLst>
                                  <p:childTnLst>
                                    <p:set>
                                      <p:cBhvr>
                                        <p:cTn id="20" dur="1" fill="hold">
                                          <p:stCondLst>
                                            <p:cond delay="0"/>
                                          </p:stCondLst>
                                        </p:cTn>
                                        <p:tgtEl>
                                          <p:spTgt spid="26"/>
                                        </p:tgtEl>
                                        <p:attrNameLst>
                                          <p:attrName>style.visibility</p:attrName>
                                        </p:attrNameLst>
                                      </p:cBhvr>
                                      <p:to>
                                        <p:strVal val="visible"/>
                                      </p:to>
                                    </p:set>
                                    <p:animEffect transition="in" filter="checkerboard(across)">
                                      <p:cBhvr>
                                        <p:cTn id="21" dur="500"/>
                                        <p:tgtEl>
                                          <p:spTgt spid="26"/>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5" presetClass="entr" presetSubtype="10" fill="hold" grpId="0" nodeType="clickEffect">
                                  <p:stCondLst>
                                    <p:cond delay="0"/>
                                  </p:stCondLst>
                                  <p:childTnLst>
                                    <p:set>
                                      <p:cBhvr>
                                        <p:cTn id="25" dur="1" fill="hold">
                                          <p:stCondLst>
                                            <p:cond delay="0"/>
                                          </p:stCondLst>
                                        </p:cTn>
                                        <p:tgtEl>
                                          <p:spTgt spid="27"/>
                                        </p:tgtEl>
                                        <p:attrNameLst>
                                          <p:attrName>style.visibility</p:attrName>
                                        </p:attrNameLst>
                                      </p:cBhvr>
                                      <p:to>
                                        <p:strVal val="visible"/>
                                      </p:to>
                                    </p:set>
                                    <p:animEffect transition="in" filter="checkerboard(across)">
                                      <p:cBhvr>
                                        <p:cTn id="26" dur="500"/>
                                        <p:tgtEl>
                                          <p:spTgt spid="27"/>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8" presetClass="entr" presetSubtype="16" fill="hold" grpId="0" nodeType="clickEffect">
                                  <p:stCondLst>
                                    <p:cond delay="0"/>
                                  </p:stCondLst>
                                  <p:childTnLst>
                                    <p:set>
                                      <p:cBhvr>
                                        <p:cTn id="30" dur="1" fill="hold">
                                          <p:stCondLst>
                                            <p:cond delay="0"/>
                                          </p:stCondLst>
                                        </p:cTn>
                                        <p:tgtEl>
                                          <p:spTgt spid="29"/>
                                        </p:tgtEl>
                                        <p:attrNameLst>
                                          <p:attrName>style.visibility</p:attrName>
                                        </p:attrNameLst>
                                      </p:cBhvr>
                                      <p:to>
                                        <p:strVal val="visible"/>
                                      </p:to>
                                    </p:set>
                                    <p:animEffect transition="in" filter="diamond(in)">
                                      <p:cBhvr>
                                        <p:cTn id="31" dur="2000"/>
                                        <p:tgtEl>
                                          <p:spTgt spid="29"/>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5" presetClass="entr" presetSubtype="10" fill="hold" nodeType="clickEffect">
                                  <p:stCondLst>
                                    <p:cond delay="0"/>
                                  </p:stCondLst>
                                  <p:childTnLst>
                                    <p:set>
                                      <p:cBhvr>
                                        <p:cTn id="35" dur="1" fill="hold">
                                          <p:stCondLst>
                                            <p:cond delay="0"/>
                                          </p:stCondLst>
                                        </p:cTn>
                                        <p:tgtEl>
                                          <p:spTgt spid="28"/>
                                        </p:tgtEl>
                                        <p:attrNameLst>
                                          <p:attrName>style.visibility</p:attrName>
                                        </p:attrNameLst>
                                      </p:cBhvr>
                                      <p:to>
                                        <p:strVal val="visible"/>
                                      </p:to>
                                    </p:set>
                                    <p:animEffect transition="in" filter="checkerboard(across)">
                                      <p:cBhvr>
                                        <p:cTn id="36" dur="500"/>
                                        <p:tgtEl>
                                          <p:spTgt spid="28"/>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5" presetClass="entr" presetSubtype="10" fill="hold" nodeType="clickEffect">
                                  <p:stCondLst>
                                    <p:cond delay="0"/>
                                  </p:stCondLst>
                                  <p:childTnLst>
                                    <p:set>
                                      <p:cBhvr>
                                        <p:cTn id="40" dur="1" fill="hold">
                                          <p:stCondLst>
                                            <p:cond delay="0"/>
                                          </p:stCondLst>
                                        </p:cTn>
                                        <p:tgtEl>
                                          <p:spTgt spid="30"/>
                                        </p:tgtEl>
                                        <p:attrNameLst>
                                          <p:attrName>style.visibility</p:attrName>
                                        </p:attrNameLst>
                                      </p:cBhvr>
                                      <p:to>
                                        <p:strVal val="visible"/>
                                      </p:to>
                                    </p:set>
                                    <p:animEffect transition="in" filter="checkerboard(across)">
                                      <p:cBhvr>
                                        <p:cTn id="41" dur="500"/>
                                        <p:tgtEl>
                                          <p:spTgt spid="30"/>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5" presetClass="entr" presetSubtype="10" fill="hold" nodeType="clickEffect">
                                  <p:stCondLst>
                                    <p:cond delay="0"/>
                                  </p:stCondLst>
                                  <p:childTnLst>
                                    <p:set>
                                      <p:cBhvr>
                                        <p:cTn id="45" dur="1" fill="hold">
                                          <p:stCondLst>
                                            <p:cond delay="0"/>
                                          </p:stCondLst>
                                        </p:cTn>
                                        <p:tgtEl>
                                          <p:spTgt spid="31"/>
                                        </p:tgtEl>
                                        <p:attrNameLst>
                                          <p:attrName>style.visibility</p:attrName>
                                        </p:attrNameLst>
                                      </p:cBhvr>
                                      <p:to>
                                        <p:strVal val="visible"/>
                                      </p:to>
                                    </p:set>
                                    <p:animEffect transition="in" filter="checkerboard(across)">
                                      <p:cBhvr>
                                        <p:cTn id="46" dur="500"/>
                                        <p:tgtEl>
                                          <p:spTgt spid="31"/>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8" presetClass="entr" presetSubtype="16" fill="hold" grpId="0" nodeType="clickEffect">
                                  <p:stCondLst>
                                    <p:cond delay="0"/>
                                  </p:stCondLst>
                                  <p:childTnLst>
                                    <p:set>
                                      <p:cBhvr>
                                        <p:cTn id="50" dur="1" fill="hold">
                                          <p:stCondLst>
                                            <p:cond delay="0"/>
                                          </p:stCondLst>
                                        </p:cTn>
                                        <p:tgtEl>
                                          <p:spTgt spid="35"/>
                                        </p:tgtEl>
                                        <p:attrNameLst>
                                          <p:attrName>style.visibility</p:attrName>
                                        </p:attrNameLst>
                                      </p:cBhvr>
                                      <p:to>
                                        <p:strVal val="visible"/>
                                      </p:to>
                                    </p:set>
                                    <p:animEffect transition="in" filter="diamond(in)">
                                      <p:cBhvr>
                                        <p:cTn id="51" dur="500"/>
                                        <p:tgtEl>
                                          <p:spTgt spid="35"/>
                                        </p:tgtEl>
                                      </p:cBhvr>
                                    </p:animEffect>
                                  </p:childTnLst>
                                </p:cTn>
                              </p:par>
                            </p:childTnLst>
                          </p:cTn>
                        </p:par>
                        <p:par>
                          <p:cTn id="52" fill="hold" nodeType="afterGroup">
                            <p:stCondLst>
                              <p:cond delay="500"/>
                            </p:stCondLst>
                            <p:childTnLst>
                              <p:par>
                                <p:cTn id="53" presetID="5" presetClass="entr" presetSubtype="10" fill="hold" nodeType="afterEffect">
                                  <p:stCondLst>
                                    <p:cond delay="0"/>
                                  </p:stCondLst>
                                  <p:childTnLst>
                                    <p:set>
                                      <p:cBhvr>
                                        <p:cTn id="54" dur="1" fill="hold">
                                          <p:stCondLst>
                                            <p:cond delay="0"/>
                                          </p:stCondLst>
                                        </p:cTn>
                                        <p:tgtEl>
                                          <p:spTgt spid="32"/>
                                        </p:tgtEl>
                                        <p:attrNameLst>
                                          <p:attrName>style.visibility</p:attrName>
                                        </p:attrNameLst>
                                      </p:cBhvr>
                                      <p:to>
                                        <p:strVal val="visible"/>
                                      </p:to>
                                    </p:set>
                                    <p:animEffect transition="in" filter="checkerboard(across)">
                                      <p:cBhvr>
                                        <p:cTn id="55" dur="500"/>
                                        <p:tgtEl>
                                          <p:spTgt spid="32"/>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5" presetClass="entr" presetSubtype="10" fill="hold" nodeType="clickEffect">
                                  <p:stCondLst>
                                    <p:cond delay="0"/>
                                  </p:stCondLst>
                                  <p:childTnLst>
                                    <p:set>
                                      <p:cBhvr>
                                        <p:cTn id="59" dur="1" fill="hold">
                                          <p:stCondLst>
                                            <p:cond delay="0"/>
                                          </p:stCondLst>
                                        </p:cTn>
                                        <p:tgtEl>
                                          <p:spTgt spid="33"/>
                                        </p:tgtEl>
                                        <p:attrNameLst>
                                          <p:attrName>style.visibility</p:attrName>
                                        </p:attrNameLst>
                                      </p:cBhvr>
                                      <p:to>
                                        <p:strVal val="visible"/>
                                      </p:to>
                                    </p:set>
                                    <p:animEffect transition="in" filter="checkerboard(across)">
                                      <p:cBhvr>
                                        <p:cTn id="60" dur="500"/>
                                        <p:tgtEl>
                                          <p:spTgt spid="33"/>
                                        </p:tgtEl>
                                      </p:cBhvr>
                                    </p:animEffect>
                                  </p:childTnLst>
                                </p:cTn>
                              </p:par>
                            </p:childTnLst>
                          </p:cTn>
                        </p:par>
                        <p:par>
                          <p:cTn id="61" fill="hold" nodeType="afterGroup">
                            <p:stCondLst>
                              <p:cond delay="500"/>
                            </p:stCondLst>
                            <p:childTnLst>
                              <p:par>
                                <p:cTn id="62" presetID="8" presetClass="entr" presetSubtype="16" fill="hold" grpId="0" nodeType="afterEffect">
                                  <p:stCondLst>
                                    <p:cond delay="0"/>
                                  </p:stCondLst>
                                  <p:childTnLst>
                                    <p:set>
                                      <p:cBhvr>
                                        <p:cTn id="63" dur="1" fill="hold">
                                          <p:stCondLst>
                                            <p:cond delay="0"/>
                                          </p:stCondLst>
                                        </p:cTn>
                                        <p:tgtEl>
                                          <p:spTgt spid="34"/>
                                        </p:tgtEl>
                                        <p:attrNameLst>
                                          <p:attrName>style.visibility</p:attrName>
                                        </p:attrNameLst>
                                      </p:cBhvr>
                                      <p:to>
                                        <p:strVal val="visible"/>
                                      </p:to>
                                    </p:set>
                                    <p:animEffect transition="in" filter="diamond(in)">
                                      <p:cBhvr>
                                        <p:cTn id="64" dur="20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27" grpId="0"/>
      <p:bldP spid="29" grpId="0"/>
      <p:bldP spid="34" grpId="0"/>
      <p:bldP spid="35"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bwMode="auto">
          <a:xfrm>
            <a:off x="533400" y="76200"/>
            <a:ext cx="4419600" cy="381000"/>
          </a:xfrm>
          <a:prstGeom prst="rect">
            <a:avLst/>
          </a:prstGeom>
          <a:noFill/>
          <a:ln w="9525">
            <a:noFill/>
            <a:miter lim="800000"/>
            <a:headEnd/>
            <a:tailEnd/>
          </a:ln>
        </p:spPr>
        <p:txBody>
          <a:bodyPr lIns="0" rIns="0" bIns="0" anchor="b"/>
          <a:lstStyle/>
          <a:p>
            <a:pPr>
              <a:spcBef>
                <a:spcPts val="0"/>
              </a:spcBef>
              <a:defRPr/>
            </a:pPr>
            <a:r>
              <a:rPr lang="en-US" sz="2400" b="1">
                <a:solidFill>
                  <a:srgbClr val="002060"/>
                </a:solidFill>
                <a:latin typeface="Times New Roman" pitchFamily="18" charset="0"/>
                <a:ea typeface="+mj-ea"/>
                <a:cs typeface="Times New Roman" pitchFamily="18" charset="0"/>
              </a:rPr>
              <a:t>3.5 </a:t>
            </a:r>
            <a:r>
              <a:rPr lang="en-US" sz="2400" b="1"/>
              <a:t>TƯƠNG QUAN ĐIỆN – TỪ</a:t>
            </a:r>
            <a:endParaRPr lang="en-US" sz="2400" b="1" dirty="0">
              <a:solidFill>
                <a:srgbClr val="002060"/>
              </a:solidFill>
              <a:latin typeface="Times New Roman" pitchFamily="18" charset="0"/>
              <a:ea typeface="+mj-ea"/>
              <a:cs typeface="Times New Roman" pitchFamily="18" charset="0"/>
            </a:endParaRPr>
          </a:p>
        </p:txBody>
      </p:sp>
      <p:graphicFrame>
        <p:nvGraphicFramePr>
          <p:cNvPr id="34" name="Group 3"/>
          <p:cNvGraphicFramePr>
            <a:graphicFrameLocks noGrp="1"/>
          </p:cNvGraphicFramePr>
          <p:nvPr>
            <p:ph idx="1"/>
          </p:nvPr>
        </p:nvGraphicFramePr>
        <p:xfrm>
          <a:off x="250825" y="704850"/>
          <a:ext cx="8686800" cy="5657851"/>
        </p:xfrm>
        <a:graphic>
          <a:graphicData uri="http://schemas.openxmlformats.org/drawingml/2006/table">
            <a:tbl>
              <a:tblPr/>
              <a:tblGrid>
                <a:gridCol w="4337050">
                  <a:extLst>
                    <a:ext uri="{9D8B030D-6E8A-4147-A177-3AD203B41FA5}">
                      <a16:colId xmlns:a16="http://schemas.microsoft.com/office/drawing/2014/main" val="20000"/>
                    </a:ext>
                  </a:extLst>
                </a:gridCol>
                <a:gridCol w="4349750">
                  <a:extLst>
                    <a:ext uri="{9D8B030D-6E8A-4147-A177-3AD203B41FA5}">
                      <a16:colId xmlns:a16="http://schemas.microsoft.com/office/drawing/2014/main" val="20001"/>
                    </a:ext>
                  </a:extLst>
                </a:gridCol>
              </a:tblGrid>
              <a:tr h="51823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a:ln>
                            <a:noFill/>
                          </a:ln>
                          <a:solidFill>
                            <a:srgbClr val="800000"/>
                          </a:solidFill>
                          <a:effectLst/>
                          <a:latin typeface="Times New Roman" pitchFamily="18" charset="0"/>
                        </a:rPr>
                        <a:t>ĐIỆN</a:t>
                      </a:r>
                    </a:p>
                  </a:txBody>
                  <a:tcPr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a:ln>
                            <a:noFill/>
                          </a:ln>
                          <a:solidFill>
                            <a:srgbClr val="800000"/>
                          </a:solidFill>
                          <a:effectLst/>
                          <a:latin typeface="Times New Roman" pitchFamily="18" charset="0"/>
                        </a:rPr>
                        <a:t>TỪ</a:t>
                      </a:r>
                    </a:p>
                  </a:txBody>
                  <a:tcPr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03036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1" i="0" u="none" strike="noStrike" cap="none" normalizeH="0" baseline="0">
                        <a:ln>
                          <a:noFill/>
                        </a:ln>
                        <a:solidFill>
                          <a:srgbClr val="FF0000"/>
                        </a:solidFill>
                        <a:effectLst/>
                        <a:latin typeface="Times New Roman" pitchFamily="18" charset="0"/>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1" i="0" u="none" strike="noStrike" cap="none" normalizeH="0" baseline="0">
                        <a:ln>
                          <a:noFill/>
                        </a:ln>
                        <a:solidFill>
                          <a:srgbClr val="FF0000"/>
                        </a:solidFill>
                        <a:effectLst/>
                        <a:latin typeface="Times New Roman" pitchFamily="18" charset="0"/>
                      </a:endParaRPr>
                    </a:p>
                  </a:txBody>
                  <a:tcPr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542496">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1" i="0" u="none" strike="noStrike" cap="none" normalizeH="0" baseline="0">
                        <a:ln>
                          <a:noFill/>
                        </a:ln>
                        <a:solidFill>
                          <a:srgbClr val="0000FF"/>
                        </a:solidFill>
                        <a:effectLst/>
                        <a:latin typeface="Times New Roman" pitchFamily="18" charset="0"/>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1" i="0" u="none" strike="noStrike" cap="none" normalizeH="0" baseline="0">
                        <a:ln>
                          <a:noFill/>
                        </a:ln>
                        <a:solidFill>
                          <a:srgbClr val="0000FF"/>
                        </a:solidFill>
                        <a:effectLst/>
                        <a:latin typeface="Times New Roman" pitchFamily="18" charset="0"/>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1" i="0" u="none" strike="noStrike" cap="none" normalizeH="0" baseline="0">
                        <a:ln>
                          <a:noFill/>
                        </a:ln>
                        <a:solidFill>
                          <a:srgbClr val="0000FF"/>
                        </a:solidFill>
                        <a:effectLst/>
                        <a:latin typeface="Times New Roman" pitchFamily="18" charset="0"/>
                      </a:endParaRPr>
                    </a:p>
                  </a:txBody>
                  <a:tcPr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56676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1" i="0" u="none" strike="noStrike" cap="none" normalizeH="0" baseline="0">
                        <a:ln>
                          <a:noFill/>
                        </a:ln>
                        <a:solidFill>
                          <a:srgbClr val="0000FF"/>
                        </a:solidFill>
                        <a:effectLst/>
                        <a:latin typeface="Times New Roman" pitchFamily="18" charset="0"/>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1" i="0" u="none" strike="noStrike" cap="none" normalizeH="0" baseline="0">
                        <a:ln>
                          <a:noFill/>
                        </a:ln>
                        <a:solidFill>
                          <a:srgbClr val="0000FF"/>
                        </a:solidFill>
                        <a:effectLst/>
                        <a:latin typeface="Times New Roman" pitchFamily="18" charset="0"/>
                      </a:endParaRPr>
                    </a:p>
                  </a:txBody>
                  <a:tcPr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36" name="Text Box 20"/>
          <p:cNvSpPr txBox="1">
            <a:spLocks noChangeArrowheads="1"/>
          </p:cNvSpPr>
          <p:nvPr/>
        </p:nvSpPr>
        <p:spPr bwMode="auto">
          <a:xfrm>
            <a:off x="395288" y="1258888"/>
            <a:ext cx="4017962"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en-US" sz="2800">
                <a:latin typeface="Times New Roman" pitchFamily="18" charset="0"/>
              </a:rPr>
              <a:t>Xung quanh </a:t>
            </a:r>
            <a:r>
              <a:rPr lang="en-US" sz="2800" b="1">
                <a:solidFill>
                  <a:srgbClr val="0000FF"/>
                </a:solidFill>
                <a:latin typeface="Times New Roman" pitchFamily="18" charset="0"/>
              </a:rPr>
              <a:t>điện tích</a:t>
            </a:r>
            <a:r>
              <a:rPr lang="en-US" sz="2800">
                <a:latin typeface="Times New Roman" pitchFamily="18" charset="0"/>
              </a:rPr>
              <a:t> có </a:t>
            </a:r>
            <a:r>
              <a:rPr lang="en-US" sz="2800" b="1">
                <a:solidFill>
                  <a:srgbClr val="FF0000"/>
                </a:solidFill>
                <a:latin typeface="Times New Roman" pitchFamily="18" charset="0"/>
              </a:rPr>
              <a:t>điện trường</a:t>
            </a:r>
          </a:p>
        </p:txBody>
      </p:sp>
      <p:sp>
        <p:nvSpPr>
          <p:cNvPr id="37" name="Text Box 21"/>
          <p:cNvSpPr txBox="1">
            <a:spLocks noChangeArrowheads="1"/>
          </p:cNvSpPr>
          <p:nvPr/>
        </p:nvSpPr>
        <p:spPr bwMode="auto">
          <a:xfrm>
            <a:off x="4643438" y="1268413"/>
            <a:ext cx="3787775"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20000"/>
              </a:spcBef>
            </a:pPr>
            <a:r>
              <a:rPr lang="en-US" sz="2800">
                <a:latin typeface="Times New Roman" pitchFamily="18" charset="0"/>
              </a:rPr>
              <a:t>Xung quanh </a:t>
            </a:r>
            <a:r>
              <a:rPr lang="en-US" sz="2800" b="1">
                <a:solidFill>
                  <a:srgbClr val="0000FF"/>
                </a:solidFill>
                <a:latin typeface="Times New Roman" pitchFamily="18" charset="0"/>
              </a:rPr>
              <a:t>dòng điện</a:t>
            </a:r>
            <a:r>
              <a:rPr lang="en-US" sz="2800">
                <a:latin typeface="Times New Roman" pitchFamily="18" charset="0"/>
              </a:rPr>
              <a:t> có </a:t>
            </a:r>
            <a:r>
              <a:rPr lang="en-US" sz="2800" b="1">
                <a:solidFill>
                  <a:srgbClr val="FF0000"/>
                </a:solidFill>
                <a:latin typeface="Times New Roman" pitchFamily="18" charset="0"/>
              </a:rPr>
              <a:t>từ trường</a:t>
            </a:r>
            <a:r>
              <a:rPr lang="en-US" sz="2800">
                <a:latin typeface="Times New Roman" pitchFamily="18" charset="0"/>
              </a:rPr>
              <a:t>.</a:t>
            </a:r>
          </a:p>
        </p:txBody>
      </p:sp>
      <p:grpSp>
        <p:nvGrpSpPr>
          <p:cNvPr id="38" name="Group 22"/>
          <p:cNvGrpSpPr>
            <a:grpSpLocks/>
          </p:cNvGrpSpPr>
          <p:nvPr/>
        </p:nvGrpSpPr>
        <p:grpSpPr bwMode="auto">
          <a:xfrm>
            <a:off x="395288" y="2276475"/>
            <a:ext cx="4203700" cy="1373188"/>
            <a:chOff x="249" y="1434"/>
            <a:chExt cx="2648" cy="865"/>
          </a:xfrm>
        </p:grpSpPr>
        <p:graphicFrame>
          <p:nvGraphicFramePr>
            <p:cNvPr id="31776" name="Object 23"/>
            <p:cNvGraphicFramePr>
              <a:graphicFrameLocks noChangeAspect="1"/>
            </p:cNvGraphicFramePr>
            <p:nvPr/>
          </p:nvGraphicFramePr>
          <p:xfrm>
            <a:off x="2517" y="1933"/>
            <a:ext cx="380" cy="312"/>
          </p:xfrm>
          <a:graphic>
            <a:graphicData uri="http://schemas.openxmlformats.org/presentationml/2006/ole">
              <mc:AlternateContent xmlns:mc="http://schemas.openxmlformats.org/markup-compatibility/2006">
                <mc:Choice xmlns:v="urn:schemas-microsoft-com:vml" Requires="v">
                  <p:oleObj name="Equation" r:id="rId2" imgW="139639" imgH="203112" progId="Equation.DSMT4">
                    <p:embed/>
                  </p:oleObj>
                </mc:Choice>
                <mc:Fallback>
                  <p:oleObj name="Equation" r:id="rId2" imgW="139639" imgH="203112" progId="Equation.DSMT4">
                    <p:embed/>
                    <p:pic>
                      <p:nvPicPr>
                        <p:cNvPr id="0" name="Object 2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17" y="1933"/>
                          <a:ext cx="380" cy="3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1777" name="Text Box 24"/>
            <p:cNvSpPr txBox="1">
              <a:spLocks noChangeArrowheads="1"/>
            </p:cNvSpPr>
            <p:nvPr/>
          </p:nvSpPr>
          <p:spPr bwMode="auto">
            <a:xfrm>
              <a:off x="249" y="1434"/>
              <a:ext cx="2631" cy="8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en-US" sz="2800">
                  <a:latin typeface="Times New Roman" pitchFamily="18" charset="0"/>
                </a:rPr>
                <a:t>Đặc trưng cho điện trường tại mỗi điểm là </a:t>
              </a:r>
              <a:r>
                <a:rPr lang="en-US" sz="2800" b="1">
                  <a:solidFill>
                    <a:srgbClr val="0000FF"/>
                  </a:solidFill>
                  <a:latin typeface="Times New Roman" pitchFamily="18" charset="0"/>
                </a:rPr>
                <a:t>vectơ cường độ điện trường</a:t>
              </a:r>
            </a:p>
          </p:txBody>
        </p:sp>
      </p:grpSp>
      <p:grpSp>
        <p:nvGrpSpPr>
          <p:cNvPr id="41" name="Group 25"/>
          <p:cNvGrpSpPr>
            <a:grpSpLocks/>
          </p:cNvGrpSpPr>
          <p:nvPr/>
        </p:nvGrpSpPr>
        <p:grpSpPr bwMode="auto">
          <a:xfrm>
            <a:off x="4716463" y="2349500"/>
            <a:ext cx="4103687" cy="1373188"/>
            <a:chOff x="2971" y="1344"/>
            <a:chExt cx="2585" cy="865"/>
          </a:xfrm>
        </p:grpSpPr>
        <p:graphicFrame>
          <p:nvGraphicFramePr>
            <p:cNvPr id="31774" name="Object 26"/>
            <p:cNvGraphicFramePr>
              <a:graphicFrameLocks noChangeAspect="1"/>
            </p:cNvGraphicFramePr>
            <p:nvPr/>
          </p:nvGraphicFramePr>
          <p:xfrm>
            <a:off x="3742" y="1888"/>
            <a:ext cx="415" cy="312"/>
          </p:xfrm>
          <a:graphic>
            <a:graphicData uri="http://schemas.openxmlformats.org/presentationml/2006/ole">
              <mc:AlternateContent xmlns:mc="http://schemas.openxmlformats.org/markup-compatibility/2006">
                <mc:Choice xmlns:v="urn:schemas-microsoft-com:vml" Requires="v">
                  <p:oleObj name="Equation" r:id="rId4" imgW="152268" imgH="203024" progId="Equation.DSMT4">
                    <p:embed/>
                  </p:oleObj>
                </mc:Choice>
                <mc:Fallback>
                  <p:oleObj name="Equation" r:id="rId4" imgW="152268" imgH="203024" progId="Equation.DSMT4">
                    <p:embed/>
                    <p:pic>
                      <p:nvPicPr>
                        <p:cNvPr id="0" name="Object 2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42" y="1888"/>
                          <a:ext cx="415" cy="3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1775" name="Text Box 27"/>
            <p:cNvSpPr txBox="1">
              <a:spLocks noChangeArrowheads="1"/>
            </p:cNvSpPr>
            <p:nvPr/>
          </p:nvSpPr>
          <p:spPr bwMode="auto">
            <a:xfrm>
              <a:off x="2971" y="1344"/>
              <a:ext cx="2585" cy="8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20000"/>
                </a:spcBef>
              </a:pPr>
              <a:r>
                <a:rPr lang="en-US" sz="2800">
                  <a:latin typeface="Times New Roman" pitchFamily="18" charset="0"/>
                </a:rPr>
                <a:t>Đặc trưng cho từ trường tại mỗi điểm là </a:t>
              </a:r>
              <a:r>
                <a:rPr lang="en-US" sz="2800" b="1">
                  <a:solidFill>
                    <a:srgbClr val="0000FF"/>
                  </a:solidFill>
                  <a:latin typeface="Times New Roman" pitchFamily="18" charset="0"/>
                </a:rPr>
                <a:t>vectơ cảm ứng từ</a:t>
              </a:r>
              <a:endParaRPr lang="en-US" sz="2800">
                <a:latin typeface="Times New Roman" pitchFamily="18" charset="0"/>
              </a:endParaRPr>
            </a:p>
          </p:txBody>
        </p:sp>
      </p:grpSp>
      <p:grpSp>
        <p:nvGrpSpPr>
          <p:cNvPr id="45" name="Group 28"/>
          <p:cNvGrpSpPr>
            <a:grpSpLocks/>
          </p:cNvGrpSpPr>
          <p:nvPr/>
        </p:nvGrpSpPr>
        <p:grpSpPr bwMode="auto">
          <a:xfrm>
            <a:off x="395288" y="3932238"/>
            <a:ext cx="3960812" cy="2435225"/>
            <a:chOff x="249" y="2432"/>
            <a:chExt cx="2495" cy="1534"/>
          </a:xfrm>
        </p:grpSpPr>
        <p:graphicFrame>
          <p:nvGraphicFramePr>
            <p:cNvPr id="31772" name="Object 29"/>
            <p:cNvGraphicFramePr>
              <a:graphicFrameLocks noChangeAspect="1"/>
            </p:cNvGraphicFramePr>
            <p:nvPr/>
          </p:nvGraphicFramePr>
          <p:xfrm>
            <a:off x="374" y="3089"/>
            <a:ext cx="2193" cy="877"/>
          </p:xfrm>
          <a:graphic>
            <a:graphicData uri="http://schemas.openxmlformats.org/presentationml/2006/ole">
              <mc:AlternateContent xmlns:mc="http://schemas.openxmlformats.org/markup-compatibility/2006">
                <mc:Choice xmlns:v="urn:schemas-microsoft-com:vml" Requires="v">
                  <p:oleObj name="Equation" r:id="rId6" imgW="1586811" imgH="545863" progId="Equation.DSMT4">
                    <p:embed/>
                  </p:oleObj>
                </mc:Choice>
                <mc:Fallback>
                  <p:oleObj name="Equation" r:id="rId6" imgW="1586811" imgH="545863" progId="Equation.DSMT4">
                    <p:embed/>
                    <p:pic>
                      <p:nvPicPr>
                        <p:cNvPr id="0" name="Object 2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74" y="3089"/>
                          <a:ext cx="2193" cy="8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1773" name="Text Box 30"/>
            <p:cNvSpPr txBox="1">
              <a:spLocks noChangeArrowheads="1"/>
            </p:cNvSpPr>
            <p:nvPr/>
          </p:nvSpPr>
          <p:spPr bwMode="auto">
            <a:xfrm>
              <a:off x="249" y="2432"/>
              <a:ext cx="2495" cy="5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20000"/>
                </a:spcBef>
              </a:pPr>
              <a:r>
                <a:rPr lang="en-US" sz="2800">
                  <a:latin typeface="Times New Roman" pitchFamily="18" charset="0"/>
                </a:rPr>
                <a:t>Vectơ cđđt gây bởi một </a:t>
              </a:r>
              <a:r>
                <a:rPr lang="en-US" sz="2800" b="1">
                  <a:solidFill>
                    <a:srgbClr val="0000FF"/>
                  </a:solidFill>
                  <a:latin typeface="Times New Roman" pitchFamily="18" charset="0"/>
                </a:rPr>
                <a:t>điện tích điểm</a:t>
              </a:r>
              <a:r>
                <a:rPr lang="en-US" sz="2800">
                  <a:latin typeface="Times New Roman" pitchFamily="18" charset="0"/>
                </a:rPr>
                <a:t>:</a:t>
              </a:r>
            </a:p>
          </p:txBody>
        </p:sp>
      </p:grpSp>
      <p:grpSp>
        <p:nvGrpSpPr>
          <p:cNvPr id="48" name="Group 31"/>
          <p:cNvGrpSpPr>
            <a:grpSpLocks/>
          </p:cNvGrpSpPr>
          <p:nvPr/>
        </p:nvGrpSpPr>
        <p:grpSpPr bwMode="auto">
          <a:xfrm>
            <a:off x="4643438" y="3995738"/>
            <a:ext cx="4249737" cy="1954212"/>
            <a:chOff x="2925" y="2517"/>
            <a:chExt cx="2677" cy="1231"/>
          </a:xfrm>
        </p:grpSpPr>
        <p:graphicFrame>
          <p:nvGraphicFramePr>
            <p:cNvPr id="31770" name="Object 32"/>
            <p:cNvGraphicFramePr>
              <a:graphicFrameLocks noChangeAspect="1"/>
            </p:cNvGraphicFramePr>
            <p:nvPr/>
          </p:nvGraphicFramePr>
          <p:xfrm>
            <a:off x="3225" y="3150"/>
            <a:ext cx="1515" cy="598"/>
          </p:xfrm>
          <a:graphic>
            <a:graphicData uri="http://schemas.openxmlformats.org/presentationml/2006/ole">
              <mc:AlternateContent xmlns:mc="http://schemas.openxmlformats.org/markup-compatibility/2006">
                <mc:Choice xmlns:v="urn:schemas-microsoft-com:vml" Requires="v">
                  <p:oleObj name="Equation" r:id="rId8" imgW="1193282" imgH="406224" progId="Equation.DSMT4">
                    <p:embed/>
                  </p:oleObj>
                </mc:Choice>
                <mc:Fallback>
                  <p:oleObj name="Equation" r:id="rId8" imgW="1193282" imgH="406224" progId="Equation.DSMT4">
                    <p:embed/>
                    <p:pic>
                      <p:nvPicPr>
                        <p:cNvPr id="0" name="Object 3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225" y="3150"/>
                          <a:ext cx="1515" cy="59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1771" name="Text Box 33"/>
            <p:cNvSpPr txBox="1">
              <a:spLocks noChangeArrowheads="1"/>
            </p:cNvSpPr>
            <p:nvPr/>
          </p:nvSpPr>
          <p:spPr bwMode="auto">
            <a:xfrm>
              <a:off x="2925" y="2517"/>
              <a:ext cx="2677" cy="5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en-US" sz="2800">
                  <a:latin typeface="Times New Roman" pitchFamily="18" charset="0"/>
                </a:rPr>
                <a:t>Vectơ cảm ứng từ gây bởi một </a:t>
              </a:r>
              <a:r>
                <a:rPr lang="en-US" sz="2800" b="1">
                  <a:solidFill>
                    <a:srgbClr val="0000FF"/>
                  </a:solidFill>
                  <a:latin typeface="Times New Roman" pitchFamily="18" charset="0"/>
                </a:rPr>
                <a:t>yếu tố dòng điện:</a:t>
              </a:r>
            </a:p>
          </p:txBody>
        </p:sp>
      </p:grpSp>
      <p:sp>
        <p:nvSpPr>
          <p:cNvPr id="3" name="Footer Placeholder 2">
            <a:extLst>
              <a:ext uri="{FF2B5EF4-FFF2-40B4-BE49-F238E27FC236}">
                <a16:creationId xmlns:a16="http://schemas.microsoft.com/office/drawing/2014/main" id="{903D3729-7E8E-3CAF-7148-541C2311DDDE}"/>
              </a:ext>
            </a:extLst>
          </p:cNvPr>
          <p:cNvSpPr>
            <a:spLocks noGrp="1"/>
          </p:cNvSpPr>
          <p:nvPr>
            <p:ph type="ftr" sz="quarter" idx="11"/>
          </p:nvPr>
        </p:nvSpPr>
        <p:spPr/>
        <p:txBody>
          <a:bodyPr/>
          <a:lstStyle/>
          <a:p>
            <a:pPr>
              <a:defRPr/>
            </a:pPr>
            <a:r>
              <a:rPr lang="en-US"/>
              <a:t>Bùi Quốc Trung - VLDC</a:t>
            </a:r>
          </a:p>
        </p:txBody>
      </p:sp>
      <p:sp>
        <p:nvSpPr>
          <p:cNvPr id="4" name="Slide Number Placeholder 3">
            <a:extLst>
              <a:ext uri="{FF2B5EF4-FFF2-40B4-BE49-F238E27FC236}">
                <a16:creationId xmlns:a16="http://schemas.microsoft.com/office/drawing/2014/main" id="{758778C5-7A86-53FC-897D-443B070163C3}"/>
              </a:ext>
            </a:extLst>
          </p:cNvPr>
          <p:cNvSpPr>
            <a:spLocks noGrp="1"/>
          </p:cNvSpPr>
          <p:nvPr>
            <p:ph type="sldNum" sz="quarter" idx="12"/>
          </p:nvPr>
        </p:nvSpPr>
        <p:spPr/>
        <p:txBody>
          <a:bodyPr/>
          <a:lstStyle/>
          <a:p>
            <a:pPr>
              <a:defRPr/>
            </a:pPr>
            <a:fld id="{DA0BBFDE-23F6-4D0C-90FC-3AED58BCB197}" type="slidenum">
              <a:rPr lang="en-US" smtClean="0"/>
              <a:pPr>
                <a:defRPr/>
              </a:pPr>
              <a:t>53</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6"/>
                                        </p:tgtEl>
                                        <p:attrNameLst>
                                          <p:attrName>style.visibility</p:attrName>
                                        </p:attrNameLst>
                                      </p:cBhvr>
                                      <p:to>
                                        <p:strVal val="visible"/>
                                      </p:to>
                                    </p:set>
                                    <p:anim calcmode="lin" valueType="num">
                                      <p:cBhvr additive="base">
                                        <p:cTn id="7" dur="500" fill="hold"/>
                                        <p:tgtEl>
                                          <p:spTgt spid="36"/>
                                        </p:tgtEl>
                                        <p:attrNameLst>
                                          <p:attrName>ppt_x</p:attrName>
                                        </p:attrNameLst>
                                      </p:cBhvr>
                                      <p:tavLst>
                                        <p:tav tm="0">
                                          <p:val>
                                            <p:strVal val="#ppt_x"/>
                                          </p:val>
                                        </p:tav>
                                        <p:tav tm="100000">
                                          <p:val>
                                            <p:strVal val="#ppt_x"/>
                                          </p:val>
                                        </p:tav>
                                      </p:tavLst>
                                    </p:anim>
                                    <p:anim calcmode="lin" valueType="num">
                                      <p:cBhvr additive="base">
                                        <p:cTn id="8" dur="500" fill="hold"/>
                                        <p:tgtEl>
                                          <p:spTgt spid="36"/>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7"/>
                                        </p:tgtEl>
                                        <p:attrNameLst>
                                          <p:attrName>style.visibility</p:attrName>
                                        </p:attrNameLst>
                                      </p:cBhvr>
                                      <p:to>
                                        <p:strVal val="visible"/>
                                      </p:to>
                                    </p:set>
                                    <p:anim calcmode="lin" valueType="num">
                                      <p:cBhvr additive="base">
                                        <p:cTn id="13" dur="500" fill="hold"/>
                                        <p:tgtEl>
                                          <p:spTgt spid="37"/>
                                        </p:tgtEl>
                                        <p:attrNameLst>
                                          <p:attrName>ppt_x</p:attrName>
                                        </p:attrNameLst>
                                      </p:cBhvr>
                                      <p:tavLst>
                                        <p:tav tm="0">
                                          <p:val>
                                            <p:strVal val="#ppt_x"/>
                                          </p:val>
                                        </p:tav>
                                        <p:tav tm="100000">
                                          <p:val>
                                            <p:strVal val="#ppt_x"/>
                                          </p:val>
                                        </p:tav>
                                      </p:tavLst>
                                    </p:anim>
                                    <p:anim calcmode="lin" valueType="num">
                                      <p:cBhvr additive="base">
                                        <p:cTn id="14" dur="500" fill="hold"/>
                                        <p:tgtEl>
                                          <p:spTgt spid="37"/>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38"/>
                                        </p:tgtEl>
                                        <p:attrNameLst>
                                          <p:attrName>style.visibility</p:attrName>
                                        </p:attrNameLst>
                                      </p:cBhvr>
                                      <p:to>
                                        <p:strVal val="visible"/>
                                      </p:to>
                                    </p:set>
                                    <p:anim calcmode="lin" valueType="num">
                                      <p:cBhvr additive="base">
                                        <p:cTn id="19" dur="500" fill="hold"/>
                                        <p:tgtEl>
                                          <p:spTgt spid="38"/>
                                        </p:tgtEl>
                                        <p:attrNameLst>
                                          <p:attrName>ppt_x</p:attrName>
                                        </p:attrNameLst>
                                      </p:cBhvr>
                                      <p:tavLst>
                                        <p:tav tm="0">
                                          <p:val>
                                            <p:strVal val="#ppt_x"/>
                                          </p:val>
                                        </p:tav>
                                        <p:tav tm="100000">
                                          <p:val>
                                            <p:strVal val="#ppt_x"/>
                                          </p:val>
                                        </p:tav>
                                      </p:tavLst>
                                    </p:anim>
                                    <p:anim calcmode="lin" valueType="num">
                                      <p:cBhvr additive="base">
                                        <p:cTn id="20" dur="500" fill="hold"/>
                                        <p:tgtEl>
                                          <p:spTgt spid="38"/>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41"/>
                                        </p:tgtEl>
                                        <p:attrNameLst>
                                          <p:attrName>style.visibility</p:attrName>
                                        </p:attrNameLst>
                                      </p:cBhvr>
                                      <p:to>
                                        <p:strVal val="visible"/>
                                      </p:to>
                                    </p:set>
                                    <p:anim calcmode="lin" valueType="num">
                                      <p:cBhvr additive="base">
                                        <p:cTn id="25" dur="500" fill="hold"/>
                                        <p:tgtEl>
                                          <p:spTgt spid="41"/>
                                        </p:tgtEl>
                                        <p:attrNameLst>
                                          <p:attrName>ppt_x</p:attrName>
                                        </p:attrNameLst>
                                      </p:cBhvr>
                                      <p:tavLst>
                                        <p:tav tm="0">
                                          <p:val>
                                            <p:strVal val="#ppt_x"/>
                                          </p:val>
                                        </p:tav>
                                        <p:tav tm="100000">
                                          <p:val>
                                            <p:strVal val="#ppt_x"/>
                                          </p:val>
                                        </p:tav>
                                      </p:tavLst>
                                    </p:anim>
                                    <p:anim calcmode="lin" valueType="num">
                                      <p:cBhvr additive="base">
                                        <p:cTn id="26" dur="500" fill="hold"/>
                                        <p:tgtEl>
                                          <p:spTgt spid="41"/>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nodeType="clickEffect">
                                  <p:stCondLst>
                                    <p:cond delay="0"/>
                                  </p:stCondLst>
                                  <p:childTnLst>
                                    <p:set>
                                      <p:cBhvr>
                                        <p:cTn id="30" dur="1" fill="hold">
                                          <p:stCondLst>
                                            <p:cond delay="0"/>
                                          </p:stCondLst>
                                        </p:cTn>
                                        <p:tgtEl>
                                          <p:spTgt spid="45"/>
                                        </p:tgtEl>
                                        <p:attrNameLst>
                                          <p:attrName>style.visibility</p:attrName>
                                        </p:attrNameLst>
                                      </p:cBhvr>
                                      <p:to>
                                        <p:strVal val="visible"/>
                                      </p:to>
                                    </p:set>
                                    <p:anim calcmode="lin" valueType="num">
                                      <p:cBhvr additive="base">
                                        <p:cTn id="31" dur="500" fill="hold"/>
                                        <p:tgtEl>
                                          <p:spTgt spid="45"/>
                                        </p:tgtEl>
                                        <p:attrNameLst>
                                          <p:attrName>ppt_x</p:attrName>
                                        </p:attrNameLst>
                                      </p:cBhvr>
                                      <p:tavLst>
                                        <p:tav tm="0">
                                          <p:val>
                                            <p:strVal val="#ppt_x"/>
                                          </p:val>
                                        </p:tav>
                                        <p:tav tm="100000">
                                          <p:val>
                                            <p:strVal val="#ppt_x"/>
                                          </p:val>
                                        </p:tav>
                                      </p:tavLst>
                                    </p:anim>
                                    <p:anim calcmode="lin" valueType="num">
                                      <p:cBhvr additive="base">
                                        <p:cTn id="32" dur="500" fill="hold"/>
                                        <p:tgtEl>
                                          <p:spTgt spid="45"/>
                                        </p:tgtEl>
                                        <p:attrNameLst>
                                          <p:attrName>ppt_y</p:attrName>
                                        </p:attrNameLst>
                                      </p:cBhvr>
                                      <p:tavLst>
                                        <p:tav tm="0">
                                          <p:val>
                                            <p:strVal val="1+#ppt_h/2"/>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4" fill="hold" nodeType="clickEffect">
                                  <p:stCondLst>
                                    <p:cond delay="0"/>
                                  </p:stCondLst>
                                  <p:childTnLst>
                                    <p:set>
                                      <p:cBhvr>
                                        <p:cTn id="36" dur="1" fill="hold">
                                          <p:stCondLst>
                                            <p:cond delay="0"/>
                                          </p:stCondLst>
                                        </p:cTn>
                                        <p:tgtEl>
                                          <p:spTgt spid="48"/>
                                        </p:tgtEl>
                                        <p:attrNameLst>
                                          <p:attrName>style.visibility</p:attrName>
                                        </p:attrNameLst>
                                      </p:cBhvr>
                                      <p:to>
                                        <p:strVal val="visible"/>
                                      </p:to>
                                    </p:set>
                                    <p:anim calcmode="lin" valueType="num">
                                      <p:cBhvr additive="base">
                                        <p:cTn id="37" dur="500" fill="hold"/>
                                        <p:tgtEl>
                                          <p:spTgt spid="48"/>
                                        </p:tgtEl>
                                        <p:attrNameLst>
                                          <p:attrName>ppt_x</p:attrName>
                                        </p:attrNameLst>
                                      </p:cBhvr>
                                      <p:tavLst>
                                        <p:tav tm="0">
                                          <p:val>
                                            <p:strVal val="#ppt_x"/>
                                          </p:val>
                                        </p:tav>
                                        <p:tav tm="100000">
                                          <p:val>
                                            <p:strVal val="#ppt_x"/>
                                          </p:val>
                                        </p:tav>
                                      </p:tavLst>
                                    </p:anim>
                                    <p:anim calcmode="lin" valueType="num">
                                      <p:cBhvr additive="base">
                                        <p:cTn id="38" dur="500" fill="hold"/>
                                        <p:tgtEl>
                                          <p:spTgt spid="4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P spid="37"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bwMode="auto">
          <a:xfrm>
            <a:off x="533400" y="76200"/>
            <a:ext cx="4419600" cy="381000"/>
          </a:xfrm>
          <a:prstGeom prst="rect">
            <a:avLst/>
          </a:prstGeom>
          <a:noFill/>
          <a:ln w="9525">
            <a:noFill/>
            <a:miter lim="800000"/>
            <a:headEnd/>
            <a:tailEnd/>
          </a:ln>
        </p:spPr>
        <p:txBody>
          <a:bodyPr lIns="0" rIns="0" bIns="0" anchor="b"/>
          <a:lstStyle/>
          <a:p>
            <a:pPr>
              <a:spcBef>
                <a:spcPts val="0"/>
              </a:spcBef>
              <a:defRPr/>
            </a:pPr>
            <a:r>
              <a:rPr lang="en-US" sz="2400" b="1">
                <a:solidFill>
                  <a:srgbClr val="002060"/>
                </a:solidFill>
                <a:latin typeface="Times New Roman" pitchFamily="18" charset="0"/>
                <a:ea typeface="+mj-ea"/>
                <a:cs typeface="Times New Roman" pitchFamily="18" charset="0"/>
              </a:rPr>
              <a:t>3.5 </a:t>
            </a:r>
            <a:r>
              <a:rPr lang="en-US" sz="2400" b="1"/>
              <a:t>TƯƠNG QUAN ĐIỆN – TỪ</a:t>
            </a:r>
            <a:endParaRPr lang="en-US" sz="2400" b="1" dirty="0">
              <a:solidFill>
                <a:srgbClr val="002060"/>
              </a:solidFill>
              <a:latin typeface="Times New Roman" pitchFamily="18" charset="0"/>
              <a:ea typeface="+mj-ea"/>
              <a:cs typeface="Times New Roman" pitchFamily="18" charset="0"/>
            </a:endParaRPr>
          </a:p>
        </p:txBody>
      </p:sp>
      <p:graphicFrame>
        <p:nvGraphicFramePr>
          <p:cNvPr id="3" name="Group 3"/>
          <p:cNvGraphicFramePr>
            <a:graphicFrameLocks noGrp="1"/>
          </p:cNvGraphicFramePr>
          <p:nvPr>
            <p:ph idx="1"/>
          </p:nvPr>
        </p:nvGraphicFramePr>
        <p:xfrm>
          <a:off x="250825" y="704850"/>
          <a:ext cx="8686800" cy="5772150"/>
        </p:xfrm>
        <a:graphic>
          <a:graphicData uri="http://schemas.openxmlformats.org/drawingml/2006/table">
            <a:tbl>
              <a:tblPr/>
              <a:tblGrid>
                <a:gridCol w="4337050">
                  <a:extLst>
                    <a:ext uri="{9D8B030D-6E8A-4147-A177-3AD203B41FA5}">
                      <a16:colId xmlns:a16="http://schemas.microsoft.com/office/drawing/2014/main" val="20000"/>
                    </a:ext>
                  </a:extLst>
                </a:gridCol>
                <a:gridCol w="4349750">
                  <a:extLst>
                    <a:ext uri="{9D8B030D-6E8A-4147-A177-3AD203B41FA5}">
                      <a16:colId xmlns:a16="http://schemas.microsoft.com/office/drawing/2014/main" val="20001"/>
                    </a:ext>
                  </a:extLst>
                </a:gridCol>
              </a:tblGrid>
              <a:tr h="5182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a:ln>
                            <a:noFill/>
                          </a:ln>
                          <a:solidFill>
                            <a:srgbClr val="800000"/>
                          </a:solidFill>
                          <a:effectLst/>
                          <a:latin typeface="Times New Roman" pitchFamily="18" charset="0"/>
                        </a:rPr>
                        <a:t>ĐIỆN</a:t>
                      </a:r>
                    </a:p>
                  </a:txBody>
                  <a:tcPr marT="45724" marB="4572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a:ln>
                            <a:noFill/>
                          </a:ln>
                          <a:solidFill>
                            <a:srgbClr val="800000"/>
                          </a:solidFill>
                          <a:effectLst/>
                          <a:latin typeface="Times New Roman" pitchFamily="18" charset="0"/>
                        </a:rPr>
                        <a:t>TỪ</a:t>
                      </a:r>
                    </a:p>
                  </a:txBody>
                  <a:tcPr marT="45724" marB="4572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03030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1" i="0" u="none" strike="noStrike" cap="none" normalizeH="0" baseline="0">
                        <a:ln>
                          <a:noFill/>
                        </a:ln>
                        <a:solidFill>
                          <a:srgbClr val="FF0000"/>
                        </a:solidFill>
                        <a:effectLst/>
                        <a:latin typeface="Times New Roman" pitchFamily="18" charset="0"/>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1" i="0" u="none" strike="noStrike" cap="none" normalizeH="0" baseline="0">
                        <a:ln>
                          <a:noFill/>
                        </a:ln>
                        <a:solidFill>
                          <a:srgbClr val="FF0000"/>
                        </a:solidFill>
                        <a:effectLst/>
                        <a:latin typeface="Times New Roman" pitchFamily="18" charset="0"/>
                      </a:endParaRPr>
                    </a:p>
                  </a:txBody>
                  <a:tcPr marT="45724" marB="4572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24" marB="4572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182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24" marB="4572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1" i="0" u="none" strike="noStrike" cap="none" normalizeH="0" baseline="0">
                        <a:ln>
                          <a:noFill/>
                        </a:ln>
                        <a:solidFill>
                          <a:srgbClr val="0000FF"/>
                        </a:solidFill>
                        <a:effectLst/>
                        <a:latin typeface="Times New Roman" pitchFamily="18" charset="0"/>
                      </a:endParaRPr>
                    </a:p>
                  </a:txBody>
                  <a:tcPr marT="45724" marB="4572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88292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24" marB="4572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1" i="0" u="none" strike="noStrike" cap="none" normalizeH="0" baseline="0">
                        <a:ln>
                          <a:noFill/>
                        </a:ln>
                        <a:solidFill>
                          <a:srgbClr val="0000FF"/>
                        </a:solidFill>
                        <a:effectLst/>
                        <a:latin typeface="Times New Roman" pitchFamily="18" charset="0"/>
                      </a:endParaRPr>
                    </a:p>
                  </a:txBody>
                  <a:tcPr marT="45724" marB="4572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792224">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24" marB="4572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1" i="0" u="none" strike="noStrike" cap="none" normalizeH="0" baseline="0">
                        <a:ln>
                          <a:noFill/>
                        </a:ln>
                        <a:solidFill>
                          <a:srgbClr val="0000FF"/>
                        </a:solidFill>
                        <a:effectLst/>
                        <a:latin typeface="Times New Roman" pitchFamily="18" charset="0"/>
                      </a:endParaRPr>
                    </a:p>
                  </a:txBody>
                  <a:tcPr marT="45724" marB="4572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103030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24" marB="4572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1" i="0" u="none" strike="noStrike" cap="none" normalizeH="0" baseline="0">
                        <a:ln>
                          <a:noFill/>
                        </a:ln>
                        <a:solidFill>
                          <a:srgbClr val="0000FF"/>
                        </a:solidFill>
                        <a:effectLst/>
                        <a:latin typeface="Times New Roman" pitchFamily="18" charset="0"/>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1" i="0" u="none" strike="noStrike" cap="none" normalizeH="0" baseline="0">
                        <a:ln>
                          <a:noFill/>
                        </a:ln>
                        <a:solidFill>
                          <a:srgbClr val="0000FF"/>
                        </a:solidFill>
                        <a:effectLst/>
                        <a:latin typeface="Times New Roman" pitchFamily="18" charset="0"/>
                      </a:endParaRPr>
                    </a:p>
                  </a:txBody>
                  <a:tcPr marT="45724" marB="4572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4" name="Text Box 26"/>
          <p:cNvSpPr txBox="1">
            <a:spLocks noChangeArrowheads="1"/>
          </p:cNvSpPr>
          <p:nvPr/>
        </p:nvSpPr>
        <p:spPr bwMode="auto">
          <a:xfrm>
            <a:off x="395288" y="1258888"/>
            <a:ext cx="4017962"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2800" b="1">
                <a:solidFill>
                  <a:srgbClr val="0000FF"/>
                </a:solidFill>
                <a:latin typeface="Times New Roman" pitchFamily="18" charset="0"/>
              </a:rPr>
              <a:t>Hằng số điện:</a:t>
            </a:r>
          </a:p>
          <a:p>
            <a:pPr eaLnBrk="1" hangingPunct="1"/>
            <a:r>
              <a:rPr lang="en-US" sz="2800">
                <a:latin typeface="Times New Roman" pitchFamily="18" charset="0"/>
              </a:rPr>
              <a:t> </a:t>
            </a:r>
            <a:r>
              <a:rPr lang="en-US" sz="2800" b="1">
                <a:solidFill>
                  <a:srgbClr val="FF0000"/>
                </a:solidFill>
                <a:latin typeface="Times New Roman" pitchFamily="18" charset="0"/>
                <a:sym typeface="Symbol" pitchFamily="18" charset="2"/>
              </a:rPr>
              <a:t></a:t>
            </a:r>
            <a:r>
              <a:rPr lang="en-US" sz="2800" b="1" baseline="-25000">
                <a:solidFill>
                  <a:srgbClr val="FF0000"/>
                </a:solidFill>
                <a:latin typeface="Times New Roman" pitchFamily="18" charset="0"/>
                <a:sym typeface="Symbol" pitchFamily="18" charset="2"/>
              </a:rPr>
              <a:t>0</a:t>
            </a:r>
            <a:r>
              <a:rPr lang="en-US" sz="2800" b="1">
                <a:solidFill>
                  <a:srgbClr val="FF0000"/>
                </a:solidFill>
                <a:latin typeface="Times New Roman" pitchFamily="18" charset="0"/>
                <a:sym typeface="Symbol" pitchFamily="18" charset="2"/>
              </a:rPr>
              <a:t> = 8,85.10 </a:t>
            </a:r>
            <a:r>
              <a:rPr lang="en-US" sz="2800" b="1" baseline="30000">
                <a:solidFill>
                  <a:srgbClr val="FF0000"/>
                </a:solidFill>
                <a:latin typeface="Times New Roman" pitchFamily="18" charset="0"/>
                <a:sym typeface="Symbol" pitchFamily="18" charset="2"/>
              </a:rPr>
              <a:t>– 12</a:t>
            </a:r>
            <a:r>
              <a:rPr lang="en-US" sz="2800" b="1">
                <a:solidFill>
                  <a:srgbClr val="FF0000"/>
                </a:solidFill>
                <a:latin typeface="Times New Roman" pitchFamily="18" charset="0"/>
                <a:sym typeface="Symbol" pitchFamily="18" charset="2"/>
              </a:rPr>
              <a:t> F/m</a:t>
            </a:r>
          </a:p>
        </p:txBody>
      </p:sp>
      <p:sp>
        <p:nvSpPr>
          <p:cNvPr id="5" name="Text Box 27"/>
          <p:cNvSpPr txBox="1">
            <a:spLocks noChangeArrowheads="1"/>
          </p:cNvSpPr>
          <p:nvPr/>
        </p:nvSpPr>
        <p:spPr bwMode="auto">
          <a:xfrm>
            <a:off x="4643438" y="1268413"/>
            <a:ext cx="3787775"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2800" b="1">
                <a:solidFill>
                  <a:srgbClr val="0000FF"/>
                </a:solidFill>
                <a:latin typeface="Times New Roman" pitchFamily="18" charset="0"/>
              </a:rPr>
              <a:t>Hằng số từ:</a:t>
            </a:r>
          </a:p>
          <a:p>
            <a:pPr eaLnBrk="1" hangingPunct="1"/>
            <a:r>
              <a:rPr lang="en-US" sz="2800">
                <a:latin typeface="Times New Roman" pitchFamily="18" charset="0"/>
              </a:rPr>
              <a:t> </a:t>
            </a:r>
            <a:r>
              <a:rPr lang="en-US" sz="2800" b="1">
                <a:solidFill>
                  <a:srgbClr val="FF0000"/>
                </a:solidFill>
                <a:latin typeface="Times New Roman" pitchFamily="18" charset="0"/>
                <a:sym typeface="Symbol" pitchFamily="18" charset="2"/>
              </a:rPr>
              <a:t></a:t>
            </a:r>
            <a:r>
              <a:rPr lang="en-US" sz="2800" b="1" baseline="-25000">
                <a:solidFill>
                  <a:srgbClr val="FF0000"/>
                </a:solidFill>
                <a:latin typeface="Times New Roman" pitchFamily="18" charset="0"/>
                <a:sym typeface="Symbol" pitchFamily="18" charset="2"/>
              </a:rPr>
              <a:t>0</a:t>
            </a:r>
            <a:r>
              <a:rPr lang="en-US" sz="2800" b="1">
                <a:solidFill>
                  <a:srgbClr val="FF0000"/>
                </a:solidFill>
                <a:latin typeface="Times New Roman" pitchFamily="18" charset="0"/>
                <a:sym typeface="Symbol" pitchFamily="18" charset="2"/>
              </a:rPr>
              <a:t> = 4.10 </a:t>
            </a:r>
            <a:r>
              <a:rPr lang="en-US" sz="2800" b="1" baseline="30000">
                <a:solidFill>
                  <a:srgbClr val="FF0000"/>
                </a:solidFill>
                <a:latin typeface="Times New Roman" pitchFamily="18" charset="0"/>
                <a:sym typeface="Symbol" pitchFamily="18" charset="2"/>
              </a:rPr>
              <a:t>– 7</a:t>
            </a:r>
            <a:r>
              <a:rPr lang="en-US" sz="2800" b="1">
                <a:solidFill>
                  <a:srgbClr val="FF0000"/>
                </a:solidFill>
                <a:latin typeface="Times New Roman" pitchFamily="18" charset="0"/>
                <a:sym typeface="Symbol" pitchFamily="18" charset="2"/>
              </a:rPr>
              <a:t> H/m</a:t>
            </a:r>
          </a:p>
        </p:txBody>
      </p:sp>
      <p:sp>
        <p:nvSpPr>
          <p:cNvPr id="6" name="Text Box 28"/>
          <p:cNvSpPr txBox="1">
            <a:spLocks noChangeArrowheads="1"/>
          </p:cNvSpPr>
          <p:nvPr/>
        </p:nvSpPr>
        <p:spPr bwMode="auto">
          <a:xfrm>
            <a:off x="539750" y="2205038"/>
            <a:ext cx="33845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20000"/>
              </a:spcBef>
            </a:pPr>
            <a:r>
              <a:rPr lang="en-US" sz="2800" b="1">
                <a:solidFill>
                  <a:srgbClr val="0000FF"/>
                </a:solidFill>
                <a:latin typeface="Times New Roman" pitchFamily="18" charset="0"/>
              </a:rPr>
              <a:t>Hệ số điện môi: </a:t>
            </a:r>
            <a:r>
              <a:rPr lang="en-US" sz="2800" b="1">
                <a:solidFill>
                  <a:srgbClr val="FF0000"/>
                </a:solidFill>
                <a:latin typeface="Times New Roman" pitchFamily="18" charset="0"/>
                <a:sym typeface="Symbol" pitchFamily="18" charset="2"/>
              </a:rPr>
              <a:t></a:t>
            </a:r>
            <a:endParaRPr lang="en-US" sz="2800">
              <a:latin typeface="Times New Roman" pitchFamily="18" charset="0"/>
            </a:endParaRPr>
          </a:p>
        </p:txBody>
      </p:sp>
      <p:sp>
        <p:nvSpPr>
          <p:cNvPr id="7" name="Text Box 29"/>
          <p:cNvSpPr txBox="1">
            <a:spLocks noChangeArrowheads="1"/>
          </p:cNvSpPr>
          <p:nvPr/>
        </p:nvSpPr>
        <p:spPr bwMode="auto">
          <a:xfrm>
            <a:off x="4932363" y="2205038"/>
            <a:ext cx="33845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20000"/>
              </a:spcBef>
            </a:pPr>
            <a:r>
              <a:rPr lang="en-US" sz="2800" b="1">
                <a:solidFill>
                  <a:srgbClr val="0000FF"/>
                </a:solidFill>
                <a:latin typeface="Times New Roman" pitchFamily="18" charset="0"/>
              </a:rPr>
              <a:t>Hệ số từ môi: </a:t>
            </a:r>
            <a:r>
              <a:rPr lang="en-US" sz="2800" b="1">
                <a:solidFill>
                  <a:srgbClr val="FF0000"/>
                </a:solidFill>
                <a:latin typeface="Times New Roman" pitchFamily="18" charset="0"/>
                <a:sym typeface="Symbol" pitchFamily="18" charset="2"/>
              </a:rPr>
              <a:t></a:t>
            </a:r>
          </a:p>
        </p:txBody>
      </p:sp>
      <p:sp>
        <p:nvSpPr>
          <p:cNvPr id="8" name="Text Box 30"/>
          <p:cNvSpPr txBox="1">
            <a:spLocks noChangeArrowheads="1"/>
          </p:cNvSpPr>
          <p:nvPr/>
        </p:nvSpPr>
        <p:spPr bwMode="auto">
          <a:xfrm>
            <a:off x="466725" y="2781300"/>
            <a:ext cx="33845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20000"/>
              </a:spcBef>
            </a:pPr>
            <a:r>
              <a:rPr lang="en-US" sz="2800" b="1">
                <a:solidFill>
                  <a:srgbClr val="0000FF"/>
                </a:solidFill>
                <a:latin typeface="Times New Roman" pitchFamily="18" charset="0"/>
              </a:rPr>
              <a:t>Vectơ cảm ứng điện:</a:t>
            </a:r>
          </a:p>
        </p:txBody>
      </p:sp>
      <p:graphicFrame>
        <p:nvGraphicFramePr>
          <p:cNvPr id="9" name="Object 31"/>
          <p:cNvGraphicFramePr>
            <a:graphicFrameLocks noChangeAspect="1"/>
          </p:cNvGraphicFramePr>
          <p:nvPr/>
        </p:nvGraphicFramePr>
        <p:xfrm>
          <a:off x="1187450" y="3340100"/>
          <a:ext cx="1800225" cy="881063"/>
        </p:xfrm>
        <a:graphic>
          <a:graphicData uri="http://schemas.openxmlformats.org/presentationml/2006/ole">
            <mc:AlternateContent xmlns:mc="http://schemas.openxmlformats.org/markup-compatibility/2006">
              <mc:Choice xmlns:v="urn:schemas-microsoft-com:vml" Requires="v">
                <p:oleObj name="Equation" r:id="rId2" imgW="622030" imgH="304668" progId="Equation.DSMT4">
                  <p:embed/>
                </p:oleObj>
              </mc:Choice>
              <mc:Fallback>
                <p:oleObj name="Equation" r:id="rId2" imgW="622030" imgH="304668" progId="Equation.DSMT4">
                  <p:embed/>
                  <p:pic>
                    <p:nvPicPr>
                      <p:cNvPr id="0" name="Object 3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87450" y="3340100"/>
                        <a:ext cx="1800225" cy="8810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 name="Text Box 32"/>
          <p:cNvSpPr txBox="1">
            <a:spLocks noChangeArrowheads="1"/>
          </p:cNvSpPr>
          <p:nvPr/>
        </p:nvSpPr>
        <p:spPr bwMode="auto">
          <a:xfrm>
            <a:off x="4859338" y="2852738"/>
            <a:ext cx="33845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20000"/>
              </a:spcBef>
            </a:pPr>
            <a:r>
              <a:rPr lang="en-US" sz="2800" b="1">
                <a:solidFill>
                  <a:srgbClr val="0000FF"/>
                </a:solidFill>
                <a:latin typeface="Times New Roman" pitchFamily="18" charset="0"/>
              </a:rPr>
              <a:t>Vectơ cuờng độ TT:</a:t>
            </a:r>
          </a:p>
        </p:txBody>
      </p:sp>
      <p:graphicFrame>
        <p:nvGraphicFramePr>
          <p:cNvPr id="11" name="Object 33"/>
          <p:cNvGraphicFramePr>
            <a:graphicFrameLocks noChangeAspect="1"/>
          </p:cNvGraphicFramePr>
          <p:nvPr/>
        </p:nvGraphicFramePr>
        <p:xfrm>
          <a:off x="5651500" y="3148013"/>
          <a:ext cx="1654175" cy="1504950"/>
        </p:xfrm>
        <a:graphic>
          <a:graphicData uri="http://schemas.openxmlformats.org/presentationml/2006/ole">
            <mc:AlternateContent xmlns:mc="http://schemas.openxmlformats.org/markup-compatibility/2006">
              <mc:Choice xmlns:v="urn:schemas-microsoft-com:vml" Requires="v">
                <p:oleObj name="Equation" r:id="rId4" imgW="571252" imgH="520474" progId="Equation.DSMT4">
                  <p:embed/>
                </p:oleObj>
              </mc:Choice>
              <mc:Fallback>
                <p:oleObj name="Equation" r:id="rId4" imgW="571252" imgH="520474" progId="Equation.DSMT4">
                  <p:embed/>
                  <p:pic>
                    <p:nvPicPr>
                      <p:cNvPr id="0" name="Object 3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51500" y="3148013"/>
                        <a:ext cx="1654175" cy="1504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 name="Text Box 34"/>
          <p:cNvSpPr txBox="1">
            <a:spLocks noChangeArrowheads="1"/>
          </p:cNvSpPr>
          <p:nvPr/>
        </p:nvSpPr>
        <p:spPr bwMode="auto">
          <a:xfrm>
            <a:off x="468313" y="4724400"/>
            <a:ext cx="40322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20000"/>
              </a:spcBef>
            </a:pPr>
            <a:r>
              <a:rPr lang="en-US" sz="2800" b="1">
                <a:solidFill>
                  <a:srgbClr val="0000FF"/>
                </a:solidFill>
                <a:latin typeface="Times New Roman" pitchFamily="18" charset="0"/>
              </a:rPr>
              <a:t>Đường sức điện</a:t>
            </a:r>
          </a:p>
        </p:txBody>
      </p:sp>
      <p:sp>
        <p:nvSpPr>
          <p:cNvPr id="13" name="Text Box 35"/>
          <p:cNvSpPr txBox="1">
            <a:spLocks noChangeArrowheads="1"/>
          </p:cNvSpPr>
          <p:nvPr/>
        </p:nvSpPr>
        <p:spPr bwMode="auto">
          <a:xfrm>
            <a:off x="4787900" y="4797425"/>
            <a:ext cx="40322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20000"/>
              </a:spcBef>
            </a:pPr>
            <a:r>
              <a:rPr lang="en-US" sz="2800" b="1">
                <a:solidFill>
                  <a:srgbClr val="0000FF"/>
                </a:solidFill>
                <a:latin typeface="Times New Roman" pitchFamily="18" charset="0"/>
              </a:rPr>
              <a:t>Đường sức từ</a:t>
            </a:r>
          </a:p>
        </p:txBody>
      </p:sp>
      <p:sp>
        <p:nvSpPr>
          <p:cNvPr id="14" name="Text Box 36"/>
          <p:cNvSpPr txBox="1">
            <a:spLocks noChangeArrowheads="1"/>
          </p:cNvSpPr>
          <p:nvPr/>
        </p:nvSpPr>
        <p:spPr bwMode="auto">
          <a:xfrm>
            <a:off x="395288" y="5589588"/>
            <a:ext cx="40322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20000"/>
              </a:spcBef>
            </a:pPr>
            <a:r>
              <a:rPr lang="en-US" sz="2800" b="1">
                <a:solidFill>
                  <a:srgbClr val="0000FF"/>
                </a:solidFill>
                <a:latin typeface="Times New Roman" pitchFamily="18" charset="0"/>
              </a:rPr>
              <a:t>Điện thông </a:t>
            </a:r>
            <a:r>
              <a:rPr lang="en-US" sz="2800" b="1">
                <a:solidFill>
                  <a:srgbClr val="FF0000"/>
                </a:solidFill>
                <a:latin typeface="Times New Roman" pitchFamily="18" charset="0"/>
                <a:sym typeface="Symbol" pitchFamily="18" charset="2"/>
              </a:rPr>
              <a:t></a:t>
            </a:r>
            <a:r>
              <a:rPr lang="en-US" sz="2800" b="1" baseline="-25000">
                <a:solidFill>
                  <a:srgbClr val="FF0000"/>
                </a:solidFill>
                <a:latin typeface="Times New Roman" pitchFamily="18" charset="0"/>
                <a:sym typeface="Symbol" pitchFamily="18" charset="2"/>
              </a:rPr>
              <a:t>E</a:t>
            </a:r>
          </a:p>
        </p:txBody>
      </p:sp>
      <p:sp>
        <p:nvSpPr>
          <p:cNvPr id="15" name="Text Box 37"/>
          <p:cNvSpPr txBox="1">
            <a:spLocks noChangeArrowheads="1"/>
          </p:cNvSpPr>
          <p:nvPr/>
        </p:nvSpPr>
        <p:spPr bwMode="auto">
          <a:xfrm>
            <a:off x="4859338" y="5661025"/>
            <a:ext cx="40322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20000"/>
              </a:spcBef>
            </a:pPr>
            <a:r>
              <a:rPr lang="en-US" sz="2800" b="1">
                <a:solidFill>
                  <a:srgbClr val="0000FF"/>
                </a:solidFill>
                <a:latin typeface="Times New Roman" pitchFamily="18" charset="0"/>
              </a:rPr>
              <a:t>Từ thông </a:t>
            </a:r>
            <a:r>
              <a:rPr lang="en-US" sz="2800" b="1">
                <a:solidFill>
                  <a:srgbClr val="FF0000"/>
                </a:solidFill>
                <a:latin typeface="Times New Roman" pitchFamily="18" charset="0"/>
                <a:sym typeface="Symbol" pitchFamily="18" charset="2"/>
              </a:rPr>
              <a:t></a:t>
            </a:r>
            <a:r>
              <a:rPr lang="en-US" sz="2800" b="1" baseline="-25000">
                <a:solidFill>
                  <a:srgbClr val="FF0000"/>
                </a:solidFill>
                <a:latin typeface="Times New Roman" pitchFamily="18" charset="0"/>
                <a:sym typeface="Symbol" pitchFamily="18" charset="2"/>
              </a:rPr>
              <a:t>m</a:t>
            </a:r>
          </a:p>
        </p:txBody>
      </p:sp>
      <p:sp>
        <p:nvSpPr>
          <p:cNvPr id="16" name="Footer Placeholder 15">
            <a:extLst>
              <a:ext uri="{FF2B5EF4-FFF2-40B4-BE49-F238E27FC236}">
                <a16:creationId xmlns:a16="http://schemas.microsoft.com/office/drawing/2014/main" id="{542EB733-DA36-AF34-794A-F9FD8F079FEC}"/>
              </a:ext>
            </a:extLst>
          </p:cNvPr>
          <p:cNvSpPr>
            <a:spLocks noGrp="1"/>
          </p:cNvSpPr>
          <p:nvPr>
            <p:ph type="ftr" sz="quarter" idx="11"/>
          </p:nvPr>
        </p:nvSpPr>
        <p:spPr/>
        <p:txBody>
          <a:bodyPr/>
          <a:lstStyle/>
          <a:p>
            <a:pPr>
              <a:defRPr/>
            </a:pPr>
            <a:r>
              <a:rPr lang="en-US"/>
              <a:t>Bùi Quốc Trung - VLDC</a:t>
            </a:r>
          </a:p>
        </p:txBody>
      </p:sp>
      <p:sp>
        <p:nvSpPr>
          <p:cNvPr id="17" name="Slide Number Placeholder 16">
            <a:extLst>
              <a:ext uri="{FF2B5EF4-FFF2-40B4-BE49-F238E27FC236}">
                <a16:creationId xmlns:a16="http://schemas.microsoft.com/office/drawing/2014/main" id="{05E43DE7-157C-043C-97FE-C65D40335462}"/>
              </a:ext>
            </a:extLst>
          </p:cNvPr>
          <p:cNvSpPr>
            <a:spLocks noGrp="1"/>
          </p:cNvSpPr>
          <p:nvPr>
            <p:ph type="sldNum" sz="quarter" idx="12"/>
          </p:nvPr>
        </p:nvSpPr>
        <p:spPr/>
        <p:txBody>
          <a:bodyPr/>
          <a:lstStyle/>
          <a:p>
            <a:pPr>
              <a:defRPr/>
            </a:pPr>
            <a:fld id="{DA0BBFDE-23F6-4D0C-90FC-3AED58BCB197}" type="slidenum">
              <a:rPr lang="en-US" smtClean="0"/>
              <a:pPr>
                <a:defRPr/>
              </a:pPr>
              <a:t>54</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ppt_x"/>
                                          </p:val>
                                        </p:tav>
                                        <p:tav tm="100000">
                                          <p:val>
                                            <p:strVal val="#ppt_x"/>
                                          </p:val>
                                        </p:tav>
                                      </p:tavLst>
                                    </p:anim>
                                    <p:anim calcmode="lin" valueType="num">
                                      <p:cBhvr additive="base">
                                        <p:cTn id="20"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7"/>
                                        </p:tgtEl>
                                        <p:attrNameLst>
                                          <p:attrName>style.visibility</p:attrName>
                                        </p:attrNameLst>
                                      </p:cBhvr>
                                      <p:to>
                                        <p:strVal val="visible"/>
                                      </p:to>
                                    </p:set>
                                    <p:anim calcmode="lin" valueType="num">
                                      <p:cBhvr additive="base">
                                        <p:cTn id="25" dur="500" fill="hold"/>
                                        <p:tgtEl>
                                          <p:spTgt spid="7"/>
                                        </p:tgtEl>
                                        <p:attrNameLst>
                                          <p:attrName>ppt_x</p:attrName>
                                        </p:attrNameLst>
                                      </p:cBhvr>
                                      <p:tavLst>
                                        <p:tav tm="0">
                                          <p:val>
                                            <p:strVal val="#ppt_x"/>
                                          </p:val>
                                        </p:tav>
                                        <p:tav tm="100000">
                                          <p:val>
                                            <p:strVal val="#ppt_x"/>
                                          </p:val>
                                        </p:tav>
                                      </p:tavLst>
                                    </p:anim>
                                    <p:anim calcmode="lin" valueType="num">
                                      <p:cBhvr additive="base">
                                        <p:cTn id="26"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8"/>
                                        </p:tgtEl>
                                        <p:attrNameLst>
                                          <p:attrName>style.visibility</p:attrName>
                                        </p:attrNameLst>
                                      </p:cBhvr>
                                      <p:to>
                                        <p:strVal val="visible"/>
                                      </p:to>
                                    </p:set>
                                    <p:anim calcmode="lin" valueType="num">
                                      <p:cBhvr additive="base">
                                        <p:cTn id="31" dur="500" fill="hold"/>
                                        <p:tgtEl>
                                          <p:spTgt spid="8"/>
                                        </p:tgtEl>
                                        <p:attrNameLst>
                                          <p:attrName>ppt_x</p:attrName>
                                        </p:attrNameLst>
                                      </p:cBhvr>
                                      <p:tavLst>
                                        <p:tav tm="0">
                                          <p:val>
                                            <p:strVal val="#ppt_x"/>
                                          </p:val>
                                        </p:tav>
                                        <p:tav tm="100000">
                                          <p:val>
                                            <p:strVal val="#ppt_x"/>
                                          </p:val>
                                        </p:tav>
                                      </p:tavLst>
                                    </p:anim>
                                    <p:anim calcmode="lin" valueType="num">
                                      <p:cBhvr additive="base">
                                        <p:cTn id="32" dur="500" fill="hold"/>
                                        <p:tgtEl>
                                          <p:spTgt spid="8"/>
                                        </p:tgtEl>
                                        <p:attrNameLst>
                                          <p:attrName>ppt_y</p:attrName>
                                        </p:attrNameLst>
                                      </p:cBhvr>
                                      <p:tavLst>
                                        <p:tav tm="0">
                                          <p:val>
                                            <p:strVal val="1+#ppt_h/2"/>
                                          </p:val>
                                        </p:tav>
                                        <p:tav tm="100000">
                                          <p:val>
                                            <p:strVal val="#ppt_y"/>
                                          </p:val>
                                        </p:tav>
                                      </p:tavLst>
                                    </p:anim>
                                  </p:childTnLst>
                                </p:cTn>
                              </p:par>
                            </p:childTnLst>
                          </p:cTn>
                        </p:par>
                        <p:par>
                          <p:cTn id="33" fill="hold" nodeType="afterGroup">
                            <p:stCondLst>
                              <p:cond delay="500"/>
                            </p:stCondLst>
                            <p:childTnLst>
                              <p:par>
                                <p:cTn id="34" presetID="8" presetClass="entr" presetSubtype="16" fill="hold" nodeType="afterEffect">
                                  <p:stCondLst>
                                    <p:cond delay="0"/>
                                  </p:stCondLst>
                                  <p:childTnLst>
                                    <p:set>
                                      <p:cBhvr>
                                        <p:cTn id="35" dur="1" fill="hold">
                                          <p:stCondLst>
                                            <p:cond delay="0"/>
                                          </p:stCondLst>
                                        </p:cTn>
                                        <p:tgtEl>
                                          <p:spTgt spid="9"/>
                                        </p:tgtEl>
                                        <p:attrNameLst>
                                          <p:attrName>style.visibility</p:attrName>
                                        </p:attrNameLst>
                                      </p:cBhvr>
                                      <p:to>
                                        <p:strVal val="visible"/>
                                      </p:to>
                                    </p:set>
                                    <p:animEffect transition="in" filter="diamond(in)">
                                      <p:cBhvr>
                                        <p:cTn id="36" dur="2000"/>
                                        <p:tgtEl>
                                          <p:spTgt spid="9"/>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 presetClass="entr" presetSubtype="4" fill="hold" grpId="0" nodeType="clickEffect">
                                  <p:stCondLst>
                                    <p:cond delay="0"/>
                                  </p:stCondLst>
                                  <p:childTnLst>
                                    <p:set>
                                      <p:cBhvr>
                                        <p:cTn id="40" dur="1" fill="hold">
                                          <p:stCondLst>
                                            <p:cond delay="0"/>
                                          </p:stCondLst>
                                        </p:cTn>
                                        <p:tgtEl>
                                          <p:spTgt spid="10"/>
                                        </p:tgtEl>
                                        <p:attrNameLst>
                                          <p:attrName>style.visibility</p:attrName>
                                        </p:attrNameLst>
                                      </p:cBhvr>
                                      <p:to>
                                        <p:strVal val="visible"/>
                                      </p:to>
                                    </p:set>
                                    <p:anim calcmode="lin" valueType="num">
                                      <p:cBhvr additive="base">
                                        <p:cTn id="41" dur="500" fill="hold"/>
                                        <p:tgtEl>
                                          <p:spTgt spid="10"/>
                                        </p:tgtEl>
                                        <p:attrNameLst>
                                          <p:attrName>ppt_x</p:attrName>
                                        </p:attrNameLst>
                                      </p:cBhvr>
                                      <p:tavLst>
                                        <p:tav tm="0">
                                          <p:val>
                                            <p:strVal val="#ppt_x"/>
                                          </p:val>
                                        </p:tav>
                                        <p:tav tm="100000">
                                          <p:val>
                                            <p:strVal val="#ppt_x"/>
                                          </p:val>
                                        </p:tav>
                                      </p:tavLst>
                                    </p:anim>
                                    <p:anim calcmode="lin" valueType="num">
                                      <p:cBhvr additive="base">
                                        <p:cTn id="42" dur="500" fill="hold"/>
                                        <p:tgtEl>
                                          <p:spTgt spid="10"/>
                                        </p:tgtEl>
                                        <p:attrNameLst>
                                          <p:attrName>ppt_y</p:attrName>
                                        </p:attrNameLst>
                                      </p:cBhvr>
                                      <p:tavLst>
                                        <p:tav tm="0">
                                          <p:val>
                                            <p:strVal val="1+#ppt_h/2"/>
                                          </p:val>
                                        </p:tav>
                                        <p:tav tm="100000">
                                          <p:val>
                                            <p:strVal val="#ppt_y"/>
                                          </p:val>
                                        </p:tav>
                                      </p:tavLst>
                                    </p:anim>
                                  </p:childTnLst>
                                </p:cTn>
                              </p:par>
                            </p:childTnLst>
                          </p:cTn>
                        </p:par>
                        <p:par>
                          <p:cTn id="43" fill="hold" nodeType="afterGroup">
                            <p:stCondLst>
                              <p:cond delay="500"/>
                            </p:stCondLst>
                            <p:childTnLst>
                              <p:par>
                                <p:cTn id="44" presetID="8" presetClass="entr" presetSubtype="16" fill="hold" nodeType="afterEffect">
                                  <p:stCondLst>
                                    <p:cond delay="0"/>
                                  </p:stCondLst>
                                  <p:childTnLst>
                                    <p:set>
                                      <p:cBhvr>
                                        <p:cTn id="45" dur="1" fill="hold">
                                          <p:stCondLst>
                                            <p:cond delay="0"/>
                                          </p:stCondLst>
                                        </p:cTn>
                                        <p:tgtEl>
                                          <p:spTgt spid="11"/>
                                        </p:tgtEl>
                                        <p:attrNameLst>
                                          <p:attrName>style.visibility</p:attrName>
                                        </p:attrNameLst>
                                      </p:cBhvr>
                                      <p:to>
                                        <p:strVal val="visible"/>
                                      </p:to>
                                    </p:set>
                                    <p:animEffect transition="in" filter="diamond(in)">
                                      <p:cBhvr>
                                        <p:cTn id="46" dur="2000"/>
                                        <p:tgtEl>
                                          <p:spTgt spid="11"/>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 presetClass="entr" presetSubtype="4" fill="hold" grpId="0" nodeType="clickEffect">
                                  <p:stCondLst>
                                    <p:cond delay="0"/>
                                  </p:stCondLst>
                                  <p:childTnLst>
                                    <p:set>
                                      <p:cBhvr>
                                        <p:cTn id="50" dur="1" fill="hold">
                                          <p:stCondLst>
                                            <p:cond delay="0"/>
                                          </p:stCondLst>
                                        </p:cTn>
                                        <p:tgtEl>
                                          <p:spTgt spid="12"/>
                                        </p:tgtEl>
                                        <p:attrNameLst>
                                          <p:attrName>style.visibility</p:attrName>
                                        </p:attrNameLst>
                                      </p:cBhvr>
                                      <p:to>
                                        <p:strVal val="visible"/>
                                      </p:to>
                                    </p:set>
                                    <p:anim calcmode="lin" valueType="num">
                                      <p:cBhvr additive="base">
                                        <p:cTn id="51" dur="500" fill="hold"/>
                                        <p:tgtEl>
                                          <p:spTgt spid="12"/>
                                        </p:tgtEl>
                                        <p:attrNameLst>
                                          <p:attrName>ppt_x</p:attrName>
                                        </p:attrNameLst>
                                      </p:cBhvr>
                                      <p:tavLst>
                                        <p:tav tm="0">
                                          <p:val>
                                            <p:strVal val="#ppt_x"/>
                                          </p:val>
                                        </p:tav>
                                        <p:tav tm="100000">
                                          <p:val>
                                            <p:strVal val="#ppt_x"/>
                                          </p:val>
                                        </p:tav>
                                      </p:tavLst>
                                    </p:anim>
                                    <p:anim calcmode="lin" valueType="num">
                                      <p:cBhvr additive="base">
                                        <p:cTn id="52"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53" fill="hold" nodeType="clickPar">
                      <p:stCondLst>
                        <p:cond delay="indefinite"/>
                      </p:stCondLst>
                      <p:childTnLst>
                        <p:par>
                          <p:cTn id="54" fill="hold" nodeType="withGroup">
                            <p:stCondLst>
                              <p:cond delay="0"/>
                            </p:stCondLst>
                            <p:childTnLst>
                              <p:par>
                                <p:cTn id="55" presetID="2" presetClass="entr" presetSubtype="4" fill="hold" grpId="0" nodeType="clickEffect">
                                  <p:stCondLst>
                                    <p:cond delay="0"/>
                                  </p:stCondLst>
                                  <p:childTnLst>
                                    <p:set>
                                      <p:cBhvr>
                                        <p:cTn id="56" dur="1" fill="hold">
                                          <p:stCondLst>
                                            <p:cond delay="0"/>
                                          </p:stCondLst>
                                        </p:cTn>
                                        <p:tgtEl>
                                          <p:spTgt spid="13"/>
                                        </p:tgtEl>
                                        <p:attrNameLst>
                                          <p:attrName>style.visibility</p:attrName>
                                        </p:attrNameLst>
                                      </p:cBhvr>
                                      <p:to>
                                        <p:strVal val="visible"/>
                                      </p:to>
                                    </p:set>
                                    <p:anim calcmode="lin" valueType="num">
                                      <p:cBhvr additive="base">
                                        <p:cTn id="57" dur="500" fill="hold"/>
                                        <p:tgtEl>
                                          <p:spTgt spid="13"/>
                                        </p:tgtEl>
                                        <p:attrNameLst>
                                          <p:attrName>ppt_x</p:attrName>
                                        </p:attrNameLst>
                                      </p:cBhvr>
                                      <p:tavLst>
                                        <p:tav tm="0">
                                          <p:val>
                                            <p:strVal val="#ppt_x"/>
                                          </p:val>
                                        </p:tav>
                                        <p:tav tm="100000">
                                          <p:val>
                                            <p:strVal val="#ppt_x"/>
                                          </p:val>
                                        </p:tav>
                                      </p:tavLst>
                                    </p:anim>
                                    <p:anim calcmode="lin" valueType="num">
                                      <p:cBhvr additive="base">
                                        <p:cTn id="58"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59" fill="hold" nodeType="clickPar">
                      <p:stCondLst>
                        <p:cond delay="indefinite"/>
                      </p:stCondLst>
                      <p:childTnLst>
                        <p:par>
                          <p:cTn id="60" fill="hold" nodeType="withGroup">
                            <p:stCondLst>
                              <p:cond delay="0"/>
                            </p:stCondLst>
                            <p:childTnLst>
                              <p:par>
                                <p:cTn id="61" presetID="2" presetClass="entr" presetSubtype="4" fill="hold" grpId="0" nodeType="clickEffect">
                                  <p:stCondLst>
                                    <p:cond delay="0"/>
                                  </p:stCondLst>
                                  <p:childTnLst>
                                    <p:set>
                                      <p:cBhvr>
                                        <p:cTn id="62" dur="1" fill="hold">
                                          <p:stCondLst>
                                            <p:cond delay="0"/>
                                          </p:stCondLst>
                                        </p:cTn>
                                        <p:tgtEl>
                                          <p:spTgt spid="14"/>
                                        </p:tgtEl>
                                        <p:attrNameLst>
                                          <p:attrName>style.visibility</p:attrName>
                                        </p:attrNameLst>
                                      </p:cBhvr>
                                      <p:to>
                                        <p:strVal val="visible"/>
                                      </p:to>
                                    </p:set>
                                    <p:anim calcmode="lin" valueType="num">
                                      <p:cBhvr additive="base">
                                        <p:cTn id="63" dur="500" fill="hold"/>
                                        <p:tgtEl>
                                          <p:spTgt spid="14"/>
                                        </p:tgtEl>
                                        <p:attrNameLst>
                                          <p:attrName>ppt_x</p:attrName>
                                        </p:attrNameLst>
                                      </p:cBhvr>
                                      <p:tavLst>
                                        <p:tav tm="0">
                                          <p:val>
                                            <p:strVal val="#ppt_x"/>
                                          </p:val>
                                        </p:tav>
                                        <p:tav tm="100000">
                                          <p:val>
                                            <p:strVal val="#ppt_x"/>
                                          </p:val>
                                        </p:tav>
                                      </p:tavLst>
                                    </p:anim>
                                    <p:anim calcmode="lin" valueType="num">
                                      <p:cBhvr additive="base">
                                        <p:cTn id="64"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65" fill="hold" nodeType="clickPar">
                      <p:stCondLst>
                        <p:cond delay="indefinite"/>
                      </p:stCondLst>
                      <p:childTnLst>
                        <p:par>
                          <p:cTn id="66" fill="hold" nodeType="withGroup">
                            <p:stCondLst>
                              <p:cond delay="0"/>
                            </p:stCondLst>
                            <p:childTnLst>
                              <p:par>
                                <p:cTn id="67" presetID="2" presetClass="entr" presetSubtype="4" fill="hold" grpId="0" nodeType="clickEffect">
                                  <p:stCondLst>
                                    <p:cond delay="0"/>
                                  </p:stCondLst>
                                  <p:childTnLst>
                                    <p:set>
                                      <p:cBhvr>
                                        <p:cTn id="68" dur="1" fill="hold">
                                          <p:stCondLst>
                                            <p:cond delay="0"/>
                                          </p:stCondLst>
                                        </p:cTn>
                                        <p:tgtEl>
                                          <p:spTgt spid="15"/>
                                        </p:tgtEl>
                                        <p:attrNameLst>
                                          <p:attrName>style.visibility</p:attrName>
                                        </p:attrNameLst>
                                      </p:cBhvr>
                                      <p:to>
                                        <p:strVal val="visible"/>
                                      </p:to>
                                    </p:set>
                                    <p:anim calcmode="lin" valueType="num">
                                      <p:cBhvr additive="base">
                                        <p:cTn id="69" dur="500" fill="hold"/>
                                        <p:tgtEl>
                                          <p:spTgt spid="15"/>
                                        </p:tgtEl>
                                        <p:attrNameLst>
                                          <p:attrName>ppt_x</p:attrName>
                                        </p:attrNameLst>
                                      </p:cBhvr>
                                      <p:tavLst>
                                        <p:tav tm="0">
                                          <p:val>
                                            <p:strVal val="#ppt_x"/>
                                          </p:val>
                                        </p:tav>
                                        <p:tav tm="100000">
                                          <p:val>
                                            <p:strVal val="#ppt_x"/>
                                          </p:val>
                                        </p:tav>
                                      </p:tavLst>
                                    </p:anim>
                                    <p:anim calcmode="lin" valueType="num">
                                      <p:cBhvr additive="base">
                                        <p:cTn id="70"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8" grpId="0"/>
      <p:bldP spid="10" grpId="0"/>
      <p:bldP spid="12" grpId="0"/>
      <p:bldP spid="13" grpId="0"/>
      <p:bldP spid="14" grpId="0"/>
      <p:bldP spid="15"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bwMode="auto">
          <a:xfrm>
            <a:off x="533400" y="76200"/>
            <a:ext cx="4419600" cy="381000"/>
          </a:xfrm>
          <a:prstGeom prst="rect">
            <a:avLst/>
          </a:prstGeom>
          <a:noFill/>
          <a:ln w="9525">
            <a:noFill/>
            <a:miter lim="800000"/>
            <a:headEnd/>
            <a:tailEnd/>
          </a:ln>
        </p:spPr>
        <p:txBody>
          <a:bodyPr lIns="0" rIns="0" bIns="0" anchor="b"/>
          <a:lstStyle/>
          <a:p>
            <a:pPr>
              <a:spcBef>
                <a:spcPts val="0"/>
              </a:spcBef>
              <a:defRPr/>
            </a:pPr>
            <a:r>
              <a:rPr lang="en-US" sz="2400" b="1">
                <a:solidFill>
                  <a:srgbClr val="002060"/>
                </a:solidFill>
                <a:latin typeface="Times New Roman" pitchFamily="18" charset="0"/>
                <a:ea typeface="+mj-ea"/>
                <a:cs typeface="Times New Roman" pitchFamily="18" charset="0"/>
              </a:rPr>
              <a:t>3.5 </a:t>
            </a:r>
            <a:r>
              <a:rPr lang="en-US" sz="2400" b="1"/>
              <a:t>TƯƠNG QUAN ĐIỆN – TỪ</a:t>
            </a:r>
            <a:endParaRPr lang="en-US" sz="2400" b="1" dirty="0">
              <a:solidFill>
                <a:srgbClr val="002060"/>
              </a:solidFill>
              <a:latin typeface="Times New Roman" pitchFamily="18" charset="0"/>
              <a:ea typeface="+mj-ea"/>
              <a:cs typeface="Times New Roman" pitchFamily="18" charset="0"/>
            </a:endParaRPr>
          </a:p>
        </p:txBody>
      </p:sp>
      <p:graphicFrame>
        <p:nvGraphicFramePr>
          <p:cNvPr id="3" name="Group 3"/>
          <p:cNvGraphicFramePr>
            <a:graphicFrameLocks noGrp="1"/>
          </p:cNvGraphicFramePr>
          <p:nvPr>
            <p:ph idx="1"/>
          </p:nvPr>
        </p:nvGraphicFramePr>
        <p:xfrm>
          <a:off x="250825" y="704850"/>
          <a:ext cx="8686800" cy="5964238"/>
        </p:xfrm>
        <a:graphic>
          <a:graphicData uri="http://schemas.openxmlformats.org/drawingml/2006/table">
            <a:tbl>
              <a:tblPr/>
              <a:tblGrid>
                <a:gridCol w="4337050">
                  <a:extLst>
                    <a:ext uri="{9D8B030D-6E8A-4147-A177-3AD203B41FA5}">
                      <a16:colId xmlns:a16="http://schemas.microsoft.com/office/drawing/2014/main" val="20000"/>
                    </a:ext>
                  </a:extLst>
                </a:gridCol>
                <a:gridCol w="4349750">
                  <a:extLst>
                    <a:ext uri="{9D8B030D-6E8A-4147-A177-3AD203B41FA5}">
                      <a16:colId xmlns:a16="http://schemas.microsoft.com/office/drawing/2014/main" val="20001"/>
                    </a:ext>
                  </a:extLst>
                </a:gridCol>
              </a:tblGrid>
              <a:tr h="5181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a:ln>
                            <a:noFill/>
                          </a:ln>
                          <a:solidFill>
                            <a:srgbClr val="800000"/>
                          </a:solidFill>
                          <a:effectLst/>
                          <a:latin typeface="Times New Roman" pitchFamily="18" charset="0"/>
                        </a:rPr>
                        <a:t>ĐIỆN</a:t>
                      </a: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a:ln>
                            <a:noFill/>
                          </a:ln>
                          <a:solidFill>
                            <a:srgbClr val="800000"/>
                          </a:solidFill>
                          <a:effectLst/>
                          <a:latin typeface="Times New Roman" pitchFamily="18" charset="0"/>
                        </a:rPr>
                        <a:t>TỪ</a:t>
                      </a: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269854">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1" i="0" u="none" strike="noStrike" cap="none" normalizeH="0" baseline="0">
                        <a:ln>
                          <a:noFill/>
                        </a:ln>
                        <a:solidFill>
                          <a:srgbClr val="FF0000"/>
                        </a:solidFill>
                        <a:effectLst/>
                        <a:latin typeface="Times New Roman" pitchFamily="18" charset="0"/>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1" i="0" u="none" strike="noStrike" cap="none" normalizeH="0" baseline="0">
                        <a:ln>
                          <a:noFill/>
                        </a:ln>
                        <a:solidFill>
                          <a:srgbClr val="FF0000"/>
                        </a:solidFill>
                        <a:effectLst/>
                        <a:latin typeface="Times New Roman" pitchFamily="18" charset="0"/>
                      </a:endParaRP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30478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1" i="0" u="none" strike="noStrike" cap="none" normalizeH="0" baseline="0">
                        <a:ln>
                          <a:noFill/>
                        </a:ln>
                        <a:solidFill>
                          <a:srgbClr val="0000FF"/>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871449">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1" i="0" u="none" strike="noStrike" cap="none" normalizeH="0" baseline="0">
                        <a:ln>
                          <a:noFill/>
                        </a:ln>
                        <a:solidFill>
                          <a:srgbClr val="0000FF"/>
                        </a:solidFill>
                        <a:effectLst/>
                        <a:latin typeface="Times New Roman" pitchFamily="18" charset="0"/>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1" i="0" u="none" strike="noStrike" cap="none" normalizeH="0" baseline="0">
                        <a:ln>
                          <a:noFill/>
                        </a:ln>
                        <a:solidFill>
                          <a:srgbClr val="0000FF"/>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4" name="Text Box 20"/>
          <p:cNvSpPr txBox="1">
            <a:spLocks noChangeArrowheads="1"/>
          </p:cNvSpPr>
          <p:nvPr/>
        </p:nvSpPr>
        <p:spPr bwMode="auto">
          <a:xfrm>
            <a:off x="395288" y="1258888"/>
            <a:ext cx="4017962"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20000"/>
              </a:spcBef>
            </a:pPr>
            <a:r>
              <a:rPr lang="en-US" sz="2800" b="1">
                <a:solidFill>
                  <a:srgbClr val="0000FF"/>
                </a:solidFill>
                <a:latin typeface="Times New Roman" pitchFamily="18" charset="0"/>
              </a:rPr>
              <a:t>Lực điện trường:</a:t>
            </a:r>
          </a:p>
        </p:txBody>
      </p:sp>
      <p:sp>
        <p:nvSpPr>
          <p:cNvPr id="5" name="Text Box 21"/>
          <p:cNvSpPr txBox="1">
            <a:spLocks noChangeArrowheads="1"/>
          </p:cNvSpPr>
          <p:nvPr/>
        </p:nvSpPr>
        <p:spPr bwMode="auto">
          <a:xfrm>
            <a:off x="4643438" y="1268413"/>
            <a:ext cx="378777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2800" b="1">
                <a:solidFill>
                  <a:srgbClr val="0000FF"/>
                </a:solidFill>
                <a:latin typeface="Times New Roman" pitchFamily="18" charset="0"/>
              </a:rPr>
              <a:t>Lực từ:</a:t>
            </a:r>
            <a:endParaRPr lang="en-US" sz="2800" b="1">
              <a:solidFill>
                <a:srgbClr val="FF0000"/>
              </a:solidFill>
              <a:latin typeface="Times New Roman" pitchFamily="18" charset="0"/>
              <a:sym typeface="Symbol" pitchFamily="18" charset="2"/>
            </a:endParaRPr>
          </a:p>
        </p:txBody>
      </p:sp>
      <p:graphicFrame>
        <p:nvGraphicFramePr>
          <p:cNvPr id="6" name="Object 22"/>
          <p:cNvGraphicFramePr>
            <a:graphicFrameLocks noChangeAspect="1"/>
          </p:cNvGraphicFramePr>
          <p:nvPr/>
        </p:nvGraphicFramePr>
        <p:xfrm>
          <a:off x="1619250" y="1557338"/>
          <a:ext cx="1397000" cy="881062"/>
        </p:xfrm>
        <a:graphic>
          <a:graphicData uri="http://schemas.openxmlformats.org/presentationml/2006/ole">
            <mc:AlternateContent xmlns:mc="http://schemas.openxmlformats.org/markup-compatibility/2006">
              <mc:Choice xmlns:v="urn:schemas-microsoft-com:vml" Requires="v">
                <p:oleObj name="Equation" r:id="rId2" imgW="482391" imgH="304668" progId="Equation.DSMT4">
                  <p:embed/>
                </p:oleObj>
              </mc:Choice>
              <mc:Fallback>
                <p:oleObj name="Equation" r:id="rId2" imgW="482391" imgH="304668" progId="Equation.DSMT4">
                  <p:embed/>
                  <p:pic>
                    <p:nvPicPr>
                      <p:cNvPr id="0" name="Object 2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19250" y="1557338"/>
                        <a:ext cx="1397000" cy="8810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 name="Object 23"/>
          <p:cNvGraphicFramePr>
            <a:graphicFrameLocks noChangeAspect="1"/>
          </p:cNvGraphicFramePr>
          <p:nvPr/>
        </p:nvGraphicFramePr>
        <p:xfrm>
          <a:off x="468313" y="3082925"/>
          <a:ext cx="3671887" cy="1641475"/>
        </p:xfrm>
        <a:graphic>
          <a:graphicData uri="http://schemas.openxmlformats.org/presentationml/2006/ole">
            <mc:AlternateContent xmlns:mc="http://schemas.openxmlformats.org/markup-compatibility/2006">
              <mc:Choice xmlns:v="urn:schemas-microsoft-com:vml" Requires="v">
                <p:oleObj name="Equation" r:id="rId4" imgW="1333500" imgH="596900" progId="Equation.DSMT4">
                  <p:embed/>
                </p:oleObj>
              </mc:Choice>
              <mc:Fallback>
                <p:oleObj name="Equation" r:id="rId4" imgW="1333500" imgH="596900" progId="Equation.DSMT4">
                  <p:embed/>
                  <p:pic>
                    <p:nvPicPr>
                      <p:cNvPr id="0" name="Object 2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8313" y="3082925"/>
                        <a:ext cx="3671887" cy="1641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 name="Text Box 24"/>
          <p:cNvSpPr txBox="1">
            <a:spLocks noChangeArrowheads="1"/>
          </p:cNvSpPr>
          <p:nvPr/>
        </p:nvSpPr>
        <p:spPr bwMode="auto">
          <a:xfrm>
            <a:off x="395288" y="2636838"/>
            <a:ext cx="40322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20000"/>
              </a:spcBef>
            </a:pPr>
            <a:r>
              <a:rPr lang="en-US" sz="2800" b="1">
                <a:solidFill>
                  <a:srgbClr val="0000FF"/>
                </a:solidFill>
                <a:latin typeface="Times New Roman" pitchFamily="18" charset="0"/>
              </a:rPr>
              <a:t>Định lý O – G:</a:t>
            </a:r>
          </a:p>
        </p:txBody>
      </p:sp>
      <p:sp>
        <p:nvSpPr>
          <p:cNvPr id="9" name="Text Box 25"/>
          <p:cNvSpPr txBox="1">
            <a:spLocks noChangeArrowheads="1"/>
          </p:cNvSpPr>
          <p:nvPr/>
        </p:nvSpPr>
        <p:spPr bwMode="auto">
          <a:xfrm>
            <a:off x="250825" y="4941888"/>
            <a:ext cx="432117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20000"/>
              </a:spcBef>
            </a:pPr>
            <a:r>
              <a:rPr lang="en-US" sz="2800" b="1">
                <a:solidFill>
                  <a:srgbClr val="0000FF"/>
                </a:solidFill>
                <a:latin typeface="Times New Roman" pitchFamily="18" charset="0"/>
              </a:rPr>
              <a:t>Lưu số của vectơ cđđt </a:t>
            </a:r>
            <a:endParaRPr lang="en-US" sz="2800" b="1" baseline="-25000">
              <a:solidFill>
                <a:srgbClr val="FF0000"/>
              </a:solidFill>
              <a:latin typeface="Times New Roman" pitchFamily="18" charset="0"/>
              <a:sym typeface="Symbol" pitchFamily="18" charset="2"/>
            </a:endParaRPr>
          </a:p>
        </p:txBody>
      </p:sp>
      <p:graphicFrame>
        <p:nvGraphicFramePr>
          <p:cNvPr id="10" name="Object 26"/>
          <p:cNvGraphicFramePr>
            <a:graphicFrameLocks noChangeAspect="1"/>
          </p:cNvGraphicFramePr>
          <p:nvPr/>
        </p:nvGraphicFramePr>
        <p:xfrm>
          <a:off x="6022975" y="1125538"/>
          <a:ext cx="2128838" cy="739775"/>
        </p:xfrm>
        <a:graphic>
          <a:graphicData uri="http://schemas.openxmlformats.org/presentationml/2006/ole">
            <mc:AlternateContent xmlns:mc="http://schemas.openxmlformats.org/markup-compatibility/2006">
              <mc:Choice xmlns:v="urn:schemas-microsoft-com:vml" Requires="v">
                <p:oleObj name="Equation" r:id="rId6" imgW="875920" imgH="304668" progId="Equation.DSMT4">
                  <p:embed/>
                </p:oleObj>
              </mc:Choice>
              <mc:Fallback>
                <p:oleObj name="Equation" r:id="rId6" imgW="875920" imgH="304668" progId="Equation.DSMT4">
                  <p:embed/>
                  <p:pic>
                    <p:nvPicPr>
                      <p:cNvPr id="0" name="Object 2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022975" y="1125538"/>
                        <a:ext cx="2128838" cy="739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 name="Object 27"/>
          <p:cNvGraphicFramePr>
            <a:graphicFrameLocks noChangeAspect="1"/>
          </p:cNvGraphicFramePr>
          <p:nvPr/>
        </p:nvGraphicFramePr>
        <p:xfrm>
          <a:off x="6170613" y="1700213"/>
          <a:ext cx="1852612" cy="739775"/>
        </p:xfrm>
        <a:graphic>
          <a:graphicData uri="http://schemas.openxmlformats.org/presentationml/2006/ole">
            <mc:AlternateContent xmlns:mc="http://schemas.openxmlformats.org/markup-compatibility/2006">
              <mc:Choice xmlns:v="urn:schemas-microsoft-com:vml" Requires="v">
                <p:oleObj name="Equation" r:id="rId8" imgW="761669" imgH="304668" progId="Equation.DSMT4">
                  <p:embed/>
                </p:oleObj>
              </mc:Choice>
              <mc:Fallback>
                <p:oleObj name="Equation" r:id="rId8" imgW="761669" imgH="304668" progId="Equation.DSMT4">
                  <p:embed/>
                  <p:pic>
                    <p:nvPicPr>
                      <p:cNvPr id="0" name="Object 2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170613" y="1700213"/>
                        <a:ext cx="1852612" cy="739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 name="Text Box 28"/>
          <p:cNvSpPr txBox="1">
            <a:spLocks noChangeArrowheads="1"/>
          </p:cNvSpPr>
          <p:nvPr/>
        </p:nvSpPr>
        <p:spPr bwMode="auto">
          <a:xfrm>
            <a:off x="4787900" y="2636838"/>
            <a:ext cx="40322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20000"/>
              </a:spcBef>
            </a:pPr>
            <a:r>
              <a:rPr lang="en-US" sz="2800" b="1">
                <a:solidFill>
                  <a:srgbClr val="0000FF"/>
                </a:solidFill>
                <a:latin typeface="Times New Roman" pitchFamily="18" charset="0"/>
              </a:rPr>
              <a:t>Định lý O – G:</a:t>
            </a:r>
          </a:p>
        </p:txBody>
      </p:sp>
      <p:graphicFrame>
        <p:nvGraphicFramePr>
          <p:cNvPr id="13" name="Object 29"/>
          <p:cNvGraphicFramePr>
            <a:graphicFrameLocks noChangeAspect="1"/>
          </p:cNvGraphicFramePr>
          <p:nvPr/>
        </p:nvGraphicFramePr>
        <p:xfrm>
          <a:off x="5899150" y="3281363"/>
          <a:ext cx="2027238" cy="1362075"/>
        </p:xfrm>
        <a:graphic>
          <a:graphicData uri="http://schemas.openxmlformats.org/presentationml/2006/ole">
            <mc:AlternateContent xmlns:mc="http://schemas.openxmlformats.org/markup-compatibility/2006">
              <mc:Choice xmlns:v="urn:schemas-microsoft-com:vml" Requires="v">
                <p:oleObj name="Equation" r:id="rId10" imgW="736280" imgH="495085" progId="Equation.DSMT4">
                  <p:embed/>
                </p:oleObj>
              </mc:Choice>
              <mc:Fallback>
                <p:oleObj name="Equation" r:id="rId10" imgW="736280" imgH="495085" progId="Equation.DSMT4">
                  <p:embed/>
                  <p:pic>
                    <p:nvPicPr>
                      <p:cNvPr id="0" name="Object 29"/>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899150" y="3281363"/>
                        <a:ext cx="2027238" cy="13620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 name="Text Box 30"/>
          <p:cNvSpPr txBox="1">
            <a:spLocks noChangeArrowheads="1"/>
          </p:cNvSpPr>
          <p:nvPr/>
        </p:nvSpPr>
        <p:spPr bwMode="auto">
          <a:xfrm>
            <a:off x="4643438" y="4868863"/>
            <a:ext cx="432117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20000"/>
              </a:spcBef>
            </a:pPr>
            <a:r>
              <a:rPr lang="en-US" sz="2800" b="1">
                <a:solidFill>
                  <a:srgbClr val="0000FF"/>
                </a:solidFill>
                <a:latin typeface="Times New Roman" pitchFamily="18" charset="0"/>
              </a:rPr>
              <a:t>Lưu số của vectơ cđtt</a:t>
            </a:r>
            <a:endParaRPr lang="en-US" sz="2800" b="1" baseline="-25000">
              <a:solidFill>
                <a:srgbClr val="FF0000"/>
              </a:solidFill>
              <a:latin typeface="Times New Roman" pitchFamily="18" charset="0"/>
              <a:sym typeface="Symbol" pitchFamily="18" charset="2"/>
            </a:endParaRPr>
          </a:p>
        </p:txBody>
      </p:sp>
      <p:graphicFrame>
        <p:nvGraphicFramePr>
          <p:cNvPr id="15" name="Object 31"/>
          <p:cNvGraphicFramePr>
            <a:graphicFrameLocks noChangeAspect="1"/>
          </p:cNvGraphicFramePr>
          <p:nvPr/>
        </p:nvGraphicFramePr>
        <p:xfrm>
          <a:off x="1133475" y="5373688"/>
          <a:ext cx="2482850" cy="1327150"/>
        </p:xfrm>
        <a:graphic>
          <a:graphicData uri="http://schemas.openxmlformats.org/presentationml/2006/ole">
            <mc:AlternateContent xmlns:mc="http://schemas.openxmlformats.org/markup-compatibility/2006">
              <mc:Choice xmlns:v="urn:schemas-microsoft-com:vml" Requires="v">
                <p:oleObj name="Equation" r:id="rId12" imgW="901309" imgH="482391" progId="Equation.DSMT4">
                  <p:embed/>
                </p:oleObj>
              </mc:Choice>
              <mc:Fallback>
                <p:oleObj name="Equation" r:id="rId12" imgW="901309" imgH="482391" progId="Equation.DSMT4">
                  <p:embed/>
                  <p:pic>
                    <p:nvPicPr>
                      <p:cNvPr id="0" name="Object 31"/>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133475" y="5373688"/>
                        <a:ext cx="2482850" cy="1327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 name="Object 32"/>
          <p:cNvGraphicFramePr>
            <a:graphicFrameLocks noChangeAspect="1"/>
          </p:cNvGraphicFramePr>
          <p:nvPr/>
        </p:nvGraphicFramePr>
        <p:xfrm>
          <a:off x="5194300" y="5283200"/>
          <a:ext cx="2833688" cy="1362075"/>
        </p:xfrm>
        <a:graphic>
          <a:graphicData uri="http://schemas.openxmlformats.org/presentationml/2006/ole">
            <mc:AlternateContent xmlns:mc="http://schemas.openxmlformats.org/markup-compatibility/2006">
              <mc:Choice xmlns:v="urn:schemas-microsoft-com:vml" Requires="v">
                <p:oleObj name="Equation" r:id="rId14" imgW="1028254" imgH="495085" progId="Equation.DSMT4">
                  <p:embed/>
                </p:oleObj>
              </mc:Choice>
              <mc:Fallback>
                <p:oleObj name="Equation" r:id="rId14" imgW="1028254" imgH="495085" progId="Equation.DSMT4">
                  <p:embed/>
                  <p:pic>
                    <p:nvPicPr>
                      <p:cNvPr id="0" name="Object 32"/>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194300" y="5283200"/>
                        <a:ext cx="2833688" cy="13620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7" name="Footer Placeholder 16">
            <a:extLst>
              <a:ext uri="{FF2B5EF4-FFF2-40B4-BE49-F238E27FC236}">
                <a16:creationId xmlns:a16="http://schemas.microsoft.com/office/drawing/2014/main" id="{3C806B82-AAA2-27BB-F5E7-22CED834B188}"/>
              </a:ext>
            </a:extLst>
          </p:cNvPr>
          <p:cNvSpPr>
            <a:spLocks noGrp="1"/>
          </p:cNvSpPr>
          <p:nvPr>
            <p:ph type="ftr" sz="quarter" idx="11"/>
          </p:nvPr>
        </p:nvSpPr>
        <p:spPr/>
        <p:txBody>
          <a:bodyPr/>
          <a:lstStyle/>
          <a:p>
            <a:pPr>
              <a:defRPr/>
            </a:pPr>
            <a:r>
              <a:rPr lang="en-US"/>
              <a:t>Bùi Quốc Trung - VLDC</a:t>
            </a:r>
          </a:p>
        </p:txBody>
      </p:sp>
      <p:sp>
        <p:nvSpPr>
          <p:cNvPr id="18" name="Slide Number Placeholder 17">
            <a:extLst>
              <a:ext uri="{FF2B5EF4-FFF2-40B4-BE49-F238E27FC236}">
                <a16:creationId xmlns:a16="http://schemas.microsoft.com/office/drawing/2014/main" id="{7E558FDE-CA85-E470-A2DC-B2E2350C5056}"/>
              </a:ext>
            </a:extLst>
          </p:cNvPr>
          <p:cNvSpPr>
            <a:spLocks noGrp="1"/>
          </p:cNvSpPr>
          <p:nvPr>
            <p:ph type="sldNum" sz="quarter" idx="12"/>
          </p:nvPr>
        </p:nvSpPr>
        <p:spPr/>
        <p:txBody>
          <a:bodyPr/>
          <a:lstStyle/>
          <a:p>
            <a:pPr>
              <a:defRPr/>
            </a:pPr>
            <a:fld id="{DA0BBFDE-23F6-4D0C-90FC-3AED58BCB197}" type="slidenum">
              <a:rPr lang="en-US" smtClean="0"/>
              <a:pPr>
                <a:defRPr/>
              </a:pPr>
              <a:t>55</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5" presetClass="entr" presetSubtype="10"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checkerboard(across)">
                                      <p:cBhvr>
                                        <p:cTn id="13" dur="500"/>
                                        <p:tgtEl>
                                          <p:spTgt spid="6"/>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5"/>
                                        </p:tgtEl>
                                        <p:attrNameLst>
                                          <p:attrName>style.visibility</p:attrName>
                                        </p:attrNameLst>
                                      </p:cBhvr>
                                      <p:to>
                                        <p:strVal val="visible"/>
                                      </p:to>
                                    </p:set>
                                    <p:anim calcmode="lin" valueType="num">
                                      <p:cBhvr additive="base">
                                        <p:cTn id="18" dur="500" fill="hold"/>
                                        <p:tgtEl>
                                          <p:spTgt spid="5"/>
                                        </p:tgtEl>
                                        <p:attrNameLst>
                                          <p:attrName>ppt_x</p:attrName>
                                        </p:attrNameLst>
                                      </p:cBhvr>
                                      <p:tavLst>
                                        <p:tav tm="0">
                                          <p:val>
                                            <p:strVal val="#ppt_x"/>
                                          </p:val>
                                        </p:tav>
                                        <p:tav tm="100000">
                                          <p:val>
                                            <p:strVal val="#ppt_x"/>
                                          </p:val>
                                        </p:tav>
                                      </p:tavLst>
                                    </p:anim>
                                    <p:anim calcmode="lin" valueType="num">
                                      <p:cBhvr additive="base">
                                        <p:cTn id="19" dur="500" fill="hold"/>
                                        <p:tgtEl>
                                          <p:spTgt spid="5"/>
                                        </p:tgtEl>
                                        <p:attrNameLst>
                                          <p:attrName>ppt_y</p:attrName>
                                        </p:attrNameLst>
                                      </p:cBhvr>
                                      <p:tavLst>
                                        <p:tav tm="0">
                                          <p:val>
                                            <p:strVal val="1+#ppt_h/2"/>
                                          </p:val>
                                        </p:tav>
                                        <p:tav tm="100000">
                                          <p:val>
                                            <p:strVal val="#ppt_y"/>
                                          </p:val>
                                        </p:tav>
                                      </p:tavLst>
                                    </p:anim>
                                  </p:childTnLst>
                                </p:cTn>
                              </p:par>
                            </p:childTnLst>
                          </p:cTn>
                        </p:par>
                        <p:par>
                          <p:cTn id="20" fill="hold" nodeType="afterGroup">
                            <p:stCondLst>
                              <p:cond delay="500"/>
                            </p:stCondLst>
                            <p:childTnLst>
                              <p:par>
                                <p:cTn id="21" presetID="5" presetClass="entr" presetSubtype="10" fill="hold" nodeType="after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checkerboard(across)">
                                      <p:cBhvr>
                                        <p:cTn id="23" dur="500"/>
                                        <p:tgtEl>
                                          <p:spTgt spid="10"/>
                                        </p:tgtEl>
                                      </p:cBhvr>
                                    </p:animEffect>
                                  </p:childTnLst>
                                </p:cTn>
                              </p:par>
                            </p:childTnLst>
                          </p:cTn>
                        </p:par>
                        <p:par>
                          <p:cTn id="24" fill="hold" nodeType="afterGroup">
                            <p:stCondLst>
                              <p:cond delay="1000"/>
                            </p:stCondLst>
                            <p:childTnLst>
                              <p:par>
                                <p:cTn id="25" presetID="5" presetClass="entr" presetSubtype="10" fill="hold" nodeType="after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checkerboard(across)">
                                      <p:cBhvr>
                                        <p:cTn id="27" dur="500"/>
                                        <p:tgtEl>
                                          <p:spTgt spid="11"/>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 presetClass="entr" presetSubtype="4"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 calcmode="lin" valueType="num">
                                      <p:cBhvr additive="base">
                                        <p:cTn id="32" dur="500" fill="hold"/>
                                        <p:tgtEl>
                                          <p:spTgt spid="8"/>
                                        </p:tgtEl>
                                        <p:attrNameLst>
                                          <p:attrName>ppt_x</p:attrName>
                                        </p:attrNameLst>
                                      </p:cBhvr>
                                      <p:tavLst>
                                        <p:tav tm="0">
                                          <p:val>
                                            <p:strVal val="#ppt_x"/>
                                          </p:val>
                                        </p:tav>
                                        <p:tav tm="100000">
                                          <p:val>
                                            <p:strVal val="#ppt_x"/>
                                          </p:val>
                                        </p:tav>
                                      </p:tavLst>
                                    </p:anim>
                                    <p:anim calcmode="lin" valueType="num">
                                      <p:cBhvr additive="base">
                                        <p:cTn id="33" dur="500" fill="hold"/>
                                        <p:tgtEl>
                                          <p:spTgt spid="8"/>
                                        </p:tgtEl>
                                        <p:attrNameLst>
                                          <p:attrName>ppt_y</p:attrName>
                                        </p:attrNameLst>
                                      </p:cBhvr>
                                      <p:tavLst>
                                        <p:tav tm="0">
                                          <p:val>
                                            <p:strVal val="1+#ppt_h/2"/>
                                          </p:val>
                                        </p:tav>
                                        <p:tav tm="100000">
                                          <p:val>
                                            <p:strVal val="#ppt_y"/>
                                          </p:val>
                                        </p:tav>
                                      </p:tavLst>
                                    </p:anim>
                                  </p:childTnLst>
                                </p:cTn>
                              </p:par>
                            </p:childTnLst>
                          </p:cTn>
                        </p:par>
                        <p:par>
                          <p:cTn id="34" fill="hold" nodeType="afterGroup">
                            <p:stCondLst>
                              <p:cond delay="500"/>
                            </p:stCondLst>
                            <p:childTnLst>
                              <p:par>
                                <p:cTn id="35" presetID="8" presetClass="entr" presetSubtype="16" fill="hold" nodeType="afterEffect">
                                  <p:stCondLst>
                                    <p:cond delay="0"/>
                                  </p:stCondLst>
                                  <p:childTnLst>
                                    <p:set>
                                      <p:cBhvr>
                                        <p:cTn id="36" dur="1" fill="hold">
                                          <p:stCondLst>
                                            <p:cond delay="0"/>
                                          </p:stCondLst>
                                        </p:cTn>
                                        <p:tgtEl>
                                          <p:spTgt spid="7"/>
                                        </p:tgtEl>
                                        <p:attrNameLst>
                                          <p:attrName>style.visibility</p:attrName>
                                        </p:attrNameLst>
                                      </p:cBhvr>
                                      <p:to>
                                        <p:strVal val="visible"/>
                                      </p:to>
                                    </p:set>
                                    <p:animEffect transition="in" filter="diamond(in)">
                                      <p:cBhvr>
                                        <p:cTn id="37" dur="2000"/>
                                        <p:tgtEl>
                                          <p:spTgt spid="7"/>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8" presetClass="entr" presetSubtype="16" fill="hold" grpId="0" nodeType="clickEffect">
                                  <p:stCondLst>
                                    <p:cond delay="0"/>
                                  </p:stCondLst>
                                  <p:childTnLst>
                                    <p:set>
                                      <p:cBhvr>
                                        <p:cTn id="41" dur="1" fill="hold">
                                          <p:stCondLst>
                                            <p:cond delay="0"/>
                                          </p:stCondLst>
                                        </p:cTn>
                                        <p:tgtEl>
                                          <p:spTgt spid="12"/>
                                        </p:tgtEl>
                                        <p:attrNameLst>
                                          <p:attrName>style.visibility</p:attrName>
                                        </p:attrNameLst>
                                      </p:cBhvr>
                                      <p:to>
                                        <p:strVal val="visible"/>
                                      </p:to>
                                    </p:set>
                                    <p:animEffect transition="in" filter="diamond(in)">
                                      <p:cBhvr>
                                        <p:cTn id="42" dur="2000"/>
                                        <p:tgtEl>
                                          <p:spTgt spid="12"/>
                                        </p:tgtEl>
                                      </p:cBhvr>
                                    </p:animEffect>
                                  </p:childTnLst>
                                </p:cTn>
                              </p:par>
                            </p:childTnLst>
                          </p:cTn>
                        </p:par>
                        <p:par>
                          <p:cTn id="43" fill="hold" nodeType="afterGroup">
                            <p:stCondLst>
                              <p:cond delay="2000"/>
                            </p:stCondLst>
                            <p:childTnLst>
                              <p:par>
                                <p:cTn id="44" presetID="8" presetClass="entr" presetSubtype="16" fill="hold" nodeType="afterEffect">
                                  <p:stCondLst>
                                    <p:cond delay="0"/>
                                  </p:stCondLst>
                                  <p:childTnLst>
                                    <p:set>
                                      <p:cBhvr>
                                        <p:cTn id="45" dur="1" fill="hold">
                                          <p:stCondLst>
                                            <p:cond delay="0"/>
                                          </p:stCondLst>
                                        </p:cTn>
                                        <p:tgtEl>
                                          <p:spTgt spid="13"/>
                                        </p:tgtEl>
                                        <p:attrNameLst>
                                          <p:attrName>style.visibility</p:attrName>
                                        </p:attrNameLst>
                                      </p:cBhvr>
                                      <p:to>
                                        <p:strVal val="visible"/>
                                      </p:to>
                                    </p:set>
                                    <p:animEffect transition="in" filter="diamond(in)">
                                      <p:cBhvr>
                                        <p:cTn id="46" dur="2000"/>
                                        <p:tgtEl>
                                          <p:spTgt spid="13"/>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8" presetClass="entr" presetSubtype="16" fill="hold" grpId="0" nodeType="clickEffect">
                                  <p:stCondLst>
                                    <p:cond delay="0"/>
                                  </p:stCondLst>
                                  <p:childTnLst>
                                    <p:set>
                                      <p:cBhvr>
                                        <p:cTn id="50" dur="1" fill="hold">
                                          <p:stCondLst>
                                            <p:cond delay="0"/>
                                          </p:stCondLst>
                                        </p:cTn>
                                        <p:tgtEl>
                                          <p:spTgt spid="9"/>
                                        </p:tgtEl>
                                        <p:attrNameLst>
                                          <p:attrName>style.visibility</p:attrName>
                                        </p:attrNameLst>
                                      </p:cBhvr>
                                      <p:to>
                                        <p:strVal val="visible"/>
                                      </p:to>
                                    </p:set>
                                    <p:animEffect transition="in" filter="diamond(in)">
                                      <p:cBhvr>
                                        <p:cTn id="51" dur="2000"/>
                                        <p:tgtEl>
                                          <p:spTgt spid="9"/>
                                        </p:tgtEl>
                                      </p:cBhvr>
                                    </p:animEffect>
                                  </p:childTnLst>
                                </p:cTn>
                              </p:par>
                            </p:childTnLst>
                          </p:cTn>
                        </p:par>
                        <p:par>
                          <p:cTn id="52" fill="hold" nodeType="afterGroup">
                            <p:stCondLst>
                              <p:cond delay="2000"/>
                            </p:stCondLst>
                            <p:childTnLst>
                              <p:par>
                                <p:cTn id="53" presetID="8" presetClass="entr" presetSubtype="16" fill="hold" nodeType="afterEffect">
                                  <p:stCondLst>
                                    <p:cond delay="0"/>
                                  </p:stCondLst>
                                  <p:childTnLst>
                                    <p:set>
                                      <p:cBhvr>
                                        <p:cTn id="54" dur="1" fill="hold">
                                          <p:stCondLst>
                                            <p:cond delay="0"/>
                                          </p:stCondLst>
                                        </p:cTn>
                                        <p:tgtEl>
                                          <p:spTgt spid="15"/>
                                        </p:tgtEl>
                                        <p:attrNameLst>
                                          <p:attrName>style.visibility</p:attrName>
                                        </p:attrNameLst>
                                      </p:cBhvr>
                                      <p:to>
                                        <p:strVal val="visible"/>
                                      </p:to>
                                    </p:set>
                                    <p:animEffect transition="in" filter="diamond(in)">
                                      <p:cBhvr>
                                        <p:cTn id="55" dur="2000"/>
                                        <p:tgtEl>
                                          <p:spTgt spid="15"/>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8" presetClass="entr" presetSubtype="16" fill="hold" grpId="0" nodeType="clickEffect">
                                  <p:stCondLst>
                                    <p:cond delay="0"/>
                                  </p:stCondLst>
                                  <p:childTnLst>
                                    <p:set>
                                      <p:cBhvr>
                                        <p:cTn id="59" dur="1" fill="hold">
                                          <p:stCondLst>
                                            <p:cond delay="0"/>
                                          </p:stCondLst>
                                        </p:cTn>
                                        <p:tgtEl>
                                          <p:spTgt spid="14"/>
                                        </p:tgtEl>
                                        <p:attrNameLst>
                                          <p:attrName>style.visibility</p:attrName>
                                        </p:attrNameLst>
                                      </p:cBhvr>
                                      <p:to>
                                        <p:strVal val="visible"/>
                                      </p:to>
                                    </p:set>
                                    <p:animEffect transition="in" filter="diamond(in)">
                                      <p:cBhvr>
                                        <p:cTn id="60" dur="2000"/>
                                        <p:tgtEl>
                                          <p:spTgt spid="14"/>
                                        </p:tgtEl>
                                      </p:cBhvr>
                                    </p:animEffect>
                                  </p:childTnLst>
                                </p:cTn>
                              </p:par>
                            </p:childTnLst>
                          </p:cTn>
                        </p:par>
                        <p:par>
                          <p:cTn id="61" fill="hold" nodeType="afterGroup">
                            <p:stCondLst>
                              <p:cond delay="2000"/>
                            </p:stCondLst>
                            <p:childTnLst>
                              <p:par>
                                <p:cTn id="62" presetID="8" presetClass="entr" presetSubtype="16" fill="hold" nodeType="afterEffect">
                                  <p:stCondLst>
                                    <p:cond delay="0"/>
                                  </p:stCondLst>
                                  <p:childTnLst>
                                    <p:set>
                                      <p:cBhvr>
                                        <p:cTn id="63" dur="1" fill="hold">
                                          <p:stCondLst>
                                            <p:cond delay="0"/>
                                          </p:stCondLst>
                                        </p:cTn>
                                        <p:tgtEl>
                                          <p:spTgt spid="16"/>
                                        </p:tgtEl>
                                        <p:attrNameLst>
                                          <p:attrName>style.visibility</p:attrName>
                                        </p:attrNameLst>
                                      </p:cBhvr>
                                      <p:to>
                                        <p:strVal val="visible"/>
                                      </p:to>
                                    </p:set>
                                    <p:animEffect transition="in" filter="diamond(in)">
                                      <p:cBhvr>
                                        <p:cTn id="64" dur="20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8" grpId="0"/>
      <p:bldP spid="9" grpId="0"/>
      <p:bldP spid="12" grpId="0"/>
      <p:bldP spid="14"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15"/>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vi-VN"/>
          </a:p>
        </p:txBody>
      </p:sp>
      <p:sp>
        <p:nvSpPr>
          <p:cNvPr id="3" name="Rectangle 2"/>
          <p:cNvSpPr/>
          <p:nvPr/>
        </p:nvSpPr>
        <p:spPr>
          <a:xfrm>
            <a:off x="1371600" y="2362200"/>
            <a:ext cx="6629400" cy="769441"/>
          </a:xfrm>
          <a:prstGeom prst="rect">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wrap="square">
            <a:spAutoFit/>
          </a:bodyPr>
          <a:lstStyle/>
          <a:p>
            <a:pPr algn="ctr" fontAlgn="auto">
              <a:spcBef>
                <a:spcPts val="1200"/>
              </a:spcBef>
              <a:spcAft>
                <a:spcPts val="0"/>
              </a:spcAft>
              <a:defRPr/>
            </a:pPr>
            <a:r>
              <a:rPr lang="en-US" sz="4400" b="1" dirty="0">
                <a:solidFill>
                  <a:srgbClr val="FF0000"/>
                </a:solidFill>
                <a:effectLst>
                  <a:outerShdw blurRad="38100" dist="25400" dir="5400000" algn="tl" rotWithShape="0">
                    <a:srgbClr val="000000">
                      <a:alpha val="43000"/>
                    </a:srgbClr>
                  </a:outerShdw>
                </a:effectLst>
                <a:latin typeface="Times New Roman" pitchFamily="18" charset="0"/>
                <a:cs typeface="Times New Roman" pitchFamily="18" charset="0"/>
              </a:rPr>
              <a:t>HẾT CHƯƠNG 9</a:t>
            </a:r>
          </a:p>
        </p:txBody>
      </p:sp>
      <p:sp>
        <p:nvSpPr>
          <p:cNvPr id="7" name="Rectangle 7"/>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 name="Footer Placeholder 1">
            <a:extLst>
              <a:ext uri="{FF2B5EF4-FFF2-40B4-BE49-F238E27FC236}">
                <a16:creationId xmlns:a16="http://schemas.microsoft.com/office/drawing/2014/main" id="{5961017F-EEA3-8241-B5DE-DB9F3A658589}"/>
              </a:ext>
            </a:extLst>
          </p:cNvPr>
          <p:cNvSpPr>
            <a:spLocks noGrp="1"/>
          </p:cNvSpPr>
          <p:nvPr>
            <p:ph type="ftr" sz="quarter" idx="11"/>
          </p:nvPr>
        </p:nvSpPr>
        <p:spPr/>
        <p:txBody>
          <a:bodyPr/>
          <a:lstStyle/>
          <a:p>
            <a:pPr>
              <a:defRPr/>
            </a:pPr>
            <a:r>
              <a:rPr lang="en-US"/>
              <a:t>Bùi Quốc Trung - VLDC</a:t>
            </a:r>
          </a:p>
        </p:txBody>
      </p:sp>
      <p:sp>
        <p:nvSpPr>
          <p:cNvPr id="4" name="Slide Number Placeholder 3">
            <a:extLst>
              <a:ext uri="{FF2B5EF4-FFF2-40B4-BE49-F238E27FC236}">
                <a16:creationId xmlns:a16="http://schemas.microsoft.com/office/drawing/2014/main" id="{5864619D-2D85-84F8-6498-59DB197E1C95}"/>
              </a:ext>
            </a:extLst>
          </p:cNvPr>
          <p:cNvSpPr>
            <a:spLocks noGrp="1"/>
          </p:cNvSpPr>
          <p:nvPr>
            <p:ph type="sldNum" sz="quarter" idx="12"/>
          </p:nvPr>
        </p:nvSpPr>
        <p:spPr/>
        <p:txBody>
          <a:bodyPr/>
          <a:lstStyle/>
          <a:p>
            <a:pPr>
              <a:defRPr/>
            </a:pPr>
            <a:fld id="{89293DEA-2A20-4A48-AEC7-CF8D592A212C}" type="slidenum">
              <a:rPr lang="en-US" smtClean="0"/>
              <a:pPr>
                <a:defRPr/>
              </a:pPr>
              <a:t>56</a:t>
            </a:fld>
            <a:endParaRPr lang="en-US" dirty="0"/>
          </a:p>
        </p:txBody>
      </p:sp>
    </p:spTree>
    <p:extLst>
      <p:ext uri="{BB962C8B-B14F-4D97-AF65-F5344CB8AC3E}">
        <p14:creationId xmlns:p14="http://schemas.microsoft.com/office/powerpoint/2010/main" val="3250086321"/>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9767</TotalTime>
  <Words>3828</Words>
  <Application>Microsoft Office PowerPoint</Application>
  <PresentationFormat>On-screen Show (4:3)</PresentationFormat>
  <Paragraphs>508</Paragraphs>
  <Slides>56</Slides>
  <Notes>0</Notes>
  <HiddenSlides>0</HiddenSlides>
  <MMClips>0</MMClips>
  <ScaleCrop>false</ScaleCrop>
  <HeadingPairs>
    <vt:vector size="10" baseType="variant">
      <vt:variant>
        <vt:lpstr>Fonts Used</vt:lpstr>
      </vt:variant>
      <vt:variant>
        <vt:i4>9</vt:i4>
      </vt:variant>
      <vt:variant>
        <vt:lpstr>Theme</vt:lpstr>
      </vt:variant>
      <vt:variant>
        <vt:i4>1</vt:i4>
      </vt:variant>
      <vt:variant>
        <vt:lpstr>Embedded OLE Servers</vt:lpstr>
      </vt:variant>
      <vt:variant>
        <vt:i4>1</vt:i4>
      </vt:variant>
      <vt:variant>
        <vt:lpstr>Slide Titles</vt:lpstr>
      </vt:variant>
      <vt:variant>
        <vt:i4>56</vt:i4>
      </vt:variant>
      <vt:variant>
        <vt:lpstr>Custom Shows</vt:lpstr>
      </vt:variant>
      <vt:variant>
        <vt:i4>1</vt:i4>
      </vt:variant>
    </vt:vector>
  </HeadingPairs>
  <TitlesOfParts>
    <vt:vector size="68" baseType="lpstr">
      <vt:lpstr>Arial</vt:lpstr>
      <vt:lpstr>Calibri</vt:lpstr>
      <vt:lpstr>Cambria Math</vt:lpstr>
      <vt:lpstr>Constantia</vt:lpstr>
      <vt:lpstr>Gill Sans MT</vt:lpstr>
      <vt:lpstr>Symbol</vt:lpstr>
      <vt:lpstr>Times New Roman</vt:lpstr>
      <vt:lpstr>Wingdings</vt:lpstr>
      <vt:lpstr>Wingdings 2</vt:lpstr>
      <vt:lpstr>Office Theme</vt:lpstr>
      <vt:lpstr>Equation</vt:lpstr>
      <vt:lpstr>PowerPoint Presentation</vt:lpstr>
      <vt:lpstr>9.1  TƯƠNG TÁC TỪ CỦA DÒNG ĐIỆN         ĐỊNH LUẬT BIO-SAVART-LAPLACE</vt:lpstr>
      <vt:lpstr>9.1.2  Định luật Bio-Savart-Laplace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Tác dụng tương hỗ giữa 2 dòng điện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9.4.3 Hiệu ứng Hall </vt:lpstr>
      <vt:lpstr>PowerPoint Presentation</vt:lpstr>
      <vt:lpstr>PowerPoint Presentation</vt:lpstr>
      <vt:lpstr>PowerPoint Presentation</vt:lpstr>
      <vt:lpstr>PowerPoint Presentation</vt:lpstr>
      <vt:lpstr>Custom Show 1</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Nam</dc:creator>
  <cp:lastModifiedBy>huynhminhmanpham@gmail.com</cp:lastModifiedBy>
  <cp:revision>560</cp:revision>
  <dcterms:created xsi:type="dcterms:W3CDTF">2009-04-25T03:06:07Z</dcterms:created>
  <dcterms:modified xsi:type="dcterms:W3CDTF">2025-10-21T08:22:36Z</dcterms:modified>
</cp:coreProperties>
</file>